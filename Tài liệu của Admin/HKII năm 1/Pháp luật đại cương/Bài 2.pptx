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9" r:id="rId1"/>
  </p:sldMasterIdLst>
  <p:sldIdLst>
    <p:sldId id="256" r:id="rId2"/>
    <p:sldId id="257" r:id="rId3"/>
    <p:sldId id="258" r:id="rId4"/>
    <p:sldId id="259" r:id="rId5"/>
    <p:sldId id="260" r:id="rId6"/>
    <p:sldId id="261" r:id="rId7"/>
    <p:sldId id="262" r:id="rId8"/>
    <p:sldId id="303" r:id="rId9"/>
    <p:sldId id="306" r:id="rId10"/>
    <p:sldId id="263" r:id="rId11"/>
    <p:sldId id="264" r:id="rId12"/>
    <p:sldId id="265" r:id="rId13"/>
    <p:sldId id="266" r:id="rId14"/>
    <p:sldId id="267" r:id="rId15"/>
    <p:sldId id="268" r:id="rId16"/>
    <p:sldId id="269" r:id="rId17"/>
    <p:sldId id="272" r:id="rId18"/>
    <p:sldId id="273" r:id="rId19"/>
    <p:sldId id="274" r:id="rId20"/>
    <p:sldId id="275" r:id="rId21"/>
    <p:sldId id="277" r:id="rId22"/>
    <p:sldId id="278" r:id="rId23"/>
    <p:sldId id="279" r:id="rId24"/>
    <p:sldId id="280" r:id="rId25"/>
    <p:sldId id="281" r:id="rId26"/>
    <p:sldId id="282" r:id="rId27"/>
    <p:sldId id="283" r:id="rId28"/>
    <p:sldId id="284" r:id="rId29"/>
    <p:sldId id="285" r:id="rId30"/>
    <p:sldId id="287" r:id="rId31"/>
    <p:sldId id="288" r:id="rId32"/>
    <p:sldId id="289" r:id="rId33"/>
    <p:sldId id="290" r:id="rId34"/>
    <p:sldId id="292" r:id="rId35"/>
    <p:sldId id="291" r:id="rId36"/>
    <p:sldId id="293" r:id="rId37"/>
    <p:sldId id="294" r:id="rId38"/>
    <p:sldId id="302" r:id="rId39"/>
    <p:sldId id="301" r:id="rId40"/>
    <p:sldId id="295" r:id="rId4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37"/>
  </p:normalViewPr>
  <p:slideViewPr>
    <p:cSldViewPr>
      <p:cViewPr varScale="1">
        <p:scale>
          <a:sx n="103" d="100"/>
          <a:sy n="103" d="100"/>
        </p:scale>
        <p:origin x="1784"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242851"/>
            <a:ext cx="6726063" cy="275942"/>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33787" y="4243845"/>
            <a:ext cx="2307831" cy="276940"/>
          </a:xfrm>
          <a:prstGeom prst="rect">
            <a:avLst/>
          </a:prstGeom>
        </p:spPr>
      </p:pic>
      <p:sp>
        <p:nvSpPr>
          <p:cNvPr id="9" name="Rectangle 8"/>
          <p:cNvSpPr/>
          <p:nvPr/>
        </p:nvSpPr>
        <p:spPr bwMode="ltGray">
          <a:xfrm>
            <a:off x="0" y="2590078"/>
            <a:ext cx="6726064" cy="1660332"/>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6833787" y="2590078"/>
            <a:ext cx="2307832" cy="16603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510242" y="2733709"/>
            <a:ext cx="6069268" cy="1373070"/>
          </a:xfrm>
        </p:spPr>
        <p:txBody>
          <a:bodyPr anchor="b">
            <a:noAutofit/>
          </a:bodyPr>
          <a:lstStyle>
            <a:lvl1pPr algn="r">
              <a:defRPr sz="4800"/>
            </a:lvl1pPr>
          </a:lstStyle>
          <a:p>
            <a:r>
              <a:rPr lang="en-US"/>
              <a:t>Click to edit Master title style</a:t>
            </a:r>
            <a:endParaRPr lang="en-US" dirty="0"/>
          </a:p>
        </p:txBody>
      </p:sp>
      <p:sp>
        <p:nvSpPr>
          <p:cNvPr id="3" name="Subtitle 2"/>
          <p:cNvSpPr>
            <a:spLocks noGrp="1"/>
          </p:cNvSpPr>
          <p:nvPr>
            <p:ph type="subTitle" idx="1"/>
          </p:nvPr>
        </p:nvSpPr>
        <p:spPr>
          <a:xfrm>
            <a:off x="510241" y="4394040"/>
            <a:ext cx="6108101" cy="1117687"/>
          </a:xfrm>
        </p:spPr>
        <p:txBody>
          <a:bodyPr>
            <a:normAutofit/>
          </a:bodyPr>
          <a:lstStyle>
            <a:lvl1pPr marL="0" indent="0" algn="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4555655" y="5936188"/>
            <a:ext cx="2057400" cy="365125"/>
          </a:xfrm>
        </p:spPr>
        <p:txBody>
          <a:bodyPr/>
          <a:lstStyle/>
          <a:p>
            <a:fld id="{EE91984A-C024-47BB-85B7-EABA9EC9CCFB}" type="datetimeFigureOut">
              <a:rPr lang="en-US" smtClean="0"/>
              <a:pPr/>
              <a:t>9/22/25</a:t>
            </a:fld>
            <a:endParaRPr lang="en-US"/>
          </a:p>
        </p:txBody>
      </p:sp>
      <p:sp>
        <p:nvSpPr>
          <p:cNvPr id="5" name="Footer Placeholder 4"/>
          <p:cNvSpPr>
            <a:spLocks noGrp="1"/>
          </p:cNvSpPr>
          <p:nvPr>
            <p:ph type="ftr" sz="quarter" idx="11"/>
          </p:nvPr>
        </p:nvSpPr>
        <p:spPr>
          <a:xfrm>
            <a:off x="533401" y="5936189"/>
            <a:ext cx="4021666" cy="365125"/>
          </a:xfrm>
        </p:spPr>
        <p:txBody>
          <a:bodyPr/>
          <a:lstStyle/>
          <a:p>
            <a:endParaRPr lang="en-US"/>
          </a:p>
        </p:txBody>
      </p:sp>
      <p:sp>
        <p:nvSpPr>
          <p:cNvPr id="6" name="Slide Number Placeholder 5"/>
          <p:cNvSpPr>
            <a:spLocks noGrp="1"/>
          </p:cNvSpPr>
          <p:nvPr>
            <p:ph type="sldNum" sz="quarter" idx="12"/>
          </p:nvPr>
        </p:nvSpPr>
        <p:spPr>
          <a:xfrm>
            <a:off x="7010399" y="2750337"/>
            <a:ext cx="1370293" cy="1356442"/>
          </a:xfrm>
        </p:spPr>
        <p:txBody>
          <a:bodyPr/>
          <a:lstStyle/>
          <a:p>
            <a:fld id="{0FC60029-9780-4337-96BE-5342F4ABDFE7}" type="slidenum">
              <a:rPr lang="en-US" smtClean="0"/>
              <a:pPr/>
              <a:t>‹#›</a:t>
            </a:fld>
            <a:endParaRPr lang="en-US"/>
          </a:p>
        </p:txBody>
      </p:sp>
    </p:spTree>
    <p:extLst>
      <p:ext uri="{BB962C8B-B14F-4D97-AF65-F5344CB8AC3E}">
        <p14:creationId xmlns:p14="http://schemas.microsoft.com/office/powerpoint/2010/main" val="25799384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pSp>
        <p:nvGrpSpPr>
          <p:cNvPr id="27" name="Group 26"/>
          <p:cNvGrpSpPr/>
          <p:nvPr/>
        </p:nvGrpSpPr>
        <p:grpSpPr>
          <a:xfrm>
            <a:off x="0" y="609600"/>
            <a:ext cx="9161969" cy="1677035"/>
            <a:chOff x="0" y="2895600"/>
            <a:chExt cx="9161969" cy="1677035"/>
          </a:xfrm>
        </p:grpSpPr>
        <p:pic>
          <p:nvPicPr>
            <p:cNvPr id="28" name="Picture 27"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29" name="Picture 28" descr="HD-ShadowShort.png"/>
            <p:cNvPicPr>
              <a:picLocks noChangeAspect="1"/>
            </p:cNvPicPr>
            <p:nvPr/>
          </p:nvPicPr>
          <p:blipFill rotWithShape="1">
            <a:blip r:embed="rId3">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30" name="Rectangle 29"/>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1" name="Rectangle 30"/>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E91984A-C024-47BB-85B7-EABA9EC9CCFB}" type="datetimeFigureOut">
              <a:rPr lang="en-US" smtClean="0"/>
              <a:pPr/>
              <a:t>9/22/25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C60029-9780-4337-96BE-5342F4ABDFE7}" type="slidenum">
              <a:rPr lang="en-US" smtClean="0"/>
              <a:pPr/>
              <a:t>‹#›</a:t>
            </a:fld>
            <a:endParaRPr lang="en-US"/>
          </a:p>
        </p:txBody>
      </p:sp>
    </p:spTree>
    <p:extLst>
      <p:ext uri="{BB962C8B-B14F-4D97-AF65-F5344CB8AC3E}">
        <p14:creationId xmlns:p14="http://schemas.microsoft.com/office/powerpoint/2010/main" val="22320854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grpSp>
        <p:nvGrpSpPr>
          <p:cNvPr id="18" name="Group 17"/>
          <p:cNvGrpSpPr/>
          <p:nvPr/>
        </p:nvGrpSpPr>
        <p:grpSpPr>
          <a:xfrm>
            <a:off x="0" y="2728432"/>
            <a:ext cx="9161969" cy="1677035"/>
            <a:chOff x="0" y="2895600"/>
            <a:chExt cx="9161969" cy="1677035"/>
          </a:xfrm>
        </p:grpSpPr>
        <p:pic>
          <p:nvPicPr>
            <p:cNvPr id="19" name="Picture 18"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20" name="Picture 19" descr="HD-ShadowShort.png"/>
            <p:cNvPicPr>
              <a:picLocks noChangeAspect="1"/>
            </p:cNvPicPr>
            <p:nvPr/>
          </p:nvPicPr>
          <p:blipFill rotWithShape="1">
            <a:blip r:embed="rId3">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21" name="Rectangle 20"/>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2" name="Rectangle 21"/>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531639" y="2869895"/>
            <a:ext cx="6889150" cy="1090788"/>
          </a:xfrm>
        </p:spPr>
        <p:txBody>
          <a:bodyPr anchor="ctr">
            <a:normAutofit/>
          </a:bodyPr>
          <a:lstStyle>
            <a:lvl1pPr algn="r">
              <a:defRPr sz="3600"/>
            </a:lvl1pPr>
          </a:lstStyle>
          <a:p>
            <a:r>
              <a:rPr lang="en-US"/>
              <a:t>Click to edit Master title style</a:t>
            </a:r>
            <a:endParaRPr lang="en-US" dirty="0"/>
          </a:p>
        </p:txBody>
      </p:sp>
      <p:sp>
        <p:nvSpPr>
          <p:cNvPr id="3" name="Text Placeholder 2"/>
          <p:cNvSpPr>
            <a:spLocks noGrp="1"/>
          </p:cNvSpPr>
          <p:nvPr>
            <p:ph type="body" idx="1"/>
          </p:nvPr>
        </p:nvSpPr>
        <p:spPr>
          <a:xfrm>
            <a:off x="531639" y="4232172"/>
            <a:ext cx="6889150" cy="1704017"/>
          </a:xfrm>
        </p:spPr>
        <p:txBody>
          <a:bodyPr>
            <a:normAutofit/>
          </a:bodyPr>
          <a:lstStyle>
            <a:lvl1pPr marL="0" indent="0" algn="r">
              <a:buNone/>
              <a:defRPr sz="20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365810" y="5936188"/>
            <a:ext cx="2057400" cy="365125"/>
          </a:xfrm>
        </p:spPr>
        <p:txBody>
          <a:bodyPr/>
          <a:lstStyle/>
          <a:p>
            <a:fld id="{EE91984A-C024-47BB-85B7-EABA9EC9CCFB}" type="datetimeFigureOut">
              <a:rPr lang="en-US" smtClean="0"/>
              <a:pPr/>
              <a:t>9/22/25</a:t>
            </a:fld>
            <a:endParaRPr lang="en-US"/>
          </a:p>
        </p:txBody>
      </p:sp>
      <p:sp>
        <p:nvSpPr>
          <p:cNvPr id="5" name="Footer Placeholder 4"/>
          <p:cNvSpPr>
            <a:spLocks noGrp="1"/>
          </p:cNvSpPr>
          <p:nvPr>
            <p:ph type="ftr" sz="quarter" idx="11"/>
          </p:nvPr>
        </p:nvSpPr>
        <p:spPr>
          <a:xfrm>
            <a:off x="533400" y="5936189"/>
            <a:ext cx="4834673" cy="365125"/>
          </a:xfrm>
        </p:spPr>
        <p:txBody>
          <a:bodyPr/>
          <a:lstStyle/>
          <a:p>
            <a:endParaRPr lang="en-US"/>
          </a:p>
        </p:txBody>
      </p:sp>
      <p:sp>
        <p:nvSpPr>
          <p:cNvPr id="6" name="Slide Number Placeholder 5"/>
          <p:cNvSpPr>
            <a:spLocks noGrp="1"/>
          </p:cNvSpPr>
          <p:nvPr>
            <p:ph type="sldNum" sz="quarter" idx="12"/>
          </p:nvPr>
        </p:nvSpPr>
        <p:spPr>
          <a:xfrm>
            <a:off x="7856438" y="2869896"/>
            <a:ext cx="1149836" cy="1090789"/>
          </a:xfrm>
        </p:spPr>
        <p:txBody>
          <a:bodyPr/>
          <a:lstStyle/>
          <a:p>
            <a:fld id="{0FC60029-9780-4337-96BE-5342F4ABDFE7}" type="slidenum">
              <a:rPr lang="en-US" smtClean="0"/>
              <a:pPr/>
              <a:t>‹#›</a:t>
            </a:fld>
            <a:endParaRPr lang="en-US"/>
          </a:p>
        </p:txBody>
      </p:sp>
    </p:spTree>
    <p:extLst>
      <p:ext uri="{BB962C8B-B14F-4D97-AF65-F5344CB8AC3E}">
        <p14:creationId xmlns:p14="http://schemas.microsoft.com/office/powerpoint/2010/main" val="14686530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grpSp>
        <p:nvGrpSpPr>
          <p:cNvPr id="17" name="Group 16"/>
          <p:cNvGrpSpPr/>
          <p:nvPr/>
        </p:nvGrpSpPr>
        <p:grpSpPr>
          <a:xfrm>
            <a:off x="0" y="609600"/>
            <a:ext cx="9161969" cy="1677035"/>
            <a:chOff x="0" y="2895600"/>
            <a:chExt cx="9161969" cy="1677035"/>
          </a:xfrm>
        </p:grpSpPr>
        <p:pic>
          <p:nvPicPr>
            <p:cNvPr id="18" name="Picture 17"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19" name="Picture 18" descr="HD-ShadowShort.png"/>
            <p:cNvPicPr>
              <a:picLocks noChangeAspect="1"/>
            </p:cNvPicPr>
            <p:nvPr/>
          </p:nvPicPr>
          <p:blipFill rotWithShape="1">
            <a:blip r:embed="rId3">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20" name="Rectangle 19"/>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Rectangle 20"/>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533400" y="753228"/>
            <a:ext cx="6887390" cy="1080938"/>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33400" y="2336873"/>
            <a:ext cx="3357899" cy="35993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061128" y="2336873"/>
            <a:ext cx="3359661" cy="35993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E91984A-C024-47BB-85B7-EABA9EC9CCFB}" type="datetimeFigureOut">
              <a:rPr lang="en-US" smtClean="0"/>
              <a:pPr/>
              <a:t>9/22/25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C60029-9780-4337-96BE-5342F4ABDFE7}" type="slidenum">
              <a:rPr lang="en-US" smtClean="0"/>
              <a:pPr/>
              <a:t>‹#›</a:t>
            </a:fld>
            <a:endParaRPr lang="en-US"/>
          </a:p>
        </p:txBody>
      </p:sp>
    </p:spTree>
    <p:extLst>
      <p:ext uri="{BB962C8B-B14F-4D97-AF65-F5344CB8AC3E}">
        <p14:creationId xmlns:p14="http://schemas.microsoft.com/office/powerpoint/2010/main" val="31599826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grpSp>
        <p:nvGrpSpPr>
          <p:cNvPr id="28" name="Group 27"/>
          <p:cNvGrpSpPr/>
          <p:nvPr/>
        </p:nvGrpSpPr>
        <p:grpSpPr>
          <a:xfrm>
            <a:off x="0" y="609600"/>
            <a:ext cx="9161969" cy="1677035"/>
            <a:chOff x="0" y="2895600"/>
            <a:chExt cx="9161969" cy="1677035"/>
          </a:xfrm>
        </p:grpSpPr>
        <p:pic>
          <p:nvPicPr>
            <p:cNvPr id="29" name="Picture 28"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30" name="Picture 29" descr="HD-ShadowShort.png"/>
            <p:cNvPicPr>
              <a:picLocks noChangeAspect="1"/>
            </p:cNvPicPr>
            <p:nvPr/>
          </p:nvPicPr>
          <p:blipFill rotWithShape="1">
            <a:blip r:embed="rId3">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31" name="Rectangle 30"/>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2" name="Rectangle 31"/>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531639" y="753230"/>
            <a:ext cx="6896534" cy="1080937"/>
          </a:xfrm>
        </p:spPr>
        <p:txBody>
          <a:bodyPr/>
          <a:lstStyle/>
          <a:p>
            <a:r>
              <a:rPr lang="en-US"/>
              <a:t>Click to edit Master title style</a:t>
            </a:r>
            <a:endParaRPr lang="en-US" dirty="0"/>
          </a:p>
        </p:txBody>
      </p:sp>
      <p:sp>
        <p:nvSpPr>
          <p:cNvPr id="3" name="Text Placeholder 2"/>
          <p:cNvSpPr>
            <a:spLocks noGrp="1"/>
          </p:cNvSpPr>
          <p:nvPr>
            <p:ph type="body" idx="1"/>
          </p:nvPr>
        </p:nvSpPr>
        <p:spPr>
          <a:xfrm>
            <a:off x="760988" y="2336874"/>
            <a:ext cx="3145080" cy="69313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31638" y="3030009"/>
            <a:ext cx="3367045" cy="29061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282646" y="2336873"/>
            <a:ext cx="3145527" cy="69207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061129" y="3030009"/>
            <a:ext cx="3367044" cy="29061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E91984A-C024-47BB-85B7-EABA9EC9CCFB}" type="datetimeFigureOut">
              <a:rPr lang="en-US" smtClean="0"/>
              <a:pPr/>
              <a:t>9/22/25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FC60029-9780-4337-96BE-5342F4ABDFE7}" type="slidenum">
              <a:rPr lang="en-US" smtClean="0"/>
              <a:pPr/>
              <a:t>‹#›</a:t>
            </a:fld>
            <a:endParaRPr lang="en-US"/>
          </a:p>
        </p:txBody>
      </p:sp>
    </p:spTree>
    <p:extLst>
      <p:ext uri="{BB962C8B-B14F-4D97-AF65-F5344CB8AC3E}">
        <p14:creationId xmlns:p14="http://schemas.microsoft.com/office/powerpoint/2010/main" val="30998676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grpSp>
        <p:nvGrpSpPr>
          <p:cNvPr id="15" name="Group 14"/>
          <p:cNvGrpSpPr/>
          <p:nvPr/>
        </p:nvGrpSpPr>
        <p:grpSpPr>
          <a:xfrm>
            <a:off x="0" y="609600"/>
            <a:ext cx="9161969" cy="1677035"/>
            <a:chOff x="0" y="2895600"/>
            <a:chExt cx="9161969" cy="1677035"/>
          </a:xfrm>
        </p:grpSpPr>
        <p:pic>
          <p:nvPicPr>
            <p:cNvPr id="16" name="Picture 15"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17" name="Picture 16" descr="HD-ShadowShort.png"/>
            <p:cNvPicPr>
              <a:picLocks noChangeAspect="1"/>
            </p:cNvPicPr>
            <p:nvPr/>
          </p:nvPicPr>
          <p:blipFill rotWithShape="1">
            <a:blip r:embed="rId3">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18" name="Rectangle 17"/>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 name="Rectangle 18"/>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E91984A-C024-47BB-85B7-EABA9EC9CCFB}" type="datetimeFigureOut">
              <a:rPr lang="en-US" smtClean="0"/>
              <a:pPr/>
              <a:t>9/22/25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FC60029-9780-4337-96BE-5342F4ABDFE7}" type="slidenum">
              <a:rPr lang="en-US" smtClean="0"/>
              <a:pPr/>
              <a:t>‹#›</a:t>
            </a:fld>
            <a:endParaRPr lang="en-US"/>
          </a:p>
        </p:txBody>
      </p:sp>
    </p:spTree>
    <p:extLst>
      <p:ext uri="{BB962C8B-B14F-4D97-AF65-F5344CB8AC3E}">
        <p14:creationId xmlns:p14="http://schemas.microsoft.com/office/powerpoint/2010/main" val="17276749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12" name="Picture 11" descr="HD-ShadowShort.png"/>
          <p:cNvPicPr>
            <a:picLocks noChangeAspect="1"/>
          </p:cNvPicPr>
          <p:nvPr/>
        </p:nvPicPr>
        <p:blipFill rotWithShape="1">
          <a:blip r:embed="rId2">
            <a:extLst>
              <a:ext uri="{28A0092B-C50C-407E-A947-70E740481C1C}">
                <a14:useLocalDpi xmlns:a14="http://schemas.microsoft.com/office/drawing/2010/main" val="0"/>
              </a:ext>
            </a:extLst>
          </a:blip>
          <a:srcRect r="9871"/>
          <a:stretch/>
        </p:blipFill>
        <p:spPr>
          <a:xfrm>
            <a:off x="7717217" y="1973262"/>
            <a:ext cx="1444752" cy="144270"/>
          </a:xfrm>
          <a:prstGeom prst="rect">
            <a:avLst/>
          </a:prstGeom>
        </p:spPr>
      </p:pic>
      <p:sp>
        <p:nvSpPr>
          <p:cNvPr id="14" name="Rectangle 13"/>
          <p:cNvSpPr/>
          <p:nvPr/>
        </p:nvSpPr>
        <p:spPr>
          <a:xfrm>
            <a:off x="7710769" y="609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EE91984A-C024-47BB-85B7-EABA9EC9CCFB}" type="datetimeFigureOut">
              <a:rPr lang="en-US" smtClean="0"/>
              <a:pPr/>
              <a:t>9/22/25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FC60029-9780-4337-96BE-5342F4ABDFE7}" type="slidenum">
              <a:rPr lang="en-US" smtClean="0"/>
              <a:pPr/>
              <a:t>‹#›</a:t>
            </a:fld>
            <a:endParaRPr lang="en-US"/>
          </a:p>
        </p:txBody>
      </p:sp>
    </p:spTree>
    <p:extLst>
      <p:ext uri="{BB962C8B-B14F-4D97-AF65-F5344CB8AC3E}">
        <p14:creationId xmlns:p14="http://schemas.microsoft.com/office/powerpoint/2010/main" val="37535570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pSp>
        <p:nvGrpSpPr>
          <p:cNvPr id="17" name="Group 16"/>
          <p:cNvGrpSpPr/>
          <p:nvPr/>
        </p:nvGrpSpPr>
        <p:grpSpPr>
          <a:xfrm>
            <a:off x="0" y="609600"/>
            <a:ext cx="9161969" cy="1677035"/>
            <a:chOff x="0" y="2895600"/>
            <a:chExt cx="9161969" cy="1677035"/>
          </a:xfrm>
        </p:grpSpPr>
        <p:pic>
          <p:nvPicPr>
            <p:cNvPr id="18" name="Picture 17"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19" name="Picture 18" descr="HD-ShadowShort.png"/>
            <p:cNvPicPr>
              <a:picLocks noChangeAspect="1"/>
            </p:cNvPicPr>
            <p:nvPr/>
          </p:nvPicPr>
          <p:blipFill rotWithShape="1">
            <a:blip r:embed="rId3">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20" name="Rectangle 19"/>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Rectangle 20"/>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531639" y="753227"/>
            <a:ext cx="6896534" cy="1080940"/>
          </a:xfrm>
        </p:spPr>
        <p:txBody>
          <a:bodyPr anchor="ct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a:xfrm>
            <a:off x="3514385" y="2336874"/>
            <a:ext cx="3913788" cy="35993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33401" y="2336873"/>
            <a:ext cx="2796240" cy="359931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E91984A-C024-47BB-85B7-EABA9EC9CCFB}" type="datetimeFigureOut">
              <a:rPr lang="en-US" smtClean="0"/>
              <a:pPr/>
              <a:t>9/22/25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C60029-9780-4337-96BE-5342F4ABDFE7}" type="slidenum">
              <a:rPr lang="en-US" smtClean="0"/>
              <a:pPr/>
              <a:t>‹#›</a:t>
            </a:fld>
            <a:endParaRPr lang="en-US"/>
          </a:p>
        </p:txBody>
      </p:sp>
    </p:spTree>
    <p:extLst>
      <p:ext uri="{BB962C8B-B14F-4D97-AF65-F5344CB8AC3E}">
        <p14:creationId xmlns:p14="http://schemas.microsoft.com/office/powerpoint/2010/main" val="25531898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17" name="Group 16"/>
          <p:cNvGrpSpPr/>
          <p:nvPr/>
        </p:nvGrpSpPr>
        <p:grpSpPr>
          <a:xfrm>
            <a:off x="0" y="609600"/>
            <a:ext cx="9161969" cy="1677035"/>
            <a:chOff x="0" y="2895600"/>
            <a:chExt cx="9161969" cy="1677035"/>
          </a:xfrm>
        </p:grpSpPr>
        <p:pic>
          <p:nvPicPr>
            <p:cNvPr id="18" name="Picture 17"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19" name="Picture 18" descr="HD-ShadowShort.png"/>
            <p:cNvPicPr>
              <a:picLocks noChangeAspect="1"/>
            </p:cNvPicPr>
            <p:nvPr/>
          </p:nvPicPr>
          <p:blipFill rotWithShape="1">
            <a:blip r:embed="rId3">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20" name="Rectangle 19"/>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Rectangle 20"/>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531639" y="753228"/>
            <a:ext cx="6896534" cy="1080938"/>
          </a:xfrm>
        </p:spPr>
        <p:txBody>
          <a:bodyPr anchor="ctr">
            <a:normAutofit/>
          </a:bodyPr>
          <a:lstStyle>
            <a:lvl1pPr>
              <a:defRPr sz="36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510956" y="2336874"/>
            <a:ext cx="3917217" cy="3599312"/>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531638" y="2336874"/>
            <a:ext cx="2798487" cy="3599315"/>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E91984A-C024-47BB-85B7-EABA9EC9CCFB}" type="datetimeFigureOut">
              <a:rPr lang="en-US" smtClean="0"/>
              <a:pPr/>
              <a:t>9/22/25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C60029-9780-4337-96BE-5342F4ABDFE7}" type="slidenum">
              <a:rPr lang="en-US" smtClean="0"/>
              <a:pPr/>
              <a:t>‹#›</a:t>
            </a:fld>
            <a:endParaRPr lang="en-US"/>
          </a:p>
        </p:txBody>
      </p:sp>
    </p:spTree>
    <p:extLst>
      <p:ext uri="{BB962C8B-B14F-4D97-AF65-F5344CB8AC3E}">
        <p14:creationId xmlns:p14="http://schemas.microsoft.com/office/powerpoint/2010/main" val="31704609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20" name="Group 19"/>
          <p:cNvGrpSpPr/>
          <p:nvPr/>
        </p:nvGrpSpPr>
        <p:grpSpPr>
          <a:xfrm>
            <a:off x="0" y="4572000"/>
            <a:ext cx="9161969" cy="1677035"/>
            <a:chOff x="0" y="2895600"/>
            <a:chExt cx="9161969" cy="1677035"/>
          </a:xfrm>
        </p:grpSpPr>
        <p:pic>
          <p:nvPicPr>
            <p:cNvPr id="24" name="Picture 23"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25" name="Picture 24" descr="HD-ShadowShort.png"/>
            <p:cNvPicPr>
              <a:picLocks noChangeAspect="1"/>
            </p:cNvPicPr>
            <p:nvPr/>
          </p:nvPicPr>
          <p:blipFill rotWithShape="1">
            <a:blip r:embed="rId3">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26" name="Rectangle 25"/>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26"/>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533403" y="4711617"/>
            <a:ext cx="6894770" cy="544482"/>
          </a:xfrm>
        </p:spPr>
        <p:txBody>
          <a:bodyPr anchor="b">
            <a:normAutofit/>
          </a:bodyPr>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31639" y="609598"/>
            <a:ext cx="6896534" cy="3589575"/>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533401" y="5256098"/>
            <a:ext cx="6894772" cy="547819"/>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E91984A-C024-47BB-85B7-EABA9EC9CCFB}" type="datetimeFigureOut">
              <a:rPr lang="en-US" smtClean="0"/>
              <a:pPr/>
              <a:t>9/22/25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7856438" y="4711310"/>
            <a:ext cx="1149836" cy="1090789"/>
          </a:xfrm>
        </p:spPr>
        <p:txBody>
          <a:bodyPr/>
          <a:lstStyle/>
          <a:p>
            <a:fld id="{0FC60029-9780-4337-96BE-5342F4ABDFE7}" type="slidenum">
              <a:rPr lang="en-US" smtClean="0"/>
              <a:pPr/>
              <a:t>‹#›</a:t>
            </a:fld>
            <a:endParaRPr lang="en-US"/>
          </a:p>
        </p:txBody>
      </p:sp>
    </p:spTree>
    <p:extLst>
      <p:ext uri="{BB962C8B-B14F-4D97-AF65-F5344CB8AC3E}">
        <p14:creationId xmlns:p14="http://schemas.microsoft.com/office/powerpoint/2010/main" val="34055970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grpSp>
        <p:nvGrpSpPr>
          <p:cNvPr id="21" name="Group 20"/>
          <p:cNvGrpSpPr/>
          <p:nvPr/>
        </p:nvGrpSpPr>
        <p:grpSpPr>
          <a:xfrm>
            <a:off x="0" y="4572000"/>
            <a:ext cx="9161969" cy="1677035"/>
            <a:chOff x="0" y="2895600"/>
            <a:chExt cx="9161969" cy="1677035"/>
          </a:xfrm>
        </p:grpSpPr>
        <p:pic>
          <p:nvPicPr>
            <p:cNvPr id="22" name="Picture 21"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23" name="Picture 22" descr="HD-ShadowShort.png"/>
            <p:cNvPicPr>
              <a:picLocks noChangeAspect="1"/>
            </p:cNvPicPr>
            <p:nvPr/>
          </p:nvPicPr>
          <p:blipFill rotWithShape="1">
            <a:blip r:embed="rId3">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24" name="Rectangle 23"/>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524255" y="609597"/>
            <a:ext cx="6896534" cy="3592750"/>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531638" y="4710340"/>
            <a:ext cx="6889151" cy="1101764"/>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E91984A-C024-47BB-85B7-EABA9EC9CCFB}" type="datetimeFigureOut">
              <a:rPr lang="en-US" smtClean="0"/>
              <a:pPr/>
              <a:t>9/22/25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7856438" y="4711616"/>
            <a:ext cx="1149836" cy="1090789"/>
          </a:xfrm>
        </p:spPr>
        <p:txBody>
          <a:bodyPr/>
          <a:lstStyle/>
          <a:p>
            <a:fld id="{0FC60029-9780-4337-96BE-5342F4ABDFE7}" type="slidenum">
              <a:rPr lang="en-US" smtClean="0"/>
              <a:pPr/>
              <a:t>‹#›</a:t>
            </a:fld>
            <a:endParaRPr lang="en-US"/>
          </a:p>
        </p:txBody>
      </p:sp>
    </p:spTree>
    <p:extLst>
      <p:ext uri="{BB962C8B-B14F-4D97-AF65-F5344CB8AC3E}">
        <p14:creationId xmlns:p14="http://schemas.microsoft.com/office/powerpoint/2010/main" val="35268273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grpSp>
        <p:nvGrpSpPr>
          <p:cNvPr id="29" name="Group 28"/>
          <p:cNvGrpSpPr/>
          <p:nvPr/>
        </p:nvGrpSpPr>
        <p:grpSpPr>
          <a:xfrm>
            <a:off x="0" y="4572000"/>
            <a:ext cx="9161969" cy="1677035"/>
            <a:chOff x="0" y="2895600"/>
            <a:chExt cx="9161969" cy="1677035"/>
          </a:xfrm>
        </p:grpSpPr>
        <p:pic>
          <p:nvPicPr>
            <p:cNvPr id="30" name="Picture 29"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31" name="Picture 30" descr="HD-ShadowShort.png"/>
            <p:cNvPicPr>
              <a:picLocks noChangeAspect="1"/>
            </p:cNvPicPr>
            <p:nvPr/>
          </p:nvPicPr>
          <p:blipFill rotWithShape="1">
            <a:blip r:embed="rId3">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32" name="Rectangle 31"/>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3" name="Rectangle 32"/>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767921" y="616983"/>
            <a:ext cx="6425147" cy="3036061"/>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989438" y="3660763"/>
            <a:ext cx="5987731"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531638" y="4710340"/>
            <a:ext cx="6903919" cy="1101764"/>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E91984A-C024-47BB-85B7-EABA9EC9CCFB}" type="datetimeFigureOut">
              <a:rPr lang="en-US" smtClean="0"/>
              <a:pPr/>
              <a:t>9/22/25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7856438" y="4709926"/>
            <a:ext cx="1149836" cy="1090789"/>
          </a:xfrm>
        </p:spPr>
        <p:txBody>
          <a:bodyPr/>
          <a:lstStyle/>
          <a:p>
            <a:fld id="{0FC60029-9780-4337-96BE-5342F4ABDFE7}" type="slidenum">
              <a:rPr lang="en-US" smtClean="0"/>
              <a:pPr/>
              <a:t>‹#›</a:t>
            </a:fld>
            <a:endParaRPr lang="en-US"/>
          </a:p>
        </p:txBody>
      </p:sp>
      <p:sp>
        <p:nvSpPr>
          <p:cNvPr id="27" name="TextBox 26"/>
          <p:cNvSpPr txBox="1"/>
          <p:nvPr/>
        </p:nvSpPr>
        <p:spPr>
          <a:xfrm>
            <a:off x="270932" y="748116"/>
            <a:ext cx="5334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7200" dirty="0">
                <a:solidFill>
                  <a:schemeClr val="tx1"/>
                </a:solidFill>
                <a:effectLst/>
              </a:rPr>
              <a:t>“</a:t>
            </a:r>
          </a:p>
        </p:txBody>
      </p:sp>
      <p:sp>
        <p:nvSpPr>
          <p:cNvPr id="28" name="TextBox 27"/>
          <p:cNvSpPr txBox="1"/>
          <p:nvPr/>
        </p:nvSpPr>
        <p:spPr>
          <a:xfrm>
            <a:off x="6967191" y="2998573"/>
            <a:ext cx="457200" cy="584777"/>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7200" dirty="0">
                <a:solidFill>
                  <a:schemeClr val="tx1"/>
                </a:solidFill>
                <a:effectLst/>
              </a:rPr>
              <a:t>”</a:t>
            </a:r>
          </a:p>
        </p:txBody>
      </p:sp>
    </p:spTree>
    <p:extLst>
      <p:ext uri="{BB962C8B-B14F-4D97-AF65-F5344CB8AC3E}">
        <p14:creationId xmlns:p14="http://schemas.microsoft.com/office/powerpoint/2010/main" val="176323902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grpSp>
        <p:nvGrpSpPr>
          <p:cNvPr id="22" name="Group 21"/>
          <p:cNvGrpSpPr/>
          <p:nvPr/>
        </p:nvGrpSpPr>
        <p:grpSpPr>
          <a:xfrm>
            <a:off x="0" y="4572000"/>
            <a:ext cx="9161969" cy="1677035"/>
            <a:chOff x="0" y="2895600"/>
            <a:chExt cx="9161969" cy="1677035"/>
          </a:xfrm>
        </p:grpSpPr>
        <p:pic>
          <p:nvPicPr>
            <p:cNvPr id="23" name="Picture 22"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24" name="Picture 23" descr="HD-ShadowShort.png"/>
            <p:cNvPicPr>
              <a:picLocks noChangeAspect="1"/>
            </p:cNvPicPr>
            <p:nvPr/>
          </p:nvPicPr>
          <p:blipFill rotWithShape="1">
            <a:blip r:embed="rId3">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25" name="Rectangle 24"/>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6" name="Rectangle 25"/>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531638" y="4710340"/>
            <a:ext cx="6896534" cy="589812"/>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531639" y="5300150"/>
            <a:ext cx="6896534" cy="511954"/>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E91984A-C024-47BB-85B7-EABA9EC9CCFB}" type="datetimeFigureOut">
              <a:rPr lang="en-US" smtClean="0"/>
              <a:pPr/>
              <a:t>9/22/25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7856438" y="4709926"/>
            <a:ext cx="1149836" cy="1090789"/>
          </a:xfrm>
        </p:spPr>
        <p:txBody>
          <a:bodyPr/>
          <a:lstStyle/>
          <a:p>
            <a:fld id="{0FC60029-9780-4337-96BE-5342F4ABDFE7}" type="slidenum">
              <a:rPr lang="en-US" smtClean="0"/>
              <a:pPr/>
              <a:t>‹#›</a:t>
            </a:fld>
            <a:endParaRPr lang="en-US"/>
          </a:p>
        </p:txBody>
      </p:sp>
    </p:spTree>
    <p:extLst>
      <p:ext uri="{BB962C8B-B14F-4D97-AF65-F5344CB8AC3E}">
        <p14:creationId xmlns:p14="http://schemas.microsoft.com/office/powerpoint/2010/main" val="103469750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grpSp>
        <p:nvGrpSpPr>
          <p:cNvPr id="23" name="Group 22"/>
          <p:cNvGrpSpPr/>
          <p:nvPr/>
        </p:nvGrpSpPr>
        <p:grpSpPr>
          <a:xfrm>
            <a:off x="0" y="609600"/>
            <a:ext cx="9161969" cy="1677035"/>
            <a:chOff x="0" y="2895600"/>
            <a:chExt cx="9161969" cy="1677035"/>
          </a:xfrm>
        </p:grpSpPr>
        <p:pic>
          <p:nvPicPr>
            <p:cNvPr id="24" name="Picture 23"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25" name="Picture 24" descr="HD-ShadowShort.png"/>
            <p:cNvPicPr>
              <a:picLocks noChangeAspect="1"/>
            </p:cNvPicPr>
            <p:nvPr/>
          </p:nvPicPr>
          <p:blipFill rotWithShape="1">
            <a:blip r:embed="rId3">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26" name="Rectangle 25"/>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26"/>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15" name="Title 1"/>
          <p:cNvSpPr>
            <a:spLocks noGrp="1"/>
          </p:cNvSpPr>
          <p:nvPr>
            <p:ph type="title"/>
          </p:nvPr>
        </p:nvSpPr>
        <p:spPr>
          <a:xfrm>
            <a:off x="531639" y="753228"/>
            <a:ext cx="6896534" cy="1080938"/>
          </a:xfrm>
        </p:spPr>
        <p:txBody>
          <a:bodyPr/>
          <a:lstStyle/>
          <a:p>
            <a:r>
              <a:rPr lang="en-US"/>
              <a:t>Click to edit Master title style</a:t>
            </a:r>
            <a:endParaRPr lang="en-US" dirty="0"/>
          </a:p>
        </p:txBody>
      </p:sp>
      <p:sp>
        <p:nvSpPr>
          <p:cNvPr id="7" name="Text Placeholder 2"/>
          <p:cNvSpPr>
            <a:spLocks noGrp="1"/>
          </p:cNvSpPr>
          <p:nvPr>
            <p:ph type="body" idx="1"/>
          </p:nvPr>
        </p:nvSpPr>
        <p:spPr>
          <a:xfrm>
            <a:off x="532629" y="2329489"/>
            <a:ext cx="219456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539777" y="3015290"/>
            <a:ext cx="2194560"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2878413" y="2336873"/>
            <a:ext cx="219456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2879710" y="3007906"/>
            <a:ext cx="2194560"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5226136" y="2336873"/>
            <a:ext cx="219456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5233520" y="3007905"/>
            <a:ext cx="2194560"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EE91984A-C024-47BB-85B7-EABA9EC9CCFB}" type="datetimeFigureOut">
              <a:rPr lang="en-US" smtClean="0"/>
              <a:pPr/>
              <a:t>9/22/25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FC60029-9780-4337-96BE-5342F4ABDFE7}" type="slidenum">
              <a:rPr lang="en-US" smtClean="0"/>
              <a:pPr/>
              <a:t>‹#›</a:t>
            </a:fld>
            <a:endParaRPr lang="en-US"/>
          </a:p>
        </p:txBody>
      </p:sp>
    </p:spTree>
    <p:extLst>
      <p:ext uri="{BB962C8B-B14F-4D97-AF65-F5344CB8AC3E}">
        <p14:creationId xmlns:p14="http://schemas.microsoft.com/office/powerpoint/2010/main" val="10251486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grpSp>
        <p:nvGrpSpPr>
          <p:cNvPr id="34" name="Group 33"/>
          <p:cNvGrpSpPr/>
          <p:nvPr/>
        </p:nvGrpSpPr>
        <p:grpSpPr>
          <a:xfrm>
            <a:off x="0" y="609600"/>
            <a:ext cx="9161969" cy="1677035"/>
            <a:chOff x="0" y="2895600"/>
            <a:chExt cx="9161969" cy="1677035"/>
          </a:xfrm>
        </p:grpSpPr>
        <p:pic>
          <p:nvPicPr>
            <p:cNvPr id="35" name="Picture 34"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36" name="Picture 35" descr="HD-ShadowShort.png"/>
            <p:cNvPicPr>
              <a:picLocks noChangeAspect="1"/>
            </p:cNvPicPr>
            <p:nvPr/>
          </p:nvPicPr>
          <p:blipFill rotWithShape="1">
            <a:blip r:embed="rId3">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37" name="Rectangle 36"/>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8" name="Rectangle 37"/>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30" name="Title 1"/>
          <p:cNvSpPr>
            <a:spLocks noGrp="1"/>
          </p:cNvSpPr>
          <p:nvPr>
            <p:ph type="title"/>
          </p:nvPr>
        </p:nvSpPr>
        <p:spPr>
          <a:xfrm>
            <a:off x="531639" y="753228"/>
            <a:ext cx="6896534" cy="1080938"/>
          </a:xfrm>
        </p:spPr>
        <p:txBody>
          <a:bodyPr/>
          <a:lstStyle/>
          <a:p>
            <a:r>
              <a:rPr lang="en-US"/>
              <a:t>Click to edit Master title style</a:t>
            </a:r>
            <a:endParaRPr lang="en-US" dirty="0"/>
          </a:p>
        </p:txBody>
      </p:sp>
      <p:sp>
        <p:nvSpPr>
          <p:cNvPr id="19" name="Text Placeholder 2"/>
          <p:cNvSpPr>
            <a:spLocks noGrp="1"/>
          </p:cNvSpPr>
          <p:nvPr>
            <p:ph type="body" idx="1"/>
          </p:nvPr>
        </p:nvSpPr>
        <p:spPr>
          <a:xfrm>
            <a:off x="532391" y="4297503"/>
            <a:ext cx="2192257"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532391" y="2336873"/>
            <a:ext cx="2192257"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532391" y="4873765"/>
            <a:ext cx="2192257"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2870497" y="4297503"/>
            <a:ext cx="221507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2870497" y="2336873"/>
            <a:ext cx="2215070"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2869483" y="4873764"/>
            <a:ext cx="2218004"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5231028" y="4297503"/>
            <a:ext cx="2194333"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5231027" y="2336873"/>
            <a:ext cx="2194333"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5230934" y="4873762"/>
            <a:ext cx="2197239"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EE91984A-C024-47BB-85B7-EABA9EC9CCFB}" type="datetimeFigureOut">
              <a:rPr lang="en-US" smtClean="0"/>
              <a:pPr/>
              <a:t>9/22/25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FC60029-9780-4337-96BE-5342F4ABDFE7}" type="slidenum">
              <a:rPr lang="en-US" smtClean="0"/>
              <a:pPr/>
              <a:t>‹#›</a:t>
            </a:fld>
            <a:endParaRPr lang="en-US"/>
          </a:p>
        </p:txBody>
      </p:sp>
    </p:spTree>
    <p:extLst>
      <p:ext uri="{BB962C8B-B14F-4D97-AF65-F5344CB8AC3E}">
        <p14:creationId xmlns:p14="http://schemas.microsoft.com/office/powerpoint/2010/main" val="254275976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grpSp>
        <p:nvGrpSpPr>
          <p:cNvPr id="16" name="Group 15"/>
          <p:cNvGrpSpPr/>
          <p:nvPr/>
        </p:nvGrpSpPr>
        <p:grpSpPr>
          <a:xfrm>
            <a:off x="0" y="609600"/>
            <a:ext cx="9161969" cy="1677035"/>
            <a:chOff x="0" y="2895600"/>
            <a:chExt cx="9161969" cy="1677035"/>
          </a:xfrm>
        </p:grpSpPr>
        <p:pic>
          <p:nvPicPr>
            <p:cNvPr id="17" name="Picture 16"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18" name="Picture 17" descr="HD-ShadowShort.png"/>
            <p:cNvPicPr>
              <a:picLocks noChangeAspect="1"/>
            </p:cNvPicPr>
            <p:nvPr/>
          </p:nvPicPr>
          <p:blipFill rotWithShape="1">
            <a:blip r:embed="rId3">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19" name="Rectangle 18"/>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Rectangle 19"/>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531639" y="753228"/>
            <a:ext cx="6896534" cy="1080938"/>
          </a:xfrm>
        </p:spPr>
        <p:txBody>
          <a:bodyPr/>
          <a:lstStyle>
            <a:lvl1pPr algn="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E91984A-C024-47BB-85B7-EABA9EC9CCFB}" type="datetimeFigureOut">
              <a:rPr lang="en-US" smtClean="0"/>
              <a:pPr/>
              <a:t>9/22/25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C60029-9780-4337-96BE-5342F4ABDFE7}" type="slidenum">
              <a:rPr lang="en-US" smtClean="0"/>
              <a:pPr/>
              <a:t>‹#›</a:t>
            </a:fld>
            <a:endParaRPr lang="en-US"/>
          </a:p>
        </p:txBody>
      </p:sp>
    </p:spTree>
    <p:extLst>
      <p:ext uri="{BB962C8B-B14F-4D97-AF65-F5344CB8AC3E}">
        <p14:creationId xmlns:p14="http://schemas.microsoft.com/office/powerpoint/2010/main" val="390087936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grpSp>
        <p:nvGrpSpPr>
          <p:cNvPr id="14" name="Group 13"/>
          <p:cNvGrpSpPr/>
          <p:nvPr/>
        </p:nvGrpSpPr>
        <p:grpSpPr>
          <a:xfrm rot="5400000">
            <a:off x="4575305" y="2747178"/>
            <a:ext cx="6862555" cy="1368199"/>
            <a:chOff x="2281445" y="609600"/>
            <a:chExt cx="6862555" cy="1368199"/>
          </a:xfrm>
        </p:grpSpPr>
        <p:sp>
          <p:nvSpPr>
            <p:cNvPr id="12" name="Rectangle 11"/>
            <p:cNvSpPr/>
            <p:nvPr/>
          </p:nvSpPr>
          <p:spPr bwMode="ltGray">
            <a:xfrm>
              <a:off x="2281445" y="609601"/>
              <a:ext cx="5285695"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7710769" y="609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Vertical Title 1"/>
          <p:cNvSpPr>
            <a:spLocks noGrp="1"/>
          </p:cNvSpPr>
          <p:nvPr>
            <p:ph type="title" orient="vert"/>
          </p:nvPr>
        </p:nvSpPr>
        <p:spPr>
          <a:xfrm>
            <a:off x="7464798" y="609597"/>
            <a:ext cx="1069602" cy="4461936"/>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510241" y="609598"/>
            <a:ext cx="6576359" cy="53265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5029144" y="5936188"/>
            <a:ext cx="2057400" cy="365125"/>
          </a:xfrm>
        </p:spPr>
        <p:txBody>
          <a:bodyPr/>
          <a:lstStyle/>
          <a:p>
            <a:fld id="{EE91984A-C024-47BB-85B7-EABA9EC9CCFB}" type="datetimeFigureOut">
              <a:rPr lang="en-US" smtClean="0"/>
              <a:pPr/>
              <a:t>9/22/25</a:t>
            </a:fld>
            <a:endParaRPr lang="en-US"/>
          </a:p>
        </p:txBody>
      </p:sp>
      <p:sp>
        <p:nvSpPr>
          <p:cNvPr id="5" name="Footer Placeholder 4"/>
          <p:cNvSpPr>
            <a:spLocks noGrp="1"/>
          </p:cNvSpPr>
          <p:nvPr>
            <p:ph type="ftr" sz="quarter" idx="11"/>
          </p:nvPr>
        </p:nvSpPr>
        <p:spPr>
          <a:xfrm>
            <a:off x="510241" y="5936189"/>
            <a:ext cx="4518959" cy="365125"/>
          </a:xfrm>
        </p:spPr>
        <p:txBody>
          <a:bodyPr/>
          <a:lstStyle/>
          <a:p>
            <a:endParaRPr lang="en-US"/>
          </a:p>
        </p:txBody>
      </p:sp>
      <p:sp>
        <p:nvSpPr>
          <p:cNvPr id="6" name="Slide Number Placeholder 5"/>
          <p:cNvSpPr>
            <a:spLocks noGrp="1"/>
          </p:cNvSpPr>
          <p:nvPr>
            <p:ph type="sldNum" sz="quarter" idx="12"/>
          </p:nvPr>
        </p:nvSpPr>
        <p:spPr>
          <a:xfrm>
            <a:off x="7431152" y="5432500"/>
            <a:ext cx="1149636" cy="1273100"/>
          </a:xfrm>
        </p:spPr>
        <p:txBody>
          <a:bodyPr anchor="t"/>
          <a:lstStyle>
            <a:lvl1pPr algn="ctr">
              <a:defRPr/>
            </a:lvl1pPr>
          </a:lstStyle>
          <a:p>
            <a:fld id="{0FC60029-9780-4337-96BE-5342F4ABDFE7}" type="slidenum">
              <a:rPr lang="en-US" smtClean="0"/>
              <a:pPr/>
              <a:t>‹#›</a:t>
            </a:fld>
            <a:endParaRPr lang="en-US"/>
          </a:p>
        </p:txBody>
      </p:sp>
    </p:spTree>
    <p:extLst>
      <p:ext uri="{BB962C8B-B14F-4D97-AF65-F5344CB8AC3E}">
        <p14:creationId xmlns:p14="http://schemas.microsoft.com/office/powerpoint/2010/main" val="28831450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1027" name="Picture 3" descr="C:\Users\James\Desktop\msft\Berlin\build Assets\hashOverlaySD-FullResolve.png"/>
          <p:cNvPicPr>
            <a:picLocks noChangeAspect="1" noChangeArrowheads="1"/>
          </p:cNvPicPr>
          <p:nvPr/>
        </p:nvPicPr>
        <p:blipFill>
          <a:blip r:embed="rId19">
            <a:alphaModFix amt="10000"/>
            <a:extLst>
              <a:ext uri="{28A0092B-C50C-407E-A947-70E740481C1C}">
                <a14:useLocalDpi xmlns:a14="http://schemas.microsoft.com/office/drawing/2010/main" val="0"/>
              </a:ext>
            </a:extLst>
          </a:blip>
          <a:srcRect/>
          <a:stretch>
            <a:fillRect/>
          </a:stretch>
        </p:blipFill>
        <p:spPr bwMode="auto">
          <a:xfrm>
            <a:off x="0" y="1"/>
            <a:ext cx="9144000" cy="6858000"/>
          </a:xfrm>
          <a:prstGeom prst="rect">
            <a:avLst/>
          </a:prstGeom>
          <a:extLst>
            <a:ext uri="{909E8E84-426E-40dd-AFC4-6F175D3DCCD1}">
              <a14:hiddenFill xmlns:a14="http://schemas.microsoft.com/office/drawing/2010/main" xmlns="">
                <a:solidFill>
                  <a:srgbClr val="FFFFFF"/>
                </a:solidFill>
              </a14:hiddenFill>
            </a:ext>
          </a:extLst>
        </p:spPr>
      </p:pic>
      <p:sp>
        <p:nvSpPr>
          <p:cNvPr id="2" name="Title Placeholder 1"/>
          <p:cNvSpPr>
            <a:spLocks noGrp="1"/>
          </p:cNvSpPr>
          <p:nvPr>
            <p:ph type="title"/>
          </p:nvPr>
        </p:nvSpPr>
        <p:spPr>
          <a:xfrm>
            <a:off x="531639" y="753228"/>
            <a:ext cx="6896534" cy="108093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33400" y="2336873"/>
            <a:ext cx="6887389" cy="359931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367881" y="5936188"/>
            <a:ext cx="20574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EE91984A-C024-47BB-85B7-EABA9EC9CCFB}" type="datetimeFigureOut">
              <a:rPr lang="en-US" smtClean="0"/>
              <a:pPr/>
              <a:t>9/22/25</a:t>
            </a:fld>
            <a:endParaRPr lang="en-US"/>
          </a:p>
        </p:txBody>
      </p:sp>
      <p:sp>
        <p:nvSpPr>
          <p:cNvPr id="5" name="Footer Placeholder 4"/>
          <p:cNvSpPr>
            <a:spLocks noGrp="1"/>
          </p:cNvSpPr>
          <p:nvPr>
            <p:ph type="ftr" sz="quarter" idx="3"/>
          </p:nvPr>
        </p:nvSpPr>
        <p:spPr>
          <a:xfrm>
            <a:off x="533400" y="5936189"/>
            <a:ext cx="4834673"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7848600" y="753228"/>
            <a:ext cx="1157674" cy="1090789"/>
          </a:xfrm>
          <a:prstGeom prst="rect">
            <a:avLst/>
          </a:prstGeom>
        </p:spPr>
        <p:txBody>
          <a:bodyPr vert="horz" lIns="91440" tIns="45720" rIns="91440" bIns="45720" rtlCol="0" anchor="ctr"/>
          <a:lstStyle>
            <a:lvl1pPr algn="l">
              <a:defRPr sz="3600">
                <a:solidFill>
                  <a:schemeClr val="tx1">
                    <a:tint val="75000"/>
                  </a:schemeClr>
                </a:solidFill>
              </a:defRPr>
            </a:lvl1pPr>
          </a:lstStyle>
          <a:p>
            <a:fld id="{0FC60029-9780-4337-96BE-5342F4ABDFE7}" type="slidenum">
              <a:rPr lang="en-US" smtClean="0"/>
              <a:pPr/>
              <a:t>‹#›</a:t>
            </a:fld>
            <a:endParaRPr lang="en-US"/>
          </a:p>
        </p:txBody>
      </p:sp>
    </p:spTree>
    <p:extLst>
      <p:ext uri="{BB962C8B-B14F-4D97-AF65-F5344CB8AC3E}">
        <p14:creationId xmlns:p14="http://schemas.microsoft.com/office/powerpoint/2010/main" val="3457855991"/>
      </p:ext>
    </p:extLst>
  </p:cSld>
  <p:clrMap bg1="dk1" tx1="lt1" bg2="dk2" tx2="lt2" accent1="accent1" accent2="accent2" accent3="accent3" accent4="accent4" accent5="accent5" accent6="accent6" hlink="hlink" folHlink="folHlink"/>
  <p:sldLayoutIdLst>
    <p:sldLayoutId id="2147483820" r:id="rId1"/>
    <p:sldLayoutId id="2147483821" r:id="rId2"/>
    <p:sldLayoutId id="2147483822" r:id="rId3"/>
    <p:sldLayoutId id="2147483823" r:id="rId4"/>
    <p:sldLayoutId id="2147483824" r:id="rId5"/>
    <p:sldLayoutId id="2147483825" r:id="rId6"/>
    <p:sldLayoutId id="2147483826" r:id="rId7"/>
    <p:sldLayoutId id="2147483827" r:id="rId8"/>
    <p:sldLayoutId id="2147483828" r:id="rId9"/>
    <p:sldLayoutId id="2147483829" r:id="rId10"/>
    <p:sldLayoutId id="2147483830" r:id="rId11"/>
    <p:sldLayoutId id="2147483831" r:id="rId12"/>
    <p:sldLayoutId id="2147483832" r:id="rId13"/>
    <p:sldLayoutId id="2147483833" r:id="rId14"/>
    <p:sldLayoutId id="2147483834" r:id="rId15"/>
    <p:sldLayoutId id="2147483835" r:id="rId16"/>
    <p:sldLayoutId id="2147483836" r:id="rId17"/>
  </p:sldLayoutIdLst>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 y="152400"/>
            <a:ext cx="9144000" cy="2347912"/>
          </a:xfrm>
        </p:spPr>
        <p:txBody>
          <a:bodyPr>
            <a:noAutofit/>
          </a:bodyPr>
          <a:lstStyle/>
          <a:p>
            <a:pPr algn="ctr"/>
            <a:r>
              <a:rPr lang="en-US" sz="4000" dirty="0" err="1">
                <a:latin typeface="Times New Roman" pitchFamily="18" charset="0"/>
                <a:cs typeface="Times New Roman" pitchFamily="18" charset="0"/>
              </a:rPr>
              <a:t>Bài</a:t>
            </a:r>
            <a:r>
              <a:rPr lang="en-US" sz="4000" dirty="0">
                <a:latin typeface="Times New Roman" pitchFamily="18" charset="0"/>
                <a:cs typeface="Times New Roman" pitchFamily="18" charset="0"/>
              </a:rPr>
              <a:t> 2</a:t>
            </a:r>
            <a:br>
              <a:rPr lang="en-US" sz="4000" dirty="0">
                <a:latin typeface="Times New Roman" pitchFamily="18" charset="0"/>
                <a:cs typeface="Times New Roman" pitchFamily="18" charset="0"/>
              </a:rPr>
            </a:br>
            <a:r>
              <a:rPr lang="en-US" sz="4000" dirty="0">
                <a:latin typeface="Times New Roman" pitchFamily="18" charset="0"/>
                <a:cs typeface="Times New Roman" pitchFamily="18" charset="0"/>
              </a:rPr>
              <a:t> BỘ MÁY NHÀ NƯỚC CỘNG HÒA </a:t>
            </a:r>
            <a:br>
              <a:rPr lang="en-US" sz="4000" dirty="0">
                <a:latin typeface="Times New Roman" pitchFamily="18" charset="0"/>
                <a:cs typeface="Times New Roman" pitchFamily="18" charset="0"/>
              </a:rPr>
            </a:br>
            <a:r>
              <a:rPr lang="en-US" sz="4000" dirty="0">
                <a:latin typeface="Times New Roman" pitchFamily="18" charset="0"/>
                <a:cs typeface="Times New Roman" pitchFamily="18" charset="0"/>
              </a:rPr>
              <a:t>XÃ HỘI CHỦ NGHĨA VIỆT NAM</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9" presetClass="entr" presetSubtype="0" decel="10000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 calcmode="lin" valueType="num">
                                      <p:cBhvr>
                                        <p:cTn id="9" dur="500" fill="hold"/>
                                        <p:tgtEl>
                                          <p:spTgt spid="2"/>
                                        </p:tgtEl>
                                        <p:attrNameLst>
                                          <p:attrName>style.rotation</p:attrName>
                                        </p:attrNameLst>
                                      </p:cBhvr>
                                      <p:tavLst>
                                        <p:tav tm="0">
                                          <p:val>
                                            <p:fltVal val="360"/>
                                          </p:val>
                                        </p:tav>
                                        <p:tav tm="100000">
                                          <p:val>
                                            <p:fltVal val="0"/>
                                          </p:val>
                                        </p:tav>
                                      </p:tavLst>
                                    </p:anim>
                                    <p:animEffect transition="in" filter="fade">
                                      <p:cBhvr>
                                        <p:cTn id="1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400" dirty="0">
                <a:solidFill>
                  <a:schemeClr val="tx1"/>
                </a:solidFill>
                <a:latin typeface="Times New Roman" pitchFamily="18" charset="0"/>
                <a:cs typeface="Times New Roman" pitchFamily="18" charset="0"/>
              </a:rPr>
              <a:t>1. </a:t>
            </a:r>
            <a:r>
              <a:rPr lang="en-US" sz="4400" dirty="0" err="1">
                <a:solidFill>
                  <a:schemeClr val="tx1"/>
                </a:solidFill>
                <a:latin typeface="Times New Roman" pitchFamily="18" charset="0"/>
                <a:cs typeface="Times New Roman" pitchFamily="18" charset="0"/>
              </a:rPr>
              <a:t>Bộ</a:t>
            </a:r>
            <a:r>
              <a:rPr lang="en-US" sz="4400" dirty="0">
                <a:solidFill>
                  <a:schemeClr val="tx1"/>
                </a:solidFill>
                <a:latin typeface="Times New Roman" pitchFamily="18" charset="0"/>
                <a:cs typeface="Times New Roman" pitchFamily="18" charset="0"/>
              </a:rPr>
              <a:t> </a:t>
            </a:r>
            <a:r>
              <a:rPr lang="en-US" sz="4400" dirty="0" err="1">
                <a:solidFill>
                  <a:schemeClr val="tx1"/>
                </a:solidFill>
                <a:latin typeface="Times New Roman" pitchFamily="18" charset="0"/>
                <a:cs typeface="Times New Roman" pitchFamily="18" charset="0"/>
              </a:rPr>
              <a:t>máy</a:t>
            </a:r>
            <a:r>
              <a:rPr lang="en-US" sz="4400" dirty="0">
                <a:solidFill>
                  <a:schemeClr val="tx1"/>
                </a:solidFill>
                <a:latin typeface="Times New Roman" pitchFamily="18" charset="0"/>
                <a:cs typeface="Times New Roman" pitchFamily="18" charset="0"/>
              </a:rPr>
              <a:t> </a:t>
            </a:r>
            <a:r>
              <a:rPr lang="en-US" sz="4400" dirty="0" err="1">
                <a:solidFill>
                  <a:schemeClr val="tx1"/>
                </a:solidFill>
                <a:latin typeface="Times New Roman" pitchFamily="18" charset="0"/>
                <a:cs typeface="Times New Roman" pitchFamily="18" charset="0"/>
              </a:rPr>
              <a:t>nhà</a:t>
            </a:r>
            <a:r>
              <a:rPr lang="en-US" sz="4400" dirty="0">
                <a:solidFill>
                  <a:schemeClr val="tx1"/>
                </a:solidFill>
                <a:latin typeface="Times New Roman" pitchFamily="18" charset="0"/>
                <a:cs typeface="Times New Roman" pitchFamily="18" charset="0"/>
              </a:rPr>
              <a:t> </a:t>
            </a:r>
            <a:r>
              <a:rPr lang="en-US" sz="4400" dirty="0" err="1">
                <a:solidFill>
                  <a:schemeClr val="tx1"/>
                </a:solidFill>
                <a:latin typeface="Times New Roman" pitchFamily="18" charset="0"/>
                <a:cs typeface="Times New Roman" pitchFamily="18" charset="0"/>
              </a:rPr>
              <a:t>nước</a:t>
            </a:r>
            <a:endParaRPr lang="en-US" sz="4400" dirty="0">
              <a:solidFill>
                <a:schemeClr val="tx1"/>
              </a:solidFill>
              <a:latin typeface="Times New Roman" pitchFamily="18" charset="0"/>
              <a:cs typeface="Times New Roman" pitchFamily="18" charset="0"/>
            </a:endParaRPr>
          </a:p>
        </p:txBody>
      </p:sp>
      <p:sp>
        <p:nvSpPr>
          <p:cNvPr id="4" name="TextBox 3"/>
          <p:cNvSpPr txBox="1"/>
          <p:nvPr/>
        </p:nvSpPr>
        <p:spPr>
          <a:xfrm>
            <a:off x="722573" y="2145987"/>
            <a:ext cx="6705600" cy="646331"/>
          </a:xfrm>
          <a:prstGeom prst="rect">
            <a:avLst/>
          </a:prstGeom>
          <a:noFill/>
        </p:spPr>
        <p:txBody>
          <a:bodyPr wrap="square" rtlCol="0">
            <a:spAutoFit/>
          </a:bodyPr>
          <a:lstStyle/>
          <a:p>
            <a:pPr algn="just"/>
            <a:r>
              <a:rPr lang="en-US" sz="3600" dirty="0" err="1">
                <a:latin typeface="Times New Roman" pitchFamily="18" charset="0"/>
                <a:cs typeface="Times New Roman" pitchFamily="18" charset="0"/>
              </a:rPr>
              <a:t>Khái</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niệm</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Bộ</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máy</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Nhà</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nước</a:t>
            </a:r>
            <a:endParaRPr lang="en-US" sz="3600" dirty="0">
              <a:latin typeface="Times New Roman" pitchFamily="18" charset="0"/>
              <a:cs typeface="Times New Roman" pitchFamily="18" charset="0"/>
            </a:endParaRPr>
          </a:p>
        </p:txBody>
      </p:sp>
      <p:sp>
        <p:nvSpPr>
          <p:cNvPr id="5" name="Rectangle 4"/>
          <p:cNvSpPr/>
          <p:nvPr/>
        </p:nvSpPr>
        <p:spPr>
          <a:xfrm>
            <a:off x="457200" y="3104140"/>
            <a:ext cx="8382000" cy="29718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just"/>
            <a:r>
              <a:rPr lang="en-US" sz="3200" dirty="0" err="1">
                <a:latin typeface="Times New Roman" pitchFamily="18" charset="0"/>
                <a:cs typeface="Times New Roman" pitchFamily="18" charset="0"/>
              </a:rPr>
              <a:t>Bộ</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máy</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nhà</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nước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là</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hệ</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thống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các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cơ</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quan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Nhà</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nước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từ</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trung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ương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xuống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địa</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phương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được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tổ</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chức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và</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hoạt</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động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theo</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những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nguyên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tắc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chung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thống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nhất</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tạo</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thành</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một</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cơ</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chế</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đồng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bộ</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để</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thực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hiện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chức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năng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và</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nhiệm</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vụ</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chung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của</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Nhà</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nước</a:t>
            </a:r>
            <a:endParaRPr lang="en-US" sz="3200" dirty="0">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0" presetClass="entr" presetSubtype="0" fill="hold" grpId="0" nodeType="clickEffect">
                                  <p:stCondLst>
                                    <p:cond delay="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1"/>
                                          </p:val>
                                        </p:tav>
                                        <p:tav tm="100000">
                                          <p:val>
                                            <p:strVal val="#ppt_x"/>
                                          </p:val>
                                        </p:tav>
                                      </p:tavLst>
                                    </p:anim>
                                    <p:anim calcmode="lin" valueType="num">
                                      <p:cBhvr>
                                        <p:cTn id="9" dur="10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5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Scale>
                                      <p:cBhvr>
                                        <p:cTn id="14" dur="1000" decel="50000" fill="hold">
                                          <p:stCondLst>
                                            <p:cond delay="0"/>
                                          </p:stCondLst>
                                        </p:cTn>
                                        <p:tgtEl>
                                          <p:spTgt spid="4"/>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15" dur="1000" decel="50000" fill="hold">
                                          <p:stCondLst>
                                            <p:cond delay="0"/>
                                          </p:stCondLst>
                                        </p:cTn>
                                        <p:tgtEl>
                                          <p:spTgt spid="4"/>
                                        </p:tgtEl>
                                        <p:attrNameLst>
                                          <p:attrName>ppt_x</p:attrName>
                                          <p:attrName>ppt_y</p:attrName>
                                        </p:attrNameLst>
                                      </p:cBhvr>
                                    </p:animMotion>
                                    <p:animEffect transition="in" filter="fade">
                                      <p:cBhvr>
                                        <p:cTn id="16" dur="1000"/>
                                        <p:tgtEl>
                                          <p:spTgt spid="4"/>
                                        </p:tgtEl>
                                      </p:cBhvr>
                                    </p:animEffect>
                                  </p:childTnLst>
                                </p:cTn>
                              </p:par>
                            </p:childTnLst>
                          </p:cTn>
                        </p:par>
                      </p:childTnLst>
                    </p:cTn>
                  </p:par>
                  <p:par>
                    <p:cTn id="17" fill="hold">
                      <p:stCondLst>
                        <p:cond delay="indefinite"/>
                      </p:stCondLst>
                      <p:childTnLst>
                        <p:par>
                          <p:cTn id="18" fill="hold">
                            <p:stCondLst>
                              <p:cond delay="0"/>
                            </p:stCondLst>
                            <p:childTnLst>
                              <p:par>
                                <p:cTn id="19" presetID="39" presetClass="entr" presetSubtype="0" accel="10000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p:cTn id="21" dur="500" fill="hold"/>
                                        <p:tgtEl>
                                          <p:spTgt spid="5"/>
                                        </p:tgtEl>
                                        <p:attrNameLst>
                                          <p:attrName>ppt_h</p:attrName>
                                        </p:attrNameLst>
                                      </p:cBhvr>
                                      <p:tavLst>
                                        <p:tav tm="0">
                                          <p:val>
                                            <p:strVal val="#ppt_h/20"/>
                                          </p:val>
                                        </p:tav>
                                        <p:tav tm="50000">
                                          <p:val>
                                            <p:strVal val="#ppt_h/20"/>
                                          </p:val>
                                        </p:tav>
                                        <p:tav tm="100000">
                                          <p:val>
                                            <p:strVal val="#ppt_h"/>
                                          </p:val>
                                        </p:tav>
                                      </p:tavLst>
                                    </p:anim>
                                    <p:anim calcmode="lin" valueType="num">
                                      <p:cBhvr>
                                        <p:cTn id="22" dur="500" fill="hold"/>
                                        <p:tgtEl>
                                          <p:spTgt spid="5"/>
                                        </p:tgtEl>
                                        <p:attrNameLst>
                                          <p:attrName>ppt_w</p:attrName>
                                        </p:attrNameLst>
                                      </p:cBhvr>
                                      <p:tavLst>
                                        <p:tav tm="0">
                                          <p:val>
                                            <p:strVal val="#ppt_w+.3"/>
                                          </p:val>
                                        </p:tav>
                                        <p:tav tm="50000">
                                          <p:val>
                                            <p:strVal val="#ppt_w+.3"/>
                                          </p:val>
                                        </p:tav>
                                        <p:tav tm="100000">
                                          <p:val>
                                            <p:strVal val="#ppt_w"/>
                                          </p:val>
                                        </p:tav>
                                      </p:tavLst>
                                    </p:anim>
                                    <p:anim calcmode="lin" valueType="num">
                                      <p:cBhvr>
                                        <p:cTn id="23" dur="500" fill="hold"/>
                                        <p:tgtEl>
                                          <p:spTgt spid="5"/>
                                        </p:tgtEl>
                                        <p:attrNameLst>
                                          <p:attrName>ppt_x</p:attrName>
                                        </p:attrNameLst>
                                      </p:cBhvr>
                                      <p:tavLst>
                                        <p:tav tm="0">
                                          <p:val>
                                            <p:strVal val="#ppt_x-.3"/>
                                          </p:val>
                                        </p:tav>
                                        <p:tav tm="50000">
                                          <p:val>
                                            <p:strVal val="#ppt_x"/>
                                          </p:val>
                                        </p:tav>
                                        <p:tav tm="100000">
                                          <p:val>
                                            <p:strVal val="#ppt_x"/>
                                          </p:val>
                                        </p:tav>
                                      </p:tavLst>
                                    </p:anim>
                                    <p:anim calcmode="lin" valueType="num">
                                      <p:cBhvr>
                                        <p:cTn id="24" dur="5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5"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33400" y="838200"/>
            <a:ext cx="7086600" cy="830997"/>
          </a:xfrm>
          <a:prstGeom prst="rect">
            <a:avLst/>
          </a:prstGeom>
          <a:noFill/>
        </p:spPr>
        <p:txBody>
          <a:bodyPr wrap="square" rtlCol="0">
            <a:spAutoFit/>
          </a:bodyPr>
          <a:lstStyle/>
          <a:p>
            <a:pPr algn="ctr"/>
            <a:r>
              <a:rPr lang="en-US" sz="4800" dirty="0" err="1">
                <a:latin typeface="Times New Roman" pitchFamily="18" charset="0"/>
                <a:cs typeface="Times New Roman" pitchFamily="18" charset="0"/>
              </a:rPr>
              <a:t>Cơ</a:t>
            </a:r>
            <a:r>
              <a:rPr lang="en-US" sz="4800" dirty="0">
                <a:latin typeface="Times New Roman" pitchFamily="18" charset="0"/>
                <a:cs typeface="Times New Roman" pitchFamily="18" charset="0"/>
              </a:rPr>
              <a:t> </a:t>
            </a:r>
            <a:r>
              <a:rPr lang="en-US" sz="4800" dirty="0" err="1">
                <a:latin typeface="Times New Roman" pitchFamily="18" charset="0"/>
                <a:cs typeface="Times New Roman" pitchFamily="18" charset="0"/>
              </a:rPr>
              <a:t>quan</a:t>
            </a:r>
            <a:r>
              <a:rPr lang="en-US" sz="4800" dirty="0">
                <a:latin typeface="Times New Roman" pitchFamily="18" charset="0"/>
                <a:cs typeface="Times New Roman" pitchFamily="18" charset="0"/>
              </a:rPr>
              <a:t> </a:t>
            </a:r>
            <a:r>
              <a:rPr lang="en-US" sz="4800" dirty="0" err="1">
                <a:latin typeface="Times New Roman" pitchFamily="18" charset="0"/>
                <a:cs typeface="Times New Roman" pitchFamily="18" charset="0"/>
              </a:rPr>
              <a:t>Nhà</a:t>
            </a:r>
            <a:r>
              <a:rPr lang="en-US" sz="4800" dirty="0">
                <a:latin typeface="Times New Roman" pitchFamily="18" charset="0"/>
                <a:cs typeface="Times New Roman" pitchFamily="18" charset="0"/>
              </a:rPr>
              <a:t> </a:t>
            </a:r>
            <a:r>
              <a:rPr lang="en-US" sz="4800" dirty="0" err="1">
                <a:latin typeface="Times New Roman" pitchFamily="18" charset="0"/>
                <a:cs typeface="Times New Roman" pitchFamily="18" charset="0"/>
              </a:rPr>
              <a:t>nước</a:t>
            </a:r>
            <a:endParaRPr lang="en-US" sz="4800" dirty="0">
              <a:latin typeface="Times New Roman" pitchFamily="18" charset="0"/>
              <a:cs typeface="Times New Roman" pitchFamily="18" charset="0"/>
            </a:endParaRPr>
          </a:p>
        </p:txBody>
      </p:sp>
      <p:sp>
        <p:nvSpPr>
          <p:cNvPr id="5" name="Rectangle 4"/>
          <p:cNvSpPr/>
          <p:nvPr/>
        </p:nvSpPr>
        <p:spPr>
          <a:xfrm>
            <a:off x="152400" y="2133600"/>
            <a:ext cx="8839200" cy="38862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just"/>
            <a:r>
              <a:rPr lang="en-US" sz="3600" dirty="0" err="1">
                <a:latin typeface="Times New Roman" pitchFamily="18" charset="0"/>
                <a:cs typeface="Times New Roman" pitchFamily="18" charset="0"/>
              </a:rPr>
              <a:t>Cơ</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quan</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Nhà</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nước</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là</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bộ</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phận</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cấu</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thành</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của</a:t>
            </a:r>
            <a:r>
              <a:rPr lang="en-US" sz="3600" dirty="0">
                <a:latin typeface="Times New Roman" pitchFamily="18" charset="0"/>
                <a:cs typeface="Times New Roman" pitchFamily="18" charset="0"/>
              </a:rPr>
              <a:t> BMNN, </a:t>
            </a:r>
            <a:r>
              <a:rPr lang="en-US" sz="3600" dirty="0" err="1">
                <a:latin typeface="Times New Roman" pitchFamily="18" charset="0"/>
                <a:cs typeface="Times New Roman" pitchFamily="18" charset="0"/>
              </a:rPr>
              <a:t>được</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tổ</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chức</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và</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hoạt</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động</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theo</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những</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nguyên</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tắc</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nhất</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định</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có</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cơ</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cấu</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tổ</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chức</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và</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được</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giao</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những</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quyền</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lực</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được</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quy</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định</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trong</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các</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văn</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bản</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pháp</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luật</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để</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thực</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hiện</a:t>
            </a:r>
            <a:r>
              <a:rPr lang="en-US" sz="3600" dirty="0">
                <a:latin typeface="Times New Roman" pitchFamily="18" charset="0"/>
                <a:cs typeface="Times New Roman" pitchFamily="18" charset="0"/>
              </a:rPr>
              <a:t> 1 </a:t>
            </a:r>
            <a:r>
              <a:rPr lang="en-US" sz="3600" dirty="0" err="1">
                <a:latin typeface="Times New Roman" pitchFamily="18" charset="0"/>
                <a:cs typeface="Times New Roman" pitchFamily="18" charset="0"/>
              </a:rPr>
              <a:t>phần</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nhiệm</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vụ</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quyền</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hạn</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của</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Nhà</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nước</a:t>
            </a:r>
            <a:endParaRPr lang="en-US" sz="3600" dirty="0">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0" presetClass="entr" presetSubtype="0" fill="hold" grpId="0" nodeType="clickEffect">
                                  <p:stCondLst>
                                    <p:cond delay="0"/>
                                  </p:stCondLst>
                                  <p:iterate type="lt">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1"/>
                                          </p:val>
                                        </p:tav>
                                        <p:tav tm="100000">
                                          <p:val>
                                            <p:strVal val="#ppt_x"/>
                                          </p:val>
                                        </p:tav>
                                      </p:tavLst>
                                    </p:anim>
                                    <p:anim calcmode="lin" valueType="num">
                                      <p:cBhvr>
                                        <p:cTn id="9" dur="10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5"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 calcmode="lin" valueType="num">
                                      <p:cBhvr>
                                        <p:cTn id="14" dur="1000" fill="hold"/>
                                        <p:tgtEl>
                                          <p:spTgt spid="5"/>
                                        </p:tgtEl>
                                        <p:attrNameLst>
                                          <p:attrName>ppt_w</p:attrName>
                                        </p:attrNameLst>
                                      </p:cBhvr>
                                      <p:tavLst>
                                        <p:tav tm="0">
                                          <p:val>
                                            <p:fltVal val="0"/>
                                          </p:val>
                                        </p:tav>
                                        <p:tav tm="100000">
                                          <p:val>
                                            <p:strVal val="#ppt_w"/>
                                          </p:val>
                                        </p:tav>
                                      </p:tavLst>
                                    </p:anim>
                                    <p:anim calcmode="lin" valueType="num">
                                      <p:cBhvr>
                                        <p:cTn id="15" dur="1000" fill="hold"/>
                                        <p:tgtEl>
                                          <p:spTgt spid="5"/>
                                        </p:tgtEl>
                                        <p:attrNameLst>
                                          <p:attrName>ppt_h</p:attrName>
                                        </p:attrNameLst>
                                      </p:cBhvr>
                                      <p:tavLst>
                                        <p:tav tm="0">
                                          <p:val>
                                            <p:fltVal val="0"/>
                                          </p:val>
                                        </p:tav>
                                        <p:tav tm="100000">
                                          <p:val>
                                            <p:strVal val="#ppt_h"/>
                                          </p:val>
                                        </p:tav>
                                      </p:tavLst>
                                    </p:anim>
                                    <p:anim calcmode="lin" valueType="num">
                                      <p:cBhvr>
                                        <p:cTn id="16" dur="1000" fill="hold"/>
                                        <p:tgtEl>
                                          <p:spTgt spid="5"/>
                                        </p:tgtEl>
                                        <p:attrNameLst>
                                          <p:attrName>ppt_x</p:attrName>
                                        </p:attrNameLst>
                                      </p:cBhvr>
                                      <p:tavLst>
                                        <p:tav tm="0" fmla="#ppt_x+(cos(-2*pi*(1-$))*-#ppt_x-sin(-2*pi*(1-$))*(1-#ppt_y))*(1-$)">
                                          <p:val>
                                            <p:fltVal val="0"/>
                                          </p:val>
                                        </p:tav>
                                        <p:tav tm="100000">
                                          <p:val>
                                            <p:fltVal val="1"/>
                                          </p:val>
                                        </p:tav>
                                      </p:tavLst>
                                    </p:anim>
                                    <p:anim calcmode="lin" valueType="num">
                                      <p:cBhvr>
                                        <p:cTn id="17" dur="1000" fill="hold"/>
                                        <p:tgtEl>
                                          <p:spTgt spid="5"/>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53228"/>
            <a:ext cx="7467599" cy="1080938"/>
          </a:xfrm>
        </p:spPr>
        <p:txBody>
          <a:bodyPr>
            <a:noAutofit/>
          </a:bodyPr>
          <a:lstStyle/>
          <a:p>
            <a:r>
              <a:rPr lang="en-US" sz="4400" dirty="0" err="1">
                <a:solidFill>
                  <a:schemeClr val="tx1"/>
                </a:solidFill>
                <a:latin typeface="Times New Roman" panose="02020603050405020304" pitchFamily="18" charset="0"/>
                <a:cs typeface="Times New Roman" panose="02020603050405020304" pitchFamily="18" charset="0"/>
              </a:rPr>
              <a:t>Đặc</a:t>
            </a:r>
            <a:r>
              <a:rPr lang="en-US" sz="4400" dirty="0">
                <a:solidFill>
                  <a:schemeClr val="tx1"/>
                </a:solidFill>
                <a:latin typeface="Times New Roman" panose="02020603050405020304" pitchFamily="18" charset="0"/>
                <a:cs typeface="Times New Roman" panose="02020603050405020304" pitchFamily="18" charset="0"/>
              </a:rPr>
              <a:t> </a:t>
            </a:r>
            <a:r>
              <a:rPr lang="en-US" sz="4400" dirty="0" err="1">
                <a:solidFill>
                  <a:schemeClr val="tx1"/>
                </a:solidFill>
                <a:latin typeface="Times New Roman" panose="02020603050405020304" pitchFamily="18" charset="0"/>
                <a:cs typeface="Times New Roman" panose="02020603050405020304" pitchFamily="18" charset="0"/>
              </a:rPr>
              <a:t>trưng</a:t>
            </a:r>
            <a:r>
              <a:rPr lang="en-US" sz="4400" dirty="0">
                <a:solidFill>
                  <a:schemeClr val="tx1"/>
                </a:solidFill>
                <a:latin typeface="Times New Roman" panose="02020603050405020304" pitchFamily="18" charset="0"/>
                <a:cs typeface="Times New Roman" panose="02020603050405020304" pitchFamily="18" charset="0"/>
              </a:rPr>
              <a:t> </a:t>
            </a:r>
            <a:r>
              <a:rPr lang="en-US" sz="4400" dirty="0" err="1">
                <a:solidFill>
                  <a:schemeClr val="tx1"/>
                </a:solidFill>
                <a:latin typeface="Times New Roman" panose="02020603050405020304" pitchFamily="18" charset="0"/>
                <a:cs typeface="Times New Roman" panose="02020603050405020304" pitchFamily="18" charset="0"/>
              </a:rPr>
              <a:t>của</a:t>
            </a:r>
            <a:r>
              <a:rPr lang="en-US" sz="4400" dirty="0">
                <a:solidFill>
                  <a:schemeClr val="tx1"/>
                </a:solidFill>
                <a:latin typeface="Times New Roman" panose="02020603050405020304" pitchFamily="18" charset="0"/>
                <a:cs typeface="Times New Roman" panose="02020603050405020304" pitchFamily="18" charset="0"/>
              </a:rPr>
              <a:t> </a:t>
            </a:r>
            <a:r>
              <a:rPr lang="en-US" sz="4400" dirty="0" err="1">
                <a:solidFill>
                  <a:schemeClr val="tx1"/>
                </a:solidFill>
                <a:latin typeface="Times New Roman" panose="02020603050405020304" pitchFamily="18" charset="0"/>
                <a:cs typeface="Times New Roman" panose="02020603050405020304" pitchFamily="18" charset="0"/>
              </a:rPr>
              <a:t>cơ</a:t>
            </a:r>
            <a:r>
              <a:rPr lang="en-US" sz="4400" dirty="0">
                <a:solidFill>
                  <a:schemeClr val="tx1"/>
                </a:solidFill>
                <a:latin typeface="Times New Roman" panose="02020603050405020304" pitchFamily="18" charset="0"/>
                <a:cs typeface="Times New Roman" panose="02020603050405020304" pitchFamily="18" charset="0"/>
              </a:rPr>
              <a:t> </a:t>
            </a:r>
            <a:r>
              <a:rPr lang="en-US" sz="4400" dirty="0" err="1">
                <a:solidFill>
                  <a:schemeClr val="tx1"/>
                </a:solidFill>
                <a:latin typeface="Times New Roman" panose="02020603050405020304" pitchFamily="18" charset="0"/>
                <a:cs typeface="Times New Roman" panose="02020603050405020304" pitchFamily="18" charset="0"/>
              </a:rPr>
              <a:t>quan</a:t>
            </a:r>
            <a:r>
              <a:rPr lang="en-US" sz="4400" dirty="0">
                <a:solidFill>
                  <a:schemeClr val="tx1"/>
                </a:solidFill>
                <a:latin typeface="Times New Roman" panose="02020603050405020304" pitchFamily="18" charset="0"/>
                <a:cs typeface="Times New Roman" panose="02020603050405020304" pitchFamily="18" charset="0"/>
              </a:rPr>
              <a:t> </a:t>
            </a:r>
            <a:r>
              <a:rPr lang="en-US" sz="4400" dirty="0" err="1">
                <a:solidFill>
                  <a:schemeClr val="tx1"/>
                </a:solidFill>
                <a:latin typeface="Times New Roman" panose="02020603050405020304" pitchFamily="18" charset="0"/>
                <a:cs typeface="Times New Roman" panose="02020603050405020304" pitchFamily="18" charset="0"/>
              </a:rPr>
              <a:t>nhà</a:t>
            </a:r>
            <a:r>
              <a:rPr lang="en-US" sz="4400" dirty="0">
                <a:solidFill>
                  <a:schemeClr val="tx1"/>
                </a:solidFill>
                <a:latin typeface="Times New Roman" panose="02020603050405020304" pitchFamily="18" charset="0"/>
                <a:cs typeface="Times New Roman" panose="02020603050405020304" pitchFamily="18" charset="0"/>
              </a:rPr>
              <a:t> </a:t>
            </a:r>
            <a:r>
              <a:rPr lang="en-US" sz="4400" dirty="0" err="1">
                <a:solidFill>
                  <a:schemeClr val="tx1"/>
                </a:solidFill>
                <a:latin typeface="Times New Roman" panose="02020603050405020304" pitchFamily="18" charset="0"/>
                <a:cs typeface="Times New Roman" panose="02020603050405020304" pitchFamily="18" charset="0"/>
              </a:rPr>
              <a:t>nước</a:t>
            </a:r>
            <a:endParaRPr lang="en-US" sz="4400" dirty="0">
              <a:solidFill>
                <a:schemeClr val="tx1"/>
              </a:solidFill>
              <a:latin typeface="Times New Roman" panose="02020603050405020304" pitchFamily="18" charset="0"/>
              <a:cs typeface="Times New Roman" panose="02020603050405020304" pitchFamily="18" charset="0"/>
            </a:endParaRPr>
          </a:p>
        </p:txBody>
      </p:sp>
      <p:sp>
        <p:nvSpPr>
          <p:cNvPr id="4" name="Rounded Rectangle 3"/>
          <p:cNvSpPr/>
          <p:nvPr/>
        </p:nvSpPr>
        <p:spPr>
          <a:xfrm>
            <a:off x="533400" y="2195663"/>
            <a:ext cx="8001000" cy="1080938"/>
          </a:xfrm>
          <a:prstGeom prst="roundRect">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sz="2800" dirty="0" err="1">
                <a:solidFill>
                  <a:schemeClr val="bg1"/>
                </a:solidFill>
                <a:latin typeface="Times New Roman" panose="02020603050405020304" pitchFamily="18" charset="0"/>
                <a:cs typeface="Times New Roman" pitchFamily="18" charset="0"/>
              </a:rPr>
              <a:t>Cơ</a:t>
            </a:r>
            <a:r>
              <a:rPr lang="en-US" sz="2800" dirty="0">
                <a:solidFill>
                  <a:schemeClr val="bg1"/>
                </a:solidFill>
                <a:latin typeface="Times New Roman" pitchFamily="18" charset="0"/>
                <a:cs typeface="Times New Roman" pitchFamily="18" charset="0"/>
              </a:rPr>
              <a:t> </a:t>
            </a:r>
            <a:r>
              <a:rPr lang="en-US" sz="2800" dirty="0" err="1">
                <a:solidFill>
                  <a:schemeClr val="bg1"/>
                </a:solidFill>
                <a:latin typeface="Times New Roman" pitchFamily="18" charset="0"/>
                <a:cs typeface="Times New Roman" pitchFamily="18" charset="0"/>
              </a:rPr>
              <a:t>quan</a:t>
            </a:r>
            <a:r>
              <a:rPr lang="en-US" sz="2800" dirty="0">
                <a:solidFill>
                  <a:schemeClr val="bg1"/>
                </a:solidFill>
                <a:latin typeface="Times New Roman" pitchFamily="18" charset="0"/>
                <a:cs typeface="Times New Roman" pitchFamily="18" charset="0"/>
              </a:rPr>
              <a:t> </a:t>
            </a:r>
            <a:r>
              <a:rPr lang="en-US" sz="2800" dirty="0" err="1">
                <a:solidFill>
                  <a:schemeClr val="bg1"/>
                </a:solidFill>
                <a:latin typeface="Times New Roman" pitchFamily="18" charset="0"/>
                <a:cs typeface="Times New Roman" pitchFamily="18" charset="0"/>
              </a:rPr>
              <a:t>nhà</a:t>
            </a:r>
            <a:r>
              <a:rPr lang="en-US" sz="2800" dirty="0">
                <a:solidFill>
                  <a:schemeClr val="bg1"/>
                </a:solidFill>
                <a:latin typeface="Times New Roman" pitchFamily="18" charset="0"/>
                <a:cs typeface="Times New Roman" pitchFamily="18" charset="0"/>
              </a:rPr>
              <a:t> </a:t>
            </a:r>
            <a:r>
              <a:rPr lang="en-US" sz="2800" dirty="0" err="1">
                <a:solidFill>
                  <a:schemeClr val="bg1"/>
                </a:solidFill>
                <a:latin typeface="Times New Roman" pitchFamily="18" charset="0"/>
                <a:cs typeface="Times New Roman" pitchFamily="18" charset="0"/>
              </a:rPr>
              <a:t>nước</a:t>
            </a:r>
            <a:r>
              <a:rPr lang="en-US" sz="2800" dirty="0">
                <a:solidFill>
                  <a:schemeClr val="bg1"/>
                </a:solidFill>
                <a:latin typeface="Times New Roman" pitchFamily="18" charset="0"/>
                <a:cs typeface="Times New Roman" pitchFamily="18" charset="0"/>
              </a:rPr>
              <a:t> </a:t>
            </a:r>
            <a:r>
              <a:rPr lang="en-US" sz="2800" dirty="0" err="1">
                <a:solidFill>
                  <a:schemeClr val="bg1"/>
                </a:solidFill>
                <a:latin typeface="Times New Roman" pitchFamily="18" charset="0"/>
                <a:cs typeface="Times New Roman" pitchFamily="18" charset="0"/>
              </a:rPr>
              <a:t>được</a:t>
            </a:r>
            <a:r>
              <a:rPr lang="en-US" sz="2800" dirty="0">
                <a:solidFill>
                  <a:schemeClr val="bg1"/>
                </a:solidFill>
                <a:latin typeface="Times New Roman" pitchFamily="18" charset="0"/>
                <a:cs typeface="Times New Roman" pitchFamily="18" charset="0"/>
              </a:rPr>
              <a:t> </a:t>
            </a:r>
            <a:r>
              <a:rPr lang="en-US" sz="2800" dirty="0" err="1">
                <a:solidFill>
                  <a:schemeClr val="bg1"/>
                </a:solidFill>
                <a:latin typeface="Times New Roman" pitchFamily="18" charset="0"/>
                <a:cs typeface="Times New Roman" pitchFamily="18" charset="0"/>
              </a:rPr>
              <a:t>thành</a:t>
            </a:r>
            <a:r>
              <a:rPr lang="en-US" sz="2800" dirty="0">
                <a:solidFill>
                  <a:schemeClr val="bg1"/>
                </a:solidFill>
                <a:latin typeface="Times New Roman" pitchFamily="18" charset="0"/>
                <a:cs typeface="Times New Roman" pitchFamily="18" charset="0"/>
              </a:rPr>
              <a:t> </a:t>
            </a:r>
            <a:r>
              <a:rPr lang="en-US" sz="2800" dirty="0" err="1">
                <a:solidFill>
                  <a:schemeClr val="bg1"/>
                </a:solidFill>
                <a:latin typeface="Times New Roman" pitchFamily="18" charset="0"/>
                <a:cs typeface="Times New Roman" pitchFamily="18" charset="0"/>
              </a:rPr>
              <a:t>lập</a:t>
            </a:r>
            <a:r>
              <a:rPr lang="en-US" sz="2800" dirty="0">
                <a:solidFill>
                  <a:schemeClr val="bg1"/>
                </a:solidFill>
                <a:latin typeface="Times New Roman" pitchFamily="18" charset="0"/>
                <a:cs typeface="Times New Roman" pitchFamily="18" charset="0"/>
              </a:rPr>
              <a:t> </a:t>
            </a:r>
            <a:r>
              <a:rPr lang="en-US" sz="2800" dirty="0" err="1">
                <a:solidFill>
                  <a:schemeClr val="bg1"/>
                </a:solidFill>
                <a:latin typeface="Times New Roman" pitchFamily="18" charset="0"/>
                <a:cs typeface="Times New Roman" pitchFamily="18" charset="0"/>
              </a:rPr>
              <a:t>và</a:t>
            </a:r>
            <a:r>
              <a:rPr lang="en-US" sz="2800" dirty="0">
                <a:solidFill>
                  <a:schemeClr val="bg1"/>
                </a:solidFill>
                <a:latin typeface="Times New Roman" pitchFamily="18" charset="0"/>
                <a:cs typeface="Times New Roman" pitchFamily="18" charset="0"/>
              </a:rPr>
              <a:t> </a:t>
            </a:r>
            <a:r>
              <a:rPr lang="en-US" sz="2800" dirty="0" err="1">
                <a:solidFill>
                  <a:schemeClr val="bg1"/>
                </a:solidFill>
                <a:latin typeface="Times New Roman" pitchFamily="18" charset="0"/>
                <a:cs typeface="Times New Roman" pitchFamily="18" charset="0"/>
              </a:rPr>
              <a:t>hoạt</a:t>
            </a:r>
            <a:r>
              <a:rPr lang="en-US" sz="2800" dirty="0">
                <a:solidFill>
                  <a:schemeClr val="bg1"/>
                </a:solidFill>
                <a:latin typeface="Times New Roman" pitchFamily="18" charset="0"/>
                <a:cs typeface="Times New Roman" pitchFamily="18" charset="0"/>
              </a:rPr>
              <a:t> </a:t>
            </a:r>
            <a:r>
              <a:rPr lang="en-US" sz="2800" dirty="0" err="1">
                <a:solidFill>
                  <a:schemeClr val="bg1"/>
                </a:solidFill>
                <a:latin typeface="Times New Roman" pitchFamily="18" charset="0"/>
                <a:cs typeface="Times New Roman" pitchFamily="18" charset="0"/>
              </a:rPr>
              <a:t>động</a:t>
            </a:r>
            <a:r>
              <a:rPr lang="en-US" sz="2800" dirty="0">
                <a:solidFill>
                  <a:schemeClr val="bg1"/>
                </a:solidFill>
                <a:latin typeface="Times New Roman" pitchFamily="18" charset="0"/>
                <a:cs typeface="Times New Roman" pitchFamily="18" charset="0"/>
              </a:rPr>
              <a:t> </a:t>
            </a:r>
            <a:r>
              <a:rPr lang="en-US" sz="2800" dirty="0" err="1">
                <a:solidFill>
                  <a:schemeClr val="bg1"/>
                </a:solidFill>
                <a:latin typeface="Times New Roman" pitchFamily="18" charset="0"/>
                <a:cs typeface="Times New Roman" pitchFamily="18" charset="0"/>
              </a:rPr>
              <a:t>theo</a:t>
            </a:r>
            <a:r>
              <a:rPr lang="en-US" sz="2800" dirty="0">
                <a:solidFill>
                  <a:schemeClr val="bg1"/>
                </a:solidFill>
                <a:latin typeface="Times New Roman" pitchFamily="18" charset="0"/>
                <a:cs typeface="Times New Roman" pitchFamily="18" charset="0"/>
              </a:rPr>
              <a:t> </a:t>
            </a:r>
            <a:r>
              <a:rPr lang="en-US" sz="2800" dirty="0" err="1">
                <a:solidFill>
                  <a:schemeClr val="bg1"/>
                </a:solidFill>
                <a:latin typeface="Times New Roman" pitchFamily="18" charset="0"/>
                <a:cs typeface="Times New Roman" pitchFamily="18" charset="0"/>
              </a:rPr>
              <a:t>một</a:t>
            </a:r>
            <a:r>
              <a:rPr lang="en-US" sz="2800" dirty="0">
                <a:solidFill>
                  <a:schemeClr val="bg1"/>
                </a:solidFill>
                <a:latin typeface="Times New Roman" pitchFamily="18" charset="0"/>
                <a:cs typeface="Times New Roman" pitchFamily="18" charset="0"/>
              </a:rPr>
              <a:t> </a:t>
            </a:r>
            <a:r>
              <a:rPr lang="en-US" sz="2800" dirty="0" err="1">
                <a:solidFill>
                  <a:schemeClr val="bg1"/>
                </a:solidFill>
                <a:latin typeface="Times New Roman" pitchFamily="18" charset="0"/>
                <a:cs typeface="Times New Roman" pitchFamily="18" charset="0"/>
              </a:rPr>
              <a:t>trình</a:t>
            </a:r>
            <a:r>
              <a:rPr lang="en-US" sz="2800" dirty="0">
                <a:solidFill>
                  <a:schemeClr val="bg1"/>
                </a:solidFill>
                <a:latin typeface="Times New Roman" pitchFamily="18" charset="0"/>
                <a:cs typeface="Times New Roman" pitchFamily="18" charset="0"/>
              </a:rPr>
              <a:t> </a:t>
            </a:r>
            <a:r>
              <a:rPr lang="en-US" sz="2800" dirty="0" err="1">
                <a:solidFill>
                  <a:schemeClr val="bg1"/>
                </a:solidFill>
                <a:latin typeface="Times New Roman" pitchFamily="18" charset="0"/>
                <a:cs typeface="Times New Roman" pitchFamily="18" charset="0"/>
              </a:rPr>
              <a:t>tự</a:t>
            </a:r>
            <a:r>
              <a:rPr lang="en-US" sz="2800" dirty="0">
                <a:solidFill>
                  <a:schemeClr val="bg1"/>
                </a:solidFill>
                <a:latin typeface="Times New Roman" pitchFamily="18" charset="0"/>
                <a:cs typeface="Times New Roman" pitchFamily="18" charset="0"/>
              </a:rPr>
              <a:t>, </a:t>
            </a:r>
            <a:r>
              <a:rPr lang="en-US" sz="2800" dirty="0" err="1">
                <a:solidFill>
                  <a:schemeClr val="bg1"/>
                </a:solidFill>
                <a:latin typeface="Times New Roman" pitchFamily="18" charset="0"/>
                <a:cs typeface="Times New Roman" pitchFamily="18" charset="0"/>
              </a:rPr>
              <a:t>thủ</a:t>
            </a:r>
            <a:r>
              <a:rPr lang="en-US" sz="2800" dirty="0">
                <a:solidFill>
                  <a:schemeClr val="bg1"/>
                </a:solidFill>
                <a:latin typeface="Times New Roman" pitchFamily="18" charset="0"/>
                <a:cs typeface="Times New Roman" pitchFamily="18" charset="0"/>
              </a:rPr>
              <a:t> </a:t>
            </a:r>
            <a:r>
              <a:rPr lang="en-US" sz="2800" dirty="0" err="1">
                <a:solidFill>
                  <a:schemeClr val="bg1"/>
                </a:solidFill>
                <a:latin typeface="Times New Roman" pitchFamily="18" charset="0"/>
                <a:cs typeface="Times New Roman" pitchFamily="18" charset="0"/>
              </a:rPr>
              <a:t>tục</a:t>
            </a:r>
            <a:r>
              <a:rPr lang="en-US" sz="2800" dirty="0">
                <a:solidFill>
                  <a:schemeClr val="bg1"/>
                </a:solidFill>
                <a:latin typeface="Times New Roman" pitchFamily="18" charset="0"/>
                <a:cs typeface="Times New Roman" pitchFamily="18" charset="0"/>
              </a:rPr>
              <a:t> </a:t>
            </a:r>
            <a:r>
              <a:rPr lang="en-US" sz="2800" dirty="0" err="1">
                <a:solidFill>
                  <a:schemeClr val="bg1"/>
                </a:solidFill>
                <a:latin typeface="Times New Roman" pitchFamily="18" charset="0"/>
                <a:cs typeface="Times New Roman" pitchFamily="18" charset="0"/>
              </a:rPr>
              <a:t>nhất</a:t>
            </a:r>
            <a:r>
              <a:rPr lang="en-US" sz="2800" dirty="0">
                <a:solidFill>
                  <a:schemeClr val="bg1"/>
                </a:solidFill>
                <a:latin typeface="Times New Roman" pitchFamily="18" charset="0"/>
                <a:cs typeface="Times New Roman" pitchFamily="18" charset="0"/>
              </a:rPr>
              <a:t> </a:t>
            </a:r>
            <a:r>
              <a:rPr lang="en-US" sz="2800" dirty="0" err="1">
                <a:solidFill>
                  <a:schemeClr val="bg1"/>
                </a:solidFill>
                <a:latin typeface="Times New Roman" pitchFamily="18" charset="0"/>
                <a:cs typeface="Times New Roman" pitchFamily="18" charset="0"/>
              </a:rPr>
              <a:t>định</a:t>
            </a:r>
            <a:r>
              <a:rPr lang="en-US" sz="2800" dirty="0">
                <a:solidFill>
                  <a:schemeClr val="bg1"/>
                </a:solidFill>
                <a:latin typeface="Times New Roman" pitchFamily="18" charset="0"/>
                <a:cs typeface="Times New Roman" pitchFamily="18" charset="0"/>
              </a:rPr>
              <a:t> do </a:t>
            </a:r>
            <a:r>
              <a:rPr lang="en-US" sz="2800" dirty="0" err="1">
                <a:solidFill>
                  <a:schemeClr val="bg1"/>
                </a:solidFill>
                <a:latin typeface="Times New Roman" pitchFamily="18" charset="0"/>
                <a:cs typeface="Times New Roman" pitchFamily="18" charset="0"/>
              </a:rPr>
              <a:t>pháp</a:t>
            </a:r>
            <a:r>
              <a:rPr lang="en-US" sz="2800" dirty="0">
                <a:solidFill>
                  <a:schemeClr val="bg1"/>
                </a:solidFill>
                <a:latin typeface="Times New Roman" pitchFamily="18" charset="0"/>
                <a:cs typeface="Times New Roman" pitchFamily="18" charset="0"/>
              </a:rPr>
              <a:t> </a:t>
            </a:r>
            <a:r>
              <a:rPr lang="en-US" sz="2800" dirty="0" err="1">
                <a:solidFill>
                  <a:schemeClr val="bg1"/>
                </a:solidFill>
                <a:latin typeface="Times New Roman" pitchFamily="18" charset="0"/>
                <a:cs typeface="Times New Roman" pitchFamily="18" charset="0"/>
              </a:rPr>
              <a:t>luật</a:t>
            </a:r>
            <a:r>
              <a:rPr lang="en-US" sz="2800" dirty="0">
                <a:solidFill>
                  <a:schemeClr val="bg1"/>
                </a:solidFill>
                <a:latin typeface="Times New Roman" pitchFamily="18" charset="0"/>
                <a:cs typeface="Times New Roman" pitchFamily="18" charset="0"/>
              </a:rPr>
              <a:t> </a:t>
            </a:r>
            <a:r>
              <a:rPr lang="en-US" sz="2800" dirty="0" err="1">
                <a:solidFill>
                  <a:schemeClr val="bg1"/>
                </a:solidFill>
                <a:latin typeface="Times New Roman" pitchFamily="18" charset="0"/>
                <a:cs typeface="Times New Roman" pitchFamily="18" charset="0"/>
              </a:rPr>
              <a:t>quy</a:t>
            </a:r>
            <a:r>
              <a:rPr lang="en-US" sz="2800" dirty="0">
                <a:solidFill>
                  <a:schemeClr val="bg1"/>
                </a:solidFill>
                <a:latin typeface="Times New Roman" pitchFamily="18" charset="0"/>
                <a:cs typeface="Times New Roman" pitchFamily="18" charset="0"/>
              </a:rPr>
              <a:t> </a:t>
            </a:r>
            <a:r>
              <a:rPr lang="en-US" sz="2800" dirty="0" err="1">
                <a:solidFill>
                  <a:schemeClr val="bg1"/>
                </a:solidFill>
                <a:latin typeface="Times New Roman" pitchFamily="18" charset="0"/>
                <a:cs typeface="Times New Roman" pitchFamily="18" charset="0"/>
              </a:rPr>
              <a:t>định</a:t>
            </a:r>
            <a:endParaRPr lang="en-US" sz="2800" dirty="0">
              <a:solidFill>
                <a:schemeClr val="bg1"/>
              </a:solidFill>
              <a:latin typeface="Times New Roman" pitchFamily="18" charset="0"/>
              <a:cs typeface="Times New Roman" pitchFamily="18" charset="0"/>
            </a:endParaRPr>
          </a:p>
        </p:txBody>
      </p:sp>
      <p:sp>
        <p:nvSpPr>
          <p:cNvPr id="5" name="Rounded Rectangle 4"/>
          <p:cNvSpPr/>
          <p:nvPr/>
        </p:nvSpPr>
        <p:spPr>
          <a:xfrm>
            <a:off x="471616" y="3914344"/>
            <a:ext cx="8077200" cy="1080938"/>
          </a:xfrm>
          <a:prstGeom prst="roundRect">
            <a:avLst/>
          </a:prstGeom>
        </p:spPr>
        <p:style>
          <a:lnRef idx="2">
            <a:schemeClr val="accent4"/>
          </a:lnRef>
          <a:fillRef idx="1">
            <a:schemeClr val="lt1"/>
          </a:fillRef>
          <a:effectRef idx="0">
            <a:schemeClr val="accent4"/>
          </a:effectRef>
          <a:fontRef idx="minor">
            <a:schemeClr val="dk1"/>
          </a:fontRef>
        </p:style>
        <p:txBody>
          <a:bodyPr rtlCol="0" anchor="ctr"/>
          <a:lstStyle/>
          <a:p>
            <a:pPr algn="just"/>
            <a:r>
              <a:rPr lang="en-US" sz="2800" dirty="0" err="1">
                <a:solidFill>
                  <a:schemeClr val="bg1"/>
                </a:solidFill>
                <a:latin typeface="Times New Roman" panose="02020603050405020304" pitchFamily="18" charset="0"/>
                <a:cs typeface="Times New Roman" pitchFamily="18" charset="0"/>
              </a:rPr>
              <a:t>Cơ</a:t>
            </a:r>
            <a:r>
              <a:rPr lang="en-US" sz="2800" dirty="0">
                <a:solidFill>
                  <a:schemeClr val="bg1"/>
                </a:solidFill>
                <a:latin typeface="Times New Roman" pitchFamily="18" charset="0"/>
                <a:cs typeface="Times New Roman" pitchFamily="18" charset="0"/>
              </a:rPr>
              <a:t> </a:t>
            </a:r>
            <a:r>
              <a:rPr lang="en-US" sz="2800" dirty="0" err="1">
                <a:solidFill>
                  <a:schemeClr val="bg1"/>
                </a:solidFill>
                <a:latin typeface="Times New Roman" pitchFamily="18" charset="0"/>
                <a:cs typeface="Times New Roman" pitchFamily="18" charset="0"/>
              </a:rPr>
              <a:t>quan</a:t>
            </a:r>
            <a:r>
              <a:rPr lang="en-US" sz="2800" dirty="0">
                <a:solidFill>
                  <a:schemeClr val="bg1"/>
                </a:solidFill>
                <a:latin typeface="Times New Roman" pitchFamily="18" charset="0"/>
                <a:cs typeface="Times New Roman" pitchFamily="18" charset="0"/>
              </a:rPr>
              <a:t> </a:t>
            </a:r>
            <a:r>
              <a:rPr lang="en-US" sz="2800" dirty="0" err="1">
                <a:solidFill>
                  <a:schemeClr val="bg1"/>
                </a:solidFill>
                <a:latin typeface="Times New Roman" pitchFamily="18" charset="0"/>
                <a:cs typeface="Times New Roman" pitchFamily="18" charset="0"/>
              </a:rPr>
              <a:t>nhà</a:t>
            </a:r>
            <a:r>
              <a:rPr lang="en-US" sz="2800" dirty="0">
                <a:solidFill>
                  <a:schemeClr val="bg1"/>
                </a:solidFill>
                <a:latin typeface="Times New Roman" pitchFamily="18" charset="0"/>
                <a:cs typeface="Times New Roman" pitchFamily="18" charset="0"/>
              </a:rPr>
              <a:t> </a:t>
            </a:r>
            <a:r>
              <a:rPr lang="en-US" sz="2800" dirty="0" err="1">
                <a:solidFill>
                  <a:schemeClr val="bg1"/>
                </a:solidFill>
                <a:latin typeface="Times New Roman" pitchFamily="18" charset="0"/>
                <a:cs typeface="Times New Roman" pitchFamily="18" charset="0"/>
              </a:rPr>
              <a:t>nước</a:t>
            </a:r>
            <a:r>
              <a:rPr lang="en-US" sz="2800" dirty="0">
                <a:solidFill>
                  <a:schemeClr val="bg1"/>
                </a:solidFill>
                <a:latin typeface="Times New Roman" pitchFamily="18" charset="0"/>
                <a:cs typeface="Times New Roman" pitchFamily="18" charset="0"/>
              </a:rPr>
              <a:t> </a:t>
            </a:r>
            <a:r>
              <a:rPr lang="en-US" sz="2800" dirty="0" err="1">
                <a:solidFill>
                  <a:schemeClr val="bg1"/>
                </a:solidFill>
                <a:latin typeface="Times New Roman" pitchFamily="18" charset="0"/>
                <a:cs typeface="Times New Roman" pitchFamily="18" charset="0"/>
              </a:rPr>
              <a:t>có</a:t>
            </a:r>
            <a:r>
              <a:rPr lang="en-US" sz="2800" dirty="0">
                <a:solidFill>
                  <a:schemeClr val="bg1"/>
                </a:solidFill>
                <a:latin typeface="Times New Roman" pitchFamily="18" charset="0"/>
                <a:cs typeface="Times New Roman" pitchFamily="18" charset="0"/>
              </a:rPr>
              <a:t> </a:t>
            </a:r>
            <a:r>
              <a:rPr lang="en-US" sz="2800" dirty="0" err="1">
                <a:solidFill>
                  <a:schemeClr val="bg1"/>
                </a:solidFill>
                <a:latin typeface="Times New Roman" pitchFamily="18" charset="0"/>
                <a:cs typeface="Times New Roman" pitchFamily="18" charset="0"/>
              </a:rPr>
              <a:t>tính</a:t>
            </a:r>
            <a:r>
              <a:rPr lang="en-US" sz="2800" dirty="0">
                <a:solidFill>
                  <a:schemeClr val="bg1"/>
                </a:solidFill>
                <a:latin typeface="Times New Roman" pitchFamily="18" charset="0"/>
                <a:cs typeface="Times New Roman" pitchFamily="18" charset="0"/>
              </a:rPr>
              <a:t> </a:t>
            </a:r>
            <a:r>
              <a:rPr lang="en-US" sz="2800" dirty="0" err="1">
                <a:solidFill>
                  <a:schemeClr val="bg1"/>
                </a:solidFill>
                <a:latin typeface="Times New Roman" pitchFamily="18" charset="0"/>
                <a:cs typeface="Times New Roman" pitchFamily="18" charset="0"/>
              </a:rPr>
              <a:t>độc</a:t>
            </a:r>
            <a:r>
              <a:rPr lang="en-US" sz="2800" dirty="0">
                <a:solidFill>
                  <a:schemeClr val="bg1"/>
                </a:solidFill>
                <a:latin typeface="Times New Roman" pitchFamily="18" charset="0"/>
                <a:cs typeface="Times New Roman" pitchFamily="18" charset="0"/>
              </a:rPr>
              <a:t> </a:t>
            </a:r>
            <a:r>
              <a:rPr lang="en-US" sz="2800" dirty="0" err="1">
                <a:solidFill>
                  <a:schemeClr val="bg1"/>
                </a:solidFill>
                <a:latin typeface="Times New Roman" pitchFamily="18" charset="0"/>
                <a:cs typeface="Times New Roman" pitchFamily="18" charset="0"/>
              </a:rPr>
              <a:t>lập</a:t>
            </a:r>
            <a:r>
              <a:rPr lang="en-US" sz="2800" dirty="0">
                <a:solidFill>
                  <a:schemeClr val="bg1"/>
                </a:solidFill>
                <a:latin typeface="Times New Roman" pitchFamily="18" charset="0"/>
                <a:cs typeface="Times New Roman" pitchFamily="18" charset="0"/>
              </a:rPr>
              <a:t> </a:t>
            </a:r>
            <a:r>
              <a:rPr lang="en-US" sz="2800" dirty="0" err="1">
                <a:solidFill>
                  <a:schemeClr val="bg1"/>
                </a:solidFill>
                <a:latin typeface="Times New Roman" pitchFamily="18" charset="0"/>
                <a:cs typeface="Times New Roman" pitchFamily="18" charset="0"/>
              </a:rPr>
              <a:t>về</a:t>
            </a:r>
            <a:r>
              <a:rPr lang="en-US" sz="2800" dirty="0">
                <a:solidFill>
                  <a:schemeClr val="bg1"/>
                </a:solidFill>
                <a:latin typeface="Times New Roman" pitchFamily="18" charset="0"/>
                <a:cs typeface="Times New Roman" pitchFamily="18" charset="0"/>
              </a:rPr>
              <a:t> </a:t>
            </a:r>
            <a:r>
              <a:rPr lang="en-US" sz="2800" dirty="0" err="1">
                <a:solidFill>
                  <a:schemeClr val="bg1"/>
                </a:solidFill>
                <a:latin typeface="Times New Roman" pitchFamily="18" charset="0"/>
                <a:cs typeface="Times New Roman" pitchFamily="18" charset="0"/>
              </a:rPr>
              <a:t>cơ</a:t>
            </a:r>
            <a:r>
              <a:rPr lang="en-US" sz="2800" dirty="0">
                <a:solidFill>
                  <a:schemeClr val="bg1"/>
                </a:solidFill>
                <a:latin typeface="Times New Roman" pitchFamily="18" charset="0"/>
                <a:cs typeface="Times New Roman" pitchFamily="18" charset="0"/>
              </a:rPr>
              <a:t> </a:t>
            </a:r>
            <a:r>
              <a:rPr lang="en-US" sz="2800" dirty="0" err="1">
                <a:solidFill>
                  <a:schemeClr val="bg1"/>
                </a:solidFill>
                <a:latin typeface="Times New Roman" pitchFamily="18" charset="0"/>
                <a:cs typeface="Times New Roman" pitchFamily="18" charset="0"/>
              </a:rPr>
              <a:t>cấu</a:t>
            </a:r>
            <a:r>
              <a:rPr lang="en-US" sz="2800" dirty="0">
                <a:solidFill>
                  <a:schemeClr val="bg1"/>
                </a:solidFill>
                <a:latin typeface="Times New Roman" pitchFamily="18" charset="0"/>
                <a:cs typeface="Times New Roman" pitchFamily="18" charset="0"/>
              </a:rPr>
              <a:t> </a:t>
            </a:r>
            <a:r>
              <a:rPr lang="en-US" sz="2800" dirty="0" err="1">
                <a:solidFill>
                  <a:schemeClr val="bg1"/>
                </a:solidFill>
                <a:latin typeface="Times New Roman" pitchFamily="18" charset="0"/>
                <a:cs typeface="Times New Roman" pitchFamily="18" charset="0"/>
              </a:rPr>
              <a:t>tổ</a:t>
            </a:r>
            <a:r>
              <a:rPr lang="en-US" sz="2800" dirty="0">
                <a:solidFill>
                  <a:schemeClr val="bg1"/>
                </a:solidFill>
                <a:latin typeface="Times New Roman" pitchFamily="18" charset="0"/>
                <a:cs typeface="Times New Roman" pitchFamily="18" charset="0"/>
              </a:rPr>
              <a:t> </a:t>
            </a:r>
            <a:r>
              <a:rPr lang="en-US" sz="2800" dirty="0" err="1">
                <a:solidFill>
                  <a:schemeClr val="bg1"/>
                </a:solidFill>
                <a:latin typeface="Times New Roman" pitchFamily="18" charset="0"/>
                <a:cs typeface="Times New Roman" pitchFamily="18" charset="0"/>
              </a:rPr>
              <a:t>chức</a:t>
            </a:r>
            <a:endParaRPr lang="en-US" sz="2800" dirty="0">
              <a:solidFill>
                <a:schemeClr val="bg1"/>
              </a:solidFill>
              <a:latin typeface="Times New Roman" pitchFamily="18" charset="0"/>
              <a:cs typeface="Times New Roman" pitchFamily="18" charset="0"/>
            </a:endParaRPr>
          </a:p>
        </p:txBody>
      </p:sp>
      <p:sp>
        <p:nvSpPr>
          <p:cNvPr id="6" name="Rounded Rectangle 5"/>
          <p:cNvSpPr/>
          <p:nvPr/>
        </p:nvSpPr>
        <p:spPr>
          <a:xfrm>
            <a:off x="428368" y="5591326"/>
            <a:ext cx="8077200" cy="1026891"/>
          </a:xfrm>
          <a:prstGeom prst="roundRect">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sz="2800" dirty="0" err="1">
                <a:solidFill>
                  <a:schemeClr val="bg1"/>
                </a:solidFill>
                <a:latin typeface="Times New Roman" panose="02020603050405020304" pitchFamily="18" charset="0"/>
                <a:cs typeface="Times New Roman" pitchFamily="18" charset="0"/>
              </a:rPr>
              <a:t>Điều</a:t>
            </a:r>
            <a:r>
              <a:rPr lang="en-US" sz="2800" dirty="0">
                <a:solidFill>
                  <a:schemeClr val="bg1"/>
                </a:solidFill>
                <a:latin typeface="Times New Roman" pitchFamily="18" charset="0"/>
                <a:cs typeface="Times New Roman" pitchFamily="18" charset="0"/>
              </a:rPr>
              <a:t> </a:t>
            </a:r>
            <a:r>
              <a:rPr lang="en-US" sz="2800" dirty="0" err="1">
                <a:solidFill>
                  <a:schemeClr val="bg1"/>
                </a:solidFill>
                <a:latin typeface="Times New Roman" pitchFamily="18" charset="0"/>
                <a:cs typeface="Times New Roman" pitchFamily="18" charset="0"/>
              </a:rPr>
              <a:t>kiện</a:t>
            </a:r>
            <a:r>
              <a:rPr lang="en-US" sz="2800" dirty="0">
                <a:solidFill>
                  <a:schemeClr val="bg1"/>
                </a:solidFill>
                <a:latin typeface="Times New Roman" pitchFamily="18" charset="0"/>
                <a:cs typeface="Times New Roman" pitchFamily="18" charset="0"/>
              </a:rPr>
              <a:t> </a:t>
            </a:r>
            <a:r>
              <a:rPr lang="en-US" sz="2800" dirty="0" err="1">
                <a:solidFill>
                  <a:schemeClr val="bg1"/>
                </a:solidFill>
                <a:latin typeface="Times New Roman" pitchFamily="18" charset="0"/>
                <a:cs typeface="Times New Roman" pitchFamily="18" charset="0"/>
              </a:rPr>
              <a:t>vật</a:t>
            </a:r>
            <a:r>
              <a:rPr lang="en-US" sz="2800" dirty="0">
                <a:solidFill>
                  <a:schemeClr val="bg1"/>
                </a:solidFill>
                <a:latin typeface="Times New Roman" pitchFamily="18" charset="0"/>
                <a:cs typeface="Times New Roman" pitchFamily="18" charset="0"/>
              </a:rPr>
              <a:t> </a:t>
            </a:r>
            <a:r>
              <a:rPr lang="en-US" sz="2800" dirty="0" err="1">
                <a:solidFill>
                  <a:schemeClr val="bg1"/>
                </a:solidFill>
                <a:latin typeface="Times New Roman" pitchFamily="18" charset="0"/>
                <a:cs typeface="Times New Roman" pitchFamily="18" charset="0"/>
              </a:rPr>
              <a:t>chất</a:t>
            </a:r>
            <a:r>
              <a:rPr lang="en-US" sz="2800" dirty="0">
                <a:solidFill>
                  <a:schemeClr val="bg1"/>
                </a:solidFill>
                <a:latin typeface="Times New Roman" pitchFamily="18" charset="0"/>
                <a:cs typeface="Times New Roman" pitchFamily="18" charset="0"/>
              </a:rPr>
              <a:t> </a:t>
            </a:r>
            <a:r>
              <a:rPr lang="en-US" sz="2800" dirty="0" err="1">
                <a:solidFill>
                  <a:schemeClr val="bg1"/>
                </a:solidFill>
                <a:latin typeface="Times New Roman" pitchFamily="18" charset="0"/>
                <a:cs typeface="Times New Roman" pitchFamily="18" charset="0"/>
              </a:rPr>
              <a:t>đảm</a:t>
            </a:r>
            <a:r>
              <a:rPr lang="en-US" sz="2800" dirty="0">
                <a:solidFill>
                  <a:schemeClr val="bg1"/>
                </a:solidFill>
                <a:latin typeface="Times New Roman" pitchFamily="18" charset="0"/>
                <a:cs typeface="Times New Roman" pitchFamily="18" charset="0"/>
              </a:rPr>
              <a:t> </a:t>
            </a:r>
            <a:r>
              <a:rPr lang="en-US" sz="2800" dirty="0" err="1">
                <a:solidFill>
                  <a:schemeClr val="bg1"/>
                </a:solidFill>
                <a:latin typeface="Times New Roman" pitchFamily="18" charset="0"/>
                <a:cs typeface="Times New Roman" pitchFamily="18" charset="0"/>
              </a:rPr>
              <a:t>bảo</a:t>
            </a:r>
            <a:r>
              <a:rPr lang="en-US" sz="2800" dirty="0">
                <a:solidFill>
                  <a:schemeClr val="bg1"/>
                </a:solidFill>
                <a:latin typeface="Times New Roman" pitchFamily="18" charset="0"/>
                <a:cs typeface="Times New Roman" pitchFamily="18" charset="0"/>
              </a:rPr>
              <a:t> </a:t>
            </a:r>
            <a:r>
              <a:rPr lang="en-US" sz="2800" dirty="0" err="1">
                <a:solidFill>
                  <a:schemeClr val="bg1"/>
                </a:solidFill>
                <a:latin typeface="Times New Roman" pitchFamily="18" charset="0"/>
                <a:cs typeface="Times New Roman" pitchFamily="18" charset="0"/>
              </a:rPr>
              <a:t>sự</a:t>
            </a:r>
            <a:r>
              <a:rPr lang="en-US" sz="2800" dirty="0">
                <a:solidFill>
                  <a:schemeClr val="bg1"/>
                </a:solidFill>
                <a:latin typeface="Times New Roman" pitchFamily="18" charset="0"/>
                <a:cs typeface="Times New Roman" pitchFamily="18" charset="0"/>
              </a:rPr>
              <a:t> </a:t>
            </a:r>
            <a:r>
              <a:rPr lang="en-US" sz="2800" dirty="0" err="1">
                <a:solidFill>
                  <a:schemeClr val="bg1"/>
                </a:solidFill>
                <a:latin typeface="Times New Roman" pitchFamily="18" charset="0"/>
                <a:cs typeface="Times New Roman" pitchFamily="18" charset="0"/>
              </a:rPr>
              <a:t>tồn</a:t>
            </a:r>
            <a:r>
              <a:rPr lang="en-US" sz="2800" dirty="0">
                <a:solidFill>
                  <a:schemeClr val="bg1"/>
                </a:solidFill>
                <a:latin typeface="Times New Roman" pitchFamily="18" charset="0"/>
                <a:cs typeface="Times New Roman" pitchFamily="18" charset="0"/>
              </a:rPr>
              <a:t> </a:t>
            </a:r>
            <a:r>
              <a:rPr lang="en-US" sz="2800" dirty="0" err="1">
                <a:solidFill>
                  <a:schemeClr val="bg1"/>
                </a:solidFill>
                <a:latin typeface="Times New Roman" pitchFamily="18" charset="0"/>
                <a:cs typeface="Times New Roman" pitchFamily="18" charset="0"/>
              </a:rPr>
              <a:t>tại</a:t>
            </a:r>
            <a:r>
              <a:rPr lang="en-US" sz="2800" dirty="0">
                <a:solidFill>
                  <a:schemeClr val="bg1"/>
                </a:solidFill>
                <a:latin typeface="Times New Roman" pitchFamily="18" charset="0"/>
                <a:cs typeface="Times New Roman" pitchFamily="18" charset="0"/>
              </a:rPr>
              <a:t> </a:t>
            </a:r>
            <a:r>
              <a:rPr lang="en-US" sz="2800" dirty="0" err="1">
                <a:solidFill>
                  <a:schemeClr val="bg1"/>
                </a:solidFill>
                <a:latin typeface="Times New Roman" pitchFamily="18" charset="0"/>
                <a:cs typeface="Times New Roman" pitchFamily="18" charset="0"/>
              </a:rPr>
              <a:t>của</a:t>
            </a:r>
            <a:r>
              <a:rPr lang="en-US" sz="2800" dirty="0">
                <a:solidFill>
                  <a:schemeClr val="bg1"/>
                </a:solidFill>
                <a:latin typeface="Times New Roman" pitchFamily="18" charset="0"/>
                <a:cs typeface="Times New Roman" pitchFamily="18" charset="0"/>
              </a:rPr>
              <a:t> </a:t>
            </a:r>
            <a:r>
              <a:rPr lang="en-US" sz="2800" dirty="0" err="1">
                <a:solidFill>
                  <a:schemeClr val="bg1"/>
                </a:solidFill>
                <a:latin typeface="Times New Roman" pitchFamily="18" charset="0"/>
                <a:cs typeface="Times New Roman" pitchFamily="18" charset="0"/>
              </a:rPr>
              <a:t>Cơ</a:t>
            </a:r>
            <a:r>
              <a:rPr lang="en-US" sz="2800" dirty="0">
                <a:solidFill>
                  <a:schemeClr val="bg1"/>
                </a:solidFill>
                <a:latin typeface="Times New Roman" pitchFamily="18" charset="0"/>
                <a:cs typeface="Times New Roman" pitchFamily="18" charset="0"/>
              </a:rPr>
              <a:t> </a:t>
            </a:r>
            <a:r>
              <a:rPr lang="en-US" sz="2800" dirty="0" err="1">
                <a:solidFill>
                  <a:schemeClr val="bg1"/>
                </a:solidFill>
                <a:latin typeface="Times New Roman" pitchFamily="18" charset="0"/>
                <a:cs typeface="Times New Roman" pitchFamily="18" charset="0"/>
              </a:rPr>
              <a:t>quan</a:t>
            </a:r>
            <a:r>
              <a:rPr lang="en-US" sz="2800" dirty="0">
                <a:solidFill>
                  <a:schemeClr val="bg1"/>
                </a:solidFill>
                <a:latin typeface="Times New Roman" pitchFamily="18" charset="0"/>
                <a:cs typeface="Times New Roman" pitchFamily="18" charset="0"/>
              </a:rPr>
              <a:t> </a:t>
            </a:r>
          </a:p>
          <a:p>
            <a:pPr algn="ctr"/>
            <a:r>
              <a:rPr lang="en-US" sz="2800" dirty="0" err="1">
                <a:solidFill>
                  <a:schemeClr val="bg1"/>
                </a:solidFill>
                <a:latin typeface="Times New Roman" pitchFamily="18" charset="0"/>
                <a:cs typeface="Times New Roman" pitchFamily="18" charset="0"/>
              </a:rPr>
              <a:t>nhà</a:t>
            </a:r>
            <a:r>
              <a:rPr lang="en-US" sz="2800" dirty="0">
                <a:solidFill>
                  <a:schemeClr val="bg1"/>
                </a:solidFill>
                <a:latin typeface="Times New Roman" pitchFamily="18" charset="0"/>
                <a:cs typeface="Times New Roman" pitchFamily="18" charset="0"/>
              </a:rPr>
              <a:t> </a:t>
            </a:r>
            <a:r>
              <a:rPr lang="en-US" sz="2800" dirty="0" err="1">
                <a:solidFill>
                  <a:schemeClr val="bg1"/>
                </a:solidFill>
                <a:latin typeface="Times New Roman" pitchFamily="18" charset="0"/>
                <a:cs typeface="Times New Roman" pitchFamily="18" charset="0"/>
              </a:rPr>
              <a:t>nước</a:t>
            </a:r>
            <a:r>
              <a:rPr lang="en-US" sz="2800" dirty="0">
                <a:solidFill>
                  <a:schemeClr val="bg1"/>
                </a:solidFill>
                <a:latin typeface="Times New Roman" pitchFamily="18" charset="0"/>
                <a:cs typeface="Times New Roman" pitchFamily="18" charset="0"/>
              </a:rPr>
              <a:t> do </a:t>
            </a:r>
            <a:r>
              <a:rPr lang="en-US" sz="2800" dirty="0" err="1">
                <a:solidFill>
                  <a:schemeClr val="bg1"/>
                </a:solidFill>
                <a:latin typeface="Times New Roman" pitchFamily="18" charset="0"/>
                <a:cs typeface="Times New Roman" pitchFamily="18" charset="0"/>
              </a:rPr>
              <a:t>ngân</a:t>
            </a:r>
            <a:r>
              <a:rPr lang="en-US" sz="2800" dirty="0">
                <a:solidFill>
                  <a:schemeClr val="bg1"/>
                </a:solidFill>
                <a:latin typeface="Times New Roman" pitchFamily="18" charset="0"/>
                <a:cs typeface="Times New Roman" pitchFamily="18" charset="0"/>
              </a:rPr>
              <a:t> </a:t>
            </a:r>
            <a:r>
              <a:rPr lang="en-US" sz="2800" dirty="0" err="1">
                <a:solidFill>
                  <a:schemeClr val="bg1"/>
                </a:solidFill>
                <a:latin typeface="Times New Roman" pitchFamily="18" charset="0"/>
                <a:cs typeface="Times New Roman" pitchFamily="18" charset="0"/>
              </a:rPr>
              <a:t>sách</a:t>
            </a:r>
            <a:r>
              <a:rPr lang="en-US" sz="2800" dirty="0">
                <a:solidFill>
                  <a:schemeClr val="bg1"/>
                </a:solidFill>
                <a:latin typeface="Times New Roman" pitchFamily="18" charset="0"/>
                <a:cs typeface="Times New Roman" pitchFamily="18" charset="0"/>
              </a:rPr>
              <a:t> </a:t>
            </a:r>
            <a:r>
              <a:rPr lang="en-US" sz="2800" dirty="0" err="1">
                <a:solidFill>
                  <a:schemeClr val="bg1"/>
                </a:solidFill>
                <a:latin typeface="Times New Roman" pitchFamily="18" charset="0"/>
                <a:cs typeface="Times New Roman" pitchFamily="18" charset="0"/>
              </a:rPr>
              <a:t>nhà</a:t>
            </a:r>
            <a:r>
              <a:rPr lang="en-US" sz="2800" dirty="0">
                <a:solidFill>
                  <a:schemeClr val="bg1"/>
                </a:solidFill>
                <a:latin typeface="Times New Roman" pitchFamily="18" charset="0"/>
                <a:cs typeface="Times New Roman" pitchFamily="18" charset="0"/>
              </a:rPr>
              <a:t> </a:t>
            </a:r>
            <a:r>
              <a:rPr lang="en-US" sz="2800" dirty="0" err="1">
                <a:solidFill>
                  <a:schemeClr val="bg1"/>
                </a:solidFill>
                <a:latin typeface="Times New Roman" pitchFamily="18" charset="0"/>
                <a:cs typeface="Times New Roman" pitchFamily="18" charset="0"/>
              </a:rPr>
              <a:t>nước</a:t>
            </a:r>
            <a:r>
              <a:rPr lang="en-US" sz="2800" dirty="0">
                <a:solidFill>
                  <a:schemeClr val="bg1"/>
                </a:solidFill>
                <a:latin typeface="Times New Roman" pitchFamily="18" charset="0"/>
                <a:cs typeface="Times New Roman" pitchFamily="18" charset="0"/>
              </a:rPr>
              <a:t> </a:t>
            </a:r>
            <a:r>
              <a:rPr lang="en-US" sz="2800" dirty="0" err="1">
                <a:solidFill>
                  <a:schemeClr val="bg1"/>
                </a:solidFill>
                <a:latin typeface="Times New Roman" pitchFamily="18" charset="0"/>
                <a:cs typeface="Times New Roman" pitchFamily="18" charset="0"/>
              </a:rPr>
              <a:t>đài</a:t>
            </a:r>
            <a:r>
              <a:rPr lang="en-US" sz="2800" dirty="0">
                <a:solidFill>
                  <a:schemeClr val="bg1"/>
                </a:solidFill>
                <a:latin typeface="Times New Roman" pitchFamily="18" charset="0"/>
                <a:cs typeface="Times New Roman" pitchFamily="18" charset="0"/>
              </a:rPr>
              <a:t> </a:t>
            </a:r>
            <a:r>
              <a:rPr lang="en-US" sz="2800" dirty="0" err="1">
                <a:solidFill>
                  <a:schemeClr val="bg1"/>
                </a:solidFill>
                <a:latin typeface="Times New Roman" pitchFamily="18" charset="0"/>
                <a:cs typeface="Times New Roman" pitchFamily="18" charset="0"/>
              </a:rPr>
              <a:t>thọ</a:t>
            </a:r>
            <a:endParaRPr lang="en-US" sz="2800" dirty="0">
              <a:solidFill>
                <a:schemeClr val="bg1"/>
              </a:solidFill>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9" presetClass="entr" presetSubtype="0" decel="10000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 calcmode="lin" valueType="num">
                                      <p:cBhvr>
                                        <p:cTn id="9" dur="500" fill="hold"/>
                                        <p:tgtEl>
                                          <p:spTgt spid="2"/>
                                        </p:tgtEl>
                                        <p:attrNameLst>
                                          <p:attrName>style.rotation</p:attrName>
                                        </p:attrNameLst>
                                      </p:cBhvr>
                                      <p:tavLst>
                                        <p:tav tm="0">
                                          <p:val>
                                            <p:fltVal val="360"/>
                                          </p:val>
                                        </p:tav>
                                        <p:tav tm="100000">
                                          <p:val>
                                            <p:fltVal val="0"/>
                                          </p:val>
                                        </p:tav>
                                      </p:tavLst>
                                    </p:anim>
                                    <p:animEffect transition="in" filter="fade">
                                      <p:cBhvr>
                                        <p:cTn id="10" dur="5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40" presetClass="entr" presetSubtype="0" fill="hold" grpId="0" nodeType="clickEffect">
                                  <p:stCondLst>
                                    <p:cond delay="0"/>
                                  </p:stCondLst>
                                  <p:iterate type="lt">
                                    <p:tmPct val="10000"/>
                                  </p:iterate>
                                  <p:childTnLst>
                                    <p:set>
                                      <p:cBhvr>
                                        <p:cTn id="14" dur="1" fill="hold">
                                          <p:stCondLst>
                                            <p:cond delay="0"/>
                                          </p:stCondLst>
                                        </p:cTn>
                                        <p:tgtEl>
                                          <p:spTgt spid="4"/>
                                        </p:tgtEl>
                                        <p:attrNameLst>
                                          <p:attrName>style.visibility</p:attrName>
                                        </p:attrNameLst>
                                      </p:cBhvr>
                                      <p:to>
                                        <p:strVal val="visible"/>
                                      </p:to>
                                    </p:set>
                                    <p:animEffect transition="in" filter="fade">
                                      <p:cBhvr>
                                        <p:cTn id="15" dur="1000"/>
                                        <p:tgtEl>
                                          <p:spTgt spid="4"/>
                                        </p:tgtEl>
                                      </p:cBhvr>
                                    </p:animEffect>
                                    <p:anim calcmode="lin" valueType="num">
                                      <p:cBhvr>
                                        <p:cTn id="16" dur="1000" fill="hold"/>
                                        <p:tgtEl>
                                          <p:spTgt spid="4"/>
                                        </p:tgtEl>
                                        <p:attrNameLst>
                                          <p:attrName>ppt_x</p:attrName>
                                        </p:attrNameLst>
                                      </p:cBhvr>
                                      <p:tavLst>
                                        <p:tav tm="0">
                                          <p:val>
                                            <p:strVal val="#ppt_x-.1"/>
                                          </p:val>
                                        </p:tav>
                                        <p:tav tm="100000">
                                          <p:val>
                                            <p:strVal val="#ppt_x"/>
                                          </p:val>
                                        </p:tav>
                                      </p:tavLst>
                                    </p:anim>
                                    <p:anim calcmode="lin" valueType="num">
                                      <p:cBhvr>
                                        <p:cTn id="17" dur="10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1" presetClass="entr" presetSubtype="4"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heel(4)">
                                      <p:cBhvr>
                                        <p:cTn id="22" dur="20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15"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anim calcmode="lin" valueType="num">
                                      <p:cBhvr>
                                        <p:cTn id="27" dur="1000" fill="hold"/>
                                        <p:tgtEl>
                                          <p:spTgt spid="6"/>
                                        </p:tgtEl>
                                        <p:attrNameLst>
                                          <p:attrName>ppt_w</p:attrName>
                                        </p:attrNameLst>
                                      </p:cBhvr>
                                      <p:tavLst>
                                        <p:tav tm="0">
                                          <p:val>
                                            <p:fltVal val="0"/>
                                          </p:val>
                                        </p:tav>
                                        <p:tav tm="100000">
                                          <p:val>
                                            <p:strVal val="#ppt_w"/>
                                          </p:val>
                                        </p:tav>
                                      </p:tavLst>
                                    </p:anim>
                                    <p:anim calcmode="lin" valueType="num">
                                      <p:cBhvr>
                                        <p:cTn id="28" dur="1000" fill="hold"/>
                                        <p:tgtEl>
                                          <p:spTgt spid="6"/>
                                        </p:tgtEl>
                                        <p:attrNameLst>
                                          <p:attrName>ppt_h</p:attrName>
                                        </p:attrNameLst>
                                      </p:cBhvr>
                                      <p:tavLst>
                                        <p:tav tm="0">
                                          <p:val>
                                            <p:fltVal val="0"/>
                                          </p:val>
                                        </p:tav>
                                        <p:tav tm="100000">
                                          <p:val>
                                            <p:strVal val="#ppt_h"/>
                                          </p:val>
                                        </p:tav>
                                      </p:tavLst>
                                    </p:anim>
                                    <p:anim calcmode="lin" valueType="num">
                                      <p:cBhvr>
                                        <p:cTn id="29" dur="1000" fill="hold"/>
                                        <p:tgtEl>
                                          <p:spTgt spid="6"/>
                                        </p:tgtEl>
                                        <p:attrNameLst>
                                          <p:attrName>ppt_x</p:attrName>
                                        </p:attrNameLst>
                                      </p:cBhvr>
                                      <p:tavLst>
                                        <p:tav tm="0" fmla="#ppt_x+(cos(-2*pi*(1-$))*-#ppt_x-sin(-2*pi*(1-$))*(1-#ppt_y))*(1-$)">
                                          <p:val>
                                            <p:fltVal val="0"/>
                                          </p:val>
                                        </p:tav>
                                        <p:tav tm="100000">
                                          <p:val>
                                            <p:fltVal val="1"/>
                                          </p:val>
                                        </p:tav>
                                      </p:tavLst>
                                    </p:anim>
                                    <p:anim calcmode="lin" valueType="num">
                                      <p:cBhvr>
                                        <p:cTn id="30" dur="1000" fill="hold"/>
                                        <p:tgtEl>
                                          <p:spTgt spid="6"/>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animBg="1"/>
      <p:bldP spid="5" grpId="0" animBg="1"/>
      <p:bldP spid="6"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381000" y="2209800"/>
            <a:ext cx="8077200" cy="121920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3600" dirty="0" err="1">
                <a:latin typeface="Times New Roman" pitchFamily="18" charset="0"/>
                <a:cs typeface="Times New Roman" pitchFamily="18" charset="0"/>
              </a:rPr>
              <a:t>Cán</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bộ</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công</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chức</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làm</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việc</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trong</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cơ</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quan</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nhà</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nước</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phải</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là</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công</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dân</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Việt</a:t>
            </a:r>
            <a:r>
              <a:rPr lang="en-US" sz="3600" dirty="0">
                <a:latin typeface="Times New Roman" pitchFamily="18" charset="0"/>
                <a:cs typeface="Times New Roman" pitchFamily="18" charset="0"/>
              </a:rPr>
              <a:t> Nam</a:t>
            </a:r>
          </a:p>
        </p:txBody>
      </p:sp>
      <p:sp>
        <p:nvSpPr>
          <p:cNvPr id="5" name="Rounded Rectangle 4"/>
          <p:cNvSpPr/>
          <p:nvPr/>
        </p:nvSpPr>
        <p:spPr>
          <a:xfrm>
            <a:off x="381000" y="4038600"/>
            <a:ext cx="8077200" cy="121920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3600" dirty="0" err="1">
                <a:latin typeface="Times New Roman" pitchFamily="18" charset="0"/>
                <a:cs typeface="Times New Roman" pitchFamily="18" charset="0"/>
              </a:rPr>
              <a:t>Cơ</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quan</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nhà</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nước</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được</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giao</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thực</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hiện</a:t>
            </a:r>
            <a:r>
              <a:rPr lang="en-US" sz="3600" dirty="0">
                <a:latin typeface="Times New Roman" pitchFamily="18" charset="0"/>
                <a:cs typeface="Times New Roman" pitchFamily="18" charset="0"/>
              </a:rPr>
              <a:t> 1 </a:t>
            </a:r>
            <a:r>
              <a:rPr lang="en-US" sz="3600" dirty="0" err="1">
                <a:latin typeface="Times New Roman" pitchFamily="18" charset="0"/>
                <a:cs typeface="Times New Roman" pitchFamily="18" charset="0"/>
              </a:rPr>
              <a:t>phần</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nhiệm</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vụ</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quyền</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hạn</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của</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Nhà</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nước</a:t>
            </a:r>
            <a:r>
              <a:rPr lang="en-US" sz="3600" dirty="0">
                <a:latin typeface="Times New Roman" pitchFamily="18" charset="0"/>
                <a:cs typeface="Times New Roman" pitchFamily="18" charset="0"/>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9" presetClass="entr" presetSubtype="0" accel="10000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ppt_h</p:attrName>
                                        </p:attrNameLst>
                                      </p:cBhvr>
                                      <p:tavLst>
                                        <p:tav tm="0">
                                          <p:val>
                                            <p:strVal val="#ppt_h/20"/>
                                          </p:val>
                                        </p:tav>
                                        <p:tav tm="50000">
                                          <p:val>
                                            <p:strVal val="#ppt_h/20"/>
                                          </p:val>
                                        </p:tav>
                                        <p:tav tm="100000">
                                          <p:val>
                                            <p:strVal val="#ppt_h"/>
                                          </p:val>
                                        </p:tav>
                                      </p:tavLst>
                                    </p:anim>
                                    <p:anim calcmode="lin" valueType="num">
                                      <p:cBhvr>
                                        <p:cTn id="8" dur="500" fill="hold"/>
                                        <p:tgtEl>
                                          <p:spTgt spid="4"/>
                                        </p:tgtEl>
                                        <p:attrNameLst>
                                          <p:attrName>ppt_w</p:attrName>
                                        </p:attrNameLst>
                                      </p:cBhvr>
                                      <p:tavLst>
                                        <p:tav tm="0">
                                          <p:val>
                                            <p:strVal val="#ppt_w+.3"/>
                                          </p:val>
                                        </p:tav>
                                        <p:tav tm="50000">
                                          <p:val>
                                            <p:strVal val="#ppt_w+.3"/>
                                          </p:val>
                                        </p:tav>
                                        <p:tav tm="100000">
                                          <p:val>
                                            <p:strVal val="#ppt_w"/>
                                          </p:val>
                                        </p:tav>
                                      </p:tavLst>
                                    </p:anim>
                                    <p:anim calcmode="lin" valueType="num">
                                      <p:cBhvr>
                                        <p:cTn id="9" dur="500" fill="hold"/>
                                        <p:tgtEl>
                                          <p:spTgt spid="4"/>
                                        </p:tgtEl>
                                        <p:attrNameLst>
                                          <p:attrName>ppt_x</p:attrName>
                                        </p:attrNameLst>
                                      </p:cBhvr>
                                      <p:tavLst>
                                        <p:tav tm="0">
                                          <p:val>
                                            <p:strVal val="#ppt_x-.3"/>
                                          </p:val>
                                        </p:tav>
                                        <p:tav tm="50000">
                                          <p:val>
                                            <p:strVal val="#ppt_x"/>
                                          </p:val>
                                        </p:tav>
                                        <p:tav tm="100000">
                                          <p:val>
                                            <p:strVal val="#ppt_x"/>
                                          </p:val>
                                        </p:tav>
                                      </p:tavLst>
                                    </p:anim>
                                    <p:anim calcmode="lin" valueType="num">
                                      <p:cBhvr>
                                        <p:cTn id="10"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11" fill="hold">
                      <p:stCondLst>
                        <p:cond delay="indefinite"/>
                      </p:stCondLst>
                      <p:childTnLst>
                        <p:par>
                          <p:cTn id="12" fill="hold">
                            <p:stCondLst>
                              <p:cond delay="0"/>
                            </p:stCondLst>
                            <p:childTnLst>
                              <p:par>
                                <p:cTn id="13" presetID="53"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p:cTn id="15" dur="500" fill="hold"/>
                                        <p:tgtEl>
                                          <p:spTgt spid="5"/>
                                        </p:tgtEl>
                                        <p:attrNameLst>
                                          <p:attrName>ppt_w</p:attrName>
                                        </p:attrNameLst>
                                      </p:cBhvr>
                                      <p:tavLst>
                                        <p:tav tm="0">
                                          <p:val>
                                            <p:fltVal val="0"/>
                                          </p:val>
                                        </p:tav>
                                        <p:tav tm="100000">
                                          <p:val>
                                            <p:strVal val="#ppt_w"/>
                                          </p:val>
                                        </p:tav>
                                      </p:tavLst>
                                    </p:anim>
                                    <p:anim calcmode="lin" valueType="num">
                                      <p:cBhvr>
                                        <p:cTn id="16" dur="500" fill="hold"/>
                                        <p:tgtEl>
                                          <p:spTgt spid="5"/>
                                        </p:tgtEl>
                                        <p:attrNameLst>
                                          <p:attrName>ppt_h</p:attrName>
                                        </p:attrNameLst>
                                      </p:cBhvr>
                                      <p:tavLst>
                                        <p:tav tm="0">
                                          <p:val>
                                            <p:fltVal val="0"/>
                                          </p:val>
                                        </p:tav>
                                        <p:tav tm="100000">
                                          <p:val>
                                            <p:strVal val="#ppt_h"/>
                                          </p:val>
                                        </p:tav>
                                      </p:tavLst>
                                    </p:anim>
                                    <p:animEffect transition="in" filter="fade">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795" y="735450"/>
            <a:ext cx="8612362" cy="1080938"/>
          </a:xfrm>
        </p:spPr>
        <p:txBody>
          <a:bodyPr>
            <a:noAutofit/>
          </a:bodyPr>
          <a:lstStyle/>
          <a:p>
            <a:r>
              <a:rPr lang="en-US" sz="3200" b="1" dirty="0">
                <a:solidFill>
                  <a:schemeClr val="tx1"/>
                </a:solidFill>
                <a:latin typeface="Times New Roman" pitchFamily="18" charset="0"/>
                <a:cs typeface="Times New Roman" pitchFamily="18" charset="0"/>
              </a:rPr>
              <a:t>2. </a:t>
            </a:r>
            <a:r>
              <a:rPr lang="en-US" sz="3200" b="1" dirty="0" err="1">
                <a:solidFill>
                  <a:schemeClr val="tx1"/>
                </a:solidFill>
                <a:latin typeface="Times New Roman" pitchFamily="18" charset="0"/>
                <a:cs typeface="Times New Roman" pitchFamily="18" charset="0"/>
              </a:rPr>
              <a:t>Bộ</a:t>
            </a:r>
            <a:r>
              <a:rPr lang="en-US" sz="3200" b="1" dirty="0">
                <a:solidFill>
                  <a:schemeClr val="tx1"/>
                </a:solidFill>
                <a:latin typeface="Times New Roman" pitchFamily="18" charset="0"/>
                <a:cs typeface="Times New Roman" pitchFamily="18" charset="0"/>
              </a:rPr>
              <a:t> </a:t>
            </a:r>
            <a:r>
              <a:rPr lang="en-US" sz="3200" b="1" dirty="0" err="1">
                <a:solidFill>
                  <a:schemeClr val="tx1"/>
                </a:solidFill>
                <a:latin typeface="Times New Roman" pitchFamily="18" charset="0"/>
                <a:cs typeface="Times New Roman" pitchFamily="18" charset="0"/>
              </a:rPr>
              <a:t>máy</a:t>
            </a:r>
            <a:r>
              <a:rPr lang="en-US" sz="3200" b="1" dirty="0">
                <a:solidFill>
                  <a:schemeClr val="tx1"/>
                </a:solidFill>
                <a:latin typeface="Times New Roman" pitchFamily="18" charset="0"/>
                <a:cs typeface="Times New Roman" pitchFamily="18" charset="0"/>
              </a:rPr>
              <a:t> </a:t>
            </a:r>
            <a:r>
              <a:rPr lang="en-US" sz="3200" b="1" dirty="0" err="1">
                <a:solidFill>
                  <a:schemeClr val="tx1"/>
                </a:solidFill>
                <a:latin typeface="Times New Roman" pitchFamily="18" charset="0"/>
                <a:cs typeface="Times New Roman" pitchFamily="18" charset="0"/>
              </a:rPr>
              <a:t>Nhà</a:t>
            </a:r>
            <a:r>
              <a:rPr lang="en-US" sz="3200" b="1" dirty="0">
                <a:solidFill>
                  <a:schemeClr val="tx1"/>
                </a:solidFill>
                <a:latin typeface="Times New Roman" pitchFamily="18" charset="0"/>
                <a:cs typeface="Times New Roman" pitchFamily="18" charset="0"/>
              </a:rPr>
              <a:t> </a:t>
            </a:r>
            <a:r>
              <a:rPr lang="en-US" sz="3200" b="1" dirty="0" err="1">
                <a:solidFill>
                  <a:schemeClr val="tx1"/>
                </a:solidFill>
                <a:latin typeface="Times New Roman" pitchFamily="18" charset="0"/>
                <a:cs typeface="Times New Roman" pitchFamily="18" charset="0"/>
              </a:rPr>
              <a:t>nước</a:t>
            </a:r>
            <a:r>
              <a:rPr lang="en-US" sz="3200" b="1" dirty="0">
                <a:solidFill>
                  <a:schemeClr val="tx1"/>
                </a:solidFill>
                <a:latin typeface="Times New Roman" pitchFamily="18" charset="0"/>
                <a:cs typeface="Times New Roman" pitchFamily="18" charset="0"/>
              </a:rPr>
              <a:t> </a:t>
            </a:r>
            <a:r>
              <a:rPr lang="en-US" sz="3200" b="1" dirty="0" err="1">
                <a:solidFill>
                  <a:schemeClr val="tx1"/>
                </a:solidFill>
                <a:latin typeface="Times New Roman" pitchFamily="18" charset="0"/>
                <a:cs typeface="Times New Roman" pitchFamily="18" charset="0"/>
              </a:rPr>
              <a:t>Cộng</a:t>
            </a:r>
            <a:r>
              <a:rPr lang="en-US" sz="3200" b="1" dirty="0">
                <a:solidFill>
                  <a:schemeClr val="tx1"/>
                </a:solidFill>
                <a:latin typeface="Times New Roman" pitchFamily="18" charset="0"/>
                <a:cs typeface="Times New Roman" pitchFamily="18" charset="0"/>
              </a:rPr>
              <a:t> </a:t>
            </a:r>
            <a:r>
              <a:rPr lang="en-US" sz="3200" b="1" dirty="0" err="1">
                <a:solidFill>
                  <a:schemeClr val="tx1"/>
                </a:solidFill>
                <a:latin typeface="Times New Roman" pitchFamily="18" charset="0"/>
                <a:cs typeface="Times New Roman" pitchFamily="18" charset="0"/>
              </a:rPr>
              <a:t>hoà</a:t>
            </a:r>
            <a:r>
              <a:rPr lang="en-US" sz="3200" b="1" dirty="0">
                <a:solidFill>
                  <a:schemeClr val="tx1"/>
                </a:solidFill>
                <a:latin typeface="Times New Roman" pitchFamily="18" charset="0"/>
                <a:cs typeface="Times New Roman" pitchFamily="18" charset="0"/>
              </a:rPr>
              <a:t> </a:t>
            </a:r>
            <a:br>
              <a:rPr lang="en-US" sz="3200" b="1" dirty="0">
                <a:solidFill>
                  <a:schemeClr val="tx1"/>
                </a:solidFill>
                <a:latin typeface="Times New Roman" pitchFamily="18" charset="0"/>
                <a:cs typeface="Times New Roman" pitchFamily="18" charset="0"/>
              </a:rPr>
            </a:br>
            <a:r>
              <a:rPr lang="en-US" sz="3200" b="1" dirty="0" err="1">
                <a:solidFill>
                  <a:schemeClr val="tx1"/>
                </a:solidFill>
                <a:latin typeface="Times New Roman" pitchFamily="18" charset="0"/>
                <a:cs typeface="Times New Roman" pitchFamily="18" charset="0"/>
              </a:rPr>
              <a:t>xã</a:t>
            </a:r>
            <a:r>
              <a:rPr lang="en-US" sz="3200" b="1" dirty="0">
                <a:solidFill>
                  <a:schemeClr val="tx1"/>
                </a:solidFill>
                <a:latin typeface="Times New Roman" pitchFamily="18" charset="0"/>
                <a:cs typeface="Times New Roman" pitchFamily="18" charset="0"/>
              </a:rPr>
              <a:t> </a:t>
            </a:r>
            <a:r>
              <a:rPr lang="en-US" sz="3200" b="1" dirty="0" err="1">
                <a:solidFill>
                  <a:schemeClr val="tx1"/>
                </a:solidFill>
                <a:latin typeface="Times New Roman" pitchFamily="18" charset="0"/>
                <a:cs typeface="Times New Roman" pitchFamily="18" charset="0"/>
              </a:rPr>
              <a:t>hội</a:t>
            </a:r>
            <a:r>
              <a:rPr lang="en-US" sz="3200" b="1" dirty="0">
                <a:solidFill>
                  <a:schemeClr val="tx1"/>
                </a:solidFill>
                <a:latin typeface="Times New Roman" pitchFamily="18" charset="0"/>
                <a:cs typeface="Times New Roman" pitchFamily="18" charset="0"/>
              </a:rPr>
              <a:t> </a:t>
            </a:r>
            <a:r>
              <a:rPr lang="en-US" sz="3200" b="1" dirty="0" err="1">
                <a:solidFill>
                  <a:schemeClr val="tx1"/>
                </a:solidFill>
                <a:latin typeface="Times New Roman" pitchFamily="18" charset="0"/>
                <a:cs typeface="Times New Roman" pitchFamily="18" charset="0"/>
              </a:rPr>
              <a:t>chủ</a:t>
            </a:r>
            <a:r>
              <a:rPr lang="en-US" sz="3200" b="1" dirty="0">
                <a:solidFill>
                  <a:schemeClr val="tx1"/>
                </a:solidFill>
                <a:latin typeface="Times New Roman" pitchFamily="18" charset="0"/>
                <a:cs typeface="Times New Roman" pitchFamily="18" charset="0"/>
              </a:rPr>
              <a:t> </a:t>
            </a:r>
            <a:r>
              <a:rPr lang="en-US" sz="3200" b="1" dirty="0" err="1">
                <a:solidFill>
                  <a:schemeClr val="tx1"/>
                </a:solidFill>
                <a:latin typeface="Times New Roman" pitchFamily="18" charset="0"/>
                <a:cs typeface="Times New Roman" pitchFamily="18" charset="0"/>
              </a:rPr>
              <a:t>nghĩa</a:t>
            </a:r>
            <a:r>
              <a:rPr lang="en-US" sz="3200" b="1" dirty="0">
                <a:solidFill>
                  <a:schemeClr val="tx1"/>
                </a:solidFill>
                <a:latin typeface="Times New Roman" pitchFamily="18" charset="0"/>
                <a:cs typeface="Times New Roman" pitchFamily="18" charset="0"/>
              </a:rPr>
              <a:t> Việt Nam</a:t>
            </a:r>
          </a:p>
        </p:txBody>
      </p:sp>
      <p:sp>
        <p:nvSpPr>
          <p:cNvPr id="4" name="TextBox 3"/>
          <p:cNvSpPr txBox="1"/>
          <p:nvPr/>
        </p:nvSpPr>
        <p:spPr>
          <a:xfrm>
            <a:off x="562530" y="2057400"/>
            <a:ext cx="3352800" cy="584775"/>
          </a:xfrm>
          <a:prstGeom prst="rect">
            <a:avLst/>
          </a:prstGeom>
          <a:noFill/>
        </p:spPr>
        <p:txBody>
          <a:bodyPr wrap="square" rtlCol="0">
            <a:spAutoFit/>
          </a:bodyPr>
          <a:lstStyle/>
          <a:p>
            <a:r>
              <a:rPr lang="en-US" sz="3200" b="1" i="1" dirty="0" err="1">
                <a:latin typeface="Times New Roman" pitchFamily="18" charset="0"/>
                <a:cs typeface="Times New Roman" pitchFamily="18" charset="0"/>
              </a:rPr>
              <a:t>Khái</a:t>
            </a:r>
            <a:r>
              <a:rPr lang="en-US" sz="3200" b="1" i="1" dirty="0">
                <a:latin typeface="Times New Roman" pitchFamily="18" charset="0"/>
                <a:cs typeface="Times New Roman" pitchFamily="18" charset="0"/>
              </a:rPr>
              <a:t> </a:t>
            </a:r>
            <a:r>
              <a:rPr lang="en-US" sz="3200" b="1" i="1" dirty="0" err="1">
                <a:latin typeface="Times New Roman" pitchFamily="18" charset="0"/>
                <a:cs typeface="Times New Roman" pitchFamily="18" charset="0"/>
              </a:rPr>
              <a:t>niệm</a:t>
            </a:r>
            <a:endParaRPr lang="en-US" sz="3200" b="1" i="1" dirty="0">
              <a:latin typeface="Times New Roman" pitchFamily="18" charset="0"/>
              <a:cs typeface="Times New Roman" pitchFamily="18" charset="0"/>
            </a:endParaRPr>
          </a:p>
        </p:txBody>
      </p:sp>
      <p:sp>
        <p:nvSpPr>
          <p:cNvPr id="5" name="TextBox 4"/>
          <p:cNvSpPr txBox="1"/>
          <p:nvPr/>
        </p:nvSpPr>
        <p:spPr>
          <a:xfrm>
            <a:off x="495300" y="3124200"/>
            <a:ext cx="8153400" cy="2677656"/>
          </a:xfrm>
          <a:prstGeom prst="rect">
            <a:avLst/>
          </a:prstGeom>
        </p:spPr>
        <p:style>
          <a:lnRef idx="2">
            <a:schemeClr val="accent4"/>
          </a:lnRef>
          <a:fillRef idx="1">
            <a:schemeClr val="lt1"/>
          </a:fillRef>
          <a:effectRef idx="0">
            <a:schemeClr val="accent4"/>
          </a:effectRef>
          <a:fontRef idx="minor">
            <a:schemeClr val="dk1"/>
          </a:fontRef>
        </p:style>
        <p:txBody>
          <a:bodyPr wrap="square" rtlCol="0">
            <a:spAutoFit/>
          </a:bodyPr>
          <a:lstStyle/>
          <a:p>
            <a:pPr algn="just"/>
            <a:r>
              <a:rPr lang="en-US" sz="2800" dirty="0" err="1">
                <a:latin typeface="Times New Roman" pitchFamily="18" charset="0"/>
                <a:cs typeface="Times New Roman" pitchFamily="18" charset="0"/>
              </a:rPr>
              <a:t>Bộ</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máy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nước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Việt</a:t>
            </a:r>
            <a:r>
              <a:rPr lang="en-US" sz="2800" dirty="0">
                <a:latin typeface="Times New Roman" pitchFamily="18" charset="0"/>
                <a:cs typeface="Times New Roman" pitchFamily="18" charset="0"/>
              </a:rPr>
              <a:t> Nam </a:t>
            </a:r>
            <a:r>
              <a:rPr lang="en-US" sz="2800" dirty="0" err="1">
                <a:latin typeface="Times New Roman" pitchFamily="18" charset="0"/>
                <a:cs typeface="Times New Roman" pitchFamily="18" charset="0"/>
              </a:rPr>
              <a:t>là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một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hệ</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thống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bao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gồm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nhiều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cơ</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quan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nước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có</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tính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chất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vị</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trí</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chức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năng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nhiệm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vụ</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quyền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hạn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khác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nhau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nhưng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có</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mối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quan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hệ</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mật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thiết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với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nhau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tạo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thành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một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thể</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thống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nhất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được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tổ</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chức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hoạt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động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theo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những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nguyên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tắc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nhất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định</a:t>
            </a:r>
            <a:endParaRPr lang="en-US" sz="2800" dirty="0">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5"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fltVal val="0"/>
                                          </p:val>
                                        </p:tav>
                                        <p:tav tm="100000">
                                          <p:val>
                                            <p:strVal val="#ppt_w"/>
                                          </p:val>
                                        </p:tav>
                                      </p:tavLst>
                                    </p:anim>
                                    <p:anim calcmode="lin" valueType="num">
                                      <p:cBhvr>
                                        <p:cTn id="8" dur="1000" fill="hold"/>
                                        <p:tgtEl>
                                          <p:spTgt spid="2"/>
                                        </p:tgtEl>
                                        <p:attrNameLst>
                                          <p:attrName>ppt_h</p:attrName>
                                        </p:attrNameLst>
                                      </p:cBhvr>
                                      <p:tavLst>
                                        <p:tav tm="0">
                                          <p:val>
                                            <p:fltVal val="0"/>
                                          </p:val>
                                        </p:tav>
                                        <p:tav tm="100000">
                                          <p:val>
                                            <p:strVal val="#ppt_h"/>
                                          </p:val>
                                        </p:tav>
                                      </p:tavLst>
                                    </p:anim>
                                    <p:anim calcmode="lin" valueType="num">
                                      <p:cBhvr>
                                        <p:cTn id="9" dur="1000" fill="hold"/>
                                        <p:tgtEl>
                                          <p:spTgt spid="2"/>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2"/>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1" fill="hold">
                      <p:stCondLst>
                        <p:cond delay="indefinite"/>
                      </p:stCondLst>
                      <p:childTnLst>
                        <p:par>
                          <p:cTn id="12" fill="hold">
                            <p:stCondLst>
                              <p:cond delay="0"/>
                            </p:stCondLst>
                            <p:childTnLst>
                              <p:par>
                                <p:cTn id="13" presetID="40" presetClass="entr" presetSubtype="0" fill="hold" grpId="0" nodeType="clickEffect">
                                  <p:stCondLst>
                                    <p:cond delay="0"/>
                                  </p:stCondLst>
                                  <p:iterate type="lt">
                                    <p:tmPct val="10000"/>
                                  </p:iterate>
                                  <p:childTnLst>
                                    <p:set>
                                      <p:cBhvr>
                                        <p:cTn id="14" dur="1" fill="hold">
                                          <p:stCondLst>
                                            <p:cond delay="0"/>
                                          </p:stCondLst>
                                        </p:cTn>
                                        <p:tgtEl>
                                          <p:spTgt spid="4"/>
                                        </p:tgtEl>
                                        <p:attrNameLst>
                                          <p:attrName>style.visibility</p:attrName>
                                        </p:attrNameLst>
                                      </p:cBhvr>
                                      <p:to>
                                        <p:strVal val="visible"/>
                                      </p:to>
                                    </p:set>
                                    <p:animEffect transition="in" filter="fade">
                                      <p:cBhvr>
                                        <p:cTn id="15" dur="1000"/>
                                        <p:tgtEl>
                                          <p:spTgt spid="4"/>
                                        </p:tgtEl>
                                      </p:cBhvr>
                                    </p:animEffect>
                                    <p:anim calcmode="lin" valueType="num">
                                      <p:cBhvr>
                                        <p:cTn id="16" dur="1000" fill="hold"/>
                                        <p:tgtEl>
                                          <p:spTgt spid="4"/>
                                        </p:tgtEl>
                                        <p:attrNameLst>
                                          <p:attrName>ppt_x</p:attrName>
                                        </p:attrNameLst>
                                      </p:cBhvr>
                                      <p:tavLst>
                                        <p:tav tm="0">
                                          <p:val>
                                            <p:strVal val="#ppt_x-.1"/>
                                          </p:val>
                                        </p:tav>
                                        <p:tav tm="100000">
                                          <p:val>
                                            <p:strVal val="#ppt_x"/>
                                          </p:val>
                                        </p:tav>
                                      </p:tavLst>
                                    </p:anim>
                                    <p:anim calcmode="lin" valueType="num">
                                      <p:cBhvr>
                                        <p:cTn id="17" dur="10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1" presetClass="entr" presetSubtype="4"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heel(4)">
                                      <p:cBhvr>
                                        <p:cTn id="22"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57200" y="838200"/>
            <a:ext cx="4876800" cy="707886"/>
          </a:xfrm>
          <a:prstGeom prst="rect">
            <a:avLst/>
          </a:prstGeom>
          <a:noFill/>
        </p:spPr>
        <p:txBody>
          <a:bodyPr wrap="square" rtlCol="0">
            <a:spAutoFit/>
          </a:bodyPr>
          <a:lstStyle/>
          <a:p>
            <a:r>
              <a:rPr lang="en-US" sz="4000" dirty="0" err="1">
                <a:latin typeface="Times New Roman" pitchFamily="18" charset="0"/>
                <a:cs typeface="Times New Roman" pitchFamily="18" charset="0"/>
              </a:rPr>
              <a:t>Phân</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loại</a:t>
            </a:r>
            <a:endParaRPr lang="en-US" sz="4000" dirty="0">
              <a:latin typeface="Times New Roman" pitchFamily="18" charset="0"/>
              <a:cs typeface="Times New Roman" pitchFamily="18" charset="0"/>
            </a:endParaRPr>
          </a:p>
        </p:txBody>
      </p:sp>
      <p:sp>
        <p:nvSpPr>
          <p:cNvPr id="5" name="Oval 4"/>
          <p:cNvSpPr/>
          <p:nvPr/>
        </p:nvSpPr>
        <p:spPr>
          <a:xfrm>
            <a:off x="0" y="2590800"/>
            <a:ext cx="2590800" cy="3962399"/>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2800" dirty="0" err="1">
                <a:latin typeface="Times New Roman" panose="02020603050405020304" pitchFamily="18" charset="0"/>
                <a:cs typeface="Times New Roman" panose="02020603050405020304" pitchFamily="18" charset="0"/>
              </a:rPr>
              <a:t>Căn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cứ</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vào</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trật</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tự</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hình</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thành</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cũng</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như</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tính</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chất</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vị</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trí</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chức</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năng</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của</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các</a:t>
            </a:r>
            <a:r>
              <a:rPr lang="en-US" sz="2800" dirty="0">
                <a:latin typeface="Times New Roman" panose="02020603050405020304" pitchFamily="18" charset="0"/>
                <a:cs typeface="Times New Roman" panose="02020603050405020304" pitchFamily="18" charset="0"/>
              </a:rPr>
              <a:t> CQNN</a:t>
            </a:r>
          </a:p>
        </p:txBody>
      </p:sp>
      <p:sp>
        <p:nvSpPr>
          <p:cNvPr id="6" name="Rectangle 5"/>
          <p:cNvSpPr/>
          <p:nvPr/>
        </p:nvSpPr>
        <p:spPr>
          <a:xfrm>
            <a:off x="2895600" y="838200"/>
            <a:ext cx="5257800" cy="114735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800" dirty="0" err="1">
                <a:latin typeface="Times New Roman" panose="02020603050405020304" pitchFamily="18" charset="0"/>
                <a:cs typeface="Times New Roman" panose="02020603050405020304" pitchFamily="18" charset="0"/>
              </a:rPr>
              <a:t>Hệ</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thống</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các</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cơ</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quan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đại</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diện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cơ</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quan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quyền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lực</a:t>
            </a:r>
            <a:r>
              <a:rPr lang="en-US" sz="2800" dirty="0">
                <a:latin typeface="Times New Roman" panose="02020603050405020304" pitchFamily="18" charset="0"/>
                <a:cs typeface="Times New Roman" panose="02020603050405020304" pitchFamily="18" charset="0"/>
              </a:rPr>
              <a:t>)</a:t>
            </a:r>
          </a:p>
        </p:txBody>
      </p:sp>
      <p:sp>
        <p:nvSpPr>
          <p:cNvPr id="7" name="Rectangle 6"/>
          <p:cNvSpPr/>
          <p:nvPr/>
        </p:nvSpPr>
        <p:spPr>
          <a:xfrm>
            <a:off x="2895600" y="2438400"/>
            <a:ext cx="5257800" cy="114735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800" dirty="0" err="1">
                <a:latin typeface="Times New Roman" panose="02020603050405020304" pitchFamily="18" charset="0"/>
                <a:cs typeface="Times New Roman" panose="02020603050405020304" pitchFamily="18" charset="0"/>
              </a:rPr>
              <a:t>Hệ</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thống</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các</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cơ</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quan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chấp</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hành</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cơ</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quan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quản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lý</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nhà</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nước</a:t>
            </a:r>
            <a:r>
              <a:rPr lang="en-US" sz="2800" dirty="0">
                <a:latin typeface="Times New Roman" panose="02020603050405020304" pitchFamily="18" charset="0"/>
                <a:cs typeface="Times New Roman" panose="02020603050405020304" pitchFamily="18" charset="0"/>
              </a:rPr>
              <a:t>)</a:t>
            </a:r>
          </a:p>
        </p:txBody>
      </p:sp>
      <p:sp>
        <p:nvSpPr>
          <p:cNvPr id="8" name="Rectangle 7"/>
          <p:cNvSpPr/>
          <p:nvPr/>
        </p:nvSpPr>
        <p:spPr>
          <a:xfrm>
            <a:off x="2895600" y="4038600"/>
            <a:ext cx="5257800" cy="114735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800" dirty="0" err="1">
                <a:latin typeface="Times New Roman" panose="02020603050405020304" pitchFamily="18" charset="0"/>
                <a:cs typeface="Times New Roman" panose="02020603050405020304" pitchFamily="18" charset="0"/>
              </a:rPr>
              <a:t>Hệ</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thống</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cơ</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quan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xét</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xử</a:t>
            </a:r>
            <a:endParaRPr lang="en-US" sz="2800" dirty="0">
              <a:latin typeface="Times New Roman" panose="02020603050405020304" pitchFamily="18" charset="0"/>
              <a:cs typeface="Times New Roman" panose="02020603050405020304" pitchFamily="18" charset="0"/>
            </a:endParaRPr>
          </a:p>
        </p:txBody>
      </p:sp>
      <p:sp>
        <p:nvSpPr>
          <p:cNvPr id="9" name="Rectangle 8"/>
          <p:cNvSpPr/>
          <p:nvPr/>
        </p:nvSpPr>
        <p:spPr>
          <a:xfrm>
            <a:off x="2895600" y="5638800"/>
            <a:ext cx="5257800" cy="114735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800" dirty="0" err="1">
                <a:latin typeface="Times New Roman" panose="02020603050405020304" pitchFamily="18" charset="0"/>
                <a:cs typeface="Times New Roman" panose="02020603050405020304" pitchFamily="18" charset="0"/>
              </a:rPr>
              <a:t>Hệ</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thống</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cơ</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quan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kiểm</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sát</a:t>
            </a:r>
            <a:endParaRPr lang="en-US" sz="28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0" presetClass="entr" presetSubtype="0" fill="hold" grpId="0" nodeType="clickEffect">
                                  <p:stCondLst>
                                    <p:cond delay="0"/>
                                  </p:stCondLst>
                                  <p:iterate type="lt">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1"/>
                                          </p:val>
                                        </p:tav>
                                        <p:tav tm="100000">
                                          <p:val>
                                            <p:strVal val="#ppt_x"/>
                                          </p:val>
                                        </p:tav>
                                      </p:tavLst>
                                    </p:anim>
                                    <p:anim calcmode="lin" valueType="num">
                                      <p:cBhvr>
                                        <p:cTn id="9" dur="10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2000"/>
                                        <p:tgtEl>
                                          <p:spTgt spid="5"/>
                                        </p:tgtEl>
                                      </p:cBhvr>
                                    </p:animEffect>
                                  </p:childTnLst>
                                </p:cTn>
                              </p:par>
                            </p:childTnLst>
                          </p:cTn>
                        </p:par>
                      </p:childTnLst>
                    </p:cTn>
                  </p:par>
                  <p:par>
                    <p:cTn id="15" fill="hold">
                      <p:stCondLst>
                        <p:cond delay="indefinite"/>
                      </p:stCondLst>
                      <p:childTnLst>
                        <p:par>
                          <p:cTn id="16" fill="hold">
                            <p:stCondLst>
                              <p:cond delay="0"/>
                            </p:stCondLst>
                            <p:childTnLst>
                              <p:par>
                                <p:cTn id="17" presetID="35"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2000"/>
                                        <p:tgtEl>
                                          <p:spTgt spid="6"/>
                                        </p:tgtEl>
                                      </p:cBhvr>
                                    </p:animEffect>
                                    <p:anim calcmode="lin" valueType="num">
                                      <p:cBhvr>
                                        <p:cTn id="20" dur="2000" fill="hold"/>
                                        <p:tgtEl>
                                          <p:spTgt spid="6"/>
                                        </p:tgtEl>
                                        <p:attrNameLst>
                                          <p:attrName>style.rotation</p:attrName>
                                        </p:attrNameLst>
                                      </p:cBhvr>
                                      <p:tavLst>
                                        <p:tav tm="0">
                                          <p:val>
                                            <p:fltVal val="720"/>
                                          </p:val>
                                        </p:tav>
                                        <p:tav tm="100000">
                                          <p:val>
                                            <p:fltVal val="0"/>
                                          </p:val>
                                        </p:tav>
                                      </p:tavLst>
                                    </p:anim>
                                    <p:anim calcmode="lin" valueType="num">
                                      <p:cBhvr>
                                        <p:cTn id="21" dur="2000" fill="hold"/>
                                        <p:tgtEl>
                                          <p:spTgt spid="6"/>
                                        </p:tgtEl>
                                        <p:attrNameLst>
                                          <p:attrName>ppt_h</p:attrName>
                                        </p:attrNameLst>
                                      </p:cBhvr>
                                      <p:tavLst>
                                        <p:tav tm="0">
                                          <p:val>
                                            <p:fltVal val="0"/>
                                          </p:val>
                                        </p:tav>
                                        <p:tav tm="100000">
                                          <p:val>
                                            <p:strVal val="#ppt_h"/>
                                          </p:val>
                                        </p:tav>
                                      </p:tavLst>
                                    </p:anim>
                                    <p:anim calcmode="lin" valueType="num">
                                      <p:cBhvr>
                                        <p:cTn id="22" dur="2000" fill="hold"/>
                                        <p:tgtEl>
                                          <p:spTgt spid="6"/>
                                        </p:tgtEl>
                                        <p:attrNameLst>
                                          <p:attrName>ppt_w</p:attrName>
                                        </p:attrNameLst>
                                      </p:cBhvr>
                                      <p:tavLst>
                                        <p:tav tm="0">
                                          <p:val>
                                            <p:fltVal val="0"/>
                                          </p:val>
                                        </p:tav>
                                        <p:tav tm="100000">
                                          <p:val>
                                            <p:strVal val="#ppt_w"/>
                                          </p:val>
                                        </p:tav>
                                      </p:tavLst>
                                    </p:anim>
                                  </p:childTnLst>
                                </p:cTn>
                              </p:par>
                            </p:childTnLst>
                          </p:cTn>
                        </p:par>
                      </p:childTnLst>
                    </p:cTn>
                  </p:par>
                  <p:par>
                    <p:cTn id="23" fill="hold">
                      <p:stCondLst>
                        <p:cond delay="indefinite"/>
                      </p:stCondLst>
                      <p:childTnLst>
                        <p:par>
                          <p:cTn id="24" fill="hold">
                            <p:stCondLst>
                              <p:cond delay="0"/>
                            </p:stCondLst>
                            <p:childTnLst>
                              <p:par>
                                <p:cTn id="25" presetID="2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wedge">
                                      <p:cBhvr>
                                        <p:cTn id="27" dur="20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20"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wedge">
                                      <p:cBhvr>
                                        <p:cTn id="32" dur="20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20" presetClass="entr" presetSubtype="0"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wedge">
                                      <p:cBhvr>
                                        <p:cTn id="37" dur="2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animBg="1"/>
      <p:bldP spid="6" grpId="0" animBg="1"/>
      <p:bldP spid="7" grpId="0" animBg="1"/>
      <p:bldP spid="8" grpId="0" animBg="1"/>
      <p:bldP spid="9"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6" name="Content Placeholder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152400"/>
            <a:ext cx="9067799" cy="7010400"/>
          </a:xfrm>
        </p:spPr>
      </p:pic>
    </p:spTree>
    <p:extLst>
      <p:ext uri="{BB962C8B-B14F-4D97-AF65-F5344CB8AC3E}">
        <p14:creationId xmlns:p14="http://schemas.microsoft.com/office/powerpoint/2010/main" val="18965845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BAB3336C-9652-32C0-CDC6-5B8C66A7CD5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8238"/>
            <a:ext cx="9144000" cy="6858000"/>
          </a:xfrm>
          <a:prstGeom prst="rect">
            <a:avLst/>
          </a:prstGeom>
          <a:ln>
            <a:solidFill>
              <a:schemeClr val="bg2"/>
            </a:solidFill>
          </a:ln>
        </p:spPr>
        <p:style>
          <a:lnRef idx="2">
            <a:schemeClr val="accent1"/>
          </a:lnRef>
          <a:fillRef idx="1">
            <a:schemeClr val="lt1"/>
          </a:fillRef>
          <a:effectRef idx="0">
            <a:schemeClr val="accent1"/>
          </a:effectRef>
          <a:fontRef idx="minor">
            <a:schemeClr val="dk1"/>
          </a:fontRef>
        </p:style>
      </p:pic>
      <p:sp>
        <p:nvSpPr>
          <p:cNvPr id="7" name="Rectangle 6">
            <a:extLst>
              <a:ext uri="{FF2B5EF4-FFF2-40B4-BE49-F238E27FC236}">
                <a16:creationId xmlns:a16="http://schemas.microsoft.com/office/drawing/2014/main" id="{F669C6F5-21BE-E54D-E802-05B2B2B892B1}"/>
              </a:ext>
            </a:extLst>
          </p:cNvPr>
          <p:cNvSpPr/>
          <p:nvPr/>
        </p:nvSpPr>
        <p:spPr>
          <a:xfrm>
            <a:off x="4419600" y="5867400"/>
            <a:ext cx="1295400" cy="3693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sz="1400" dirty="0">
                <a:solidFill>
                  <a:schemeClr val="bg1"/>
                </a:solidFill>
                <a:latin typeface="Times New Roman" panose="02020603050405020304" pitchFamily="18" charset="0"/>
                <a:cs typeface="Times New Roman" panose="02020603050405020304" pitchFamily="18" charset="0"/>
              </a:rPr>
              <a:t>TAND khu vực</a:t>
            </a:r>
          </a:p>
        </p:txBody>
      </p:sp>
      <p:sp>
        <p:nvSpPr>
          <p:cNvPr id="8" name="Rectangle 7">
            <a:extLst>
              <a:ext uri="{FF2B5EF4-FFF2-40B4-BE49-F238E27FC236}">
                <a16:creationId xmlns:a16="http://schemas.microsoft.com/office/drawing/2014/main" id="{A9BD1D7B-C892-4372-ADD6-EE125B5CC737}"/>
              </a:ext>
            </a:extLst>
          </p:cNvPr>
          <p:cNvSpPr/>
          <p:nvPr/>
        </p:nvSpPr>
        <p:spPr>
          <a:xfrm>
            <a:off x="6019800" y="5867400"/>
            <a:ext cx="1447800" cy="3693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sz="1400" dirty="0">
                <a:solidFill>
                  <a:schemeClr val="bg1"/>
                </a:solidFill>
                <a:latin typeface="Times New Roman" panose="02020603050405020304" pitchFamily="18" charset="0"/>
                <a:cs typeface="Times New Roman" panose="02020603050405020304" pitchFamily="18" charset="0"/>
              </a:rPr>
              <a:t>VKSND khu vực</a:t>
            </a:r>
          </a:p>
        </p:txBody>
      </p:sp>
    </p:spTree>
    <p:extLst>
      <p:ext uri="{BB962C8B-B14F-4D97-AF65-F5344CB8AC3E}">
        <p14:creationId xmlns:p14="http://schemas.microsoft.com/office/powerpoint/2010/main" val="36506331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533400" y="1814036"/>
            <a:ext cx="6248400" cy="523220"/>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just"/>
            <a:r>
              <a:rPr lang="en-US" sz="2800" dirty="0" err="1">
                <a:latin typeface="Times New Roman" pitchFamily="18" charset="0"/>
                <a:cs typeface="Times New Roman" pitchFamily="18" charset="0"/>
              </a:rPr>
              <a:t>Gồm</a:t>
            </a:r>
            <a:r>
              <a:rPr lang="en-US" sz="2800" dirty="0">
                <a:latin typeface="Times New Roman" pitchFamily="18" charset="0"/>
                <a:cs typeface="Times New Roman" pitchFamily="18" charset="0"/>
              </a:rPr>
              <a:t> QH, UBTVQH, HĐND </a:t>
            </a:r>
            <a:r>
              <a:rPr lang="en-US" sz="2800" dirty="0" err="1">
                <a:latin typeface="Times New Roman" pitchFamily="18" charset="0"/>
                <a:cs typeface="Times New Roman" pitchFamily="18" charset="0"/>
              </a:rPr>
              <a:t>các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cấp</a:t>
            </a:r>
            <a:endParaRPr lang="en-US" sz="2800" dirty="0">
              <a:latin typeface="Times New Roman" pitchFamily="18" charset="0"/>
              <a:cs typeface="Times New Roman" pitchFamily="18" charset="0"/>
            </a:endParaRPr>
          </a:p>
        </p:txBody>
      </p:sp>
      <p:sp>
        <p:nvSpPr>
          <p:cNvPr id="6" name="TextBox 5"/>
          <p:cNvSpPr txBox="1"/>
          <p:nvPr/>
        </p:nvSpPr>
        <p:spPr>
          <a:xfrm>
            <a:off x="502920" y="2743200"/>
            <a:ext cx="8641080" cy="954107"/>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just"/>
            <a:r>
              <a:rPr lang="en-US" sz="2800" dirty="0" err="1">
                <a:latin typeface="Times New Roman" pitchFamily="18" charset="0"/>
                <a:cs typeface="Times New Roman" pitchFamily="18" charset="0"/>
              </a:rPr>
              <a:t>Được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nhân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dân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trực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tiếp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bầu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ra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trực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tiếp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giao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quyền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lực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để</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thay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mặt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nhân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dân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thực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hiện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quyền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lực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nước</a:t>
            </a:r>
            <a:endParaRPr lang="en-US" sz="2800" dirty="0">
              <a:latin typeface="Times New Roman" pitchFamily="18" charset="0"/>
              <a:cs typeface="Times New Roman" pitchFamily="18" charset="0"/>
            </a:endParaRPr>
          </a:p>
        </p:txBody>
      </p:sp>
      <p:sp>
        <p:nvSpPr>
          <p:cNvPr id="7" name="TextBox 6"/>
          <p:cNvSpPr txBox="1"/>
          <p:nvPr/>
        </p:nvSpPr>
        <p:spPr>
          <a:xfrm>
            <a:off x="518160" y="4148971"/>
            <a:ext cx="8077200" cy="954107"/>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just"/>
            <a:r>
              <a:rPr lang="en-US" sz="2800" dirty="0" err="1">
                <a:latin typeface="Times New Roman" pitchFamily="18" charset="0"/>
                <a:cs typeface="Times New Roman" pitchFamily="18" charset="0"/>
              </a:rPr>
              <a:t>Trong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hoạt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động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của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mình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các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cơ</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quan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nước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khác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đều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được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đặt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dưới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sự</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giám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sát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của</a:t>
            </a:r>
            <a:r>
              <a:rPr lang="en-US" sz="2800" dirty="0">
                <a:latin typeface="Times New Roman" pitchFamily="18" charset="0"/>
                <a:cs typeface="Times New Roman" pitchFamily="18" charset="0"/>
              </a:rPr>
              <a:t> QH</a:t>
            </a:r>
          </a:p>
        </p:txBody>
      </p:sp>
      <p:sp>
        <p:nvSpPr>
          <p:cNvPr id="2" name="Rectangle 1"/>
          <p:cNvSpPr/>
          <p:nvPr/>
        </p:nvSpPr>
        <p:spPr>
          <a:xfrm>
            <a:off x="281940" y="381000"/>
            <a:ext cx="8275320" cy="1200329"/>
          </a:xfrm>
          <a:prstGeom prst="rect">
            <a:avLst/>
          </a:prstGeom>
        </p:spPr>
        <p:txBody>
          <a:bodyPr wrap="square">
            <a:spAutoFit/>
          </a:bodyPr>
          <a:lstStyle/>
          <a:p>
            <a:pPr algn="ctr"/>
            <a:r>
              <a:rPr lang="en-US" sz="3600" b="1" dirty="0" err="1">
                <a:latin typeface="Times New Roman" pitchFamily="18" charset="0"/>
                <a:cs typeface="Times New Roman" pitchFamily="18" charset="0"/>
              </a:rPr>
              <a:t>Hệ</a:t>
            </a:r>
            <a:r>
              <a:rPr lang="en-US" sz="3600" b="1" dirty="0">
                <a:latin typeface="Times New Roman" pitchFamily="18" charset="0"/>
                <a:cs typeface="Times New Roman" pitchFamily="18" charset="0"/>
              </a:rPr>
              <a:t> </a:t>
            </a:r>
            <a:r>
              <a:rPr lang="en-US" sz="3600" b="1" dirty="0" err="1">
                <a:latin typeface="Times New Roman" pitchFamily="18" charset="0"/>
                <a:cs typeface="Times New Roman" pitchFamily="18" charset="0"/>
              </a:rPr>
              <a:t>thống</a:t>
            </a:r>
            <a:r>
              <a:rPr lang="en-US" sz="3600" b="1" dirty="0">
                <a:latin typeface="Times New Roman" pitchFamily="18" charset="0"/>
                <a:cs typeface="Times New Roman" pitchFamily="18" charset="0"/>
              </a:rPr>
              <a:t> </a:t>
            </a:r>
            <a:r>
              <a:rPr lang="en-US" sz="3600" b="1" dirty="0" err="1">
                <a:latin typeface="Times New Roman" pitchFamily="18" charset="0"/>
                <a:cs typeface="Times New Roman" pitchFamily="18" charset="0"/>
              </a:rPr>
              <a:t>các</a:t>
            </a:r>
            <a:r>
              <a:rPr lang="en-US" sz="3600" b="1" dirty="0">
                <a:latin typeface="Times New Roman" pitchFamily="18" charset="0"/>
                <a:cs typeface="Times New Roman" pitchFamily="18" charset="0"/>
              </a:rPr>
              <a:t> </a:t>
            </a:r>
            <a:r>
              <a:rPr lang="en-US" sz="3600" b="1" dirty="0" err="1">
                <a:latin typeface="Times New Roman" pitchFamily="18" charset="0"/>
                <a:cs typeface="Times New Roman" pitchFamily="18" charset="0"/>
              </a:rPr>
              <a:t>cơ</a:t>
            </a:r>
            <a:r>
              <a:rPr lang="en-US" sz="3600" b="1" dirty="0">
                <a:latin typeface="Times New Roman" pitchFamily="18" charset="0"/>
                <a:cs typeface="Times New Roman" pitchFamily="18" charset="0"/>
              </a:rPr>
              <a:t> </a:t>
            </a:r>
            <a:r>
              <a:rPr lang="en-US" sz="3600" b="1" dirty="0" err="1">
                <a:latin typeface="Times New Roman" pitchFamily="18" charset="0"/>
                <a:cs typeface="Times New Roman" pitchFamily="18" charset="0"/>
              </a:rPr>
              <a:t>quan</a:t>
            </a:r>
            <a:r>
              <a:rPr lang="en-US" sz="3600" b="1" dirty="0">
                <a:latin typeface="Times New Roman" pitchFamily="18" charset="0"/>
                <a:cs typeface="Times New Roman" pitchFamily="18" charset="0"/>
              </a:rPr>
              <a:t> </a:t>
            </a:r>
            <a:r>
              <a:rPr lang="en-US" sz="3600" b="1" dirty="0" err="1">
                <a:latin typeface="Times New Roman" pitchFamily="18" charset="0"/>
                <a:cs typeface="Times New Roman" pitchFamily="18" charset="0"/>
              </a:rPr>
              <a:t>đại</a:t>
            </a:r>
            <a:r>
              <a:rPr lang="en-US" sz="3600" b="1" dirty="0">
                <a:latin typeface="Times New Roman" pitchFamily="18" charset="0"/>
                <a:cs typeface="Times New Roman" pitchFamily="18" charset="0"/>
              </a:rPr>
              <a:t> </a:t>
            </a:r>
            <a:r>
              <a:rPr lang="en-US" sz="3600" b="1" dirty="0" err="1">
                <a:latin typeface="Times New Roman" pitchFamily="18" charset="0"/>
                <a:cs typeface="Times New Roman" pitchFamily="18" charset="0"/>
              </a:rPr>
              <a:t>diện</a:t>
            </a:r>
            <a:r>
              <a:rPr lang="en-US" sz="3600" b="1" dirty="0">
                <a:latin typeface="Times New Roman" pitchFamily="18" charset="0"/>
                <a:cs typeface="Times New Roman" pitchFamily="18" charset="0"/>
              </a:rPr>
              <a:t> </a:t>
            </a:r>
          </a:p>
          <a:p>
            <a:pPr algn="ctr"/>
            <a:r>
              <a:rPr lang="en-US" sz="3600" b="1" dirty="0">
                <a:latin typeface="Times New Roman" pitchFamily="18" charset="0"/>
                <a:cs typeface="Times New Roman" pitchFamily="18" charset="0"/>
              </a:rPr>
              <a:t>(</a:t>
            </a:r>
            <a:r>
              <a:rPr lang="en-US" sz="3600" b="1" dirty="0" err="1">
                <a:latin typeface="Times New Roman" pitchFamily="18" charset="0"/>
                <a:cs typeface="Times New Roman" pitchFamily="18" charset="0"/>
              </a:rPr>
              <a:t>cơ</a:t>
            </a:r>
            <a:r>
              <a:rPr lang="en-US" sz="3600" b="1" dirty="0">
                <a:latin typeface="Times New Roman" pitchFamily="18" charset="0"/>
                <a:cs typeface="Times New Roman" pitchFamily="18" charset="0"/>
              </a:rPr>
              <a:t> </a:t>
            </a:r>
            <a:r>
              <a:rPr lang="en-US" sz="3600" b="1" dirty="0" err="1">
                <a:latin typeface="Times New Roman" pitchFamily="18" charset="0"/>
                <a:cs typeface="Times New Roman" pitchFamily="18" charset="0"/>
              </a:rPr>
              <a:t>quan</a:t>
            </a:r>
            <a:r>
              <a:rPr lang="en-US" sz="3600" b="1" dirty="0">
                <a:latin typeface="Times New Roman" pitchFamily="18" charset="0"/>
                <a:cs typeface="Times New Roman" pitchFamily="18" charset="0"/>
              </a:rPr>
              <a:t> </a:t>
            </a:r>
            <a:r>
              <a:rPr lang="en-US" sz="3600" b="1" dirty="0" err="1">
                <a:latin typeface="Times New Roman" pitchFamily="18" charset="0"/>
                <a:cs typeface="Times New Roman" pitchFamily="18" charset="0"/>
              </a:rPr>
              <a:t>quyền</a:t>
            </a:r>
            <a:r>
              <a:rPr lang="en-US" sz="3600" b="1" dirty="0">
                <a:latin typeface="Times New Roman" pitchFamily="18" charset="0"/>
                <a:cs typeface="Times New Roman" pitchFamily="18" charset="0"/>
              </a:rPr>
              <a:t> </a:t>
            </a:r>
            <a:r>
              <a:rPr lang="en-US" sz="3600" b="1" dirty="0" err="1">
                <a:latin typeface="Times New Roman" pitchFamily="18" charset="0"/>
                <a:cs typeface="Times New Roman" pitchFamily="18" charset="0"/>
              </a:rPr>
              <a:t>lực</a:t>
            </a:r>
            <a:r>
              <a:rPr lang="en-US" sz="3600" b="1" dirty="0">
                <a:latin typeface="Times New Roman" pitchFamily="18" charset="0"/>
                <a:cs typeface="Times New Roman" pitchFamily="18" charset="0"/>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0" presetClass="entr" presetSubtype="0" fill="hold" grpId="0" nodeType="clickEffect">
                                  <p:stCondLst>
                                    <p:cond delay="0"/>
                                  </p:stCondLst>
                                  <p:iterate type="lt">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1"/>
                                          </p:val>
                                        </p:tav>
                                        <p:tav tm="100000">
                                          <p:val>
                                            <p:strVal val="#ppt_x"/>
                                          </p:val>
                                        </p:tav>
                                      </p:tavLst>
                                    </p:anim>
                                    <p:anim calcmode="lin" valueType="num">
                                      <p:cBhvr>
                                        <p:cTn id="9" dur="10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1" presetClass="entr" presetSubtype="4"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wheel(4)">
                                      <p:cBhvr>
                                        <p:cTn id="14" dur="2000"/>
                                        <p:tgtEl>
                                          <p:spTgt spid="6"/>
                                        </p:tgtEl>
                                      </p:cBhvr>
                                    </p:animEffect>
                                  </p:childTnLst>
                                </p:cTn>
                              </p:par>
                            </p:childTnLst>
                          </p:cTn>
                        </p:par>
                      </p:childTnLst>
                    </p:cTn>
                  </p:par>
                  <p:par>
                    <p:cTn id="15" fill="hold">
                      <p:stCondLst>
                        <p:cond delay="indefinite"/>
                      </p:stCondLst>
                      <p:childTnLst>
                        <p:par>
                          <p:cTn id="16" fill="hold">
                            <p:stCondLst>
                              <p:cond delay="0"/>
                            </p:stCondLst>
                            <p:childTnLst>
                              <p:par>
                                <p:cTn id="17" presetID="49" presetClass="entr" presetSubtype="0" decel="10000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p:cTn id="19" dur="500" fill="hold"/>
                                        <p:tgtEl>
                                          <p:spTgt spid="7"/>
                                        </p:tgtEl>
                                        <p:attrNameLst>
                                          <p:attrName>ppt_w</p:attrName>
                                        </p:attrNameLst>
                                      </p:cBhvr>
                                      <p:tavLst>
                                        <p:tav tm="0">
                                          <p:val>
                                            <p:fltVal val="0"/>
                                          </p:val>
                                        </p:tav>
                                        <p:tav tm="100000">
                                          <p:val>
                                            <p:strVal val="#ppt_w"/>
                                          </p:val>
                                        </p:tav>
                                      </p:tavLst>
                                    </p:anim>
                                    <p:anim calcmode="lin" valueType="num">
                                      <p:cBhvr>
                                        <p:cTn id="20" dur="500" fill="hold"/>
                                        <p:tgtEl>
                                          <p:spTgt spid="7"/>
                                        </p:tgtEl>
                                        <p:attrNameLst>
                                          <p:attrName>ppt_h</p:attrName>
                                        </p:attrNameLst>
                                      </p:cBhvr>
                                      <p:tavLst>
                                        <p:tav tm="0">
                                          <p:val>
                                            <p:fltVal val="0"/>
                                          </p:val>
                                        </p:tav>
                                        <p:tav tm="100000">
                                          <p:val>
                                            <p:strVal val="#ppt_h"/>
                                          </p:val>
                                        </p:tav>
                                      </p:tavLst>
                                    </p:anim>
                                    <p:anim calcmode="lin" valueType="num">
                                      <p:cBhvr>
                                        <p:cTn id="21" dur="500" fill="hold"/>
                                        <p:tgtEl>
                                          <p:spTgt spid="7"/>
                                        </p:tgtEl>
                                        <p:attrNameLst>
                                          <p:attrName>style.rotation</p:attrName>
                                        </p:attrNameLst>
                                      </p:cBhvr>
                                      <p:tavLst>
                                        <p:tav tm="0">
                                          <p:val>
                                            <p:fltVal val="360"/>
                                          </p:val>
                                        </p:tav>
                                        <p:tav tm="100000">
                                          <p:val>
                                            <p:fltVal val="0"/>
                                          </p:val>
                                        </p:tav>
                                      </p:tavLst>
                                    </p:anim>
                                    <p:animEffect transition="in" filter="fade">
                                      <p:cBhvr>
                                        <p:cTn id="2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533400" y="304800"/>
            <a:ext cx="8077200" cy="137160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4400" dirty="0" err="1">
                <a:latin typeface="Times New Roman" pitchFamily="18" charset="0"/>
                <a:cs typeface="Times New Roman" pitchFamily="18" charset="0"/>
              </a:rPr>
              <a:t>Hệ</a:t>
            </a:r>
            <a:r>
              <a:rPr lang="en-US" sz="4400" dirty="0">
                <a:latin typeface="Times New Roman" pitchFamily="18" charset="0"/>
                <a:cs typeface="Times New Roman" pitchFamily="18" charset="0"/>
              </a:rPr>
              <a:t> </a:t>
            </a:r>
            <a:r>
              <a:rPr lang="en-US" sz="4400" dirty="0" err="1">
                <a:latin typeface="Times New Roman" pitchFamily="18" charset="0"/>
                <a:cs typeface="Times New Roman" pitchFamily="18" charset="0"/>
              </a:rPr>
              <a:t>thống</a:t>
            </a:r>
            <a:r>
              <a:rPr lang="en-US" sz="4400" dirty="0">
                <a:latin typeface="Times New Roman" pitchFamily="18" charset="0"/>
                <a:cs typeface="Times New Roman" pitchFamily="18" charset="0"/>
              </a:rPr>
              <a:t> </a:t>
            </a:r>
            <a:r>
              <a:rPr lang="en-US" sz="4400" dirty="0" err="1">
                <a:latin typeface="Times New Roman" pitchFamily="18" charset="0"/>
                <a:cs typeface="Times New Roman" pitchFamily="18" charset="0"/>
              </a:rPr>
              <a:t>các</a:t>
            </a:r>
            <a:r>
              <a:rPr lang="en-US" sz="4400" dirty="0">
                <a:latin typeface="Times New Roman" pitchFamily="18" charset="0"/>
                <a:cs typeface="Times New Roman" pitchFamily="18" charset="0"/>
              </a:rPr>
              <a:t> </a:t>
            </a:r>
            <a:r>
              <a:rPr lang="en-US" sz="4400" dirty="0" err="1">
                <a:latin typeface="Times New Roman" pitchFamily="18" charset="0"/>
                <a:cs typeface="Times New Roman" pitchFamily="18" charset="0"/>
              </a:rPr>
              <a:t>cơ</a:t>
            </a:r>
            <a:r>
              <a:rPr lang="en-US" sz="4400" dirty="0">
                <a:latin typeface="Times New Roman" pitchFamily="18" charset="0"/>
                <a:cs typeface="Times New Roman" pitchFamily="18" charset="0"/>
              </a:rPr>
              <a:t> </a:t>
            </a:r>
            <a:r>
              <a:rPr lang="en-US" sz="4400" dirty="0" err="1">
                <a:latin typeface="Times New Roman" pitchFamily="18" charset="0"/>
                <a:cs typeface="Times New Roman" pitchFamily="18" charset="0"/>
              </a:rPr>
              <a:t>quan</a:t>
            </a:r>
            <a:r>
              <a:rPr lang="en-US" sz="4400" dirty="0">
                <a:latin typeface="Times New Roman" pitchFamily="18" charset="0"/>
                <a:cs typeface="Times New Roman" pitchFamily="18" charset="0"/>
              </a:rPr>
              <a:t> </a:t>
            </a:r>
            <a:r>
              <a:rPr lang="en-US" sz="4400" dirty="0" err="1">
                <a:latin typeface="Times New Roman" pitchFamily="18" charset="0"/>
                <a:cs typeface="Times New Roman" pitchFamily="18" charset="0"/>
              </a:rPr>
              <a:t>chấp</a:t>
            </a:r>
            <a:r>
              <a:rPr lang="en-US" sz="4400" dirty="0">
                <a:latin typeface="Times New Roman" pitchFamily="18" charset="0"/>
                <a:cs typeface="Times New Roman" pitchFamily="18" charset="0"/>
              </a:rPr>
              <a:t> </a:t>
            </a:r>
            <a:r>
              <a:rPr lang="en-US" sz="4400" dirty="0" err="1">
                <a:latin typeface="Times New Roman" pitchFamily="18" charset="0"/>
                <a:cs typeface="Times New Roman" pitchFamily="18" charset="0"/>
              </a:rPr>
              <a:t>hành</a:t>
            </a:r>
            <a:r>
              <a:rPr lang="en-US" sz="4400" dirty="0">
                <a:latin typeface="Times New Roman" pitchFamily="18" charset="0"/>
                <a:cs typeface="Times New Roman" pitchFamily="18" charset="0"/>
              </a:rPr>
              <a:t> (</a:t>
            </a:r>
            <a:r>
              <a:rPr lang="en-US" sz="4400" dirty="0" err="1">
                <a:latin typeface="Times New Roman" pitchFamily="18" charset="0"/>
                <a:cs typeface="Times New Roman" pitchFamily="18" charset="0"/>
              </a:rPr>
              <a:t>cơ</a:t>
            </a:r>
            <a:r>
              <a:rPr lang="en-US" sz="4400" dirty="0">
                <a:latin typeface="Times New Roman" pitchFamily="18" charset="0"/>
                <a:cs typeface="Times New Roman" pitchFamily="18" charset="0"/>
              </a:rPr>
              <a:t> </a:t>
            </a:r>
            <a:r>
              <a:rPr lang="en-US" sz="4400" dirty="0" err="1">
                <a:latin typeface="Times New Roman" pitchFamily="18" charset="0"/>
                <a:cs typeface="Times New Roman" pitchFamily="18" charset="0"/>
              </a:rPr>
              <a:t>quan</a:t>
            </a:r>
            <a:r>
              <a:rPr lang="en-US" sz="4400" dirty="0">
                <a:latin typeface="Times New Roman" pitchFamily="18" charset="0"/>
                <a:cs typeface="Times New Roman" pitchFamily="18" charset="0"/>
              </a:rPr>
              <a:t> </a:t>
            </a:r>
            <a:r>
              <a:rPr lang="en-US" sz="4400" dirty="0" err="1">
                <a:latin typeface="Times New Roman" pitchFamily="18" charset="0"/>
                <a:cs typeface="Times New Roman" pitchFamily="18" charset="0"/>
              </a:rPr>
              <a:t>quản</a:t>
            </a:r>
            <a:r>
              <a:rPr lang="en-US" sz="4400" dirty="0">
                <a:latin typeface="Times New Roman" pitchFamily="18" charset="0"/>
                <a:cs typeface="Times New Roman" pitchFamily="18" charset="0"/>
              </a:rPr>
              <a:t> </a:t>
            </a:r>
            <a:r>
              <a:rPr lang="en-US" sz="4400" dirty="0" err="1">
                <a:latin typeface="Times New Roman" pitchFamily="18" charset="0"/>
                <a:cs typeface="Times New Roman" pitchFamily="18" charset="0"/>
              </a:rPr>
              <a:t>lý</a:t>
            </a:r>
            <a:r>
              <a:rPr lang="en-US" sz="4400" dirty="0">
                <a:latin typeface="Times New Roman" pitchFamily="18" charset="0"/>
                <a:cs typeface="Times New Roman" pitchFamily="18" charset="0"/>
              </a:rPr>
              <a:t> </a:t>
            </a:r>
            <a:r>
              <a:rPr lang="en-US" sz="4400" dirty="0" err="1">
                <a:latin typeface="Times New Roman" pitchFamily="18" charset="0"/>
                <a:cs typeface="Times New Roman" pitchFamily="18" charset="0"/>
              </a:rPr>
              <a:t>nhà</a:t>
            </a:r>
            <a:r>
              <a:rPr lang="en-US" sz="4400" dirty="0">
                <a:latin typeface="Times New Roman" pitchFamily="18" charset="0"/>
                <a:cs typeface="Times New Roman" pitchFamily="18" charset="0"/>
              </a:rPr>
              <a:t> </a:t>
            </a:r>
            <a:r>
              <a:rPr lang="en-US" sz="4400" dirty="0" err="1">
                <a:latin typeface="Times New Roman" pitchFamily="18" charset="0"/>
                <a:cs typeface="Times New Roman" pitchFamily="18" charset="0"/>
              </a:rPr>
              <a:t>nước</a:t>
            </a:r>
            <a:r>
              <a:rPr lang="en-US" sz="4400" dirty="0">
                <a:latin typeface="Times New Roman" pitchFamily="18" charset="0"/>
                <a:cs typeface="Times New Roman" pitchFamily="18" charset="0"/>
              </a:rPr>
              <a:t>)</a:t>
            </a:r>
          </a:p>
        </p:txBody>
      </p:sp>
      <p:sp>
        <p:nvSpPr>
          <p:cNvPr id="5" name="TextBox 4"/>
          <p:cNvSpPr txBox="1"/>
          <p:nvPr/>
        </p:nvSpPr>
        <p:spPr>
          <a:xfrm>
            <a:off x="533400" y="1981200"/>
            <a:ext cx="8077200" cy="954107"/>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2800" dirty="0" err="1">
                <a:latin typeface="Times New Roman" pitchFamily="18" charset="0"/>
                <a:cs typeface="Times New Roman" pitchFamily="18" charset="0"/>
              </a:rPr>
              <a:t>Gồm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Chính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phủ</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các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Bộ</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cơ</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quan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ngang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Bộ</a:t>
            </a:r>
            <a:r>
              <a:rPr lang="en-US" sz="2800" dirty="0">
                <a:latin typeface="Times New Roman" pitchFamily="18" charset="0"/>
                <a:cs typeface="Times New Roman" pitchFamily="18" charset="0"/>
              </a:rPr>
              <a:t>, UBND </a:t>
            </a:r>
            <a:r>
              <a:rPr lang="en-US" sz="2800" dirty="0" err="1">
                <a:latin typeface="Times New Roman" pitchFamily="18" charset="0"/>
                <a:cs typeface="Times New Roman" pitchFamily="18" charset="0"/>
              </a:rPr>
              <a:t>các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cấp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các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Sở</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Phòng</a:t>
            </a:r>
            <a:r>
              <a:rPr lang="en-US" sz="2800" dirty="0">
                <a:latin typeface="Times New Roman" pitchFamily="18" charset="0"/>
                <a:cs typeface="Times New Roman" pitchFamily="18" charset="0"/>
              </a:rPr>
              <a:t>, Ban </a:t>
            </a:r>
            <a:r>
              <a:rPr lang="en-US" sz="2800" dirty="0" err="1">
                <a:latin typeface="Times New Roman" pitchFamily="18" charset="0"/>
                <a:cs typeface="Times New Roman" pitchFamily="18" charset="0"/>
              </a:rPr>
              <a:t>thuộc</a:t>
            </a:r>
            <a:r>
              <a:rPr lang="en-US" sz="2800" dirty="0">
                <a:latin typeface="Times New Roman" pitchFamily="18" charset="0"/>
                <a:cs typeface="Times New Roman" pitchFamily="18" charset="0"/>
              </a:rPr>
              <a:t> UBND</a:t>
            </a:r>
          </a:p>
        </p:txBody>
      </p:sp>
      <p:sp>
        <p:nvSpPr>
          <p:cNvPr id="6" name="TextBox 5"/>
          <p:cNvSpPr txBox="1"/>
          <p:nvPr/>
        </p:nvSpPr>
        <p:spPr>
          <a:xfrm>
            <a:off x="533400" y="3352800"/>
            <a:ext cx="8077200" cy="954107"/>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2800" dirty="0" err="1">
                <a:latin typeface="Times New Roman" pitchFamily="18" charset="0"/>
                <a:cs typeface="Times New Roman" pitchFamily="18" charset="0"/>
              </a:rPr>
              <a:t>Được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hình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thành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bằng</a:t>
            </a:r>
            <a:r>
              <a:rPr lang="en-US" sz="2800" dirty="0">
                <a:latin typeface="Times New Roman" pitchFamily="18" charset="0"/>
                <a:cs typeface="Times New Roman" pitchFamily="18" charset="0"/>
              </a:rPr>
              <a:t> con </a:t>
            </a:r>
            <a:r>
              <a:rPr lang="en-US" sz="2800" dirty="0" err="1">
                <a:latin typeface="Times New Roman" pitchFamily="18" charset="0"/>
                <a:cs typeface="Times New Roman" pitchFamily="18" charset="0"/>
              </a:rPr>
              <a:t>đường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bầu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cử</a:t>
            </a:r>
            <a:r>
              <a:rPr lang="en-US" sz="2800" dirty="0">
                <a:latin typeface="Times New Roman" pitchFamily="18" charset="0"/>
                <a:cs typeface="Times New Roman" pitchFamily="18" charset="0"/>
              </a:rPr>
              <a:t>, do </a:t>
            </a:r>
            <a:r>
              <a:rPr lang="en-US" sz="2800" dirty="0" err="1">
                <a:latin typeface="Times New Roman" pitchFamily="18" charset="0"/>
                <a:cs typeface="Times New Roman" pitchFamily="18" charset="0"/>
              </a:rPr>
              <a:t>cơ</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quan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quyền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lực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nước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cùng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cấp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bầu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ra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bãi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nhiệm</a:t>
            </a:r>
            <a:endParaRPr lang="en-US" sz="2800" dirty="0">
              <a:latin typeface="Times New Roman" pitchFamily="18" charset="0"/>
              <a:cs typeface="Times New Roman" pitchFamily="18" charset="0"/>
            </a:endParaRPr>
          </a:p>
        </p:txBody>
      </p:sp>
      <p:sp>
        <p:nvSpPr>
          <p:cNvPr id="7" name="TextBox 6"/>
          <p:cNvSpPr txBox="1"/>
          <p:nvPr/>
        </p:nvSpPr>
        <p:spPr>
          <a:xfrm>
            <a:off x="533400" y="4800600"/>
            <a:ext cx="8077200" cy="954107"/>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2800" dirty="0" err="1">
                <a:latin typeface="Times New Roman" pitchFamily="18" charset="0"/>
                <a:cs typeface="Times New Roman" pitchFamily="18" charset="0"/>
              </a:rPr>
              <a:t>Có</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chức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năng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quản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lý</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hành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chính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nước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chức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năng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chính</a:t>
            </a:r>
            <a:endParaRPr lang="en-US" sz="2800" dirty="0">
              <a:latin typeface="Times New Roman" pitchFamily="18" charset="0"/>
              <a:cs typeface="Times New Roman" pitchFamily="18" charset="0"/>
            </a:endParaRPr>
          </a:p>
        </p:txBody>
      </p:sp>
      <p:sp>
        <p:nvSpPr>
          <p:cNvPr id="8" name="TextBox 7"/>
          <p:cNvSpPr txBox="1"/>
          <p:nvPr/>
        </p:nvSpPr>
        <p:spPr>
          <a:xfrm>
            <a:off x="548640" y="6217920"/>
            <a:ext cx="7010400" cy="523220"/>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2800" dirty="0" err="1">
                <a:latin typeface="Times New Roman" pitchFamily="18" charset="0"/>
                <a:cs typeface="Times New Roman" pitchFamily="18" charset="0"/>
              </a:rPr>
              <a:t>Là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cơ</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quan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có</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hệ</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thống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bộ</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máy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lớn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nhất</a:t>
            </a:r>
            <a:endParaRPr lang="en-US" sz="2800" dirty="0">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edg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4"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heel(4)">
                                      <p:cBhvr>
                                        <p:cTn id="12" dur="20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1" presetClass="entr" presetSubtype="4"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heel(4)">
                                      <p:cBhvr>
                                        <p:cTn id="17" dur="20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35" presetClass="entr" presetSubtype="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2000"/>
                                        <p:tgtEl>
                                          <p:spTgt spid="7"/>
                                        </p:tgtEl>
                                      </p:cBhvr>
                                    </p:animEffect>
                                    <p:anim calcmode="lin" valueType="num">
                                      <p:cBhvr>
                                        <p:cTn id="23" dur="2000" fill="hold"/>
                                        <p:tgtEl>
                                          <p:spTgt spid="7"/>
                                        </p:tgtEl>
                                        <p:attrNameLst>
                                          <p:attrName>style.rotation</p:attrName>
                                        </p:attrNameLst>
                                      </p:cBhvr>
                                      <p:tavLst>
                                        <p:tav tm="0">
                                          <p:val>
                                            <p:fltVal val="720"/>
                                          </p:val>
                                        </p:tav>
                                        <p:tav tm="100000">
                                          <p:val>
                                            <p:fltVal val="0"/>
                                          </p:val>
                                        </p:tav>
                                      </p:tavLst>
                                    </p:anim>
                                    <p:anim calcmode="lin" valueType="num">
                                      <p:cBhvr>
                                        <p:cTn id="24" dur="2000" fill="hold"/>
                                        <p:tgtEl>
                                          <p:spTgt spid="7"/>
                                        </p:tgtEl>
                                        <p:attrNameLst>
                                          <p:attrName>ppt_h</p:attrName>
                                        </p:attrNameLst>
                                      </p:cBhvr>
                                      <p:tavLst>
                                        <p:tav tm="0">
                                          <p:val>
                                            <p:fltVal val="0"/>
                                          </p:val>
                                        </p:tav>
                                        <p:tav tm="100000">
                                          <p:val>
                                            <p:strVal val="#ppt_h"/>
                                          </p:val>
                                        </p:tav>
                                      </p:tavLst>
                                    </p:anim>
                                    <p:anim calcmode="lin" valueType="num">
                                      <p:cBhvr>
                                        <p:cTn id="25" dur="2000" fill="hold"/>
                                        <p:tgtEl>
                                          <p:spTgt spid="7"/>
                                        </p:tgtEl>
                                        <p:attrNameLst>
                                          <p:attrName>ppt_w</p:attrName>
                                        </p:attrNameLst>
                                      </p:cBhvr>
                                      <p:tavLst>
                                        <p:tav tm="0">
                                          <p:val>
                                            <p:fltVal val="0"/>
                                          </p:val>
                                        </p:tav>
                                        <p:tav tm="100000">
                                          <p:val>
                                            <p:strVal val="#ppt_w"/>
                                          </p:val>
                                        </p:tav>
                                      </p:tavLst>
                                    </p:anim>
                                  </p:childTnLst>
                                </p:cTn>
                              </p:par>
                            </p:childTnLst>
                          </p:cTn>
                        </p:par>
                      </p:childTnLst>
                    </p:cTn>
                  </p:par>
                  <p:par>
                    <p:cTn id="26" fill="hold">
                      <p:stCondLst>
                        <p:cond delay="indefinite"/>
                      </p:stCondLst>
                      <p:childTnLst>
                        <p:par>
                          <p:cTn id="27" fill="hold">
                            <p:stCondLst>
                              <p:cond delay="0"/>
                            </p:stCondLst>
                            <p:childTnLst>
                              <p:par>
                                <p:cTn id="28" presetID="20" presetClass="entr" presetSubtype="0" fill="hold" grpId="0" nodeType="click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wedge">
                                      <p:cBhvr>
                                        <p:cTn id="30"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57200" y="0"/>
            <a:ext cx="8305800" cy="137160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4400" dirty="0" err="1">
                <a:solidFill>
                  <a:srgbClr val="002060"/>
                </a:solidFill>
                <a:latin typeface="Times New Roman" pitchFamily="18" charset="0"/>
                <a:cs typeface="Times New Roman" pitchFamily="18" charset="0"/>
              </a:rPr>
              <a:t>Hệ</a:t>
            </a:r>
            <a:r>
              <a:rPr lang="en-US" sz="4400" dirty="0">
                <a:solidFill>
                  <a:srgbClr val="002060"/>
                </a:solidFill>
                <a:latin typeface="Times New Roman" pitchFamily="18" charset="0"/>
                <a:cs typeface="Times New Roman" pitchFamily="18" charset="0"/>
              </a:rPr>
              <a:t> </a:t>
            </a:r>
            <a:r>
              <a:rPr lang="en-US" sz="4400" dirty="0" err="1">
                <a:solidFill>
                  <a:srgbClr val="002060"/>
                </a:solidFill>
                <a:latin typeface="Times New Roman" pitchFamily="18" charset="0"/>
                <a:cs typeface="Times New Roman" pitchFamily="18" charset="0"/>
              </a:rPr>
              <a:t>thống</a:t>
            </a:r>
            <a:r>
              <a:rPr lang="en-US" sz="4400" dirty="0">
                <a:solidFill>
                  <a:srgbClr val="002060"/>
                </a:solidFill>
                <a:latin typeface="Times New Roman" pitchFamily="18" charset="0"/>
                <a:cs typeface="Times New Roman" pitchFamily="18" charset="0"/>
              </a:rPr>
              <a:t> </a:t>
            </a:r>
            <a:r>
              <a:rPr lang="en-US" sz="4400" dirty="0" err="1">
                <a:solidFill>
                  <a:srgbClr val="002060"/>
                </a:solidFill>
                <a:latin typeface="Times New Roman" pitchFamily="18" charset="0"/>
                <a:cs typeface="Times New Roman" pitchFamily="18" charset="0"/>
              </a:rPr>
              <a:t>các</a:t>
            </a:r>
            <a:r>
              <a:rPr lang="en-US" sz="4400" dirty="0">
                <a:solidFill>
                  <a:srgbClr val="002060"/>
                </a:solidFill>
                <a:latin typeface="Times New Roman" pitchFamily="18" charset="0"/>
                <a:cs typeface="Times New Roman" pitchFamily="18" charset="0"/>
              </a:rPr>
              <a:t> </a:t>
            </a:r>
            <a:r>
              <a:rPr lang="en-US" sz="4400" dirty="0" err="1">
                <a:solidFill>
                  <a:srgbClr val="002060"/>
                </a:solidFill>
                <a:latin typeface="Times New Roman" pitchFamily="18" charset="0"/>
                <a:cs typeface="Times New Roman" pitchFamily="18" charset="0"/>
              </a:rPr>
              <a:t>cơ</a:t>
            </a:r>
            <a:r>
              <a:rPr lang="en-US" sz="4400" dirty="0">
                <a:solidFill>
                  <a:srgbClr val="002060"/>
                </a:solidFill>
                <a:latin typeface="Times New Roman" pitchFamily="18" charset="0"/>
                <a:cs typeface="Times New Roman" pitchFamily="18" charset="0"/>
              </a:rPr>
              <a:t> </a:t>
            </a:r>
            <a:r>
              <a:rPr lang="en-US" sz="4400" dirty="0" err="1">
                <a:solidFill>
                  <a:srgbClr val="002060"/>
                </a:solidFill>
                <a:latin typeface="Times New Roman" pitchFamily="18" charset="0"/>
                <a:cs typeface="Times New Roman" pitchFamily="18" charset="0"/>
              </a:rPr>
              <a:t>quan</a:t>
            </a:r>
            <a:r>
              <a:rPr lang="en-US" sz="4400" dirty="0">
                <a:solidFill>
                  <a:srgbClr val="002060"/>
                </a:solidFill>
                <a:latin typeface="Times New Roman" pitchFamily="18" charset="0"/>
                <a:cs typeface="Times New Roman" pitchFamily="18" charset="0"/>
              </a:rPr>
              <a:t> </a:t>
            </a:r>
            <a:r>
              <a:rPr lang="en-US" sz="4400" dirty="0" err="1">
                <a:solidFill>
                  <a:srgbClr val="002060"/>
                </a:solidFill>
                <a:latin typeface="Times New Roman" pitchFamily="18" charset="0"/>
                <a:cs typeface="Times New Roman" pitchFamily="18" charset="0"/>
              </a:rPr>
              <a:t>xét</a:t>
            </a:r>
            <a:r>
              <a:rPr lang="en-US" sz="4400" dirty="0">
                <a:solidFill>
                  <a:srgbClr val="002060"/>
                </a:solidFill>
                <a:latin typeface="Times New Roman" pitchFamily="18" charset="0"/>
                <a:cs typeface="Times New Roman" pitchFamily="18" charset="0"/>
              </a:rPr>
              <a:t> </a:t>
            </a:r>
            <a:r>
              <a:rPr lang="en-US" sz="4400" dirty="0" err="1">
                <a:solidFill>
                  <a:srgbClr val="002060"/>
                </a:solidFill>
                <a:latin typeface="Times New Roman" pitchFamily="18" charset="0"/>
                <a:cs typeface="Times New Roman" pitchFamily="18" charset="0"/>
              </a:rPr>
              <a:t>xử</a:t>
            </a:r>
            <a:endParaRPr lang="en-US" sz="4400" dirty="0">
              <a:solidFill>
                <a:srgbClr val="002060"/>
              </a:solidFill>
              <a:latin typeface="Times New Roman" pitchFamily="18" charset="0"/>
              <a:cs typeface="Times New Roman" pitchFamily="18" charset="0"/>
            </a:endParaRPr>
          </a:p>
        </p:txBody>
      </p:sp>
      <p:sp>
        <p:nvSpPr>
          <p:cNvPr id="5" name="TextBox 4"/>
          <p:cNvSpPr txBox="1"/>
          <p:nvPr/>
        </p:nvSpPr>
        <p:spPr>
          <a:xfrm>
            <a:off x="0" y="1524000"/>
            <a:ext cx="1981200" cy="3970318"/>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just"/>
            <a:r>
              <a:rPr lang="en-US" sz="3600" dirty="0" err="1">
                <a:latin typeface="Times New Roman" pitchFamily="18" charset="0"/>
                <a:cs typeface="Times New Roman" pitchFamily="18" charset="0"/>
              </a:rPr>
              <a:t>Gồm</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Tòa</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án</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nhân</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dân</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các</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cấp</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và</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Tòa</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án</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quân</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sự</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các</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cấp</a:t>
            </a:r>
            <a:endParaRPr lang="en-US" sz="3600" dirty="0">
              <a:latin typeface="Times New Roman" pitchFamily="18" charset="0"/>
              <a:cs typeface="Times New Roman" pitchFamily="18" charset="0"/>
            </a:endParaRPr>
          </a:p>
        </p:txBody>
      </p:sp>
      <p:sp>
        <p:nvSpPr>
          <p:cNvPr id="6" name="TextBox 5"/>
          <p:cNvSpPr txBox="1"/>
          <p:nvPr/>
        </p:nvSpPr>
        <p:spPr>
          <a:xfrm>
            <a:off x="2133600" y="1524000"/>
            <a:ext cx="3194538" cy="1754326"/>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just"/>
            <a:r>
              <a:rPr lang="en-US" sz="3600" dirty="0" err="1">
                <a:latin typeface="Times New Roman" pitchFamily="18" charset="0"/>
                <a:cs typeface="Times New Roman" pitchFamily="18" charset="0"/>
              </a:rPr>
              <a:t>Được</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hình</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thành</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bằng</a:t>
            </a:r>
            <a:r>
              <a:rPr lang="en-US" sz="3600" dirty="0">
                <a:latin typeface="Times New Roman" pitchFamily="18" charset="0"/>
                <a:cs typeface="Times New Roman" pitchFamily="18" charset="0"/>
              </a:rPr>
              <a:t> con </a:t>
            </a:r>
            <a:r>
              <a:rPr lang="en-US" sz="3600" dirty="0" err="1">
                <a:latin typeface="Times New Roman" pitchFamily="18" charset="0"/>
                <a:cs typeface="Times New Roman" pitchFamily="18" charset="0"/>
              </a:rPr>
              <a:t>đường</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bầu</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cử</a:t>
            </a:r>
            <a:endParaRPr lang="en-US" sz="3600" dirty="0">
              <a:latin typeface="Times New Roman" pitchFamily="18" charset="0"/>
              <a:cs typeface="Times New Roman" pitchFamily="18" charset="0"/>
            </a:endParaRPr>
          </a:p>
        </p:txBody>
      </p:sp>
      <p:sp>
        <p:nvSpPr>
          <p:cNvPr id="7" name="TextBox 6"/>
          <p:cNvSpPr txBox="1"/>
          <p:nvPr/>
        </p:nvSpPr>
        <p:spPr>
          <a:xfrm>
            <a:off x="5486400" y="1524000"/>
            <a:ext cx="2133600" cy="3970318"/>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just"/>
            <a:r>
              <a:rPr lang="en-US" sz="3600" dirty="0" err="1">
                <a:latin typeface="Times New Roman" pitchFamily="18" charset="0"/>
                <a:cs typeface="Times New Roman" pitchFamily="18" charset="0"/>
              </a:rPr>
              <a:t>Quyền</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lực</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Nhà</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nước</a:t>
            </a:r>
            <a:r>
              <a:rPr lang="en-US" sz="3600" dirty="0">
                <a:latin typeface="Times New Roman" pitchFamily="18" charset="0"/>
                <a:cs typeface="Times New Roman" pitchFamily="18" charset="0"/>
              </a:rPr>
              <a:t> do </a:t>
            </a:r>
            <a:r>
              <a:rPr lang="en-US" sz="3600" dirty="0" err="1">
                <a:latin typeface="Times New Roman" pitchFamily="18" charset="0"/>
                <a:cs typeface="Times New Roman" pitchFamily="18" charset="0"/>
              </a:rPr>
              <a:t>cơ</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quan</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quyền</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lực</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nhà</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nước</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giao</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cho</a:t>
            </a:r>
            <a:endParaRPr lang="en-US" sz="3600" dirty="0">
              <a:latin typeface="Times New Roman" pitchFamily="18" charset="0"/>
              <a:cs typeface="Times New Roman" pitchFamily="18" charset="0"/>
            </a:endParaRPr>
          </a:p>
        </p:txBody>
      </p:sp>
      <p:sp>
        <p:nvSpPr>
          <p:cNvPr id="8" name="TextBox 7"/>
          <p:cNvSpPr txBox="1"/>
          <p:nvPr/>
        </p:nvSpPr>
        <p:spPr>
          <a:xfrm>
            <a:off x="7772400" y="1524000"/>
            <a:ext cx="1371600" cy="2862322"/>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just"/>
            <a:r>
              <a:rPr lang="en-US" sz="3600" dirty="0" err="1">
                <a:latin typeface="Times New Roman" pitchFamily="18" charset="0"/>
                <a:cs typeface="Times New Roman" pitchFamily="18" charset="0"/>
              </a:rPr>
              <a:t>Chức</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năng</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xét</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xử</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là</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duy</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nhất</a:t>
            </a:r>
            <a:endParaRPr lang="en-US" sz="3600" dirty="0">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edge">
                                      <p:cBhvr>
                                        <p:cTn id="7" dur="20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40" presetClass="entr" presetSubtype="0" fill="hold" grpId="0" nodeType="clickEffect">
                                  <p:stCondLst>
                                    <p:cond delay="0"/>
                                  </p:stCondLst>
                                  <p:iterate type="lt">
                                    <p:tmPct val="10000"/>
                                  </p:iterate>
                                  <p:childTnLst>
                                    <p:set>
                                      <p:cBhvr>
                                        <p:cTn id="11" dur="1" fill="hold">
                                          <p:stCondLst>
                                            <p:cond delay="0"/>
                                          </p:stCondLst>
                                        </p:cTn>
                                        <p:tgtEl>
                                          <p:spTgt spid="5"/>
                                        </p:tgtEl>
                                        <p:attrNameLst>
                                          <p:attrName>style.visibility</p:attrName>
                                        </p:attrNameLst>
                                      </p:cBhvr>
                                      <p:to>
                                        <p:strVal val="visible"/>
                                      </p:to>
                                    </p:set>
                                    <p:animEffect transition="in" filter="fade">
                                      <p:cBhvr>
                                        <p:cTn id="12" dur="1000"/>
                                        <p:tgtEl>
                                          <p:spTgt spid="5"/>
                                        </p:tgtEl>
                                      </p:cBhvr>
                                    </p:animEffect>
                                    <p:anim calcmode="lin" valueType="num">
                                      <p:cBhvr>
                                        <p:cTn id="13" dur="1000" fill="hold"/>
                                        <p:tgtEl>
                                          <p:spTgt spid="5"/>
                                        </p:tgtEl>
                                        <p:attrNameLst>
                                          <p:attrName>ppt_x</p:attrName>
                                        </p:attrNameLst>
                                      </p:cBhvr>
                                      <p:tavLst>
                                        <p:tav tm="0">
                                          <p:val>
                                            <p:strVal val="#ppt_x-.1"/>
                                          </p:val>
                                        </p:tav>
                                        <p:tav tm="100000">
                                          <p:val>
                                            <p:strVal val="#ppt_x"/>
                                          </p:val>
                                        </p:tav>
                                      </p:tavLst>
                                    </p:anim>
                                    <p:anim calcmode="lin" valueType="num">
                                      <p:cBhvr>
                                        <p:cTn id="14" dur="10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0"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wedge">
                                      <p:cBhvr>
                                        <p:cTn id="19" dur="2000"/>
                                        <p:tgtEl>
                                          <p:spTgt spid="6"/>
                                        </p:tgtEl>
                                      </p:cBhvr>
                                    </p:animEffect>
                                  </p:childTnLst>
                                </p:cTn>
                              </p:par>
                            </p:childTnLst>
                          </p:cTn>
                        </p:par>
                      </p:childTnLst>
                    </p:cTn>
                  </p:par>
                  <p:par>
                    <p:cTn id="20" fill="hold">
                      <p:stCondLst>
                        <p:cond delay="indefinite"/>
                      </p:stCondLst>
                      <p:childTnLst>
                        <p:par>
                          <p:cTn id="21" fill="hold">
                            <p:stCondLst>
                              <p:cond delay="0"/>
                            </p:stCondLst>
                            <p:childTnLst>
                              <p:par>
                                <p:cTn id="22" presetID="20" presetClass="entr" presetSubtype="0" fill="hold" grpId="0" nodeType="click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wedge">
                                      <p:cBhvr>
                                        <p:cTn id="24" dur="2000"/>
                                        <p:tgtEl>
                                          <p:spTgt spid="7"/>
                                        </p:tgtEl>
                                      </p:cBhvr>
                                    </p:animEffect>
                                  </p:childTnLst>
                                </p:cTn>
                              </p:par>
                            </p:childTnLst>
                          </p:cTn>
                        </p:par>
                      </p:childTnLst>
                    </p:cTn>
                  </p:par>
                  <p:par>
                    <p:cTn id="25" fill="hold">
                      <p:stCondLst>
                        <p:cond delay="indefinite"/>
                      </p:stCondLst>
                      <p:childTnLst>
                        <p:par>
                          <p:cTn id="26" fill="hold">
                            <p:stCondLst>
                              <p:cond delay="0"/>
                            </p:stCondLst>
                            <p:childTnLst>
                              <p:par>
                                <p:cTn id="27" presetID="21" presetClass="entr" presetSubtype="4" fill="hold" grpId="0" nodeType="click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wheel(4)">
                                      <p:cBhvr>
                                        <p:cTn id="29"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04800" y="152400"/>
            <a:ext cx="7924800" cy="137160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4400" b="1" dirty="0" err="1">
                <a:solidFill>
                  <a:srgbClr val="002060"/>
                </a:solidFill>
                <a:latin typeface="Times New Roman" pitchFamily="18" charset="0"/>
                <a:cs typeface="Times New Roman" pitchFamily="18" charset="0"/>
              </a:rPr>
              <a:t>Hệ</a:t>
            </a:r>
            <a:r>
              <a:rPr lang="en-US" sz="4400" b="1" dirty="0">
                <a:solidFill>
                  <a:srgbClr val="002060"/>
                </a:solidFill>
                <a:latin typeface="Times New Roman" pitchFamily="18" charset="0"/>
                <a:cs typeface="Times New Roman" pitchFamily="18" charset="0"/>
              </a:rPr>
              <a:t> </a:t>
            </a:r>
            <a:r>
              <a:rPr lang="en-US" sz="4400" b="1" dirty="0" err="1">
                <a:solidFill>
                  <a:srgbClr val="002060"/>
                </a:solidFill>
                <a:latin typeface="Times New Roman" pitchFamily="18" charset="0"/>
                <a:cs typeface="Times New Roman" pitchFamily="18" charset="0"/>
              </a:rPr>
              <a:t>thống</a:t>
            </a:r>
            <a:r>
              <a:rPr lang="en-US" sz="4400" b="1" dirty="0">
                <a:solidFill>
                  <a:srgbClr val="002060"/>
                </a:solidFill>
                <a:latin typeface="Times New Roman" pitchFamily="18" charset="0"/>
                <a:cs typeface="Times New Roman" pitchFamily="18" charset="0"/>
              </a:rPr>
              <a:t> </a:t>
            </a:r>
            <a:r>
              <a:rPr lang="en-US" sz="4400" b="1" dirty="0" err="1">
                <a:solidFill>
                  <a:srgbClr val="002060"/>
                </a:solidFill>
                <a:latin typeface="Times New Roman" pitchFamily="18" charset="0"/>
                <a:cs typeface="Times New Roman" pitchFamily="18" charset="0"/>
              </a:rPr>
              <a:t>cơ</a:t>
            </a:r>
            <a:r>
              <a:rPr lang="en-US" sz="4400" b="1" dirty="0">
                <a:solidFill>
                  <a:srgbClr val="002060"/>
                </a:solidFill>
                <a:latin typeface="Times New Roman" pitchFamily="18" charset="0"/>
                <a:cs typeface="Times New Roman" pitchFamily="18" charset="0"/>
              </a:rPr>
              <a:t> </a:t>
            </a:r>
            <a:r>
              <a:rPr lang="en-US" sz="4400" b="1" dirty="0" err="1">
                <a:solidFill>
                  <a:srgbClr val="002060"/>
                </a:solidFill>
                <a:latin typeface="Times New Roman" pitchFamily="18" charset="0"/>
                <a:cs typeface="Times New Roman" pitchFamily="18" charset="0"/>
              </a:rPr>
              <a:t>quan</a:t>
            </a:r>
            <a:r>
              <a:rPr lang="en-US" sz="4400" b="1" dirty="0">
                <a:solidFill>
                  <a:srgbClr val="002060"/>
                </a:solidFill>
                <a:latin typeface="Times New Roman" pitchFamily="18" charset="0"/>
                <a:cs typeface="Times New Roman" pitchFamily="18" charset="0"/>
              </a:rPr>
              <a:t> </a:t>
            </a:r>
            <a:r>
              <a:rPr lang="en-US" sz="4400" b="1" dirty="0" err="1">
                <a:solidFill>
                  <a:srgbClr val="002060"/>
                </a:solidFill>
                <a:latin typeface="Times New Roman" pitchFamily="18" charset="0"/>
                <a:cs typeface="Times New Roman" pitchFamily="18" charset="0"/>
              </a:rPr>
              <a:t>kiểm</a:t>
            </a:r>
            <a:r>
              <a:rPr lang="en-US" sz="4400" b="1" dirty="0">
                <a:solidFill>
                  <a:srgbClr val="002060"/>
                </a:solidFill>
                <a:latin typeface="Times New Roman" pitchFamily="18" charset="0"/>
                <a:cs typeface="Times New Roman" pitchFamily="18" charset="0"/>
              </a:rPr>
              <a:t> </a:t>
            </a:r>
            <a:r>
              <a:rPr lang="en-US" sz="4400" b="1" dirty="0" err="1">
                <a:solidFill>
                  <a:srgbClr val="002060"/>
                </a:solidFill>
                <a:latin typeface="Times New Roman" pitchFamily="18" charset="0"/>
                <a:cs typeface="Times New Roman" pitchFamily="18" charset="0"/>
              </a:rPr>
              <a:t>sát</a:t>
            </a:r>
            <a:endParaRPr lang="en-US" sz="4400" b="1" dirty="0">
              <a:solidFill>
                <a:srgbClr val="002060"/>
              </a:solidFill>
              <a:latin typeface="Times New Roman" pitchFamily="18" charset="0"/>
              <a:cs typeface="Times New Roman" pitchFamily="18" charset="0"/>
            </a:endParaRPr>
          </a:p>
        </p:txBody>
      </p:sp>
      <p:sp>
        <p:nvSpPr>
          <p:cNvPr id="5" name="TextBox 4"/>
          <p:cNvSpPr txBox="1"/>
          <p:nvPr/>
        </p:nvSpPr>
        <p:spPr>
          <a:xfrm>
            <a:off x="533400" y="2286000"/>
            <a:ext cx="8458200" cy="1077218"/>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3200" dirty="0" err="1">
                <a:latin typeface="Times New Roman" pitchFamily="18" charset="0"/>
                <a:cs typeface="Times New Roman" pitchFamily="18" charset="0"/>
              </a:rPr>
              <a:t>Gồm</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Hệ</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thống</a:t>
            </a:r>
            <a:r>
              <a:rPr lang="en-US" sz="3200" dirty="0">
                <a:latin typeface="Times New Roman" pitchFamily="18" charset="0"/>
                <a:cs typeface="Times New Roman" pitchFamily="18" charset="0"/>
              </a:rPr>
              <a:t> VKSND </a:t>
            </a:r>
            <a:r>
              <a:rPr lang="en-US" sz="3200" dirty="0" err="1">
                <a:latin typeface="Times New Roman" pitchFamily="18" charset="0"/>
                <a:cs typeface="Times New Roman" pitchFamily="18" charset="0"/>
              </a:rPr>
              <a:t>và</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Viện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kiểm</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sát</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quân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sự</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các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cấp</a:t>
            </a:r>
            <a:endParaRPr lang="en-US" sz="3200" dirty="0">
              <a:latin typeface="Times New Roman" pitchFamily="18" charset="0"/>
              <a:cs typeface="Times New Roman" pitchFamily="18" charset="0"/>
            </a:endParaRPr>
          </a:p>
        </p:txBody>
      </p:sp>
      <p:sp>
        <p:nvSpPr>
          <p:cNvPr id="6" name="TextBox 5"/>
          <p:cNvSpPr txBox="1"/>
          <p:nvPr/>
        </p:nvSpPr>
        <p:spPr>
          <a:xfrm>
            <a:off x="533400" y="3657600"/>
            <a:ext cx="8382000" cy="584775"/>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3200" dirty="0" err="1">
                <a:latin typeface="Times New Roman" pitchFamily="18" charset="0"/>
                <a:cs typeface="Times New Roman" pitchFamily="18" charset="0"/>
              </a:rPr>
              <a:t>Được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hình</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thành</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thông</a:t>
            </a:r>
            <a:r>
              <a:rPr lang="en-US" sz="3200" dirty="0">
                <a:latin typeface="Times New Roman" pitchFamily="18" charset="0"/>
                <a:cs typeface="Times New Roman" pitchFamily="18" charset="0"/>
              </a:rPr>
              <a:t> qua con </a:t>
            </a:r>
            <a:r>
              <a:rPr lang="en-US" sz="3200" dirty="0" err="1">
                <a:latin typeface="Times New Roman" pitchFamily="18" charset="0"/>
                <a:cs typeface="Times New Roman" pitchFamily="18" charset="0"/>
              </a:rPr>
              <a:t>đường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bổ</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nhiệm</a:t>
            </a:r>
            <a:endParaRPr lang="en-US" sz="3200" dirty="0">
              <a:latin typeface="Times New Roman" pitchFamily="18" charset="0"/>
              <a:cs typeface="Times New Roman" pitchFamily="18" charset="0"/>
            </a:endParaRPr>
          </a:p>
        </p:txBody>
      </p:sp>
      <p:sp>
        <p:nvSpPr>
          <p:cNvPr id="7" name="TextBox 6"/>
          <p:cNvSpPr txBox="1"/>
          <p:nvPr/>
        </p:nvSpPr>
        <p:spPr>
          <a:xfrm>
            <a:off x="457200" y="4876800"/>
            <a:ext cx="8305800" cy="1077218"/>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3200" dirty="0" err="1">
                <a:latin typeface="Times New Roman" pitchFamily="18" charset="0"/>
                <a:cs typeface="Times New Roman" pitchFamily="18" charset="0"/>
              </a:rPr>
              <a:t>Chức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năng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thực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hành</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quyền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công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tố</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kiểm</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sát</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hoạt</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động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tư</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pháp</a:t>
            </a:r>
            <a:endParaRPr lang="en-US" sz="3200" dirty="0">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edge">
                                      <p:cBhvr>
                                        <p:cTn id="7" dur="20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4"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heel(4)">
                                      <p:cBhvr>
                                        <p:cTn id="12" dur="20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49" presetClass="entr" presetSubtype="0" decel="10000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p:cTn id="17" dur="500" fill="hold"/>
                                        <p:tgtEl>
                                          <p:spTgt spid="6"/>
                                        </p:tgtEl>
                                        <p:attrNameLst>
                                          <p:attrName>ppt_w</p:attrName>
                                        </p:attrNameLst>
                                      </p:cBhvr>
                                      <p:tavLst>
                                        <p:tav tm="0">
                                          <p:val>
                                            <p:fltVal val="0"/>
                                          </p:val>
                                        </p:tav>
                                        <p:tav tm="100000">
                                          <p:val>
                                            <p:strVal val="#ppt_w"/>
                                          </p:val>
                                        </p:tav>
                                      </p:tavLst>
                                    </p:anim>
                                    <p:anim calcmode="lin" valueType="num">
                                      <p:cBhvr>
                                        <p:cTn id="18" dur="500" fill="hold"/>
                                        <p:tgtEl>
                                          <p:spTgt spid="6"/>
                                        </p:tgtEl>
                                        <p:attrNameLst>
                                          <p:attrName>ppt_h</p:attrName>
                                        </p:attrNameLst>
                                      </p:cBhvr>
                                      <p:tavLst>
                                        <p:tav tm="0">
                                          <p:val>
                                            <p:fltVal val="0"/>
                                          </p:val>
                                        </p:tav>
                                        <p:tav tm="100000">
                                          <p:val>
                                            <p:strVal val="#ppt_h"/>
                                          </p:val>
                                        </p:tav>
                                      </p:tavLst>
                                    </p:anim>
                                    <p:anim calcmode="lin" valueType="num">
                                      <p:cBhvr>
                                        <p:cTn id="19" dur="500" fill="hold"/>
                                        <p:tgtEl>
                                          <p:spTgt spid="6"/>
                                        </p:tgtEl>
                                        <p:attrNameLst>
                                          <p:attrName>style.rotation</p:attrName>
                                        </p:attrNameLst>
                                      </p:cBhvr>
                                      <p:tavLst>
                                        <p:tav tm="0">
                                          <p:val>
                                            <p:fltVal val="360"/>
                                          </p:val>
                                        </p:tav>
                                        <p:tav tm="100000">
                                          <p:val>
                                            <p:fltVal val="0"/>
                                          </p:val>
                                        </p:tav>
                                      </p:tavLst>
                                    </p:anim>
                                    <p:animEffect transition="in" filter="fade">
                                      <p:cBhvr>
                                        <p:cTn id="20" dur="500"/>
                                        <p:tgtEl>
                                          <p:spTgt spid="6"/>
                                        </p:tgtEl>
                                      </p:cBhvr>
                                    </p:animEffect>
                                  </p:childTnLst>
                                </p:cTn>
                              </p:par>
                            </p:childTnLst>
                          </p:cTn>
                        </p:par>
                      </p:childTnLst>
                    </p:cTn>
                  </p:par>
                  <p:par>
                    <p:cTn id="21" fill="hold">
                      <p:stCondLst>
                        <p:cond delay="indefinite"/>
                      </p:stCondLst>
                      <p:childTnLst>
                        <p:par>
                          <p:cTn id="22" fill="hold">
                            <p:stCondLst>
                              <p:cond delay="0"/>
                            </p:stCondLst>
                            <p:childTnLst>
                              <p:par>
                                <p:cTn id="23" presetID="21" presetClass="entr" presetSubtype="4"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wheel(4)">
                                      <p:cBhvr>
                                        <p:cTn id="25"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p:cNvSpPr/>
          <p:nvPr/>
        </p:nvSpPr>
        <p:spPr>
          <a:xfrm>
            <a:off x="0" y="975360"/>
            <a:ext cx="3200400" cy="4648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err="1">
                <a:latin typeface="Times New Roman" pitchFamily="18" charset="0"/>
                <a:cs typeface="Times New Roman" pitchFamily="18" charset="0"/>
              </a:rPr>
              <a:t>Căn</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cứ</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vào</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cấu</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trúc</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hành</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chính</a:t>
            </a:r>
            <a:r>
              <a:rPr lang="en-US" sz="3600" dirty="0">
                <a:latin typeface="Times New Roman" pitchFamily="18" charset="0"/>
                <a:cs typeface="Times New Roman" pitchFamily="18" charset="0"/>
              </a:rPr>
              <a:t> – </a:t>
            </a:r>
            <a:r>
              <a:rPr lang="en-US" sz="3600" dirty="0" err="1">
                <a:latin typeface="Times New Roman" pitchFamily="18" charset="0"/>
                <a:cs typeface="Times New Roman" pitchFamily="18" charset="0"/>
              </a:rPr>
              <a:t>lãnh</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thổ</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và</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phạm</a:t>
            </a:r>
            <a:r>
              <a:rPr lang="en-US" sz="3600" dirty="0">
                <a:latin typeface="Times New Roman" pitchFamily="18" charset="0"/>
                <a:cs typeface="Times New Roman" pitchFamily="18" charset="0"/>
              </a:rPr>
              <a:t> vi </a:t>
            </a:r>
            <a:r>
              <a:rPr lang="en-US" sz="3600" dirty="0" err="1">
                <a:latin typeface="Times New Roman" pitchFamily="18" charset="0"/>
                <a:cs typeface="Times New Roman" pitchFamily="18" charset="0"/>
              </a:rPr>
              <a:t>thẩm</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quyền</a:t>
            </a:r>
            <a:endParaRPr lang="en-US" sz="3600" dirty="0">
              <a:latin typeface="Times New Roman" pitchFamily="18" charset="0"/>
              <a:cs typeface="Times New Roman" pitchFamily="18" charset="0"/>
            </a:endParaRPr>
          </a:p>
        </p:txBody>
      </p:sp>
      <p:sp>
        <p:nvSpPr>
          <p:cNvPr id="5" name="Rounded Rectangle 4"/>
          <p:cNvSpPr/>
          <p:nvPr/>
        </p:nvSpPr>
        <p:spPr>
          <a:xfrm>
            <a:off x="3733800" y="838200"/>
            <a:ext cx="4419600" cy="1981200"/>
          </a:xfrm>
          <a:prstGeom prst="roundRect">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sz="3600" dirty="0" err="1">
                <a:latin typeface="Times New Roman" pitchFamily="18" charset="0"/>
                <a:cs typeface="Times New Roman" pitchFamily="18" charset="0"/>
              </a:rPr>
              <a:t>Cơ</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quan</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nhà</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nước</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trung</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ương</a:t>
            </a:r>
            <a:endParaRPr lang="en-US" sz="3600" dirty="0">
              <a:latin typeface="Times New Roman" pitchFamily="18" charset="0"/>
              <a:cs typeface="Times New Roman" pitchFamily="18" charset="0"/>
            </a:endParaRPr>
          </a:p>
        </p:txBody>
      </p:sp>
      <p:sp>
        <p:nvSpPr>
          <p:cNvPr id="6" name="Rounded Rectangle 5"/>
          <p:cNvSpPr/>
          <p:nvPr/>
        </p:nvSpPr>
        <p:spPr>
          <a:xfrm>
            <a:off x="3810000" y="3657600"/>
            <a:ext cx="4267200" cy="1981200"/>
          </a:xfrm>
          <a:prstGeom prst="roundRect">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sz="3600" dirty="0" err="1">
                <a:latin typeface="Times New Roman" pitchFamily="18" charset="0"/>
                <a:cs typeface="Times New Roman" pitchFamily="18" charset="0"/>
              </a:rPr>
              <a:t>Cơ</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quan</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nhà</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nước</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địa</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phương</a:t>
            </a:r>
            <a:endParaRPr lang="en-US" sz="3600" dirty="0">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0" presetClass="entr" presetSubtype="0" fill="hold" grpId="0" nodeType="clickEffect">
                                  <p:stCondLst>
                                    <p:cond delay="0"/>
                                  </p:stCondLst>
                                  <p:iterate type="lt">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1"/>
                                          </p:val>
                                        </p:tav>
                                        <p:tav tm="100000">
                                          <p:val>
                                            <p:strVal val="#ppt_x"/>
                                          </p:val>
                                        </p:tav>
                                      </p:tavLst>
                                    </p:anim>
                                    <p:anim calcmode="lin" valueType="num">
                                      <p:cBhvr>
                                        <p:cTn id="9" dur="10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1" presetClass="entr" presetSubtype="4"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wheel(4)">
                                      <p:cBhvr>
                                        <p:cTn id="14" dur="2000"/>
                                        <p:tgtEl>
                                          <p:spTgt spid="5"/>
                                        </p:tgtEl>
                                      </p:cBhvr>
                                    </p:animEffect>
                                  </p:childTnLst>
                                </p:cTn>
                              </p:par>
                            </p:childTnLst>
                          </p:cTn>
                        </p:par>
                      </p:childTnLst>
                    </p:cTn>
                  </p:par>
                  <p:par>
                    <p:cTn id="15" fill="hold">
                      <p:stCondLst>
                        <p:cond delay="indefinite"/>
                      </p:stCondLst>
                      <p:childTnLst>
                        <p:par>
                          <p:cTn id="16" fill="hold">
                            <p:stCondLst>
                              <p:cond delay="0"/>
                            </p:stCondLst>
                            <p:childTnLst>
                              <p:par>
                                <p:cTn id="17" presetID="20"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wedge">
                                      <p:cBhvr>
                                        <p:cTn id="19"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3840" y="203200"/>
            <a:ext cx="7650482" cy="1320800"/>
          </a:xfrm>
        </p:spPr>
        <p:txBody>
          <a:bodyPr>
            <a:noAutofit/>
          </a:bodyPr>
          <a:lstStyle/>
          <a:p>
            <a:r>
              <a:rPr lang="en-US" sz="4400" b="1" dirty="0" err="1">
                <a:solidFill>
                  <a:srgbClr val="002060"/>
                </a:solidFill>
                <a:latin typeface="Times New Roman" pitchFamily="18" charset="0"/>
                <a:cs typeface="Times New Roman" pitchFamily="18" charset="0"/>
              </a:rPr>
              <a:t>Cơ</a:t>
            </a:r>
            <a:r>
              <a:rPr lang="en-US" sz="4400" b="1" dirty="0">
                <a:solidFill>
                  <a:srgbClr val="002060"/>
                </a:solidFill>
                <a:latin typeface="Times New Roman" pitchFamily="18" charset="0"/>
                <a:cs typeface="Times New Roman" pitchFamily="18" charset="0"/>
              </a:rPr>
              <a:t> </a:t>
            </a:r>
            <a:r>
              <a:rPr lang="en-US" sz="4400" b="1" dirty="0" err="1">
                <a:solidFill>
                  <a:srgbClr val="002060"/>
                </a:solidFill>
                <a:latin typeface="Times New Roman" pitchFamily="18" charset="0"/>
                <a:cs typeface="Times New Roman" pitchFamily="18" charset="0"/>
              </a:rPr>
              <a:t>quan</a:t>
            </a:r>
            <a:r>
              <a:rPr lang="en-US" sz="4400" b="1" dirty="0">
                <a:solidFill>
                  <a:srgbClr val="002060"/>
                </a:solidFill>
                <a:latin typeface="Times New Roman" pitchFamily="18" charset="0"/>
                <a:cs typeface="Times New Roman" pitchFamily="18" charset="0"/>
              </a:rPr>
              <a:t> </a:t>
            </a:r>
            <a:r>
              <a:rPr lang="en-US" sz="4400" b="1" dirty="0" err="1">
                <a:solidFill>
                  <a:srgbClr val="002060"/>
                </a:solidFill>
                <a:latin typeface="Times New Roman" pitchFamily="18" charset="0"/>
                <a:cs typeface="Times New Roman" pitchFamily="18" charset="0"/>
              </a:rPr>
              <a:t>nhà</a:t>
            </a:r>
            <a:r>
              <a:rPr lang="en-US" sz="4400" b="1" dirty="0">
                <a:solidFill>
                  <a:srgbClr val="002060"/>
                </a:solidFill>
                <a:latin typeface="Times New Roman" pitchFamily="18" charset="0"/>
                <a:cs typeface="Times New Roman" pitchFamily="18" charset="0"/>
              </a:rPr>
              <a:t> </a:t>
            </a:r>
            <a:r>
              <a:rPr lang="en-US" sz="4400" b="1" dirty="0" err="1">
                <a:solidFill>
                  <a:srgbClr val="002060"/>
                </a:solidFill>
                <a:latin typeface="Times New Roman" pitchFamily="18" charset="0"/>
                <a:cs typeface="Times New Roman" pitchFamily="18" charset="0"/>
              </a:rPr>
              <a:t>nước</a:t>
            </a:r>
            <a:r>
              <a:rPr lang="en-US" sz="4400" b="1" dirty="0">
                <a:solidFill>
                  <a:srgbClr val="002060"/>
                </a:solidFill>
                <a:latin typeface="Times New Roman" pitchFamily="18" charset="0"/>
                <a:cs typeface="Times New Roman" pitchFamily="18" charset="0"/>
              </a:rPr>
              <a:t> </a:t>
            </a:r>
            <a:r>
              <a:rPr lang="en-US" sz="4400" b="1" dirty="0" err="1">
                <a:solidFill>
                  <a:srgbClr val="002060"/>
                </a:solidFill>
                <a:latin typeface="Times New Roman" pitchFamily="18" charset="0"/>
                <a:cs typeface="Times New Roman" pitchFamily="18" charset="0"/>
              </a:rPr>
              <a:t>trung</a:t>
            </a:r>
            <a:r>
              <a:rPr lang="en-US" sz="4400" b="1" dirty="0">
                <a:solidFill>
                  <a:srgbClr val="002060"/>
                </a:solidFill>
                <a:latin typeface="Times New Roman" pitchFamily="18" charset="0"/>
                <a:cs typeface="Times New Roman" pitchFamily="18" charset="0"/>
              </a:rPr>
              <a:t> </a:t>
            </a:r>
            <a:r>
              <a:rPr lang="en-US" sz="4400" b="1" dirty="0" err="1">
                <a:solidFill>
                  <a:srgbClr val="002060"/>
                </a:solidFill>
                <a:latin typeface="Times New Roman" pitchFamily="18" charset="0"/>
                <a:cs typeface="Times New Roman" pitchFamily="18" charset="0"/>
              </a:rPr>
              <a:t>ương</a:t>
            </a:r>
            <a:endParaRPr lang="en-US" sz="4400" b="1" dirty="0">
              <a:solidFill>
                <a:srgbClr val="002060"/>
              </a:solidFill>
              <a:latin typeface="Times New Roman" pitchFamily="18" charset="0"/>
              <a:cs typeface="Times New Roman" pitchFamily="18" charset="0"/>
            </a:endParaRPr>
          </a:p>
        </p:txBody>
      </p:sp>
      <p:sp>
        <p:nvSpPr>
          <p:cNvPr id="4" name="TextBox 3"/>
          <p:cNvSpPr txBox="1"/>
          <p:nvPr/>
        </p:nvSpPr>
        <p:spPr>
          <a:xfrm>
            <a:off x="228600" y="1524000"/>
            <a:ext cx="8305800" cy="156966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just"/>
            <a:r>
              <a:rPr lang="en-US" sz="3200" dirty="0" err="1">
                <a:latin typeface="Times New Roman" pitchFamily="18" charset="0"/>
                <a:cs typeface="Times New Roman" pitchFamily="18" charset="0"/>
              </a:rPr>
              <a:t>Gồm</a:t>
            </a:r>
            <a:r>
              <a:rPr lang="en-US" sz="3200" dirty="0">
                <a:latin typeface="Times New Roman" pitchFamily="18" charset="0"/>
                <a:cs typeface="Times New Roman" pitchFamily="18" charset="0"/>
              </a:rPr>
              <a:t> QH, UBTVQH, </a:t>
            </a:r>
            <a:r>
              <a:rPr lang="en-US" sz="3200" dirty="0" err="1">
                <a:latin typeface="Times New Roman" pitchFamily="18" charset="0"/>
                <a:cs typeface="Times New Roman" pitchFamily="18" charset="0"/>
              </a:rPr>
              <a:t>Chủ</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tịch</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nước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Chính</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phủ</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Bộ</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cơ</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quan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ngang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Bộ</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các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cơ</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quan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khác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thuộc</a:t>
            </a:r>
            <a:r>
              <a:rPr lang="en-US" sz="3200" dirty="0">
                <a:latin typeface="Times New Roman" pitchFamily="18" charset="0"/>
                <a:cs typeface="Times New Roman" pitchFamily="18" charset="0"/>
              </a:rPr>
              <a:t> CP, TANDTC </a:t>
            </a:r>
            <a:r>
              <a:rPr lang="en-US" sz="3200" dirty="0" err="1">
                <a:latin typeface="Times New Roman" pitchFamily="18" charset="0"/>
                <a:cs typeface="Times New Roman" pitchFamily="18" charset="0"/>
              </a:rPr>
              <a:t>và</a:t>
            </a:r>
            <a:r>
              <a:rPr lang="en-US" sz="3200" dirty="0">
                <a:latin typeface="Times New Roman" pitchFamily="18" charset="0"/>
                <a:cs typeface="Times New Roman" pitchFamily="18" charset="0"/>
              </a:rPr>
              <a:t> VKSNDTC</a:t>
            </a:r>
          </a:p>
        </p:txBody>
      </p:sp>
      <p:sp>
        <p:nvSpPr>
          <p:cNvPr id="5" name="TextBox 4"/>
          <p:cNvSpPr txBox="1"/>
          <p:nvPr/>
        </p:nvSpPr>
        <p:spPr>
          <a:xfrm>
            <a:off x="278255" y="3423285"/>
            <a:ext cx="7010400" cy="584775"/>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3200" dirty="0" err="1">
                <a:latin typeface="Times New Roman" pitchFamily="18" charset="0"/>
                <a:cs typeface="Times New Roman" pitchFamily="18" charset="0"/>
              </a:rPr>
              <a:t>Hoạt</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động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bao</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trùm</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toàn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bộ</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lãnh</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thổ</a:t>
            </a:r>
            <a:endParaRPr lang="en-US" sz="3200" dirty="0">
              <a:latin typeface="Times New Roman" pitchFamily="18" charset="0"/>
              <a:cs typeface="Times New Roman" pitchFamily="18" charset="0"/>
            </a:endParaRPr>
          </a:p>
        </p:txBody>
      </p:sp>
      <p:sp>
        <p:nvSpPr>
          <p:cNvPr id="6" name="TextBox 5"/>
          <p:cNvSpPr txBox="1"/>
          <p:nvPr/>
        </p:nvSpPr>
        <p:spPr>
          <a:xfrm>
            <a:off x="259080" y="4337685"/>
            <a:ext cx="8001000" cy="1077218"/>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just"/>
            <a:r>
              <a:rPr lang="en-US" sz="3200" dirty="0" err="1">
                <a:latin typeface="Times New Roman" pitchFamily="18" charset="0"/>
                <a:cs typeface="Times New Roman" pitchFamily="18" charset="0"/>
              </a:rPr>
              <a:t>Văn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bản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pháp</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luật</a:t>
            </a:r>
            <a:r>
              <a:rPr lang="en-US" sz="3200" dirty="0">
                <a:latin typeface="Times New Roman" pitchFamily="18" charset="0"/>
                <a:cs typeface="Times New Roman" pitchFamily="18" charset="0"/>
              </a:rPr>
              <a:t> do </a:t>
            </a:r>
            <a:r>
              <a:rPr lang="en-US" sz="3200" dirty="0" err="1">
                <a:latin typeface="Times New Roman" pitchFamily="18" charset="0"/>
                <a:cs typeface="Times New Roman" pitchFamily="18" charset="0"/>
              </a:rPr>
              <a:t>các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cơ</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quan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này</a:t>
            </a:r>
            <a:r>
              <a:rPr lang="en-US" sz="3200" dirty="0">
                <a:latin typeface="Times New Roman" pitchFamily="18" charset="0"/>
                <a:cs typeface="Times New Roman" pitchFamily="18" charset="0"/>
              </a:rPr>
              <a:t> ban </a:t>
            </a:r>
            <a:r>
              <a:rPr lang="en-US" sz="3200" dirty="0" err="1">
                <a:latin typeface="Times New Roman" pitchFamily="18" charset="0"/>
                <a:cs typeface="Times New Roman" pitchFamily="18" charset="0"/>
              </a:rPr>
              <a:t>hành</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có</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hiệu</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lực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trên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phạm</a:t>
            </a:r>
            <a:r>
              <a:rPr lang="en-US" sz="3200" dirty="0">
                <a:latin typeface="Times New Roman" pitchFamily="18" charset="0"/>
                <a:cs typeface="Times New Roman" pitchFamily="18" charset="0"/>
              </a:rPr>
              <a:t> vi </a:t>
            </a:r>
            <a:r>
              <a:rPr lang="en-US" sz="3200" dirty="0" err="1">
                <a:latin typeface="Times New Roman" pitchFamily="18" charset="0"/>
                <a:cs typeface="Times New Roman" pitchFamily="18" charset="0"/>
              </a:rPr>
              <a:t>cả</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nước</a:t>
            </a:r>
            <a:endParaRPr lang="en-US" sz="3200" dirty="0">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edge">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4"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heel(4)">
                                      <p:cBhvr>
                                        <p:cTn id="12" dur="20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1" presetClass="entr" presetSubtype="4"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heel(4)">
                                      <p:cBhvr>
                                        <p:cTn id="17" dur="20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21" presetClass="entr" presetSubtype="4"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heel(4)">
                                      <p:cBhvr>
                                        <p:cTn id="22"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animBg="1"/>
      <p:bldP spid="5" grpId="0" animBg="1"/>
      <p:bldP spid="6"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59278"/>
            <a:ext cx="8305800" cy="1320800"/>
          </a:xfrm>
        </p:spPr>
        <p:style>
          <a:lnRef idx="1">
            <a:schemeClr val="accent1"/>
          </a:lnRef>
          <a:fillRef idx="2">
            <a:schemeClr val="accent1"/>
          </a:fillRef>
          <a:effectRef idx="1">
            <a:schemeClr val="accent1"/>
          </a:effectRef>
          <a:fontRef idx="minor">
            <a:schemeClr val="dk1"/>
          </a:fontRef>
        </p:style>
        <p:txBody>
          <a:bodyPr>
            <a:noAutofit/>
          </a:bodyPr>
          <a:lstStyle/>
          <a:p>
            <a:r>
              <a:rPr lang="en-US" sz="4400" b="1" dirty="0" err="1">
                <a:solidFill>
                  <a:srgbClr val="002060"/>
                </a:solidFill>
                <a:latin typeface="Times New Roman" pitchFamily="18" charset="0"/>
                <a:cs typeface="Times New Roman" pitchFamily="18" charset="0"/>
              </a:rPr>
              <a:t>Cơ</a:t>
            </a:r>
            <a:r>
              <a:rPr lang="en-US" sz="4400" b="1" dirty="0">
                <a:solidFill>
                  <a:srgbClr val="002060"/>
                </a:solidFill>
                <a:latin typeface="Times New Roman" pitchFamily="18" charset="0"/>
                <a:cs typeface="Times New Roman" pitchFamily="18" charset="0"/>
              </a:rPr>
              <a:t> </a:t>
            </a:r>
            <a:r>
              <a:rPr lang="en-US" sz="4400" b="1" dirty="0" err="1">
                <a:solidFill>
                  <a:srgbClr val="002060"/>
                </a:solidFill>
                <a:latin typeface="Times New Roman" pitchFamily="18" charset="0"/>
                <a:cs typeface="Times New Roman" pitchFamily="18" charset="0"/>
              </a:rPr>
              <a:t>quan</a:t>
            </a:r>
            <a:r>
              <a:rPr lang="en-US" sz="4400" b="1" dirty="0">
                <a:solidFill>
                  <a:srgbClr val="002060"/>
                </a:solidFill>
                <a:latin typeface="Times New Roman" pitchFamily="18" charset="0"/>
                <a:cs typeface="Times New Roman" pitchFamily="18" charset="0"/>
              </a:rPr>
              <a:t> </a:t>
            </a:r>
            <a:r>
              <a:rPr lang="en-US" sz="4400" b="1" dirty="0" err="1">
                <a:solidFill>
                  <a:srgbClr val="002060"/>
                </a:solidFill>
                <a:latin typeface="Times New Roman" pitchFamily="18" charset="0"/>
                <a:cs typeface="Times New Roman" pitchFamily="18" charset="0"/>
              </a:rPr>
              <a:t>nhà</a:t>
            </a:r>
            <a:r>
              <a:rPr lang="en-US" sz="4400" b="1" dirty="0">
                <a:solidFill>
                  <a:srgbClr val="002060"/>
                </a:solidFill>
                <a:latin typeface="Times New Roman" pitchFamily="18" charset="0"/>
                <a:cs typeface="Times New Roman" pitchFamily="18" charset="0"/>
              </a:rPr>
              <a:t> </a:t>
            </a:r>
            <a:r>
              <a:rPr lang="en-US" sz="4400" b="1" dirty="0" err="1">
                <a:solidFill>
                  <a:srgbClr val="002060"/>
                </a:solidFill>
                <a:latin typeface="Times New Roman" pitchFamily="18" charset="0"/>
                <a:cs typeface="Times New Roman" pitchFamily="18" charset="0"/>
              </a:rPr>
              <a:t>nước</a:t>
            </a:r>
            <a:r>
              <a:rPr lang="en-US" sz="4400" b="1" dirty="0">
                <a:solidFill>
                  <a:srgbClr val="002060"/>
                </a:solidFill>
                <a:latin typeface="Times New Roman" pitchFamily="18" charset="0"/>
                <a:cs typeface="Times New Roman" pitchFamily="18" charset="0"/>
              </a:rPr>
              <a:t> ở </a:t>
            </a:r>
            <a:r>
              <a:rPr lang="en-US" sz="4400" b="1" dirty="0" err="1">
                <a:solidFill>
                  <a:srgbClr val="002060"/>
                </a:solidFill>
                <a:latin typeface="Times New Roman" pitchFamily="18" charset="0"/>
                <a:cs typeface="Times New Roman" pitchFamily="18" charset="0"/>
              </a:rPr>
              <a:t>địa</a:t>
            </a:r>
            <a:r>
              <a:rPr lang="en-US" sz="4400" b="1" dirty="0">
                <a:solidFill>
                  <a:srgbClr val="002060"/>
                </a:solidFill>
                <a:latin typeface="Times New Roman" pitchFamily="18" charset="0"/>
                <a:cs typeface="Times New Roman" pitchFamily="18" charset="0"/>
              </a:rPr>
              <a:t> </a:t>
            </a:r>
            <a:r>
              <a:rPr lang="en-US" sz="4400" b="1" dirty="0" err="1">
                <a:solidFill>
                  <a:srgbClr val="002060"/>
                </a:solidFill>
                <a:latin typeface="Times New Roman" pitchFamily="18" charset="0"/>
                <a:cs typeface="Times New Roman" pitchFamily="18" charset="0"/>
              </a:rPr>
              <a:t>phương</a:t>
            </a:r>
            <a:endParaRPr lang="en-US" sz="4400" b="1" dirty="0">
              <a:solidFill>
                <a:srgbClr val="002060"/>
              </a:solidFill>
              <a:latin typeface="Times New Roman" pitchFamily="18" charset="0"/>
              <a:cs typeface="Times New Roman" pitchFamily="18" charset="0"/>
            </a:endParaRPr>
          </a:p>
        </p:txBody>
      </p:sp>
      <p:sp>
        <p:nvSpPr>
          <p:cNvPr id="4" name="TextBox 3"/>
          <p:cNvSpPr txBox="1"/>
          <p:nvPr/>
        </p:nvSpPr>
        <p:spPr>
          <a:xfrm>
            <a:off x="457200" y="1676400"/>
            <a:ext cx="7848600" cy="156966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just"/>
            <a:r>
              <a:rPr lang="en-US" sz="3200" dirty="0" err="1">
                <a:latin typeface="Times New Roman" pitchFamily="18" charset="0"/>
                <a:cs typeface="Times New Roman" pitchFamily="18" charset="0"/>
              </a:rPr>
              <a:t>Gồm</a:t>
            </a:r>
            <a:r>
              <a:rPr lang="en-US" sz="3200" dirty="0">
                <a:latin typeface="Times New Roman" pitchFamily="18" charset="0"/>
                <a:cs typeface="Times New Roman" pitchFamily="18" charset="0"/>
              </a:rPr>
              <a:t>: HĐND </a:t>
            </a:r>
            <a:r>
              <a:rPr lang="en-US" sz="3200" dirty="0" err="1">
                <a:latin typeface="Times New Roman" pitchFamily="18" charset="0"/>
                <a:cs typeface="Times New Roman" pitchFamily="18" charset="0"/>
              </a:rPr>
              <a:t>và</a:t>
            </a:r>
            <a:r>
              <a:rPr lang="en-US" sz="3200" dirty="0">
                <a:latin typeface="Times New Roman" pitchFamily="18" charset="0"/>
                <a:cs typeface="Times New Roman" pitchFamily="18" charset="0"/>
              </a:rPr>
              <a:t> UBND </a:t>
            </a:r>
            <a:r>
              <a:rPr lang="en-US" sz="3200" dirty="0" err="1">
                <a:latin typeface="Times New Roman" pitchFamily="18" charset="0"/>
                <a:cs typeface="Times New Roman" pitchFamily="18" charset="0"/>
              </a:rPr>
              <a:t>các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cấp</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các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Sở</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Phòng</a:t>
            </a:r>
            <a:r>
              <a:rPr lang="en-US" sz="3200" dirty="0">
                <a:latin typeface="Times New Roman" pitchFamily="18" charset="0"/>
                <a:cs typeface="Times New Roman" pitchFamily="18" charset="0"/>
              </a:rPr>
              <a:t>, Ban </a:t>
            </a:r>
            <a:r>
              <a:rPr lang="en-US" sz="3200" dirty="0" err="1">
                <a:latin typeface="Times New Roman" pitchFamily="18" charset="0"/>
                <a:cs typeface="Times New Roman" pitchFamily="18" charset="0"/>
              </a:rPr>
              <a:t>thuộc</a:t>
            </a:r>
            <a:r>
              <a:rPr lang="en-US" sz="3200" dirty="0">
                <a:latin typeface="Times New Roman" pitchFamily="18" charset="0"/>
                <a:cs typeface="Times New Roman" pitchFamily="18" charset="0"/>
              </a:rPr>
              <a:t> UBND, VKSND/TAND </a:t>
            </a:r>
            <a:r>
              <a:rPr lang="en-US" sz="3200" dirty="0" err="1">
                <a:latin typeface="Times New Roman" pitchFamily="18" charset="0"/>
                <a:cs typeface="Times New Roman" pitchFamily="18" charset="0"/>
              </a:rPr>
              <a:t>tỉnh</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thành</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phố</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huyện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quận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và</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tương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đương</a:t>
            </a:r>
            <a:endParaRPr lang="en-US" sz="3200" dirty="0">
              <a:latin typeface="Times New Roman" pitchFamily="18" charset="0"/>
              <a:cs typeface="Times New Roman" pitchFamily="18" charset="0"/>
            </a:endParaRPr>
          </a:p>
        </p:txBody>
      </p:sp>
      <p:sp>
        <p:nvSpPr>
          <p:cNvPr id="5" name="TextBox 4"/>
          <p:cNvSpPr txBox="1"/>
          <p:nvPr/>
        </p:nvSpPr>
        <p:spPr>
          <a:xfrm>
            <a:off x="457200" y="3418582"/>
            <a:ext cx="7848600" cy="1077218"/>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just"/>
            <a:r>
              <a:rPr lang="en-US" sz="3200" dirty="0" err="1">
                <a:latin typeface="Times New Roman" pitchFamily="18" charset="0"/>
                <a:cs typeface="Times New Roman" pitchFamily="18" charset="0"/>
              </a:rPr>
              <a:t>Thẩm</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quyền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chỉ</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giới</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hạn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trong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phạm</a:t>
            </a:r>
            <a:r>
              <a:rPr lang="en-US" sz="3200" dirty="0">
                <a:latin typeface="Times New Roman" pitchFamily="18" charset="0"/>
                <a:cs typeface="Times New Roman" pitchFamily="18" charset="0"/>
              </a:rPr>
              <a:t> vi </a:t>
            </a:r>
            <a:r>
              <a:rPr lang="en-US" sz="3200" dirty="0" err="1">
                <a:latin typeface="Times New Roman" pitchFamily="18" charset="0"/>
                <a:cs typeface="Times New Roman" pitchFamily="18" charset="0"/>
              </a:rPr>
              <a:t>địa</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phương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một</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vùng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lãnh</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thổ</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nhất</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định</a:t>
            </a:r>
            <a:endParaRPr lang="en-US" sz="3200" dirty="0">
              <a:latin typeface="Times New Roman" pitchFamily="18" charset="0"/>
              <a:cs typeface="Times New Roman" pitchFamily="18" charset="0"/>
            </a:endParaRPr>
          </a:p>
        </p:txBody>
      </p:sp>
      <p:sp>
        <p:nvSpPr>
          <p:cNvPr id="6" name="TextBox 5"/>
          <p:cNvSpPr txBox="1"/>
          <p:nvPr/>
        </p:nvSpPr>
        <p:spPr>
          <a:xfrm>
            <a:off x="457200" y="4643497"/>
            <a:ext cx="7848600" cy="2062103"/>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just"/>
            <a:r>
              <a:rPr lang="en-US" sz="3200" dirty="0" err="1">
                <a:latin typeface="Times New Roman" pitchFamily="18" charset="0"/>
                <a:cs typeface="Times New Roman" pitchFamily="18" charset="0"/>
              </a:rPr>
              <a:t>Văn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bản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pháp</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luật</a:t>
            </a:r>
            <a:r>
              <a:rPr lang="en-US" sz="3200" dirty="0">
                <a:latin typeface="Times New Roman" pitchFamily="18" charset="0"/>
                <a:cs typeface="Times New Roman" pitchFamily="18" charset="0"/>
              </a:rPr>
              <a:t> do </a:t>
            </a:r>
            <a:r>
              <a:rPr lang="en-US" sz="3200" dirty="0" err="1">
                <a:latin typeface="Times New Roman" pitchFamily="18" charset="0"/>
                <a:cs typeface="Times New Roman" pitchFamily="18" charset="0"/>
              </a:rPr>
              <a:t>các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cơ</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quan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này</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chỉ</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có</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hiệu</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lực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trong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địa</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phương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một</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vùng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lãnh</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thổ</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xác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định</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và</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không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được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trái</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với</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các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văn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bản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pháp</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luật</a:t>
            </a:r>
            <a:r>
              <a:rPr lang="en-US" sz="3200" dirty="0">
                <a:latin typeface="Times New Roman" pitchFamily="18" charset="0"/>
                <a:cs typeface="Times New Roman" pitchFamily="18" charset="0"/>
              </a:rPr>
              <a:t> do </a:t>
            </a:r>
            <a:r>
              <a:rPr lang="en-US" sz="3200" dirty="0" err="1">
                <a:latin typeface="Times New Roman" pitchFamily="18" charset="0"/>
                <a:cs typeface="Times New Roman" pitchFamily="18" charset="0"/>
              </a:rPr>
              <a:t>trung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ương</a:t>
            </a:r>
            <a:r>
              <a:rPr lang="en-US" sz="3200" dirty="0">
                <a:latin typeface="Times New Roman" pitchFamily="18" charset="0"/>
                <a:cs typeface="Times New Roman" pitchFamily="18" charset="0"/>
              </a:rPr>
              <a:t> ban </a:t>
            </a:r>
            <a:r>
              <a:rPr lang="en-US" sz="3200" dirty="0" err="1">
                <a:latin typeface="Times New Roman" pitchFamily="18" charset="0"/>
                <a:cs typeface="Times New Roman" pitchFamily="18" charset="0"/>
              </a:rPr>
              <a:t>hành</a:t>
            </a:r>
            <a:endParaRPr lang="en-US" sz="3200" dirty="0">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heel(4)">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5"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2000"/>
                                        <p:tgtEl>
                                          <p:spTgt spid="4"/>
                                        </p:tgtEl>
                                      </p:cBhvr>
                                    </p:animEffect>
                                    <p:anim calcmode="lin" valueType="num">
                                      <p:cBhvr>
                                        <p:cTn id="13" dur="2000" fill="hold"/>
                                        <p:tgtEl>
                                          <p:spTgt spid="4"/>
                                        </p:tgtEl>
                                        <p:attrNameLst>
                                          <p:attrName>style.rotation</p:attrName>
                                        </p:attrNameLst>
                                      </p:cBhvr>
                                      <p:tavLst>
                                        <p:tav tm="0">
                                          <p:val>
                                            <p:fltVal val="720"/>
                                          </p:val>
                                        </p:tav>
                                        <p:tav tm="100000">
                                          <p:val>
                                            <p:fltVal val="0"/>
                                          </p:val>
                                        </p:tav>
                                      </p:tavLst>
                                    </p:anim>
                                    <p:anim calcmode="lin" valueType="num">
                                      <p:cBhvr>
                                        <p:cTn id="14" dur="2000" fill="hold"/>
                                        <p:tgtEl>
                                          <p:spTgt spid="4"/>
                                        </p:tgtEl>
                                        <p:attrNameLst>
                                          <p:attrName>ppt_h</p:attrName>
                                        </p:attrNameLst>
                                      </p:cBhvr>
                                      <p:tavLst>
                                        <p:tav tm="0">
                                          <p:val>
                                            <p:fltVal val="0"/>
                                          </p:val>
                                        </p:tav>
                                        <p:tav tm="100000">
                                          <p:val>
                                            <p:strVal val="#ppt_h"/>
                                          </p:val>
                                        </p:tav>
                                      </p:tavLst>
                                    </p:anim>
                                    <p:anim calcmode="lin" valueType="num">
                                      <p:cBhvr>
                                        <p:cTn id="15" dur="2000" fill="hold"/>
                                        <p:tgtEl>
                                          <p:spTgt spid="4"/>
                                        </p:tgtEl>
                                        <p:attrNameLst>
                                          <p:attrName>ppt_w</p:attrName>
                                        </p:attrNameLst>
                                      </p:cBhvr>
                                      <p:tavLst>
                                        <p:tav tm="0">
                                          <p:val>
                                            <p:fltVal val="0"/>
                                          </p:val>
                                        </p:tav>
                                        <p:tav tm="100000">
                                          <p:val>
                                            <p:strVal val="#ppt_w"/>
                                          </p:val>
                                        </p:tav>
                                      </p:tavLst>
                                    </p:anim>
                                  </p:childTnLst>
                                </p:cTn>
                              </p:par>
                            </p:childTnLst>
                          </p:cTn>
                        </p:par>
                      </p:childTnLst>
                    </p:cTn>
                  </p:par>
                  <p:par>
                    <p:cTn id="16" fill="hold">
                      <p:stCondLst>
                        <p:cond delay="indefinite"/>
                      </p:stCondLst>
                      <p:childTnLst>
                        <p:par>
                          <p:cTn id="17" fill="hold">
                            <p:stCondLst>
                              <p:cond delay="0"/>
                            </p:stCondLst>
                            <p:childTnLst>
                              <p:par>
                                <p:cTn id="18" presetID="53" presetClass="entr" presetSubtype="0" fill="hold" grpId="0" nodeType="clickEffect">
                                  <p:stCondLst>
                                    <p:cond delay="0"/>
                                  </p:stCondLst>
                                  <p:childTnLst>
                                    <p:set>
                                      <p:cBhvr>
                                        <p:cTn id="19" dur="1" fill="hold">
                                          <p:stCondLst>
                                            <p:cond delay="0"/>
                                          </p:stCondLst>
                                        </p:cTn>
                                        <p:tgtEl>
                                          <p:spTgt spid="5"/>
                                        </p:tgtEl>
                                        <p:attrNameLst>
                                          <p:attrName>style.visibility</p:attrName>
                                        </p:attrNameLst>
                                      </p:cBhvr>
                                      <p:to>
                                        <p:strVal val="visible"/>
                                      </p:to>
                                    </p:set>
                                    <p:anim calcmode="lin" valueType="num">
                                      <p:cBhvr>
                                        <p:cTn id="20" dur="500" fill="hold"/>
                                        <p:tgtEl>
                                          <p:spTgt spid="5"/>
                                        </p:tgtEl>
                                        <p:attrNameLst>
                                          <p:attrName>ppt_w</p:attrName>
                                        </p:attrNameLst>
                                      </p:cBhvr>
                                      <p:tavLst>
                                        <p:tav tm="0">
                                          <p:val>
                                            <p:fltVal val="0"/>
                                          </p:val>
                                        </p:tav>
                                        <p:tav tm="100000">
                                          <p:val>
                                            <p:strVal val="#ppt_w"/>
                                          </p:val>
                                        </p:tav>
                                      </p:tavLst>
                                    </p:anim>
                                    <p:anim calcmode="lin" valueType="num">
                                      <p:cBhvr>
                                        <p:cTn id="21" dur="500" fill="hold"/>
                                        <p:tgtEl>
                                          <p:spTgt spid="5"/>
                                        </p:tgtEl>
                                        <p:attrNameLst>
                                          <p:attrName>ppt_h</p:attrName>
                                        </p:attrNameLst>
                                      </p:cBhvr>
                                      <p:tavLst>
                                        <p:tav tm="0">
                                          <p:val>
                                            <p:fltVal val="0"/>
                                          </p:val>
                                        </p:tav>
                                        <p:tav tm="100000">
                                          <p:val>
                                            <p:strVal val="#ppt_h"/>
                                          </p:val>
                                        </p:tav>
                                      </p:tavLst>
                                    </p:anim>
                                    <p:animEffect transition="in" filter="fade">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20"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wedge">
                                      <p:cBhvr>
                                        <p:cTn id="27"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P spid="5" grpId="0" animBg="1"/>
      <p:bldP spid="6"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533400"/>
            <a:ext cx="8534400" cy="758952"/>
          </a:xfrm>
        </p:spPr>
        <p:txBody>
          <a:bodyPr>
            <a:noAutofit/>
          </a:bodyPr>
          <a:lstStyle/>
          <a:p>
            <a:r>
              <a:rPr lang="en-US" sz="4400" b="1" dirty="0">
                <a:solidFill>
                  <a:srgbClr val="002060"/>
                </a:solidFill>
                <a:latin typeface="Times New Roman" pitchFamily="18" charset="0"/>
                <a:cs typeface="Times New Roman" pitchFamily="18" charset="0"/>
              </a:rPr>
              <a:t>3. </a:t>
            </a:r>
            <a:r>
              <a:rPr lang="en-US" sz="4400" b="1" dirty="0" err="1">
                <a:solidFill>
                  <a:srgbClr val="002060"/>
                </a:solidFill>
                <a:latin typeface="Times New Roman" pitchFamily="18" charset="0"/>
                <a:cs typeface="Times New Roman" pitchFamily="18" charset="0"/>
              </a:rPr>
              <a:t>Các</a:t>
            </a:r>
            <a:r>
              <a:rPr lang="en-US" sz="4400" b="1" dirty="0">
                <a:solidFill>
                  <a:srgbClr val="002060"/>
                </a:solidFill>
                <a:latin typeface="Times New Roman" pitchFamily="18" charset="0"/>
                <a:cs typeface="Times New Roman" pitchFamily="18" charset="0"/>
              </a:rPr>
              <a:t> </a:t>
            </a:r>
            <a:r>
              <a:rPr lang="en-US" sz="4400" b="1" dirty="0" err="1">
                <a:solidFill>
                  <a:srgbClr val="002060"/>
                </a:solidFill>
                <a:latin typeface="Times New Roman" pitchFamily="18" charset="0"/>
                <a:cs typeface="Times New Roman" pitchFamily="18" charset="0"/>
              </a:rPr>
              <a:t>nguyên</a:t>
            </a:r>
            <a:r>
              <a:rPr lang="en-US" sz="4400" b="1" dirty="0">
                <a:solidFill>
                  <a:srgbClr val="002060"/>
                </a:solidFill>
                <a:latin typeface="Times New Roman" pitchFamily="18" charset="0"/>
                <a:cs typeface="Times New Roman" pitchFamily="18" charset="0"/>
              </a:rPr>
              <a:t> </a:t>
            </a:r>
            <a:r>
              <a:rPr lang="en-US" sz="4400" b="1" dirty="0" err="1">
                <a:solidFill>
                  <a:srgbClr val="002060"/>
                </a:solidFill>
                <a:latin typeface="Times New Roman" pitchFamily="18" charset="0"/>
                <a:cs typeface="Times New Roman" pitchFamily="18" charset="0"/>
              </a:rPr>
              <a:t>tắc</a:t>
            </a:r>
            <a:r>
              <a:rPr lang="en-US" sz="4400" b="1" dirty="0">
                <a:solidFill>
                  <a:srgbClr val="002060"/>
                </a:solidFill>
                <a:latin typeface="Times New Roman" pitchFamily="18" charset="0"/>
                <a:cs typeface="Times New Roman" pitchFamily="18" charset="0"/>
              </a:rPr>
              <a:t> </a:t>
            </a:r>
            <a:r>
              <a:rPr lang="en-US" sz="4400" b="1" dirty="0" err="1">
                <a:solidFill>
                  <a:srgbClr val="002060"/>
                </a:solidFill>
                <a:latin typeface="Times New Roman" pitchFamily="18" charset="0"/>
                <a:cs typeface="Times New Roman" pitchFamily="18" charset="0"/>
              </a:rPr>
              <a:t>tổ</a:t>
            </a:r>
            <a:r>
              <a:rPr lang="en-US" sz="4400" b="1" dirty="0">
                <a:solidFill>
                  <a:srgbClr val="002060"/>
                </a:solidFill>
                <a:latin typeface="Times New Roman" pitchFamily="18" charset="0"/>
                <a:cs typeface="Times New Roman" pitchFamily="18" charset="0"/>
              </a:rPr>
              <a:t> </a:t>
            </a:r>
            <a:r>
              <a:rPr lang="en-US" sz="4400" b="1" dirty="0" err="1">
                <a:solidFill>
                  <a:srgbClr val="002060"/>
                </a:solidFill>
                <a:latin typeface="Times New Roman" pitchFamily="18" charset="0"/>
                <a:cs typeface="Times New Roman" pitchFamily="18" charset="0"/>
              </a:rPr>
              <a:t>chức</a:t>
            </a:r>
            <a:r>
              <a:rPr lang="en-US" sz="4400" b="1" dirty="0">
                <a:solidFill>
                  <a:srgbClr val="002060"/>
                </a:solidFill>
                <a:latin typeface="Times New Roman" pitchFamily="18" charset="0"/>
                <a:cs typeface="Times New Roman" pitchFamily="18" charset="0"/>
              </a:rPr>
              <a:t> </a:t>
            </a:r>
            <a:r>
              <a:rPr lang="en-US" sz="4400" b="1" dirty="0" err="1">
                <a:solidFill>
                  <a:srgbClr val="002060"/>
                </a:solidFill>
                <a:latin typeface="Times New Roman" pitchFamily="18" charset="0"/>
                <a:cs typeface="Times New Roman" pitchFamily="18" charset="0"/>
              </a:rPr>
              <a:t>và</a:t>
            </a:r>
            <a:r>
              <a:rPr lang="en-US" sz="4400" b="1" dirty="0">
                <a:solidFill>
                  <a:srgbClr val="002060"/>
                </a:solidFill>
                <a:latin typeface="Times New Roman" pitchFamily="18" charset="0"/>
                <a:cs typeface="Times New Roman" pitchFamily="18" charset="0"/>
              </a:rPr>
              <a:t> </a:t>
            </a:r>
            <a:r>
              <a:rPr lang="en-US" sz="4400" b="1" dirty="0" err="1">
                <a:solidFill>
                  <a:srgbClr val="002060"/>
                </a:solidFill>
                <a:latin typeface="Times New Roman" pitchFamily="18" charset="0"/>
                <a:cs typeface="Times New Roman" pitchFamily="18" charset="0"/>
              </a:rPr>
              <a:t>hoạt</a:t>
            </a:r>
            <a:r>
              <a:rPr lang="en-US" sz="4400" b="1" dirty="0">
                <a:solidFill>
                  <a:srgbClr val="002060"/>
                </a:solidFill>
                <a:latin typeface="Times New Roman" pitchFamily="18" charset="0"/>
                <a:cs typeface="Times New Roman" pitchFamily="18" charset="0"/>
              </a:rPr>
              <a:t> </a:t>
            </a:r>
            <a:r>
              <a:rPr lang="en-US" sz="4400" b="1" dirty="0" err="1">
                <a:solidFill>
                  <a:srgbClr val="002060"/>
                </a:solidFill>
                <a:latin typeface="Times New Roman" pitchFamily="18" charset="0"/>
                <a:cs typeface="Times New Roman" pitchFamily="18" charset="0"/>
              </a:rPr>
              <a:t>động</a:t>
            </a:r>
            <a:r>
              <a:rPr lang="en-US" sz="4400" b="1" dirty="0">
                <a:solidFill>
                  <a:srgbClr val="002060"/>
                </a:solidFill>
                <a:latin typeface="Times New Roman" pitchFamily="18" charset="0"/>
                <a:cs typeface="Times New Roman" pitchFamily="18" charset="0"/>
              </a:rPr>
              <a:t> </a:t>
            </a:r>
            <a:r>
              <a:rPr lang="en-US" sz="4400" b="1" dirty="0" err="1">
                <a:solidFill>
                  <a:srgbClr val="002060"/>
                </a:solidFill>
                <a:latin typeface="Times New Roman" pitchFamily="18" charset="0"/>
                <a:cs typeface="Times New Roman" pitchFamily="18" charset="0"/>
              </a:rPr>
              <a:t>của</a:t>
            </a:r>
            <a:r>
              <a:rPr lang="en-US" sz="4400" b="1" dirty="0">
                <a:solidFill>
                  <a:srgbClr val="002060"/>
                </a:solidFill>
                <a:latin typeface="Times New Roman" pitchFamily="18" charset="0"/>
                <a:cs typeface="Times New Roman" pitchFamily="18" charset="0"/>
              </a:rPr>
              <a:t> </a:t>
            </a:r>
            <a:r>
              <a:rPr lang="en-US" sz="4400" b="1" dirty="0" err="1">
                <a:solidFill>
                  <a:srgbClr val="002060"/>
                </a:solidFill>
                <a:latin typeface="Times New Roman" pitchFamily="18" charset="0"/>
                <a:cs typeface="Times New Roman" pitchFamily="18" charset="0"/>
              </a:rPr>
              <a:t>Bộ</a:t>
            </a:r>
            <a:r>
              <a:rPr lang="en-US" sz="4400" b="1" dirty="0">
                <a:solidFill>
                  <a:srgbClr val="002060"/>
                </a:solidFill>
                <a:latin typeface="Times New Roman" pitchFamily="18" charset="0"/>
                <a:cs typeface="Times New Roman" pitchFamily="18" charset="0"/>
              </a:rPr>
              <a:t> </a:t>
            </a:r>
            <a:r>
              <a:rPr lang="en-US" sz="4400" b="1" dirty="0" err="1">
                <a:solidFill>
                  <a:srgbClr val="002060"/>
                </a:solidFill>
                <a:latin typeface="Times New Roman" pitchFamily="18" charset="0"/>
                <a:cs typeface="Times New Roman" pitchFamily="18" charset="0"/>
              </a:rPr>
              <a:t>máy</a:t>
            </a:r>
            <a:r>
              <a:rPr lang="en-US" sz="4400" b="1" dirty="0">
                <a:solidFill>
                  <a:srgbClr val="002060"/>
                </a:solidFill>
                <a:latin typeface="Times New Roman" pitchFamily="18" charset="0"/>
                <a:cs typeface="Times New Roman" pitchFamily="18" charset="0"/>
              </a:rPr>
              <a:t> </a:t>
            </a:r>
            <a:r>
              <a:rPr lang="en-US" sz="4400" b="1" dirty="0" err="1">
                <a:solidFill>
                  <a:srgbClr val="002060"/>
                </a:solidFill>
                <a:latin typeface="Times New Roman" pitchFamily="18" charset="0"/>
                <a:cs typeface="Times New Roman" pitchFamily="18" charset="0"/>
              </a:rPr>
              <a:t>Nhà</a:t>
            </a:r>
            <a:r>
              <a:rPr lang="en-US" sz="4400" b="1" dirty="0">
                <a:solidFill>
                  <a:srgbClr val="002060"/>
                </a:solidFill>
                <a:latin typeface="Times New Roman" pitchFamily="18" charset="0"/>
                <a:cs typeface="Times New Roman" pitchFamily="18" charset="0"/>
              </a:rPr>
              <a:t> </a:t>
            </a:r>
            <a:r>
              <a:rPr lang="en-US" sz="4400" b="1" dirty="0" err="1">
                <a:solidFill>
                  <a:srgbClr val="002060"/>
                </a:solidFill>
                <a:latin typeface="Times New Roman" pitchFamily="18" charset="0"/>
                <a:cs typeface="Times New Roman" pitchFamily="18" charset="0"/>
              </a:rPr>
              <a:t>nước</a:t>
            </a:r>
            <a:endParaRPr lang="en-US" sz="4400" b="1" dirty="0">
              <a:solidFill>
                <a:srgbClr val="002060"/>
              </a:solidFill>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81940"/>
            <a:ext cx="7315200" cy="1143000"/>
          </a:xfrm>
        </p:spPr>
        <p:txBody>
          <a:bodyPr>
            <a:noAutofit/>
          </a:bodyPr>
          <a:lstStyle/>
          <a:p>
            <a:pPr algn="just"/>
            <a:r>
              <a:rPr lang="en-US" sz="2800" b="1" i="1" dirty="0" err="1">
                <a:solidFill>
                  <a:srgbClr val="002060"/>
                </a:solidFill>
                <a:latin typeface="Times New Roman" pitchFamily="18" charset="0"/>
                <a:cs typeface="Times New Roman" pitchFamily="18" charset="0"/>
              </a:rPr>
              <a:t>Nguyên</a:t>
            </a:r>
            <a:r>
              <a:rPr lang="en-US" sz="2800" b="1" i="1" dirty="0">
                <a:solidFill>
                  <a:srgbClr val="002060"/>
                </a:solidFill>
                <a:latin typeface="Times New Roman" pitchFamily="18" charset="0"/>
                <a:cs typeface="Times New Roman" pitchFamily="18" charset="0"/>
              </a:rPr>
              <a:t> </a:t>
            </a:r>
            <a:r>
              <a:rPr lang="en-US" sz="2800" b="1" i="1" dirty="0" err="1">
                <a:solidFill>
                  <a:srgbClr val="002060"/>
                </a:solidFill>
                <a:latin typeface="Times New Roman" pitchFamily="18" charset="0"/>
                <a:cs typeface="Times New Roman" pitchFamily="18" charset="0"/>
              </a:rPr>
              <a:t>tắc</a:t>
            </a:r>
            <a:r>
              <a:rPr lang="en-US" sz="2800" b="1" i="1" dirty="0">
                <a:solidFill>
                  <a:srgbClr val="002060"/>
                </a:solidFill>
                <a:latin typeface="Times New Roman" pitchFamily="18" charset="0"/>
                <a:cs typeface="Times New Roman" pitchFamily="18" charset="0"/>
              </a:rPr>
              <a:t> </a:t>
            </a:r>
            <a:r>
              <a:rPr lang="en-US" sz="2800" b="1" i="1" dirty="0" err="1">
                <a:solidFill>
                  <a:srgbClr val="002060"/>
                </a:solidFill>
                <a:latin typeface="Times New Roman" pitchFamily="18" charset="0"/>
                <a:cs typeface="Times New Roman" pitchFamily="18" charset="0"/>
              </a:rPr>
              <a:t>đảm</a:t>
            </a:r>
            <a:r>
              <a:rPr lang="en-US" sz="2800" b="1" i="1" dirty="0">
                <a:solidFill>
                  <a:srgbClr val="002060"/>
                </a:solidFill>
                <a:latin typeface="Times New Roman" pitchFamily="18" charset="0"/>
                <a:cs typeface="Times New Roman" pitchFamily="18" charset="0"/>
              </a:rPr>
              <a:t> </a:t>
            </a:r>
            <a:r>
              <a:rPr lang="en-US" sz="2800" b="1" i="1" dirty="0" err="1">
                <a:solidFill>
                  <a:srgbClr val="002060"/>
                </a:solidFill>
                <a:latin typeface="Times New Roman" pitchFamily="18" charset="0"/>
                <a:cs typeface="Times New Roman" pitchFamily="18" charset="0"/>
              </a:rPr>
              <a:t>bảo</a:t>
            </a:r>
            <a:r>
              <a:rPr lang="en-US" sz="2800" b="1" i="1" dirty="0">
                <a:solidFill>
                  <a:srgbClr val="002060"/>
                </a:solidFill>
                <a:latin typeface="Times New Roman" pitchFamily="18" charset="0"/>
                <a:cs typeface="Times New Roman" pitchFamily="18" charset="0"/>
              </a:rPr>
              <a:t> </a:t>
            </a:r>
            <a:r>
              <a:rPr lang="en-US" sz="2800" b="1" i="1" dirty="0" err="1">
                <a:solidFill>
                  <a:srgbClr val="002060"/>
                </a:solidFill>
                <a:latin typeface="Times New Roman" pitchFamily="18" charset="0"/>
                <a:cs typeface="Times New Roman" pitchFamily="18" charset="0"/>
              </a:rPr>
              <a:t>quyền</a:t>
            </a:r>
            <a:r>
              <a:rPr lang="en-US" sz="2800" b="1" i="1" dirty="0">
                <a:solidFill>
                  <a:srgbClr val="002060"/>
                </a:solidFill>
                <a:latin typeface="Times New Roman" pitchFamily="18" charset="0"/>
                <a:cs typeface="Times New Roman" pitchFamily="18" charset="0"/>
              </a:rPr>
              <a:t> </a:t>
            </a:r>
            <a:r>
              <a:rPr lang="en-US" sz="2800" b="1" i="1" dirty="0" err="1">
                <a:solidFill>
                  <a:srgbClr val="002060"/>
                </a:solidFill>
                <a:latin typeface="Times New Roman" pitchFamily="18" charset="0"/>
                <a:cs typeface="Times New Roman" pitchFamily="18" charset="0"/>
              </a:rPr>
              <a:t>lực</a:t>
            </a:r>
            <a:r>
              <a:rPr lang="en-US" sz="2800" b="1" i="1" dirty="0">
                <a:solidFill>
                  <a:srgbClr val="002060"/>
                </a:solidFill>
                <a:latin typeface="Times New Roman" pitchFamily="18" charset="0"/>
                <a:cs typeface="Times New Roman" pitchFamily="18" charset="0"/>
              </a:rPr>
              <a:t> </a:t>
            </a:r>
            <a:r>
              <a:rPr lang="en-US" sz="2800" b="1" i="1" dirty="0" err="1">
                <a:solidFill>
                  <a:srgbClr val="002060"/>
                </a:solidFill>
                <a:latin typeface="Times New Roman" pitchFamily="18" charset="0"/>
                <a:cs typeface="Times New Roman" pitchFamily="18" charset="0"/>
              </a:rPr>
              <a:t>nhân</a:t>
            </a:r>
            <a:r>
              <a:rPr lang="en-US" sz="2800" b="1" i="1" dirty="0">
                <a:solidFill>
                  <a:srgbClr val="002060"/>
                </a:solidFill>
                <a:latin typeface="Times New Roman" pitchFamily="18" charset="0"/>
                <a:cs typeface="Times New Roman" pitchFamily="18" charset="0"/>
              </a:rPr>
              <a:t> </a:t>
            </a:r>
            <a:r>
              <a:rPr lang="en-US" sz="2800" b="1" i="1" dirty="0" err="1">
                <a:solidFill>
                  <a:srgbClr val="002060"/>
                </a:solidFill>
                <a:latin typeface="Times New Roman" pitchFamily="18" charset="0"/>
                <a:cs typeface="Times New Roman" pitchFamily="18" charset="0"/>
              </a:rPr>
              <a:t>dân</a:t>
            </a:r>
            <a:r>
              <a:rPr lang="en-US" sz="2800" b="1" i="1" dirty="0">
                <a:solidFill>
                  <a:srgbClr val="002060"/>
                </a:solidFill>
                <a:latin typeface="Times New Roman" pitchFamily="18" charset="0"/>
                <a:cs typeface="Times New Roman" pitchFamily="18" charset="0"/>
              </a:rPr>
              <a:t> </a:t>
            </a:r>
            <a:r>
              <a:rPr lang="en-US" sz="2800" b="1" i="1" dirty="0" err="1">
                <a:solidFill>
                  <a:srgbClr val="002060"/>
                </a:solidFill>
                <a:latin typeface="Times New Roman" pitchFamily="18" charset="0"/>
                <a:cs typeface="Times New Roman" pitchFamily="18" charset="0"/>
              </a:rPr>
              <a:t>trong</a:t>
            </a:r>
            <a:r>
              <a:rPr lang="en-US" sz="2800" b="1" i="1" dirty="0">
                <a:solidFill>
                  <a:srgbClr val="002060"/>
                </a:solidFill>
                <a:latin typeface="Times New Roman" pitchFamily="18" charset="0"/>
                <a:cs typeface="Times New Roman" pitchFamily="18" charset="0"/>
              </a:rPr>
              <a:t> </a:t>
            </a:r>
            <a:r>
              <a:rPr lang="en-US" sz="2800" b="1" i="1" dirty="0" err="1">
                <a:solidFill>
                  <a:srgbClr val="002060"/>
                </a:solidFill>
                <a:latin typeface="Times New Roman" pitchFamily="18" charset="0"/>
                <a:cs typeface="Times New Roman" pitchFamily="18" charset="0"/>
              </a:rPr>
              <a:t>tổ</a:t>
            </a:r>
            <a:r>
              <a:rPr lang="en-US" sz="2800" b="1" i="1" dirty="0">
                <a:solidFill>
                  <a:srgbClr val="002060"/>
                </a:solidFill>
                <a:latin typeface="Times New Roman" pitchFamily="18" charset="0"/>
                <a:cs typeface="Times New Roman" pitchFamily="18" charset="0"/>
              </a:rPr>
              <a:t> </a:t>
            </a:r>
            <a:r>
              <a:rPr lang="en-US" sz="2800" b="1" i="1" dirty="0" err="1">
                <a:solidFill>
                  <a:srgbClr val="002060"/>
                </a:solidFill>
                <a:latin typeface="Times New Roman" pitchFamily="18" charset="0"/>
                <a:cs typeface="Times New Roman" pitchFamily="18" charset="0"/>
              </a:rPr>
              <a:t>chức</a:t>
            </a:r>
            <a:r>
              <a:rPr lang="en-US" sz="2800" b="1" i="1" dirty="0">
                <a:solidFill>
                  <a:srgbClr val="002060"/>
                </a:solidFill>
                <a:latin typeface="Times New Roman" pitchFamily="18" charset="0"/>
                <a:cs typeface="Times New Roman" pitchFamily="18" charset="0"/>
              </a:rPr>
              <a:t> </a:t>
            </a:r>
            <a:r>
              <a:rPr lang="en-US" sz="2800" b="1" i="1" dirty="0" err="1">
                <a:solidFill>
                  <a:srgbClr val="002060"/>
                </a:solidFill>
                <a:latin typeface="Times New Roman" pitchFamily="18" charset="0"/>
                <a:cs typeface="Times New Roman" pitchFamily="18" charset="0"/>
              </a:rPr>
              <a:t>và</a:t>
            </a:r>
            <a:r>
              <a:rPr lang="en-US" sz="2800" b="1" i="1" dirty="0">
                <a:solidFill>
                  <a:srgbClr val="002060"/>
                </a:solidFill>
                <a:latin typeface="Times New Roman" pitchFamily="18" charset="0"/>
                <a:cs typeface="Times New Roman" pitchFamily="18" charset="0"/>
              </a:rPr>
              <a:t> </a:t>
            </a:r>
            <a:r>
              <a:rPr lang="en-US" sz="2800" b="1" i="1" dirty="0" err="1">
                <a:solidFill>
                  <a:srgbClr val="002060"/>
                </a:solidFill>
                <a:latin typeface="Times New Roman" pitchFamily="18" charset="0"/>
                <a:cs typeface="Times New Roman" pitchFamily="18" charset="0"/>
              </a:rPr>
              <a:t>hoạt</a:t>
            </a:r>
            <a:r>
              <a:rPr lang="en-US" sz="2800" b="1" i="1" dirty="0">
                <a:solidFill>
                  <a:srgbClr val="002060"/>
                </a:solidFill>
                <a:latin typeface="Times New Roman" pitchFamily="18" charset="0"/>
                <a:cs typeface="Times New Roman" pitchFamily="18" charset="0"/>
              </a:rPr>
              <a:t> </a:t>
            </a:r>
            <a:r>
              <a:rPr lang="en-US" sz="2800" b="1" i="1" dirty="0" err="1">
                <a:solidFill>
                  <a:srgbClr val="002060"/>
                </a:solidFill>
                <a:latin typeface="Times New Roman" pitchFamily="18" charset="0"/>
                <a:cs typeface="Times New Roman" pitchFamily="18" charset="0"/>
              </a:rPr>
              <a:t>động</a:t>
            </a:r>
            <a:r>
              <a:rPr lang="en-US" sz="2800" b="1" i="1" dirty="0">
                <a:solidFill>
                  <a:srgbClr val="002060"/>
                </a:solidFill>
                <a:latin typeface="Times New Roman" pitchFamily="18" charset="0"/>
                <a:cs typeface="Times New Roman" pitchFamily="18" charset="0"/>
              </a:rPr>
              <a:t> </a:t>
            </a:r>
            <a:r>
              <a:rPr lang="en-US" sz="2800" b="1" i="1" dirty="0" err="1">
                <a:solidFill>
                  <a:srgbClr val="002060"/>
                </a:solidFill>
                <a:latin typeface="Times New Roman" pitchFamily="18" charset="0"/>
                <a:cs typeface="Times New Roman" pitchFamily="18" charset="0"/>
              </a:rPr>
              <a:t>của</a:t>
            </a:r>
            <a:r>
              <a:rPr lang="en-US" sz="2800" b="1" i="1" dirty="0">
                <a:solidFill>
                  <a:srgbClr val="002060"/>
                </a:solidFill>
                <a:latin typeface="Times New Roman" pitchFamily="18" charset="0"/>
                <a:cs typeface="Times New Roman" pitchFamily="18" charset="0"/>
              </a:rPr>
              <a:t> </a:t>
            </a:r>
            <a:r>
              <a:rPr lang="en-US" sz="2800" b="1" i="1" dirty="0" err="1">
                <a:solidFill>
                  <a:srgbClr val="002060"/>
                </a:solidFill>
                <a:latin typeface="Times New Roman" pitchFamily="18" charset="0"/>
                <a:cs typeface="Times New Roman" pitchFamily="18" charset="0"/>
              </a:rPr>
              <a:t>Bộ</a:t>
            </a:r>
            <a:r>
              <a:rPr lang="en-US" sz="2800" b="1" i="1" dirty="0">
                <a:solidFill>
                  <a:srgbClr val="002060"/>
                </a:solidFill>
                <a:latin typeface="Times New Roman" pitchFamily="18" charset="0"/>
                <a:cs typeface="Times New Roman" pitchFamily="18" charset="0"/>
              </a:rPr>
              <a:t> </a:t>
            </a:r>
            <a:r>
              <a:rPr lang="en-US" sz="2800" b="1" i="1" dirty="0" err="1">
                <a:solidFill>
                  <a:srgbClr val="002060"/>
                </a:solidFill>
                <a:latin typeface="Times New Roman" pitchFamily="18" charset="0"/>
                <a:cs typeface="Times New Roman" pitchFamily="18" charset="0"/>
              </a:rPr>
              <a:t>máy</a:t>
            </a:r>
            <a:r>
              <a:rPr lang="en-US" sz="2800" b="1" i="1" dirty="0">
                <a:solidFill>
                  <a:srgbClr val="002060"/>
                </a:solidFill>
                <a:latin typeface="Times New Roman" pitchFamily="18" charset="0"/>
                <a:cs typeface="Times New Roman" pitchFamily="18" charset="0"/>
              </a:rPr>
              <a:t> </a:t>
            </a:r>
            <a:r>
              <a:rPr lang="en-US" sz="2800" b="1" i="1" dirty="0" err="1">
                <a:solidFill>
                  <a:srgbClr val="002060"/>
                </a:solidFill>
                <a:latin typeface="Times New Roman" pitchFamily="18" charset="0"/>
                <a:cs typeface="Times New Roman" pitchFamily="18" charset="0"/>
              </a:rPr>
              <a:t>nhà</a:t>
            </a:r>
            <a:r>
              <a:rPr lang="en-US" sz="2800" b="1" i="1" dirty="0">
                <a:solidFill>
                  <a:srgbClr val="002060"/>
                </a:solidFill>
                <a:latin typeface="Times New Roman" pitchFamily="18" charset="0"/>
                <a:cs typeface="Times New Roman" pitchFamily="18" charset="0"/>
              </a:rPr>
              <a:t> </a:t>
            </a:r>
            <a:r>
              <a:rPr lang="en-US" sz="2800" b="1" i="1" dirty="0" err="1">
                <a:solidFill>
                  <a:srgbClr val="002060"/>
                </a:solidFill>
                <a:latin typeface="Times New Roman" pitchFamily="18" charset="0"/>
                <a:cs typeface="Times New Roman" pitchFamily="18" charset="0"/>
              </a:rPr>
              <a:t>nước</a:t>
            </a:r>
            <a:endParaRPr lang="en-US" sz="2800" b="1" i="1" dirty="0">
              <a:solidFill>
                <a:srgbClr val="002060"/>
              </a:solidFill>
              <a:latin typeface="Times New Roman" pitchFamily="18" charset="0"/>
              <a:cs typeface="Times New Roman" pitchFamily="18" charset="0"/>
            </a:endParaRPr>
          </a:p>
        </p:txBody>
      </p:sp>
      <p:sp>
        <p:nvSpPr>
          <p:cNvPr id="4" name="Oval 3"/>
          <p:cNvSpPr/>
          <p:nvPr/>
        </p:nvSpPr>
        <p:spPr>
          <a:xfrm>
            <a:off x="0" y="2941320"/>
            <a:ext cx="1676400" cy="2057400"/>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just"/>
            <a:r>
              <a:rPr lang="en-US" sz="2800" dirty="0" err="1">
                <a:latin typeface="Times New Roman" pitchFamily="18" charset="0"/>
                <a:cs typeface="Times New Roman" pitchFamily="18" charset="0"/>
              </a:rPr>
              <a:t>Cơ</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sở</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lý</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luận</a:t>
            </a:r>
            <a:endParaRPr lang="en-US" sz="2800" dirty="0">
              <a:latin typeface="Times New Roman" pitchFamily="18" charset="0"/>
              <a:cs typeface="Times New Roman" pitchFamily="18" charset="0"/>
            </a:endParaRPr>
          </a:p>
        </p:txBody>
      </p:sp>
      <p:sp>
        <p:nvSpPr>
          <p:cNvPr id="5" name="Rounded Rectangle 4"/>
          <p:cNvSpPr/>
          <p:nvPr/>
        </p:nvSpPr>
        <p:spPr>
          <a:xfrm>
            <a:off x="1905000" y="2057400"/>
            <a:ext cx="6629400" cy="114300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just"/>
            <a:r>
              <a:rPr lang="en-US" sz="2800" dirty="0" err="1">
                <a:latin typeface="Times New Roman" pitchFamily="18" charset="0"/>
                <a:cs typeface="Times New Roman" pitchFamily="18" charset="0"/>
              </a:rPr>
              <a:t>Bộ</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máy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nước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phong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kiến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được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tổ</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chức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theo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nguyên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tắc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tập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quyền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chuyên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chế</a:t>
            </a:r>
            <a:endParaRPr lang="en-US" sz="2800" dirty="0">
              <a:latin typeface="Times New Roman" pitchFamily="18" charset="0"/>
              <a:cs typeface="Times New Roman" pitchFamily="18" charset="0"/>
            </a:endParaRPr>
          </a:p>
        </p:txBody>
      </p:sp>
      <p:sp>
        <p:nvSpPr>
          <p:cNvPr id="6" name="Rounded Rectangle 5"/>
          <p:cNvSpPr/>
          <p:nvPr/>
        </p:nvSpPr>
        <p:spPr>
          <a:xfrm>
            <a:off x="1905000" y="3352800"/>
            <a:ext cx="6629400" cy="137160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just"/>
            <a:r>
              <a:rPr lang="en-US" sz="2800" dirty="0" err="1">
                <a:latin typeface="Times New Roman" pitchFamily="18" charset="0"/>
                <a:cs typeface="Times New Roman" pitchFamily="18" charset="0"/>
              </a:rPr>
              <a:t>Bộ</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máy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nước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tư</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sản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được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tổ</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chức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theo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nguyên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tắc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phân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chia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quyền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lực</a:t>
            </a:r>
            <a:r>
              <a:rPr lang="en-US" sz="2800" dirty="0">
                <a:latin typeface="Times New Roman" pitchFamily="18" charset="0"/>
                <a:cs typeface="Times New Roman" pitchFamily="18" charset="0"/>
              </a:rPr>
              <a:t> (tam </a:t>
            </a:r>
            <a:r>
              <a:rPr lang="en-US" sz="2800" dirty="0" err="1">
                <a:latin typeface="Times New Roman" pitchFamily="18" charset="0"/>
                <a:cs typeface="Times New Roman" pitchFamily="18" charset="0"/>
              </a:rPr>
              <a:t>quyền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phân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lập</a:t>
            </a:r>
            <a:r>
              <a:rPr lang="en-US" sz="2800" dirty="0">
                <a:latin typeface="Times New Roman" pitchFamily="18" charset="0"/>
                <a:cs typeface="Times New Roman" pitchFamily="18" charset="0"/>
              </a:rPr>
              <a:t>)</a:t>
            </a:r>
          </a:p>
        </p:txBody>
      </p:sp>
      <p:sp>
        <p:nvSpPr>
          <p:cNvPr id="7" name="Rounded Rectangle 6"/>
          <p:cNvSpPr/>
          <p:nvPr/>
        </p:nvSpPr>
        <p:spPr>
          <a:xfrm>
            <a:off x="1905000" y="5029200"/>
            <a:ext cx="6629400" cy="114300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just"/>
            <a:r>
              <a:rPr lang="en-US" sz="2800" dirty="0" err="1">
                <a:latin typeface="Times New Roman" pitchFamily="18" charset="0"/>
                <a:cs typeface="Times New Roman" pitchFamily="18" charset="0"/>
              </a:rPr>
              <a:t>Bộ</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máy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nước</a:t>
            </a:r>
            <a:r>
              <a:rPr lang="en-US" sz="2800" dirty="0">
                <a:latin typeface="Times New Roman" pitchFamily="18" charset="0"/>
                <a:cs typeface="Times New Roman" pitchFamily="18" charset="0"/>
              </a:rPr>
              <a:t> XHCN </a:t>
            </a:r>
            <a:r>
              <a:rPr lang="en-US" sz="2800" dirty="0" err="1">
                <a:latin typeface="Times New Roman" pitchFamily="18" charset="0"/>
                <a:cs typeface="Times New Roman" pitchFamily="18" charset="0"/>
              </a:rPr>
              <a:t>tiếp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hạt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nhân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hợp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lý</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của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nguyên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tắc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phân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quyền</a:t>
            </a:r>
            <a:endParaRPr lang="en-US" sz="2800" dirty="0">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0" presetClass="entr" presetSubtype="0" fill="hold" grpId="0" nodeType="clickEffect">
                                  <p:stCondLst>
                                    <p:cond delay="0"/>
                                  </p:stCondLst>
                                  <p:iterate type="lt">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1"/>
                                          </p:val>
                                        </p:tav>
                                        <p:tav tm="100000">
                                          <p:val>
                                            <p:strVal val="#ppt_x"/>
                                          </p:val>
                                        </p:tav>
                                      </p:tavLst>
                                    </p:anim>
                                    <p:anim calcmode="lin" valueType="num">
                                      <p:cBhvr>
                                        <p:cTn id="9" dur="10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39" presetClass="entr" presetSubtype="0" accel="10000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 calcmode="lin" valueType="num">
                                      <p:cBhvr>
                                        <p:cTn id="14" dur="500" fill="hold"/>
                                        <p:tgtEl>
                                          <p:spTgt spid="5"/>
                                        </p:tgtEl>
                                        <p:attrNameLst>
                                          <p:attrName>ppt_h</p:attrName>
                                        </p:attrNameLst>
                                      </p:cBhvr>
                                      <p:tavLst>
                                        <p:tav tm="0">
                                          <p:val>
                                            <p:strVal val="#ppt_h/20"/>
                                          </p:val>
                                        </p:tav>
                                        <p:tav tm="50000">
                                          <p:val>
                                            <p:strVal val="#ppt_h/20"/>
                                          </p:val>
                                        </p:tav>
                                        <p:tav tm="100000">
                                          <p:val>
                                            <p:strVal val="#ppt_h"/>
                                          </p:val>
                                        </p:tav>
                                      </p:tavLst>
                                    </p:anim>
                                    <p:anim calcmode="lin" valueType="num">
                                      <p:cBhvr>
                                        <p:cTn id="15" dur="500" fill="hold"/>
                                        <p:tgtEl>
                                          <p:spTgt spid="5"/>
                                        </p:tgtEl>
                                        <p:attrNameLst>
                                          <p:attrName>ppt_w</p:attrName>
                                        </p:attrNameLst>
                                      </p:cBhvr>
                                      <p:tavLst>
                                        <p:tav tm="0">
                                          <p:val>
                                            <p:strVal val="#ppt_w+.3"/>
                                          </p:val>
                                        </p:tav>
                                        <p:tav tm="50000">
                                          <p:val>
                                            <p:strVal val="#ppt_w+.3"/>
                                          </p:val>
                                        </p:tav>
                                        <p:tav tm="100000">
                                          <p:val>
                                            <p:strVal val="#ppt_w"/>
                                          </p:val>
                                        </p:tav>
                                      </p:tavLst>
                                    </p:anim>
                                    <p:anim calcmode="lin" valueType="num">
                                      <p:cBhvr>
                                        <p:cTn id="16" dur="500" fill="hold"/>
                                        <p:tgtEl>
                                          <p:spTgt spid="5"/>
                                        </p:tgtEl>
                                        <p:attrNameLst>
                                          <p:attrName>ppt_x</p:attrName>
                                        </p:attrNameLst>
                                      </p:cBhvr>
                                      <p:tavLst>
                                        <p:tav tm="0">
                                          <p:val>
                                            <p:strVal val="#ppt_x-.3"/>
                                          </p:val>
                                        </p:tav>
                                        <p:tav tm="50000">
                                          <p:val>
                                            <p:strVal val="#ppt_x"/>
                                          </p:val>
                                        </p:tav>
                                        <p:tav tm="100000">
                                          <p:val>
                                            <p:strVal val="#ppt_x"/>
                                          </p:val>
                                        </p:tav>
                                      </p:tavLst>
                                    </p:anim>
                                    <p:anim calcmode="lin" valueType="num">
                                      <p:cBhvr>
                                        <p:cTn id="17"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edge">
                                      <p:cBhvr>
                                        <p:cTn id="22" dur="20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49" presetClass="entr" presetSubtype="0" decel="10000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 calcmode="lin" valueType="num">
                                      <p:cBhvr>
                                        <p:cTn id="27" dur="500" fill="hold"/>
                                        <p:tgtEl>
                                          <p:spTgt spid="7"/>
                                        </p:tgtEl>
                                        <p:attrNameLst>
                                          <p:attrName>ppt_w</p:attrName>
                                        </p:attrNameLst>
                                      </p:cBhvr>
                                      <p:tavLst>
                                        <p:tav tm="0">
                                          <p:val>
                                            <p:fltVal val="0"/>
                                          </p:val>
                                        </p:tav>
                                        <p:tav tm="100000">
                                          <p:val>
                                            <p:strVal val="#ppt_w"/>
                                          </p:val>
                                        </p:tav>
                                      </p:tavLst>
                                    </p:anim>
                                    <p:anim calcmode="lin" valueType="num">
                                      <p:cBhvr>
                                        <p:cTn id="28" dur="500" fill="hold"/>
                                        <p:tgtEl>
                                          <p:spTgt spid="7"/>
                                        </p:tgtEl>
                                        <p:attrNameLst>
                                          <p:attrName>ppt_h</p:attrName>
                                        </p:attrNameLst>
                                      </p:cBhvr>
                                      <p:tavLst>
                                        <p:tav tm="0">
                                          <p:val>
                                            <p:fltVal val="0"/>
                                          </p:val>
                                        </p:tav>
                                        <p:tav tm="100000">
                                          <p:val>
                                            <p:strVal val="#ppt_h"/>
                                          </p:val>
                                        </p:tav>
                                      </p:tavLst>
                                    </p:anim>
                                    <p:anim calcmode="lin" valueType="num">
                                      <p:cBhvr>
                                        <p:cTn id="29" dur="500" fill="hold"/>
                                        <p:tgtEl>
                                          <p:spTgt spid="7"/>
                                        </p:tgtEl>
                                        <p:attrNameLst>
                                          <p:attrName>style.rotation</p:attrName>
                                        </p:attrNameLst>
                                      </p:cBhvr>
                                      <p:tavLst>
                                        <p:tav tm="0">
                                          <p:val>
                                            <p:fltVal val="360"/>
                                          </p:val>
                                        </p:tav>
                                        <p:tav tm="100000">
                                          <p:val>
                                            <p:fltVal val="0"/>
                                          </p:val>
                                        </p:tav>
                                      </p:tavLst>
                                    </p:anim>
                                    <p:animEffect transition="in" filter="fade">
                                      <p:cBhvr>
                                        <p:cTn id="3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p:cNvSpPr/>
          <p:nvPr/>
        </p:nvSpPr>
        <p:spPr>
          <a:xfrm>
            <a:off x="0" y="304800"/>
            <a:ext cx="2971800" cy="190500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en-US" sz="4000" dirty="0" err="1">
                <a:latin typeface="Times New Roman" pitchFamily="18" charset="0"/>
                <a:cs typeface="Times New Roman" pitchFamily="18" charset="0"/>
              </a:rPr>
              <a:t>Cơ</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sở</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pháp</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lý</a:t>
            </a:r>
            <a:endParaRPr lang="en-US" sz="4000" dirty="0">
              <a:latin typeface="Times New Roman" pitchFamily="18" charset="0"/>
              <a:cs typeface="Times New Roman" pitchFamily="18" charset="0"/>
            </a:endParaRPr>
          </a:p>
        </p:txBody>
      </p:sp>
      <p:sp>
        <p:nvSpPr>
          <p:cNvPr id="5" name="TextBox 4"/>
          <p:cNvSpPr txBox="1"/>
          <p:nvPr/>
        </p:nvSpPr>
        <p:spPr>
          <a:xfrm>
            <a:off x="3200400" y="228600"/>
            <a:ext cx="5943600" cy="1200329"/>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US" sz="3600" dirty="0" err="1">
                <a:latin typeface="Times New Roman" pitchFamily="18" charset="0"/>
                <a:cs typeface="Times New Roman" pitchFamily="18" charset="0"/>
              </a:rPr>
              <a:t>Hiến</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pháp</a:t>
            </a:r>
            <a:r>
              <a:rPr lang="en-US" sz="3600" dirty="0">
                <a:latin typeface="Times New Roman" pitchFamily="18" charset="0"/>
                <a:cs typeface="Times New Roman" pitchFamily="18" charset="0"/>
              </a:rPr>
              <a:t> </a:t>
            </a:r>
          </a:p>
          <a:p>
            <a:pPr algn="ctr"/>
            <a:r>
              <a:rPr lang="en-US" sz="3600" dirty="0">
                <a:latin typeface="Times New Roman" pitchFamily="18" charset="0"/>
                <a:cs typeface="Times New Roman" pitchFamily="18" charset="0"/>
              </a:rPr>
              <a:t>1946, 1959,1980,1992, 2013</a:t>
            </a:r>
          </a:p>
        </p:txBody>
      </p:sp>
      <p:sp>
        <p:nvSpPr>
          <p:cNvPr id="6" name="Rectangle 5"/>
          <p:cNvSpPr/>
          <p:nvPr/>
        </p:nvSpPr>
        <p:spPr>
          <a:xfrm>
            <a:off x="228600" y="2286000"/>
            <a:ext cx="8763000" cy="41910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just"/>
            <a:r>
              <a:rPr lang="en-US" sz="2400" dirty="0" err="1">
                <a:latin typeface="Times New Roman" pitchFamily="18" charset="0"/>
                <a:cs typeface="Times New Roman" pitchFamily="18" charset="0"/>
              </a:rPr>
              <a:t>Điều</a:t>
            </a:r>
            <a:r>
              <a:rPr lang="en-US" sz="2400" dirty="0">
                <a:latin typeface="Times New Roman" pitchFamily="18" charset="0"/>
                <a:cs typeface="Times New Roman" pitchFamily="18" charset="0"/>
              </a:rPr>
              <a:t> 2 </a:t>
            </a:r>
            <a:r>
              <a:rPr lang="en-US" sz="2400" dirty="0" err="1">
                <a:latin typeface="Times New Roman" pitchFamily="18" charset="0"/>
                <a:cs typeface="Times New Roman" pitchFamily="18" charset="0"/>
              </a:rPr>
              <a:t>Hiến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pháp</a:t>
            </a:r>
            <a:r>
              <a:rPr lang="en-US" sz="2400" dirty="0">
                <a:latin typeface="Times New Roman" pitchFamily="18" charset="0"/>
                <a:cs typeface="Times New Roman" pitchFamily="18" charset="0"/>
              </a:rPr>
              <a:t> 2013</a:t>
            </a:r>
            <a:r>
              <a:rPr lang="vi-VN" sz="2400" b="1" dirty="0">
                <a:latin typeface="Times New Roman" pitchFamily="18" charset="0"/>
                <a:cs typeface="Times New Roman" pitchFamily="18" charset="0"/>
              </a:rPr>
              <a:t>  </a:t>
            </a:r>
            <a:endParaRPr lang="vi-VN" sz="2400" dirty="0">
              <a:latin typeface="Times New Roman" pitchFamily="18" charset="0"/>
              <a:cs typeface="Times New Roman" pitchFamily="18" charset="0"/>
            </a:endParaRPr>
          </a:p>
          <a:p>
            <a:pPr algn="just"/>
            <a:r>
              <a:rPr lang="en-US" sz="2400" dirty="0">
                <a:latin typeface="Times New Roman" pitchFamily="18" charset="0"/>
                <a:cs typeface="Times New Roman" pitchFamily="18" charset="0"/>
              </a:rPr>
              <a:t>1. </a:t>
            </a:r>
            <a:r>
              <a:rPr lang="vi-VN" sz="2400" dirty="0">
                <a:latin typeface="Times New Roman" pitchFamily="18" charset="0"/>
                <a:cs typeface="Times New Roman" pitchFamily="18" charset="0"/>
              </a:rPr>
              <a:t>Nhà nước Cộng hòa xã hội chủ nghĩa Việt Nam là nhà nước pháp quyền xã hội chủ nghĩa của Nhân dân, do Nhân dân, vì Nhân dâ</a:t>
            </a:r>
          </a:p>
          <a:p>
            <a:pPr algn="just"/>
            <a:r>
              <a:rPr lang="vi-VN" sz="2400" dirty="0">
                <a:latin typeface="Times New Roman" pitchFamily="18" charset="0"/>
                <a:cs typeface="Times New Roman" pitchFamily="18" charset="0"/>
              </a:rPr>
              <a:t>2. Nước Cộng hòa xã hội chủ nghĩa Việt Nam do Nhân dân làm chủ; tất cả quyền lực nhà nước thuộc về Nhân dân mà nền tảng là liên minh giữa giai cấp công nhân với giai cấp nông dân và đội ngũ trí thức. </a:t>
            </a:r>
            <a:endParaRPr lang="en-US" sz="2400" dirty="0">
              <a:latin typeface="Times New Roman" pitchFamily="18" charset="0"/>
              <a:cs typeface="Times New Roman" pitchFamily="18" charset="0"/>
            </a:endParaRPr>
          </a:p>
          <a:p>
            <a:pPr algn="just"/>
            <a:r>
              <a:rPr lang="en-US" sz="2400" dirty="0">
                <a:latin typeface="Times New Roman" pitchFamily="18" charset="0"/>
                <a:cs typeface="Times New Roman" pitchFamily="18" charset="0"/>
              </a:rPr>
              <a:t>3. </a:t>
            </a:r>
            <a:r>
              <a:rPr lang="vi-VN" sz="2400" dirty="0">
                <a:latin typeface="Times New Roman" pitchFamily="18" charset="0"/>
                <a:cs typeface="Times New Roman" pitchFamily="18" charset="0"/>
              </a:rPr>
              <a:t>Quyền lực nhà nước là thống nhất, có sự phân công, phối hợp, kiểm soát giữa các cơ quan nhà nước trong việc thực hiện các quyền lập pháp, hành pháp, tư pháp.</a:t>
            </a:r>
          </a:p>
          <a:p>
            <a:pPr algn="just"/>
            <a:endParaRPr lang="en-US" sz="2400" dirty="0">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edge">
                                      <p:cBhvr>
                                        <p:cTn id="7" dur="20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p:cTn id="12" dur="500" fill="hold"/>
                                        <p:tgtEl>
                                          <p:spTgt spid="5"/>
                                        </p:tgtEl>
                                        <p:attrNameLst>
                                          <p:attrName>ppt_w</p:attrName>
                                        </p:attrNameLst>
                                      </p:cBhvr>
                                      <p:tavLst>
                                        <p:tav tm="0">
                                          <p:val>
                                            <p:fltVal val="0"/>
                                          </p:val>
                                        </p:tav>
                                        <p:tav tm="100000">
                                          <p:val>
                                            <p:strVal val="#ppt_w"/>
                                          </p:val>
                                        </p:tav>
                                      </p:tavLst>
                                    </p:anim>
                                    <p:anim calcmode="lin" valueType="num">
                                      <p:cBhvr>
                                        <p:cTn id="13" dur="500" fill="hold"/>
                                        <p:tgtEl>
                                          <p:spTgt spid="5"/>
                                        </p:tgtEl>
                                        <p:attrNameLst>
                                          <p:attrName>ppt_h</p:attrName>
                                        </p:attrNameLst>
                                      </p:cBhvr>
                                      <p:tavLst>
                                        <p:tav tm="0">
                                          <p:val>
                                            <p:fltVal val="0"/>
                                          </p:val>
                                        </p:tav>
                                        <p:tav tm="100000">
                                          <p:val>
                                            <p:strVal val="#ppt_h"/>
                                          </p:val>
                                        </p:tav>
                                      </p:tavLst>
                                    </p:anim>
                                    <p:animEffect transition="in" filter="fade">
                                      <p:cBhvr>
                                        <p:cTn id="14" dur="500"/>
                                        <p:tgtEl>
                                          <p:spTgt spid="5"/>
                                        </p:tgtEl>
                                      </p:cBhvr>
                                    </p:animEffect>
                                  </p:childTnLst>
                                </p:cTn>
                              </p:par>
                            </p:childTnLst>
                          </p:cTn>
                        </p:par>
                      </p:childTnLst>
                    </p:cTn>
                  </p:par>
                  <p:par>
                    <p:cTn id="15" fill="hold">
                      <p:stCondLst>
                        <p:cond delay="indefinite"/>
                      </p:stCondLst>
                      <p:childTnLst>
                        <p:par>
                          <p:cTn id="16" fill="hold">
                            <p:stCondLst>
                              <p:cond delay="0"/>
                            </p:stCondLst>
                            <p:childTnLst>
                              <p:par>
                                <p:cTn id="17" presetID="15"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p:cTn id="19" dur="1000" fill="hold"/>
                                        <p:tgtEl>
                                          <p:spTgt spid="6"/>
                                        </p:tgtEl>
                                        <p:attrNameLst>
                                          <p:attrName>ppt_w</p:attrName>
                                        </p:attrNameLst>
                                      </p:cBhvr>
                                      <p:tavLst>
                                        <p:tav tm="0">
                                          <p:val>
                                            <p:fltVal val="0"/>
                                          </p:val>
                                        </p:tav>
                                        <p:tav tm="100000">
                                          <p:val>
                                            <p:strVal val="#ppt_w"/>
                                          </p:val>
                                        </p:tav>
                                      </p:tavLst>
                                    </p:anim>
                                    <p:anim calcmode="lin" valueType="num">
                                      <p:cBhvr>
                                        <p:cTn id="20" dur="1000" fill="hold"/>
                                        <p:tgtEl>
                                          <p:spTgt spid="6"/>
                                        </p:tgtEl>
                                        <p:attrNameLst>
                                          <p:attrName>ppt_h</p:attrName>
                                        </p:attrNameLst>
                                      </p:cBhvr>
                                      <p:tavLst>
                                        <p:tav tm="0">
                                          <p:val>
                                            <p:fltVal val="0"/>
                                          </p:val>
                                        </p:tav>
                                        <p:tav tm="100000">
                                          <p:val>
                                            <p:strVal val="#ppt_h"/>
                                          </p:val>
                                        </p:tav>
                                      </p:tavLst>
                                    </p:anim>
                                    <p:anim calcmode="lin" valueType="num">
                                      <p:cBhvr>
                                        <p:cTn id="21" dur="1000" fill="hold"/>
                                        <p:tgtEl>
                                          <p:spTgt spid="6"/>
                                        </p:tgtEl>
                                        <p:attrNameLst>
                                          <p:attrName>ppt_x</p:attrName>
                                        </p:attrNameLst>
                                      </p:cBhvr>
                                      <p:tavLst>
                                        <p:tav tm="0" fmla="#ppt_x+(cos(-2*pi*(1-$))*-#ppt_x-sin(-2*pi*(1-$))*(1-#ppt_y))*(1-$)">
                                          <p:val>
                                            <p:fltVal val="0"/>
                                          </p:val>
                                        </p:tav>
                                        <p:tav tm="100000">
                                          <p:val>
                                            <p:fltVal val="1"/>
                                          </p:val>
                                        </p:tav>
                                      </p:tavLst>
                                    </p:anim>
                                    <p:anim calcmode="lin" valueType="num">
                                      <p:cBhvr>
                                        <p:cTn id="22" dur="1000" fill="hold"/>
                                        <p:tgtEl>
                                          <p:spTgt spid="6"/>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400" b="1" dirty="0" err="1">
                <a:solidFill>
                  <a:srgbClr val="002060"/>
                </a:solidFill>
                <a:latin typeface="Times New Roman" pitchFamily="18" charset="0"/>
                <a:cs typeface="Times New Roman" pitchFamily="18" charset="0"/>
              </a:rPr>
              <a:t>Nội</a:t>
            </a:r>
            <a:r>
              <a:rPr lang="en-US" sz="4400" b="1" dirty="0">
                <a:solidFill>
                  <a:srgbClr val="002060"/>
                </a:solidFill>
                <a:latin typeface="Times New Roman" pitchFamily="18" charset="0"/>
                <a:cs typeface="Times New Roman" pitchFamily="18" charset="0"/>
              </a:rPr>
              <a:t> dung </a:t>
            </a:r>
            <a:r>
              <a:rPr lang="en-US" sz="4400" b="1" dirty="0" err="1">
                <a:solidFill>
                  <a:srgbClr val="002060"/>
                </a:solidFill>
                <a:latin typeface="Times New Roman" pitchFamily="18" charset="0"/>
                <a:cs typeface="Times New Roman" pitchFamily="18" charset="0"/>
              </a:rPr>
              <a:t>nguyên</a:t>
            </a:r>
            <a:r>
              <a:rPr lang="en-US" sz="4400" b="1" dirty="0">
                <a:solidFill>
                  <a:srgbClr val="002060"/>
                </a:solidFill>
                <a:latin typeface="Times New Roman" pitchFamily="18" charset="0"/>
                <a:cs typeface="Times New Roman" pitchFamily="18" charset="0"/>
              </a:rPr>
              <a:t> </a:t>
            </a:r>
            <a:r>
              <a:rPr lang="en-US" sz="4400" b="1" dirty="0" err="1">
                <a:solidFill>
                  <a:srgbClr val="002060"/>
                </a:solidFill>
                <a:latin typeface="Times New Roman" pitchFamily="18" charset="0"/>
                <a:cs typeface="Times New Roman" pitchFamily="18" charset="0"/>
              </a:rPr>
              <a:t>tắc</a:t>
            </a:r>
            <a:endParaRPr lang="en-US" sz="4400" b="1" dirty="0">
              <a:solidFill>
                <a:srgbClr val="002060"/>
              </a:solidFill>
              <a:latin typeface="Times New Roman" pitchFamily="18" charset="0"/>
              <a:cs typeface="Times New Roman" pitchFamily="18" charset="0"/>
            </a:endParaRPr>
          </a:p>
        </p:txBody>
      </p:sp>
      <p:sp>
        <p:nvSpPr>
          <p:cNvPr id="4" name="Rectangle 3"/>
          <p:cNvSpPr/>
          <p:nvPr/>
        </p:nvSpPr>
        <p:spPr>
          <a:xfrm>
            <a:off x="-30480" y="1748275"/>
            <a:ext cx="7543800" cy="7620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3200" dirty="0" err="1">
                <a:latin typeface="Times New Roman" pitchFamily="18" charset="0"/>
                <a:cs typeface="Times New Roman" pitchFamily="18" charset="0"/>
              </a:rPr>
              <a:t>Mọi</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quyền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lực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Nhà</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nước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thuộc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về</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nhân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dân</a:t>
            </a:r>
            <a:endParaRPr lang="en-US" sz="3200" dirty="0">
              <a:latin typeface="Times New Roman" pitchFamily="18" charset="0"/>
              <a:cs typeface="Times New Roman" pitchFamily="18" charset="0"/>
            </a:endParaRPr>
          </a:p>
        </p:txBody>
      </p:sp>
      <p:sp>
        <p:nvSpPr>
          <p:cNvPr id="5" name="TextBox 4"/>
          <p:cNvSpPr txBox="1"/>
          <p:nvPr/>
        </p:nvSpPr>
        <p:spPr>
          <a:xfrm>
            <a:off x="0" y="2895600"/>
            <a:ext cx="8763000" cy="1077218"/>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just"/>
            <a:r>
              <a:rPr lang="en-US" sz="3200" dirty="0" err="1">
                <a:latin typeface="Times New Roman" pitchFamily="18" charset="0"/>
                <a:cs typeface="Times New Roman" pitchFamily="18" charset="0"/>
              </a:rPr>
              <a:t>Nhân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dân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bầu</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ra</a:t>
            </a:r>
            <a:r>
              <a:rPr lang="en-US" sz="3200" dirty="0">
                <a:latin typeface="Times New Roman" pitchFamily="18" charset="0"/>
                <a:cs typeface="Times New Roman" pitchFamily="18" charset="0"/>
              </a:rPr>
              <a:t> QH </a:t>
            </a:r>
            <a:r>
              <a:rPr lang="en-US" sz="3200" dirty="0" err="1">
                <a:latin typeface="Times New Roman" pitchFamily="18" charset="0"/>
                <a:cs typeface="Times New Roman" pitchFamily="18" charset="0"/>
              </a:rPr>
              <a:t>và</a:t>
            </a:r>
            <a:r>
              <a:rPr lang="en-US" sz="3200" dirty="0">
                <a:latin typeface="Times New Roman" pitchFamily="18" charset="0"/>
                <a:cs typeface="Times New Roman" pitchFamily="18" charset="0"/>
              </a:rPr>
              <a:t> HĐND, </a:t>
            </a:r>
            <a:r>
              <a:rPr lang="en-US" sz="3200" dirty="0" err="1">
                <a:latin typeface="Times New Roman" pitchFamily="18" charset="0"/>
                <a:cs typeface="Times New Roman" pitchFamily="18" charset="0"/>
              </a:rPr>
              <a:t>thay</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mặt</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nhân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dân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quyết</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định</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những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vấn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đề</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quan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trọng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của</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đất</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nước</a:t>
            </a:r>
            <a:endParaRPr lang="en-US" sz="3200" dirty="0">
              <a:latin typeface="Times New Roman" pitchFamily="18" charset="0"/>
              <a:cs typeface="Times New Roman" pitchFamily="18" charset="0"/>
            </a:endParaRPr>
          </a:p>
        </p:txBody>
      </p:sp>
      <p:sp>
        <p:nvSpPr>
          <p:cNvPr id="6" name="TextBox 5"/>
          <p:cNvSpPr txBox="1"/>
          <p:nvPr/>
        </p:nvSpPr>
        <p:spPr>
          <a:xfrm>
            <a:off x="0" y="4303455"/>
            <a:ext cx="9144000" cy="255454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just"/>
            <a:r>
              <a:rPr lang="en-US" sz="3200" dirty="0" err="1">
                <a:latin typeface="Times New Roman" pitchFamily="18" charset="0"/>
                <a:cs typeface="Times New Roman" pitchFamily="18" charset="0"/>
              </a:rPr>
              <a:t>Để</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thực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hiện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nhiệm</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vụ</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quyền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hạn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của</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mình</a:t>
            </a:r>
            <a:r>
              <a:rPr lang="en-US" sz="3200" dirty="0">
                <a:latin typeface="Times New Roman" pitchFamily="18" charset="0"/>
                <a:cs typeface="Times New Roman" pitchFamily="18" charset="0"/>
              </a:rPr>
              <a:t>, QH </a:t>
            </a:r>
            <a:r>
              <a:rPr lang="en-US" sz="3200" dirty="0" err="1">
                <a:latin typeface="Times New Roman" pitchFamily="18" charset="0"/>
                <a:cs typeface="Times New Roman" pitchFamily="18" charset="0"/>
              </a:rPr>
              <a:t>lập</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ra</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các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cơ</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quan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nhà</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nước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khác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để</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thực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hiện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những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quyền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lực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nhà</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nước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nhất</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định</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giám</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sát</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việc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thực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hiện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các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quyền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lực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đó</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phải</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chịu</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sự</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giám</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sát</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và</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chịu</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trách</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nhiệm</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trước</a:t>
            </a:r>
            <a:r>
              <a:rPr lang="en-US" sz="3200" dirty="0">
                <a:latin typeface="Times New Roman" pitchFamily="18" charset="0"/>
                <a:cs typeface="Times New Roman" pitchFamily="18" charset="0"/>
              </a:rPr>
              <a:t> QH)</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5"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fltVal val="0"/>
                                          </p:val>
                                        </p:tav>
                                        <p:tav tm="100000">
                                          <p:val>
                                            <p:strVal val="#ppt_w"/>
                                          </p:val>
                                        </p:tav>
                                      </p:tavLst>
                                    </p:anim>
                                    <p:anim calcmode="lin" valueType="num">
                                      <p:cBhvr>
                                        <p:cTn id="8" dur="1000" fill="hold"/>
                                        <p:tgtEl>
                                          <p:spTgt spid="2"/>
                                        </p:tgtEl>
                                        <p:attrNameLst>
                                          <p:attrName>ppt_h</p:attrName>
                                        </p:attrNameLst>
                                      </p:cBhvr>
                                      <p:tavLst>
                                        <p:tav tm="0">
                                          <p:val>
                                            <p:fltVal val="0"/>
                                          </p:val>
                                        </p:tav>
                                        <p:tav tm="100000">
                                          <p:val>
                                            <p:strVal val="#ppt_h"/>
                                          </p:val>
                                        </p:tav>
                                      </p:tavLst>
                                    </p:anim>
                                    <p:anim calcmode="lin" valueType="num">
                                      <p:cBhvr>
                                        <p:cTn id="9" dur="1000" fill="hold"/>
                                        <p:tgtEl>
                                          <p:spTgt spid="2"/>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2"/>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1" fill="hold">
                      <p:stCondLst>
                        <p:cond delay="indefinite"/>
                      </p:stCondLst>
                      <p:childTnLst>
                        <p:par>
                          <p:cTn id="12" fill="hold">
                            <p:stCondLst>
                              <p:cond delay="0"/>
                            </p:stCondLst>
                            <p:childTnLst>
                              <p:par>
                                <p:cTn id="13" presetID="15"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anim calcmode="lin" valueType="num">
                                      <p:cBhvr>
                                        <p:cTn id="15" dur="1000" fill="hold"/>
                                        <p:tgtEl>
                                          <p:spTgt spid="4"/>
                                        </p:tgtEl>
                                        <p:attrNameLst>
                                          <p:attrName>ppt_w</p:attrName>
                                        </p:attrNameLst>
                                      </p:cBhvr>
                                      <p:tavLst>
                                        <p:tav tm="0">
                                          <p:val>
                                            <p:fltVal val="0"/>
                                          </p:val>
                                        </p:tav>
                                        <p:tav tm="100000">
                                          <p:val>
                                            <p:strVal val="#ppt_w"/>
                                          </p:val>
                                        </p:tav>
                                      </p:tavLst>
                                    </p:anim>
                                    <p:anim calcmode="lin" valueType="num">
                                      <p:cBhvr>
                                        <p:cTn id="16" dur="1000" fill="hold"/>
                                        <p:tgtEl>
                                          <p:spTgt spid="4"/>
                                        </p:tgtEl>
                                        <p:attrNameLst>
                                          <p:attrName>ppt_h</p:attrName>
                                        </p:attrNameLst>
                                      </p:cBhvr>
                                      <p:tavLst>
                                        <p:tav tm="0">
                                          <p:val>
                                            <p:fltVal val="0"/>
                                          </p:val>
                                        </p:tav>
                                        <p:tav tm="100000">
                                          <p:val>
                                            <p:strVal val="#ppt_h"/>
                                          </p:val>
                                        </p:tav>
                                      </p:tavLst>
                                    </p:anim>
                                    <p:anim calcmode="lin" valueType="num">
                                      <p:cBhvr>
                                        <p:cTn id="17" dur="1000" fill="hold"/>
                                        <p:tgtEl>
                                          <p:spTgt spid="4"/>
                                        </p:tgtEl>
                                        <p:attrNameLst>
                                          <p:attrName>ppt_x</p:attrName>
                                        </p:attrNameLst>
                                      </p:cBhvr>
                                      <p:tavLst>
                                        <p:tav tm="0" fmla="#ppt_x+(cos(-2*pi*(1-$))*-#ppt_x-sin(-2*pi*(1-$))*(1-#ppt_y))*(1-$)">
                                          <p:val>
                                            <p:fltVal val="0"/>
                                          </p:val>
                                        </p:tav>
                                        <p:tav tm="100000">
                                          <p:val>
                                            <p:fltVal val="1"/>
                                          </p:val>
                                        </p:tav>
                                      </p:tavLst>
                                    </p:anim>
                                    <p:anim calcmode="lin" valueType="num">
                                      <p:cBhvr>
                                        <p:cTn id="18" dur="1000" fill="hold"/>
                                        <p:tgtEl>
                                          <p:spTgt spid="4"/>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9" fill="hold">
                      <p:stCondLst>
                        <p:cond delay="indefinite"/>
                      </p:stCondLst>
                      <p:childTnLst>
                        <p:par>
                          <p:cTn id="20" fill="hold">
                            <p:stCondLst>
                              <p:cond delay="0"/>
                            </p:stCondLst>
                            <p:childTnLst>
                              <p:par>
                                <p:cTn id="21" presetID="49" presetClass="entr" presetSubtype="0" decel="10000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anim calcmode="lin" valueType="num">
                                      <p:cBhvr>
                                        <p:cTn id="23" dur="500" fill="hold"/>
                                        <p:tgtEl>
                                          <p:spTgt spid="5"/>
                                        </p:tgtEl>
                                        <p:attrNameLst>
                                          <p:attrName>ppt_w</p:attrName>
                                        </p:attrNameLst>
                                      </p:cBhvr>
                                      <p:tavLst>
                                        <p:tav tm="0">
                                          <p:val>
                                            <p:fltVal val="0"/>
                                          </p:val>
                                        </p:tav>
                                        <p:tav tm="100000">
                                          <p:val>
                                            <p:strVal val="#ppt_w"/>
                                          </p:val>
                                        </p:tav>
                                      </p:tavLst>
                                    </p:anim>
                                    <p:anim calcmode="lin" valueType="num">
                                      <p:cBhvr>
                                        <p:cTn id="24" dur="500" fill="hold"/>
                                        <p:tgtEl>
                                          <p:spTgt spid="5"/>
                                        </p:tgtEl>
                                        <p:attrNameLst>
                                          <p:attrName>ppt_h</p:attrName>
                                        </p:attrNameLst>
                                      </p:cBhvr>
                                      <p:tavLst>
                                        <p:tav tm="0">
                                          <p:val>
                                            <p:fltVal val="0"/>
                                          </p:val>
                                        </p:tav>
                                        <p:tav tm="100000">
                                          <p:val>
                                            <p:strVal val="#ppt_h"/>
                                          </p:val>
                                        </p:tav>
                                      </p:tavLst>
                                    </p:anim>
                                    <p:anim calcmode="lin" valueType="num">
                                      <p:cBhvr>
                                        <p:cTn id="25" dur="500" fill="hold"/>
                                        <p:tgtEl>
                                          <p:spTgt spid="5"/>
                                        </p:tgtEl>
                                        <p:attrNameLst>
                                          <p:attrName>style.rotation</p:attrName>
                                        </p:attrNameLst>
                                      </p:cBhvr>
                                      <p:tavLst>
                                        <p:tav tm="0">
                                          <p:val>
                                            <p:fltVal val="360"/>
                                          </p:val>
                                        </p:tav>
                                        <p:tav tm="100000">
                                          <p:val>
                                            <p:fltVal val="0"/>
                                          </p:val>
                                        </p:tav>
                                      </p:tavLst>
                                    </p:anim>
                                    <p:animEffect transition="in" filter="fade">
                                      <p:cBhvr>
                                        <p:cTn id="26" dur="500"/>
                                        <p:tgtEl>
                                          <p:spTgt spid="5"/>
                                        </p:tgtEl>
                                      </p:cBhvr>
                                    </p:animEffect>
                                  </p:childTnLst>
                                </p:cTn>
                              </p:par>
                            </p:childTnLst>
                          </p:cTn>
                        </p:par>
                      </p:childTnLst>
                    </p:cTn>
                  </p:par>
                  <p:par>
                    <p:cTn id="27" fill="hold">
                      <p:stCondLst>
                        <p:cond delay="indefinite"/>
                      </p:stCondLst>
                      <p:childTnLst>
                        <p:par>
                          <p:cTn id="28" fill="hold">
                            <p:stCondLst>
                              <p:cond delay="0"/>
                            </p:stCondLst>
                            <p:childTnLst>
                              <p:par>
                                <p:cTn id="29" presetID="49" presetClass="entr" presetSubtype="0" decel="100000"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anim calcmode="lin" valueType="num">
                                      <p:cBhvr>
                                        <p:cTn id="31" dur="500" fill="hold"/>
                                        <p:tgtEl>
                                          <p:spTgt spid="6"/>
                                        </p:tgtEl>
                                        <p:attrNameLst>
                                          <p:attrName>ppt_w</p:attrName>
                                        </p:attrNameLst>
                                      </p:cBhvr>
                                      <p:tavLst>
                                        <p:tav tm="0">
                                          <p:val>
                                            <p:fltVal val="0"/>
                                          </p:val>
                                        </p:tav>
                                        <p:tav tm="100000">
                                          <p:val>
                                            <p:strVal val="#ppt_w"/>
                                          </p:val>
                                        </p:tav>
                                      </p:tavLst>
                                    </p:anim>
                                    <p:anim calcmode="lin" valueType="num">
                                      <p:cBhvr>
                                        <p:cTn id="32" dur="500" fill="hold"/>
                                        <p:tgtEl>
                                          <p:spTgt spid="6"/>
                                        </p:tgtEl>
                                        <p:attrNameLst>
                                          <p:attrName>ppt_h</p:attrName>
                                        </p:attrNameLst>
                                      </p:cBhvr>
                                      <p:tavLst>
                                        <p:tav tm="0">
                                          <p:val>
                                            <p:fltVal val="0"/>
                                          </p:val>
                                        </p:tav>
                                        <p:tav tm="100000">
                                          <p:val>
                                            <p:strVal val="#ppt_h"/>
                                          </p:val>
                                        </p:tav>
                                      </p:tavLst>
                                    </p:anim>
                                    <p:anim calcmode="lin" valueType="num">
                                      <p:cBhvr>
                                        <p:cTn id="33" dur="500" fill="hold"/>
                                        <p:tgtEl>
                                          <p:spTgt spid="6"/>
                                        </p:tgtEl>
                                        <p:attrNameLst>
                                          <p:attrName>style.rotation</p:attrName>
                                        </p:attrNameLst>
                                      </p:cBhvr>
                                      <p:tavLst>
                                        <p:tav tm="0">
                                          <p:val>
                                            <p:fltVal val="360"/>
                                          </p:val>
                                        </p:tav>
                                        <p:tav tm="100000">
                                          <p:val>
                                            <p:fltVal val="0"/>
                                          </p:val>
                                        </p:tav>
                                      </p:tavLst>
                                    </p:anim>
                                    <p:animEffect transition="in" filter="fade">
                                      <p:cBhvr>
                                        <p:cTn id="34"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animBg="1"/>
      <p:bldP spid="5" grpId="0" animBg="1"/>
      <p:bldP spid="6"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33400"/>
            <a:ext cx="9144000" cy="1447800"/>
          </a:xfrm>
        </p:spPr>
        <p:txBody>
          <a:bodyPr>
            <a:noAutofit/>
          </a:bodyPr>
          <a:lstStyle/>
          <a:p>
            <a:r>
              <a:rPr lang="en-US" sz="3200" b="1" i="1" dirty="0" err="1">
                <a:latin typeface="Times New Roman" pitchFamily="18" charset="0"/>
                <a:cs typeface="Times New Roman" pitchFamily="18" charset="0"/>
              </a:rPr>
              <a:t>Nguyên</a:t>
            </a:r>
            <a:r>
              <a:rPr lang="en-US" sz="3200" b="1" i="1" dirty="0">
                <a:latin typeface="Times New Roman" pitchFamily="18" charset="0"/>
                <a:cs typeface="Times New Roman" pitchFamily="18" charset="0"/>
              </a:rPr>
              <a:t> </a:t>
            </a:r>
            <a:r>
              <a:rPr lang="en-US" sz="3200" b="1" i="1" dirty="0" err="1">
                <a:latin typeface="Times New Roman" pitchFamily="18" charset="0"/>
                <a:cs typeface="Times New Roman" pitchFamily="18" charset="0"/>
              </a:rPr>
              <a:t>tắc</a:t>
            </a:r>
            <a:r>
              <a:rPr lang="en-US" sz="3200" b="1" i="1" dirty="0">
                <a:latin typeface="Times New Roman" pitchFamily="18" charset="0"/>
                <a:cs typeface="Times New Roman" pitchFamily="18" charset="0"/>
              </a:rPr>
              <a:t> </a:t>
            </a:r>
            <a:r>
              <a:rPr lang="en-US" sz="3200" b="1" i="1" dirty="0" err="1">
                <a:latin typeface="Times New Roman" pitchFamily="18" charset="0"/>
                <a:cs typeface="Times New Roman" pitchFamily="18" charset="0"/>
              </a:rPr>
              <a:t>đảm</a:t>
            </a:r>
            <a:r>
              <a:rPr lang="en-US" sz="3200" b="1" i="1" dirty="0">
                <a:latin typeface="Times New Roman" pitchFamily="18" charset="0"/>
                <a:cs typeface="Times New Roman" pitchFamily="18" charset="0"/>
              </a:rPr>
              <a:t> </a:t>
            </a:r>
            <a:r>
              <a:rPr lang="en-US" sz="3200" b="1" i="1" dirty="0" err="1">
                <a:latin typeface="Times New Roman" pitchFamily="18" charset="0"/>
                <a:cs typeface="Times New Roman" pitchFamily="18" charset="0"/>
              </a:rPr>
              <a:t>bảo</a:t>
            </a:r>
            <a:r>
              <a:rPr lang="en-US" sz="3200" b="1" i="1" dirty="0">
                <a:latin typeface="Times New Roman" pitchFamily="18" charset="0"/>
                <a:cs typeface="Times New Roman" pitchFamily="18" charset="0"/>
              </a:rPr>
              <a:t> </a:t>
            </a:r>
            <a:r>
              <a:rPr lang="en-US" sz="3200" b="1" i="1" dirty="0" err="1">
                <a:latin typeface="Times New Roman" pitchFamily="18" charset="0"/>
                <a:cs typeface="Times New Roman" pitchFamily="18" charset="0"/>
              </a:rPr>
              <a:t>sự</a:t>
            </a:r>
            <a:r>
              <a:rPr lang="en-US" sz="3200" b="1" i="1" dirty="0">
                <a:latin typeface="Times New Roman" pitchFamily="18" charset="0"/>
                <a:cs typeface="Times New Roman" pitchFamily="18" charset="0"/>
              </a:rPr>
              <a:t> </a:t>
            </a:r>
            <a:r>
              <a:rPr lang="en-US" sz="3200" b="1" i="1" dirty="0" err="1">
                <a:latin typeface="Times New Roman" pitchFamily="18" charset="0"/>
                <a:cs typeface="Times New Roman" pitchFamily="18" charset="0"/>
              </a:rPr>
              <a:t>lãnh</a:t>
            </a:r>
            <a:r>
              <a:rPr lang="en-US" sz="3200" b="1" i="1" dirty="0">
                <a:latin typeface="Times New Roman" pitchFamily="18" charset="0"/>
                <a:cs typeface="Times New Roman" pitchFamily="18" charset="0"/>
              </a:rPr>
              <a:t> </a:t>
            </a:r>
            <a:r>
              <a:rPr lang="en-US" sz="3200" b="1" i="1" dirty="0" err="1">
                <a:latin typeface="Times New Roman" pitchFamily="18" charset="0"/>
                <a:cs typeface="Times New Roman" pitchFamily="18" charset="0"/>
              </a:rPr>
              <a:t>đạo</a:t>
            </a:r>
            <a:r>
              <a:rPr lang="en-US" sz="3200" b="1" i="1" dirty="0">
                <a:latin typeface="Times New Roman" pitchFamily="18" charset="0"/>
                <a:cs typeface="Times New Roman" pitchFamily="18" charset="0"/>
              </a:rPr>
              <a:t> </a:t>
            </a:r>
            <a:r>
              <a:rPr lang="en-US" sz="3200" b="1" i="1" dirty="0" err="1">
                <a:latin typeface="Times New Roman" pitchFamily="18" charset="0"/>
                <a:cs typeface="Times New Roman" pitchFamily="18" charset="0"/>
              </a:rPr>
              <a:t>của</a:t>
            </a:r>
            <a:r>
              <a:rPr lang="en-US" sz="3200" b="1" i="1" dirty="0">
                <a:latin typeface="Times New Roman" pitchFamily="18" charset="0"/>
                <a:cs typeface="Times New Roman" pitchFamily="18" charset="0"/>
              </a:rPr>
              <a:t> </a:t>
            </a:r>
            <a:r>
              <a:rPr lang="en-US" sz="3200" b="1" i="1" dirty="0" err="1">
                <a:latin typeface="Times New Roman" pitchFamily="18" charset="0"/>
                <a:cs typeface="Times New Roman" pitchFamily="18" charset="0"/>
              </a:rPr>
              <a:t>Đảng</a:t>
            </a:r>
            <a:r>
              <a:rPr lang="en-US" sz="3200" b="1" i="1" dirty="0">
                <a:latin typeface="Times New Roman" pitchFamily="18" charset="0"/>
                <a:cs typeface="Times New Roman" pitchFamily="18" charset="0"/>
              </a:rPr>
              <a:t> </a:t>
            </a:r>
            <a:r>
              <a:rPr lang="en-US" sz="3200" b="1" i="1" dirty="0" err="1">
                <a:latin typeface="Times New Roman" pitchFamily="18" charset="0"/>
                <a:cs typeface="Times New Roman" pitchFamily="18" charset="0"/>
              </a:rPr>
              <a:t>trong</a:t>
            </a:r>
            <a:r>
              <a:rPr lang="en-US" sz="3200" b="1" i="1" dirty="0">
                <a:latin typeface="Times New Roman" pitchFamily="18" charset="0"/>
                <a:cs typeface="Times New Roman" pitchFamily="18" charset="0"/>
              </a:rPr>
              <a:t> </a:t>
            </a:r>
            <a:r>
              <a:rPr lang="en-US" sz="3200" b="1" i="1" dirty="0" err="1">
                <a:latin typeface="Times New Roman" pitchFamily="18" charset="0"/>
                <a:cs typeface="Times New Roman" pitchFamily="18" charset="0"/>
              </a:rPr>
              <a:t>tổ</a:t>
            </a:r>
            <a:r>
              <a:rPr lang="en-US" sz="3200" b="1" i="1" dirty="0">
                <a:latin typeface="Times New Roman" pitchFamily="18" charset="0"/>
                <a:cs typeface="Times New Roman" pitchFamily="18" charset="0"/>
              </a:rPr>
              <a:t> </a:t>
            </a:r>
            <a:r>
              <a:rPr lang="en-US" sz="3200" b="1" i="1" dirty="0" err="1">
                <a:latin typeface="Times New Roman" pitchFamily="18" charset="0"/>
                <a:cs typeface="Times New Roman" pitchFamily="18" charset="0"/>
              </a:rPr>
              <a:t>chức</a:t>
            </a:r>
            <a:r>
              <a:rPr lang="en-US" sz="3200" b="1" i="1" dirty="0">
                <a:latin typeface="Times New Roman" pitchFamily="18" charset="0"/>
                <a:cs typeface="Times New Roman" pitchFamily="18" charset="0"/>
              </a:rPr>
              <a:t> </a:t>
            </a:r>
            <a:r>
              <a:rPr lang="en-US" sz="3200" b="1" i="1" dirty="0" err="1">
                <a:latin typeface="Times New Roman" pitchFamily="18" charset="0"/>
                <a:cs typeface="Times New Roman" pitchFamily="18" charset="0"/>
              </a:rPr>
              <a:t>và</a:t>
            </a:r>
            <a:r>
              <a:rPr lang="en-US" sz="3200" b="1" i="1" dirty="0">
                <a:latin typeface="Times New Roman" pitchFamily="18" charset="0"/>
                <a:cs typeface="Times New Roman" pitchFamily="18" charset="0"/>
              </a:rPr>
              <a:t> </a:t>
            </a:r>
            <a:r>
              <a:rPr lang="en-US" sz="3200" b="1" i="1" dirty="0" err="1">
                <a:latin typeface="Times New Roman" pitchFamily="18" charset="0"/>
                <a:cs typeface="Times New Roman" pitchFamily="18" charset="0"/>
              </a:rPr>
              <a:t>hoạt</a:t>
            </a:r>
            <a:r>
              <a:rPr lang="en-US" sz="3200" b="1" i="1" dirty="0">
                <a:latin typeface="Times New Roman" pitchFamily="18" charset="0"/>
                <a:cs typeface="Times New Roman" pitchFamily="18" charset="0"/>
              </a:rPr>
              <a:t> </a:t>
            </a:r>
            <a:r>
              <a:rPr lang="en-US" sz="3200" b="1" i="1" dirty="0" err="1">
                <a:latin typeface="Times New Roman" pitchFamily="18" charset="0"/>
                <a:cs typeface="Times New Roman" pitchFamily="18" charset="0"/>
              </a:rPr>
              <a:t>động</a:t>
            </a:r>
            <a:r>
              <a:rPr lang="en-US" sz="3200" b="1" i="1" dirty="0">
                <a:latin typeface="Times New Roman" pitchFamily="18" charset="0"/>
                <a:cs typeface="Times New Roman" pitchFamily="18" charset="0"/>
              </a:rPr>
              <a:t> </a:t>
            </a:r>
            <a:r>
              <a:rPr lang="en-US" sz="3200" b="1" i="1" dirty="0" err="1">
                <a:latin typeface="Times New Roman" pitchFamily="18" charset="0"/>
                <a:cs typeface="Times New Roman" pitchFamily="18" charset="0"/>
              </a:rPr>
              <a:t>của</a:t>
            </a:r>
            <a:r>
              <a:rPr lang="en-US" sz="3200" b="1" i="1" dirty="0">
                <a:latin typeface="Times New Roman" pitchFamily="18" charset="0"/>
                <a:cs typeface="Times New Roman" pitchFamily="18" charset="0"/>
              </a:rPr>
              <a:t> </a:t>
            </a:r>
            <a:r>
              <a:rPr lang="en-US" sz="3200" b="1" i="1" dirty="0" err="1">
                <a:latin typeface="Times New Roman" pitchFamily="18" charset="0"/>
                <a:cs typeface="Times New Roman" pitchFamily="18" charset="0"/>
              </a:rPr>
              <a:t>Bộ</a:t>
            </a:r>
            <a:r>
              <a:rPr lang="en-US" sz="3200" b="1" i="1" dirty="0">
                <a:latin typeface="Times New Roman" pitchFamily="18" charset="0"/>
                <a:cs typeface="Times New Roman" pitchFamily="18" charset="0"/>
              </a:rPr>
              <a:t> </a:t>
            </a:r>
            <a:r>
              <a:rPr lang="en-US" sz="3200" b="1" i="1" dirty="0" err="1">
                <a:latin typeface="Times New Roman" pitchFamily="18" charset="0"/>
                <a:cs typeface="Times New Roman" pitchFamily="18" charset="0"/>
              </a:rPr>
              <a:t>máy</a:t>
            </a:r>
            <a:r>
              <a:rPr lang="en-US" sz="3200" b="1" i="1" dirty="0">
                <a:latin typeface="Times New Roman" pitchFamily="18" charset="0"/>
                <a:cs typeface="Times New Roman" pitchFamily="18" charset="0"/>
              </a:rPr>
              <a:t> </a:t>
            </a:r>
            <a:r>
              <a:rPr lang="en-US" sz="3200" b="1" i="1" dirty="0" err="1">
                <a:latin typeface="Times New Roman" pitchFamily="18" charset="0"/>
                <a:cs typeface="Times New Roman" pitchFamily="18" charset="0"/>
              </a:rPr>
              <a:t>nhà</a:t>
            </a:r>
            <a:r>
              <a:rPr lang="en-US" sz="3200" b="1" i="1" dirty="0">
                <a:latin typeface="Times New Roman" pitchFamily="18" charset="0"/>
                <a:cs typeface="Times New Roman" pitchFamily="18" charset="0"/>
              </a:rPr>
              <a:t> </a:t>
            </a:r>
            <a:r>
              <a:rPr lang="en-US" sz="3200" b="1" i="1" dirty="0" err="1">
                <a:latin typeface="Times New Roman" pitchFamily="18" charset="0"/>
                <a:cs typeface="Times New Roman" pitchFamily="18" charset="0"/>
              </a:rPr>
              <a:t>nước</a:t>
            </a:r>
            <a:endParaRPr lang="en-US" sz="3200" b="1" i="1" dirty="0">
              <a:latin typeface="Times New Roman" pitchFamily="18" charset="0"/>
              <a:cs typeface="Times New Roman" pitchFamily="18" charset="0"/>
            </a:endParaRPr>
          </a:p>
        </p:txBody>
      </p:sp>
      <p:sp>
        <p:nvSpPr>
          <p:cNvPr id="4" name="Oval 3"/>
          <p:cNvSpPr/>
          <p:nvPr/>
        </p:nvSpPr>
        <p:spPr>
          <a:xfrm>
            <a:off x="228600" y="2057400"/>
            <a:ext cx="2133600" cy="25146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3600" dirty="0" err="1">
                <a:solidFill>
                  <a:srgbClr val="C00000"/>
                </a:solidFill>
                <a:latin typeface="Times New Roman" pitchFamily="18" charset="0"/>
                <a:cs typeface="Times New Roman" pitchFamily="18" charset="0"/>
              </a:rPr>
              <a:t>Cơ</a:t>
            </a:r>
            <a:r>
              <a:rPr lang="en-US" sz="3600" dirty="0">
                <a:solidFill>
                  <a:srgbClr val="C00000"/>
                </a:solidFill>
                <a:latin typeface="Times New Roman" pitchFamily="18" charset="0"/>
                <a:cs typeface="Times New Roman" pitchFamily="18" charset="0"/>
              </a:rPr>
              <a:t> </a:t>
            </a:r>
            <a:r>
              <a:rPr lang="en-US" sz="3600" dirty="0" err="1">
                <a:solidFill>
                  <a:srgbClr val="C00000"/>
                </a:solidFill>
                <a:latin typeface="Times New Roman" pitchFamily="18" charset="0"/>
                <a:cs typeface="Times New Roman" pitchFamily="18" charset="0"/>
              </a:rPr>
              <a:t>sở</a:t>
            </a:r>
            <a:r>
              <a:rPr lang="en-US" sz="3600" dirty="0">
                <a:solidFill>
                  <a:srgbClr val="C00000"/>
                </a:solidFill>
                <a:latin typeface="Times New Roman" pitchFamily="18" charset="0"/>
                <a:cs typeface="Times New Roman" pitchFamily="18" charset="0"/>
              </a:rPr>
              <a:t> </a:t>
            </a:r>
            <a:r>
              <a:rPr lang="en-US" sz="3600" dirty="0" err="1">
                <a:solidFill>
                  <a:srgbClr val="C00000"/>
                </a:solidFill>
                <a:latin typeface="Times New Roman" pitchFamily="18" charset="0"/>
                <a:cs typeface="Times New Roman" pitchFamily="18" charset="0"/>
              </a:rPr>
              <a:t>lý</a:t>
            </a:r>
            <a:r>
              <a:rPr lang="en-US" sz="3600" dirty="0">
                <a:solidFill>
                  <a:srgbClr val="C00000"/>
                </a:solidFill>
                <a:latin typeface="Times New Roman" pitchFamily="18" charset="0"/>
                <a:cs typeface="Times New Roman" pitchFamily="18" charset="0"/>
              </a:rPr>
              <a:t> </a:t>
            </a:r>
            <a:r>
              <a:rPr lang="en-US" sz="3600" dirty="0" err="1">
                <a:solidFill>
                  <a:srgbClr val="C00000"/>
                </a:solidFill>
                <a:latin typeface="Times New Roman" pitchFamily="18" charset="0"/>
                <a:cs typeface="Times New Roman" pitchFamily="18" charset="0"/>
              </a:rPr>
              <a:t>luận</a:t>
            </a:r>
            <a:endParaRPr lang="en-US" sz="3600" dirty="0">
              <a:solidFill>
                <a:srgbClr val="C00000"/>
              </a:solidFill>
              <a:latin typeface="Times New Roman" pitchFamily="18" charset="0"/>
              <a:cs typeface="Times New Roman" pitchFamily="18" charset="0"/>
            </a:endParaRPr>
          </a:p>
        </p:txBody>
      </p:sp>
      <p:sp>
        <p:nvSpPr>
          <p:cNvPr id="5" name="Rectangle 4"/>
          <p:cNvSpPr/>
          <p:nvPr/>
        </p:nvSpPr>
        <p:spPr>
          <a:xfrm>
            <a:off x="3124200" y="2286000"/>
            <a:ext cx="5638800" cy="20574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3600" dirty="0" err="1">
                <a:solidFill>
                  <a:srgbClr val="C00000"/>
                </a:solidFill>
                <a:latin typeface="Times New Roman" pitchFamily="18" charset="0"/>
                <a:cs typeface="Times New Roman" pitchFamily="18" charset="0"/>
              </a:rPr>
              <a:t>Sự</a:t>
            </a:r>
            <a:r>
              <a:rPr lang="en-US" sz="3600" dirty="0">
                <a:solidFill>
                  <a:srgbClr val="C00000"/>
                </a:solidFill>
                <a:latin typeface="Times New Roman" pitchFamily="18" charset="0"/>
                <a:cs typeface="Times New Roman" pitchFamily="18" charset="0"/>
              </a:rPr>
              <a:t> </a:t>
            </a:r>
            <a:r>
              <a:rPr lang="en-US" sz="3600" dirty="0" err="1">
                <a:solidFill>
                  <a:srgbClr val="C00000"/>
                </a:solidFill>
                <a:latin typeface="Times New Roman" pitchFamily="18" charset="0"/>
                <a:cs typeface="Times New Roman" pitchFamily="18" charset="0"/>
              </a:rPr>
              <a:t>lãnh</a:t>
            </a:r>
            <a:r>
              <a:rPr lang="en-US" sz="3600" dirty="0">
                <a:solidFill>
                  <a:srgbClr val="C00000"/>
                </a:solidFill>
                <a:latin typeface="Times New Roman" pitchFamily="18" charset="0"/>
                <a:cs typeface="Times New Roman" pitchFamily="18" charset="0"/>
              </a:rPr>
              <a:t> </a:t>
            </a:r>
            <a:r>
              <a:rPr lang="en-US" sz="3600" dirty="0" err="1">
                <a:solidFill>
                  <a:srgbClr val="C00000"/>
                </a:solidFill>
                <a:latin typeface="Times New Roman" pitchFamily="18" charset="0"/>
                <a:cs typeface="Times New Roman" pitchFamily="18" charset="0"/>
              </a:rPr>
              <a:t>đạo</a:t>
            </a:r>
            <a:r>
              <a:rPr lang="en-US" sz="3600" dirty="0">
                <a:solidFill>
                  <a:srgbClr val="C00000"/>
                </a:solidFill>
                <a:latin typeface="Times New Roman" pitchFamily="18" charset="0"/>
                <a:cs typeface="Times New Roman" pitchFamily="18" charset="0"/>
              </a:rPr>
              <a:t> </a:t>
            </a:r>
            <a:r>
              <a:rPr lang="en-US" sz="3600" dirty="0" err="1">
                <a:solidFill>
                  <a:srgbClr val="C00000"/>
                </a:solidFill>
                <a:latin typeface="Times New Roman" pitchFamily="18" charset="0"/>
                <a:cs typeface="Times New Roman" pitchFamily="18" charset="0"/>
              </a:rPr>
              <a:t>của</a:t>
            </a:r>
            <a:r>
              <a:rPr lang="en-US" sz="3600" dirty="0">
                <a:solidFill>
                  <a:srgbClr val="C00000"/>
                </a:solidFill>
                <a:latin typeface="Times New Roman" pitchFamily="18" charset="0"/>
                <a:cs typeface="Times New Roman" pitchFamily="18" charset="0"/>
              </a:rPr>
              <a:t> </a:t>
            </a:r>
            <a:r>
              <a:rPr lang="en-US" sz="3600" dirty="0" err="1">
                <a:solidFill>
                  <a:srgbClr val="C00000"/>
                </a:solidFill>
                <a:latin typeface="Times New Roman" pitchFamily="18" charset="0"/>
                <a:cs typeface="Times New Roman" pitchFamily="18" charset="0"/>
              </a:rPr>
              <a:t>Đảng</a:t>
            </a:r>
            <a:r>
              <a:rPr lang="en-US" sz="3600" dirty="0">
                <a:solidFill>
                  <a:srgbClr val="C00000"/>
                </a:solidFill>
                <a:latin typeface="Times New Roman" pitchFamily="18" charset="0"/>
                <a:cs typeface="Times New Roman" pitchFamily="18" charset="0"/>
              </a:rPr>
              <a:t> </a:t>
            </a:r>
            <a:r>
              <a:rPr lang="en-US" sz="3600" dirty="0" err="1">
                <a:solidFill>
                  <a:srgbClr val="C00000"/>
                </a:solidFill>
                <a:latin typeface="Times New Roman" pitchFamily="18" charset="0"/>
                <a:cs typeface="Times New Roman" pitchFamily="18" charset="0"/>
              </a:rPr>
              <a:t>là</a:t>
            </a:r>
            <a:r>
              <a:rPr lang="en-US" sz="3600" dirty="0">
                <a:solidFill>
                  <a:srgbClr val="C00000"/>
                </a:solidFill>
                <a:latin typeface="Times New Roman" pitchFamily="18" charset="0"/>
                <a:cs typeface="Times New Roman" pitchFamily="18" charset="0"/>
              </a:rPr>
              <a:t> </a:t>
            </a:r>
            <a:r>
              <a:rPr lang="en-US" sz="3600" dirty="0" err="1">
                <a:solidFill>
                  <a:srgbClr val="C00000"/>
                </a:solidFill>
                <a:latin typeface="Times New Roman" pitchFamily="18" charset="0"/>
                <a:cs typeface="Times New Roman" pitchFamily="18" charset="0"/>
              </a:rPr>
              <a:t>nhân</a:t>
            </a:r>
            <a:r>
              <a:rPr lang="en-US" sz="3600" dirty="0">
                <a:solidFill>
                  <a:srgbClr val="C00000"/>
                </a:solidFill>
                <a:latin typeface="Times New Roman" pitchFamily="18" charset="0"/>
                <a:cs typeface="Times New Roman" pitchFamily="18" charset="0"/>
              </a:rPr>
              <a:t> </a:t>
            </a:r>
            <a:r>
              <a:rPr lang="en-US" sz="3600" dirty="0" err="1">
                <a:solidFill>
                  <a:srgbClr val="C00000"/>
                </a:solidFill>
                <a:latin typeface="Times New Roman" pitchFamily="18" charset="0"/>
                <a:cs typeface="Times New Roman" pitchFamily="18" charset="0"/>
              </a:rPr>
              <a:t>tố</a:t>
            </a:r>
            <a:r>
              <a:rPr lang="en-US" sz="3600" dirty="0">
                <a:solidFill>
                  <a:srgbClr val="C00000"/>
                </a:solidFill>
                <a:latin typeface="Times New Roman" pitchFamily="18" charset="0"/>
                <a:cs typeface="Times New Roman" pitchFamily="18" charset="0"/>
              </a:rPr>
              <a:t> </a:t>
            </a:r>
            <a:r>
              <a:rPr lang="en-US" sz="3600" dirty="0" err="1">
                <a:solidFill>
                  <a:srgbClr val="C00000"/>
                </a:solidFill>
                <a:latin typeface="Times New Roman" pitchFamily="18" charset="0"/>
                <a:cs typeface="Times New Roman" pitchFamily="18" charset="0"/>
              </a:rPr>
              <a:t>chính</a:t>
            </a:r>
            <a:r>
              <a:rPr lang="en-US" sz="3600" dirty="0">
                <a:solidFill>
                  <a:srgbClr val="C00000"/>
                </a:solidFill>
                <a:latin typeface="Times New Roman" pitchFamily="18" charset="0"/>
                <a:cs typeface="Times New Roman" pitchFamily="18" charset="0"/>
              </a:rPr>
              <a:t> </a:t>
            </a:r>
            <a:r>
              <a:rPr lang="en-US" sz="3600" dirty="0" err="1">
                <a:solidFill>
                  <a:srgbClr val="C00000"/>
                </a:solidFill>
                <a:latin typeface="Times New Roman" pitchFamily="18" charset="0"/>
                <a:cs typeface="Times New Roman" pitchFamily="18" charset="0"/>
              </a:rPr>
              <a:t>quyết</a:t>
            </a:r>
            <a:r>
              <a:rPr lang="en-US" sz="3600" dirty="0">
                <a:solidFill>
                  <a:srgbClr val="C00000"/>
                </a:solidFill>
                <a:latin typeface="Times New Roman" pitchFamily="18" charset="0"/>
                <a:cs typeface="Times New Roman" pitchFamily="18" charset="0"/>
              </a:rPr>
              <a:t> </a:t>
            </a:r>
            <a:r>
              <a:rPr lang="en-US" sz="3600" dirty="0" err="1">
                <a:solidFill>
                  <a:srgbClr val="C00000"/>
                </a:solidFill>
                <a:latin typeface="Times New Roman" pitchFamily="18" charset="0"/>
                <a:cs typeface="Times New Roman" pitchFamily="18" charset="0"/>
              </a:rPr>
              <a:t>định</a:t>
            </a:r>
            <a:r>
              <a:rPr lang="en-US" sz="3600" dirty="0">
                <a:solidFill>
                  <a:srgbClr val="C00000"/>
                </a:solidFill>
                <a:latin typeface="Times New Roman" pitchFamily="18" charset="0"/>
                <a:cs typeface="Times New Roman" pitchFamily="18" charset="0"/>
              </a:rPr>
              <a:t> </a:t>
            </a:r>
            <a:r>
              <a:rPr lang="en-US" sz="3600" dirty="0" err="1">
                <a:solidFill>
                  <a:srgbClr val="C00000"/>
                </a:solidFill>
                <a:latin typeface="Times New Roman" pitchFamily="18" charset="0"/>
                <a:cs typeface="Times New Roman" pitchFamily="18" charset="0"/>
              </a:rPr>
              <a:t>thắng</a:t>
            </a:r>
            <a:r>
              <a:rPr lang="en-US" sz="3600" dirty="0">
                <a:solidFill>
                  <a:srgbClr val="C00000"/>
                </a:solidFill>
                <a:latin typeface="Times New Roman" pitchFamily="18" charset="0"/>
                <a:cs typeface="Times New Roman" pitchFamily="18" charset="0"/>
              </a:rPr>
              <a:t> </a:t>
            </a:r>
            <a:r>
              <a:rPr lang="en-US" sz="3600" dirty="0" err="1">
                <a:solidFill>
                  <a:srgbClr val="C00000"/>
                </a:solidFill>
                <a:latin typeface="Times New Roman" pitchFamily="18" charset="0"/>
                <a:cs typeface="Times New Roman" pitchFamily="18" charset="0"/>
              </a:rPr>
              <a:t>lợi</a:t>
            </a:r>
            <a:r>
              <a:rPr lang="en-US" sz="3600" dirty="0">
                <a:solidFill>
                  <a:srgbClr val="C00000"/>
                </a:solidFill>
                <a:latin typeface="Times New Roman" pitchFamily="18" charset="0"/>
                <a:cs typeface="Times New Roman" pitchFamily="18" charset="0"/>
              </a:rPr>
              <a:t> </a:t>
            </a:r>
            <a:r>
              <a:rPr lang="en-US" sz="3600" dirty="0" err="1">
                <a:solidFill>
                  <a:srgbClr val="C00000"/>
                </a:solidFill>
                <a:latin typeface="Times New Roman" pitchFamily="18" charset="0"/>
                <a:cs typeface="Times New Roman" pitchFamily="18" charset="0"/>
              </a:rPr>
              <a:t>của</a:t>
            </a:r>
            <a:r>
              <a:rPr lang="en-US" sz="3600" dirty="0">
                <a:solidFill>
                  <a:srgbClr val="C00000"/>
                </a:solidFill>
                <a:latin typeface="Times New Roman" pitchFamily="18" charset="0"/>
                <a:cs typeface="Times New Roman" pitchFamily="18" charset="0"/>
              </a:rPr>
              <a:t> </a:t>
            </a:r>
            <a:r>
              <a:rPr lang="en-US" sz="3600" dirty="0" err="1">
                <a:solidFill>
                  <a:srgbClr val="C00000"/>
                </a:solidFill>
                <a:latin typeface="Times New Roman" pitchFamily="18" charset="0"/>
                <a:cs typeface="Times New Roman" pitchFamily="18" charset="0"/>
              </a:rPr>
              <a:t>cách</a:t>
            </a:r>
            <a:r>
              <a:rPr lang="en-US" sz="3600" dirty="0">
                <a:solidFill>
                  <a:srgbClr val="C00000"/>
                </a:solidFill>
                <a:latin typeface="Times New Roman" pitchFamily="18" charset="0"/>
                <a:cs typeface="Times New Roman" pitchFamily="18" charset="0"/>
              </a:rPr>
              <a:t> </a:t>
            </a:r>
            <a:r>
              <a:rPr lang="en-US" sz="3600" dirty="0" err="1">
                <a:solidFill>
                  <a:srgbClr val="C00000"/>
                </a:solidFill>
                <a:latin typeface="Times New Roman" pitchFamily="18" charset="0"/>
                <a:cs typeface="Times New Roman" pitchFamily="18" charset="0"/>
              </a:rPr>
              <a:t>mạng</a:t>
            </a:r>
            <a:r>
              <a:rPr lang="en-US" sz="3600" dirty="0">
                <a:solidFill>
                  <a:srgbClr val="C00000"/>
                </a:solidFill>
                <a:latin typeface="Times New Roman" pitchFamily="18" charset="0"/>
                <a:cs typeface="Times New Roman" pitchFamily="18" charset="0"/>
              </a:rPr>
              <a:t> VN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anim calcmode="lin" valueType="num">
                                      <p:cBhvr>
                                        <p:cTn id="8" dur="2000" fill="hold"/>
                                        <p:tgtEl>
                                          <p:spTgt spid="2"/>
                                        </p:tgtEl>
                                        <p:attrNameLst>
                                          <p:attrName>style.rotation</p:attrName>
                                        </p:attrNameLst>
                                      </p:cBhvr>
                                      <p:tavLst>
                                        <p:tav tm="0">
                                          <p:val>
                                            <p:fltVal val="720"/>
                                          </p:val>
                                        </p:tav>
                                        <p:tav tm="100000">
                                          <p:val>
                                            <p:fltVal val="0"/>
                                          </p:val>
                                        </p:tav>
                                      </p:tavLst>
                                    </p:anim>
                                    <p:anim calcmode="lin" valueType="num">
                                      <p:cBhvr>
                                        <p:cTn id="9" dur="2000" fill="hold"/>
                                        <p:tgtEl>
                                          <p:spTgt spid="2"/>
                                        </p:tgtEl>
                                        <p:attrNameLst>
                                          <p:attrName>ppt_h</p:attrName>
                                        </p:attrNameLst>
                                      </p:cBhvr>
                                      <p:tavLst>
                                        <p:tav tm="0">
                                          <p:val>
                                            <p:fltVal val="0"/>
                                          </p:val>
                                        </p:tav>
                                        <p:tav tm="100000">
                                          <p:val>
                                            <p:strVal val="#ppt_h"/>
                                          </p:val>
                                        </p:tav>
                                      </p:tavLst>
                                    </p:anim>
                                    <p:anim calcmode="lin" valueType="num">
                                      <p:cBhvr>
                                        <p:cTn id="10" dur="2000" fill="hold"/>
                                        <p:tgtEl>
                                          <p:spTgt spid="2"/>
                                        </p:tgtEl>
                                        <p:attrNameLst>
                                          <p:attrName>ppt_w</p:attrName>
                                        </p:attrNameLst>
                                      </p:cBhvr>
                                      <p:tavLst>
                                        <p:tav tm="0">
                                          <p:val>
                                            <p:fltVal val="0"/>
                                          </p:val>
                                        </p:tav>
                                        <p:tav tm="100000">
                                          <p:val>
                                            <p:strVal val="#ppt_w"/>
                                          </p:val>
                                        </p:tav>
                                      </p:tavLst>
                                    </p:anim>
                                  </p:childTnLst>
                                </p:cTn>
                              </p:par>
                            </p:childTnLst>
                          </p:cTn>
                        </p:par>
                      </p:childTnLst>
                    </p:cTn>
                  </p:par>
                  <p:par>
                    <p:cTn id="11" fill="hold">
                      <p:stCondLst>
                        <p:cond delay="indefinite"/>
                      </p:stCondLst>
                      <p:childTnLst>
                        <p:par>
                          <p:cTn id="12" fill="hold">
                            <p:stCondLst>
                              <p:cond delay="0"/>
                            </p:stCondLst>
                            <p:childTnLst>
                              <p:par>
                                <p:cTn id="13" presetID="15"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anim calcmode="lin" valueType="num">
                                      <p:cBhvr>
                                        <p:cTn id="15" dur="1000" fill="hold"/>
                                        <p:tgtEl>
                                          <p:spTgt spid="4"/>
                                        </p:tgtEl>
                                        <p:attrNameLst>
                                          <p:attrName>ppt_w</p:attrName>
                                        </p:attrNameLst>
                                      </p:cBhvr>
                                      <p:tavLst>
                                        <p:tav tm="0">
                                          <p:val>
                                            <p:fltVal val="0"/>
                                          </p:val>
                                        </p:tav>
                                        <p:tav tm="100000">
                                          <p:val>
                                            <p:strVal val="#ppt_w"/>
                                          </p:val>
                                        </p:tav>
                                      </p:tavLst>
                                    </p:anim>
                                    <p:anim calcmode="lin" valueType="num">
                                      <p:cBhvr>
                                        <p:cTn id="16" dur="1000" fill="hold"/>
                                        <p:tgtEl>
                                          <p:spTgt spid="4"/>
                                        </p:tgtEl>
                                        <p:attrNameLst>
                                          <p:attrName>ppt_h</p:attrName>
                                        </p:attrNameLst>
                                      </p:cBhvr>
                                      <p:tavLst>
                                        <p:tav tm="0">
                                          <p:val>
                                            <p:fltVal val="0"/>
                                          </p:val>
                                        </p:tav>
                                        <p:tav tm="100000">
                                          <p:val>
                                            <p:strVal val="#ppt_h"/>
                                          </p:val>
                                        </p:tav>
                                      </p:tavLst>
                                    </p:anim>
                                    <p:anim calcmode="lin" valueType="num">
                                      <p:cBhvr>
                                        <p:cTn id="17" dur="1000" fill="hold"/>
                                        <p:tgtEl>
                                          <p:spTgt spid="4"/>
                                        </p:tgtEl>
                                        <p:attrNameLst>
                                          <p:attrName>ppt_x</p:attrName>
                                        </p:attrNameLst>
                                      </p:cBhvr>
                                      <p:tavLst>
                                        <p:tav tm="0" fmla="#ppt_x+(cos(-2*pi*(1-$))*-#ppt_x-sin(-2*pi*(1-$))*(1-#ppt_y))*(1-$)">
                                          <p:val>
                                            <p:fltVal val="0"/>
                                          </p:val>
                                        </p:tav>
                                        <p:tav tm="100000">
                                          <p:val>
                                            <p:fltVal val="1"/>
                                          </p:val>
                                        </p:tav>
                                      </p:tavLst>
                                    </p:anim>
                                    <p:anim calcmode="lin" valueType="num">
                                      <p:cBhvr>
                                        <p:cTn id="18" dur="1000" fill="hold"/>
                                        <p:tgtEl>
                                          <p:spTgt spid="4"/>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9" fill="hold">
                      <p:stCondLst>
                        <p:cond delay="indefinite"/>
                      </p:stCondLst>
                      <p:childTnLst>
                        <p:par>
                          <p:cTn id="20" fill="hold">
                            <p:stCondLst>
                              <p:cond delay="0"/>
                            </p:stCondLst>
                            <p:childTnLst>
                              <p:par>
                                <p:cTn id="21" presetID="49" presetClass="entr" presetSubtype="0" decel="10000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anim calcmode="lin" valueType="num">
                                      <p:cBhvr>
                                        <p:cTn id="23" dur="500" fill="hold"/>
                                        <p:tgtEl>
                                          <p:spTgt spid="5"/>
                                        </p:tgtEl>
                                        <p:attrNameLst>
                                          <p:attrName>ppt_w</p:attrName>
                                        </p:attrNameLst>
                                      </p:cBhvr>
                                      <p:tavLst>
                                        <p:tav tm="0">
                                          <p:val>
                                            <p:fltVal val="0"/>
                                          </p:val>
                                        </p:tav>
                                        <p:tav tm="100000">
                                          <p:val>
                                            <p:strVal val="#ppt_w"/>
                                          </p:val>
                                        </p:tav>
                                      </p:tavLst>
                                    </p:anim>
                                    <p:anim calcmode="lin" valueType="num">
                                      <p:cBhvr>
                                        <p:cTn id="24" dur="500" fill="hold"/>
                                        <p:tgtEl>
                                          <p:spTgt spid="5"/>
                                        </p:tgtEl>
                                        <p:attrNameLst>
                                          <p:attrName>ppt_h</p:attrName>
                                        </p:attrNameLst>
                                      </p:cBhvr>
                                      <p:tavLst>
                                        <p:tav tm="0">
                                          <p:val>
                                            <p:fltVal val="0"/>
                                          </p:val>
                                        </p:tav>
                                        <p:tav tm="100000">
                                          <p:val>
                                            <p:strVal val="#ppt_h"/>
                                          </p:val>
                                        </p:tav>
                                      </p:tavLst>
                                    </p:anim>
                                    <p:anim calcmode="lin" valueType="num">
                                      <p:cBhvr>
                                        <p:cTn id="25" dur="500" fill="hold"/>
                                        <p:tgtEl>
                                          <p:spTgt spid="5"/>
                                        </p:tgtEl>
                                        <p:attrNameLst>
                                          <p:attrName>style.rotation</p:attrName>
                                        </p:attrNameLst>
                                      </p:cBhvr>
                                      <p:tavLst>
                                        <p:tav tm="0">
                                          <p:val>
                                            <p:fltVal val="360"/>
                                          </p:val>
                                        </p:tav>
                                        <p:tav tm="100000">
                                          <p:val>
                                            <p:fltVal val="0"/>
                                          </p:val>
                                        </p:tav>
                                      </p:tavLst>
                                    </p:anim>
                                    <p:animEffect transition="in" filter="fade">
                                      <p:cBhvr>
                                        <p:cTn id="26"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animBg="1"/>
      <p:bldP spid="5"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p:cNvSpPr/>
          <p:nvPr/>
        </p:nvSpPr>
        <p:spPr>
          <a:xfrm>
            <a:off x="0" y="0"/>
            <a:ext cx="2362200" cy="2514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err="1">
                <a:latin typeface="Times New Roman" pitchFamily="18" charset="0"/>
                <a:cs typeface="Times New Roman" pitchFamily="18" charset="0"/>
              </a:rPr>
              <a:t>Cơ</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sở</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pháp</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lý</a:t>
            </a:r>
            <a:endParaRPr lang="en-US" sz="4000" dirty="0">
              <a:latin typeface="Times New Roman" pitchFamily="18" charset="0"/>
              <a:cs typeface="Times New Roman" pitchFamily="18" charset="0"/>
            </a:endParaRPr>
          </a:p>
        </p:txBody>
      </p:sp>
      <p:sp>
        <p:nvSpPr>
          <p:cNvPr id="5" name="Rectangle 4"/>
          <p:cNvSpPr/>
          <p:nvPr/>
        </p:nvSpPr>
        <p:spPr>
          <a:xfrm>
            <a:off x="2362200" y="457200"/>
            <a:ext cx="6248400" cy="12954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dirty="0" err="1">
                <a:latin typeface="Times New Roman" pitchFamily="18" charset="0"/>
                <a:cs typeface="Times New Roman" pitchFamily="18" charset="0"/>
              </a:rPr>
              <a:t>Được</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thể</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hiện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thông</a:t>
            </a:r>
            <a:r>
              <a:rPr lang="en-US" sz="2400" dirty="0">
                <a:latin typeface="Times New Roman" pitchFamily="18" charset="0"/>
                <a:cs typeface="Times New Roman" pitchFamily="18" charset="0"/>
              </a:rPr>
              <a:t> qua </a:t>
            </a:r>
            <a:r>
              <a:rPr lang="en-US" sz="2400" dirty="0" err="1">
                <a:latin typeface="Times New Roman" pitchFamily="18" charset="0"/>
                <a:cs typeface="Times New Roman" pitchFamily="18" charset="0"/>
              </a:rPr>
              <a:t>các</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bản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Hiến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pháp</a:t>
            </a:r>
            <a:r>
              <a:rPr lang="en-US" sz="2400" dirty="0">
                <a:latin typeface="Times New Roman" pitchFamily="18" charset="0"/>
                <a:cs typeface="Times New Roman" pitchFamily="18" charset="0"/>
              </a:rPr>
              <a:t> qua </a:t>
            </a:r>
            <a:r>
              <a:rPr lang="en-US" sz="2400" dirty="0" err="1">
                <a:latin typeface="Times New Roman" pitchFamily="18" charset="0"/>
                <a:cs typeface="Times New Roman" pitchFamily="18" charset="0"/>
              </a:rPr>
              <a:t>từng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thời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kỳ</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cụ</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thể</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trừ</a:t>
            </a:r>
            <a:r>
              <a:rPr lang="en-US" sz="2400" dirty="0">
                <a:latin typeface="Times New Roman" pitchFamily="18" charset="0"/>
                <a:cs typeface="Times New Roman" pitchFamily="18" charset="0"/>
              </a:rPr>
              <a:t> HP 1946)</a:t>
            </a:r>
          </a:p>
        </p:txBody>
      </p:sp>
      <p:sp>
        <p:nvSpPr>
          <p:cNvPr id="6" name="Rectangle 5"/>
          <p:cNvSpPr/>
          <p:nvPr/>
        </p:nvSpPr>
        <p:spPr>
          <a:xfrm>
            <a:off x="0" y="2590800"/>
            <a:ext cx="9144000" cy="46482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just"/>
            <a:r>
              <a:rPr lang="en-US" sz="2400" dirty="0" err="1">
                <a:solidFill>
                  <a:schemeClr val="tx1"/>
                </a:solidFill>
                <a:latin typeface="Times New Roman" pitchFamily="18" charset="0"/>
                <a:cs typeface="Times New Roman" pitchFamily="18" charset="0"/>
              </a:rPr>
              <a:t>Điều</a:t>
            </a:r>
            <a:r>
              <a:rPr lang="en-US" sz="2400" dirty="0">
                <a:solidFill>
                  <a:schemeClr val="tx1"/>
                </a:solidFill>
                <a:latin typeface="Times New Roman" pitchFamily="18" charset="0"/>
                <a:cs typeface="Times New Roman" pitchFamily="18" charset="0"/>
              </a:rPr>
              <a:t> 4 </a:t>
            </a:r>
            <a:r>
              <a:rPr lang="en-US" sz="2400" dirty="0" err="1">
                <a:solidFill>
                  <a:schemeClr val="tx1"/>
                </a:solidFill>
                <a:latin typeface="Times New Roman" pitchFamily="18" charset="0"/>
                <a:cs typeface="Times New Roman" pitchFamily="18" charset="0"/>
              </a:rPr>
              <a:t>Hiến</a:t>
            </a:r>
            <a:r>
              <a:rPr lang="en-US" sz="2400" dirty="0">
                <a:solidFill>
                  <a:schemeClr val="tx1"/>
                </a:solidFill>
                <a:latin typeface="Times New Roman" pitchFamily="18" charset="0"/>
                <a:cs typeface="Times New Roman" pitchFamily="18" charset="0"/>
              </a:rPr>
              <a:t> </a:t>
            </a:r>
            <a:r>
              <a:rPr lang="en-US" sz="2400" dirty="0" err="1">
                <a:solidFill>
                  <a:schemeClr val="tx1"/>
                </a:solidFill>
                <a:latin typeface="Times New Roman" pitchFamily="18" charset="0"/>
                <a:cs typeface="Times New Roman" pitchFamily="18" charset="0"/>
              </a:rPr>
              <a:t>pháp</a:t>
            </a:r>
            <a:r>
              <a:rPr lang="en-US" sz="2400" dirty="0">
                <a:solidFill>
                  <a:schemeClr val="tx1"/>
                </a:solidFill>
                <a:latin typeface="Times New Roman" pitchFamily="18" charset="0"/>
                <a:cs typeface="Times New Roman" pitchFamily="18" charset="0"/>
              </a:rPr>
              <a:t> </a:t>
            </a:r>
            <a:r>
              <a:rPr lang="en-US" sz="2400" dirty="0" err="1">
                <a:solidFill>
                  <a:schemeClr val="tx1"/>
                </a:solidFill>
                <a:latin typeface="Times New Roman" pitchFamily="18" charset="0"/>
                <a:cs typeface="Times New Roman" pitchFamily="18" charset="0"/>
              </a:rPr>
              <a:t>năm</a:t>
            </a:r>
            <a:r>
              <a:rPr lang="en-US" sz="2400" dirty="0">
                <a:solidFill>
                  <a:schemeClr val="tx1"/>
                </a:solidFill>
                <a:latin typeface="Times New Roman" pitchFamily="18" charset="0"/>
                <a:cs typeface="Times New Roman" pitchFamily="18" charset="0"/>
              </a:rPr>
              <a:t> 2013: </a:t>
            </a:r>
            <a:endParaRPr lang="en-US" sz="2400" i="1" dirty="0">
              <a:solidFill>
                <a:schemeClr val="tx1"/>
              </a:solidFill>
              <a:latin typeface="Times New Roman" pitchFamily="18" charset="0"/>
              <a:cs typeface="Times New Roman" pitchFamily="18" charset="0"/>
            </a:endParaRPr>
          </a:p>
          <a:p>
            <a:pPr algn="just"/>
            <a:r>
              <a:rPr lang="vi-VN" sz="2400" i="1" dirty="0">
                <a:solidFill>
                  <a:schemeClr val="tx1"/>
                </a:solidFill>
                <a:latin typeface="Times New Roman" pitchFamily="18" charset="0"/>
                <a:cs typeface="Times New Roman" pitchFamily="18" charset="0"/>
              </a:rPr>
              <a:t>1. Đảng Cộng sản Việt Nam - Đội tiên phong của giai cấp công nhân, đồng thời là đội tiên phong của nhân dân lao động và của dân tộc Việt Nam, đại biểu trung thành lợi ích của giai cấp công nhân, nhân dân lao động và của cả dân tộc, lấy chủ nghĩa Mác - Lê nin và tư tưởng Hồ Chí Minh làm nền tảng tư tưởng, là lực lượng lãnh đạo Nhà nước và xã hội.</a:t>
            </a:r>
          </a:p>
          <a:p>
            <a:pPr algn="just"/>
            <a:r>
              <a:rPr lang="vi-VN" sz="2400" i="1" dirty="0">
                <a:solidFill>
                  <a:schemeClr val="tx1"/>
                </a:solidFill>
                <a:latin typeface="Times New Roman" pitchFamily="18" charset="0"/>
                <a:cs typeface="Times New Roman" pitchFamily="18" charset="0"/>
              </a:rPr>
              <a:t>2. Đảng Cộng sản Việt Nam gắn bó mật thiết với Nhân dân, phục vụ Nhân dân,</a:t>
            </a:r>
            <a:r>
              <a:rPr lang="vi-VN" sz="2400" b="1" i="1" dirty="0">
                <a:solidFill>
                  <a:schemeClr val="tx1"/>
                </a:solidFill>
                <a:latin typeface="Times New Roman" pitchFamily="18" charset="0"/>
                <a:cs typeface="Times New Roman" pitchFamily="18" charset="0"/>
              </a:rPr>
              <a:t> </a:t>
            </a:r>
            <a:r>
              <a:rPr lang="vi-VN" sz="2400" i="1" dirty="0">
                <a:solidFill>
                  <a:schemeClr val="tx1"/>
                </a:solidFill>
                <a:latin typeface="Times New Roman" pitchFamily="18" charset="0"/>
                <a:cs typeface="Times New Roman" pitchFamily="18" charset="0"/>
              </a:rPr>
              <a:t>chịu sự giám sát của Nhân dân, chịu trách nhiệm trước Nhân dân về những quyết định của mình.</a:t>
            </a:r>
          </a:p>
          <a:p>
            <a:pPr algn="just"/>
            <a:r>
              <a:rPr lang="vi-VN" sz="2400" i="1" dirty="0">
                <a:solidFill>
                  <a:schemeClr val="tx1"/>
                </a:solidFill>
                <a:latin typeface="Times New Roman" pitchFamily="18" charset="0"/>
                <a:cs typeface="Times New Roman" pitchFamily="18" charset="0"/>
              </a:rPr>
              <a:t>3. Các tổ chức của Đảng và đảng viên Đảng Cộng sản Việt Nam hoạt động trong khuôn khổ Hiến pháp và pháp luật.</a:t>
            </a:r>
          </a:p>
          <a:p>
            <a:pPr algn="just"/>
            <a:endParaRPr lang="en-US" sz="2400" dirty="0">
              <a:solidFill>
                <a:schemeClr val="tx1"/>
              </a:solidFill>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000"/>
                                        <p:tgtEl>
                                          <p:spTgt spid="4"/>
                                        </p:tgtEl>
                                      </p:cBhvr>
                                    </p:animEffect>
                                    <p:anim calcmode="lin" valueType="num">
                                      <p:cBhvr>
                                        <p:cTn id="8" dur="2000" fill="hold"/>
                                        <p:tgtEl>
                                          <p:spTgt spid="4"/>
                                        </p:tgtEl>
                                        <p:attrNameLst>
                                          <p:attrName>style.rotation</p:attrName>
                                        </p:attrNameLst>
                                      </p:cBhvr>
                                      <p:tavLst>
                                        <p:tav tm="0">
                                          <p:val>
                                            <p:fltVal val="720"/>
                                          </p:val>
                                        </p:tav>
                                        <p:tav tm="100000">
                                          <p:val>
                                            <p:fltVal val="0"/>
                                          </p:val>
                                        </p:tav>
                                      </p:tavLst>
                                    </p:anim>
                                    <p:anim calcmode="lin" valueType="num">
                                      <p:cBhvr>
                                        <p:cTn id="9" dur="2000" fill="hold"/>
                                        <p:tgtEl>
                                          <p:spTgt spid="4"/>
                                        </p:tgtEl>
                                        <p:attrNameLst>
                                          <p:attrName>ppt_h</p:attrName>
                                        </p:attrNameLst>
                                      </p:cBhvr>
                                      <p:tavLst>
                                        <p:tav tm="0">
                                          <p:val>
                                            <p:fltVal val="0"/>
                                          </p:val>
                                        </p:tav>
                                        <p:tav tm="100000">
                                          <p:val>
                                            <p:strVal val="#ppt_h"/>
                                          </p:val>
                                        </p:tav>
                                      </p:tavLst>
                                    </p:anim>
                                    <p:anim calcmode="lin" valueType="num">
                                      <p:cBhvr>
                                        <p:cTn id="10" dur="2000" fill="hold"/>
                                        <p:tgtEl>
                                          <p:spTgt spid="4"/>
                                        </p:tgtEl>
                                        <p:attrNameLst>
                                          <p:attrName>ppt_w</p:attrName>
                                        </p:attrNameLst>
                                      </p:cBhvr>
                                      <p:tavLst>
                                        <p:tav tm="0">
                                          <p:val>
                                            <p:fltVal val="0"/>
                                          </p:val>
                                        </p:tav>
                                        <p:tav tm="100000">
                                          <p:val>
                                            <p:strVal val="#ppt_w"/>
                                          </p:val>
                                        </p:tav>
                                      </p:tavLst>
                                    </p:anim>
                                  </p:childTnLst>
                                </p:cTn>
                              </p:par>
                            </p:childTnLst>
                          </p:cTn>
                        </p:par>
                      </p:childTnLst>
                    </p:cTn>
                  </p:par>
                  <p:par>
                    <p:cTn id="11" fill="hold">
                      <p:stCondLst>
                        <p:cond delay="indefinite"/>
                      </p:stCondLst>
                      <p:childTnLst>
                        <p:par>
                          <p:cTn id="12" fill="hold">
                            <p:stCondLst>
                              <p:cond delay="0"/>
                            </p:stCondLst>
                            <p:childTnLst>
                              <p:par>
                                <p:cTn id="13" presetID="15"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p:cTn id="15" dur="1000" fill="hold"/>
                                        <p:tgtEl>
                                          <p:spTgt spid="5"/>
                                        </p:tgtEl>
                                        <p:attrNameLst>
                                          <p:attrName>ppt_w</p:attrName>
                                        </p:attrNameLst>
                                      </p:cBhvr>
                                      <p:tavLst>
                                        <p:tav tm="0">
                                          <p:val>
                                            <p:fltVal val="0"/>
                                          </p:val>
                                        </p:tav>
                                        <p:tav tm="100000">
                                          <p:val>
                                            <p:strVal val="#ppt_w"/>
                                          </p:val>
                                        </p:tav>
                                      </p:tavLst>
                                    </p:anim>
                                    <p:anim calcmode="lin" valueType="num">
                                      <p:cBhvr>
                                        <p:cTn id="16" dur="1000" fill="hold"/>
                                        <p:tgtEl>
                                          <p:spTgt spid="5"/>
                                        </p:tgtEl>
                                        <p:attrNameLst>
                                          <p:attrName>ppt_h</p:attrName>
                                        </p:attrNameLst>
                                      </p:cBhvr>
                                      <p:tavLst>
                                        <p:tav tm="0">
                                          <p:val>
                                            <p:fltVal val="0"/>
                                          </p:val>
                                        </p:tav>
                                        <p:tav tm="100000">
                                          <p:val>
                                            <p:strVal val="#ppt_h"/>
                                          </p:val>
                                        </p:tav>
                                      </p:tavLst>
                                    </p:anim>
                                    <p:anim calcmode="lin" valueType="num">
                                      <p:cBhvr>
                                        <p:cTn id="17" dur="1000" fill="hold"/>
                                        <p:tgtEl>
                                          <p:spTgt spid="5"/>
                                        </p:tgtEl>
                                        <p:attrNameLst>
                                          <p:attrName>ppt_x</p:attrName>
                                        </p:attrNameLst>
                                      </p:cBhvr>
                                      <p:tavLst>
                                        <p:tav tm="0" fmla="#ppt_x+(cos(-2*pi*(1-$))*-#ppt_x-sin(-2*pi*(1-$))*(1-#ppt_y))*(1-$)">
                                          <p:val>
                                            <p:fltVal val="0"/>
                                          </p:val>
                                        </p:tav>
                                        <p:tav tm="100000">
                                          <p:val>
                                            <p:fltVal val="1"/>
                                          </p:val>
                                        </p:tav>
                                      </p:tavLst>
                                    </p:anim>
                                    <p:anim calcmode="lin" valueType="num">
                                      <p:cBhvr>
                                        <p:cTn id="18" dur="1000" fill="hold"/>
                                        <p:tgtEl>
                                          <p:spTgt spid="5"/>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9" fill="hold">
                      <p:stCondLst>
                        <p:cond delay="indefinite"/>
                      </p:stCondLst>
                      <p:childTnLst>
                        <p:par>
                          <p:cTn id="20" fill="hold">
                            <p:stCondLst>
                              <p:cond delay="0"/>
                            </p:stCondLst>
                            <p:childTnLst>
                              <p:par>
                                <p:cTn id="21" presetID="15"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anim calcmode="lin" valueType="num">
                                      <p:cBhvr>
                                        <p:cTn id="23" dur="1000" fill="hold"/>
                                        <p:tgtEl>
                                          <p:spTgt spid="6"/>
                                        </p:tgtEl>
                                        <p:attrNameLst>
                                          <p:attrName>ppt_w</p:attrName>
                                        </p:attrNameLst>
                                      </p:cBhvr>
                                      <p:tavLst>
                                        <p:tav tm="0">
                                          <p:val>
                                            <p:fltVal val="0"/>
                                          </p:val>
                                        </p:tav>
                                        <p:tav tm="100000">
                                          <p:val>
                                            <p:strVal val="#ppt_w"/>
                                          </p:val>
                                        </p:tav>
                                      </p:tavLst>
                                    </p:anim>
                                    <p:anim calcmode="lin" valueType="num">
                                      <p:cBhvr>
                                        <p:cTn id="24" dur="1000" fill="hold"/>
                                        <p:tgtEl>
                                          <p:spTgt spid="6"/>
                                        </p:tgtEl>
                                        <p:attrNameLst>
                                          <p:attrName>ppt_h</p:attrName>
                                        </p:attrNameLst>
                                      </p:cBhvr>
                                      <p:tavLst>
                                        <p:tav tm="0">
                                          <p:val>
                                            <p:fltVal val="0"/>
                                          </p:val>
                                        </p:tav>
                                        <p:tav tm="100000">
                                          <p:val>
                                            <p:strVal val="#ppt_h"/>
                                          </p:val>
                                        </p:tav>
                                      </p:tavLst>
                                    </p:anim>
                                    <p:anim calcmode="lin" valueType="num">
                                      <p:cBhvr>
                                        <p:cTn id="25" dur="1000" fill="hold"/>
                                        <p:tgtEl>
                                          <p:spTgt spid="6"/>
                                        </p:tgtEl>
                                        <p:attrNameLst>
                                          <p:attrName>ppt_x</p:attrName>
                                        </p:attrNameLst>
                                      </p:cBhvr>
                                      <p:tavLst>
                                        <p:tav tm="0" fmla="#ppt_x+(cos(-2*pi*(1-$))*-#ppt_x-sin(-2*pi*(1-$))*(1-#ppt_y))*(1-$)">
                                          <p:val>
                                            <p:fltVal val="0"/>
                                          </p:val>
                                        </p:tav>
                                        <p:tav tm="100000">
                                          <p:val>
                                            <p:fltVal val="1"/>
                                          </p:val>
                                        </p:tav>
                                      </p:tavLst>
                                    </p:anim>
                                    <p:anim calcmode="lin" valueType="num">
                                      <p:cBhvr>
                                        <p:cTn id="26" dur="1000" fill="hold"/>
                                        <p:tgtEl>
                                          <p:spTgt spid="6"/>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0"/>
            <a:ext cx="8229600" cy="1143000"/>
          </a:xfrm>
        </p:spPr>
        <p:txBody>
          <a:bodyPr>
            <a:normAutofit/>
          </a:bodyPr>
          <a:lstStyle/>
          <a:p>
            <a:pPr algn="ctr"/>
            <a:r>
              <a:rPr lang="en-US" sz="4400" b="1" i="1" dirty="0" err="1">
                <a:latin typeface="Times New Roman" pitchFamily="18" charset="0"/>
                <a:cs typeface="Times New Roman" pitchFamily="18" charset="0"/>
              </a:rPr>
              <a:t>Nội</a:t>
            </a:r>
            <a:r>
              <a:rPr lang="en-US" sz="4400" b="1" i="1" dirty="0">
                <a:latin typeface="Times New Roman" pitchFamily="18" charset="0"/>
                <a:cs typeface="Times New Roman" pitchFamily="18" charset="0"/>
              </a:rPr>
              <a:t> dung</a:t>
            </a:r>
          </a:p>
        </p:txBody>
      </p:sp>
      <p:sp>
        <p:nvSpPr>
          <p:cNvPr id="4" name="Rectangle 3"/>
          <p:cNvSpPr/>
          <p:nvPr/>
        </p:nvSpPr>
        <p:spPr>
          <a:xfrm>
            <a:off x="647700" y="2209800"/>
            <a:ext cx="7848600" cy="990600"/>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sz="3600" b="1" dirty="0" err="1">
                <a:latin typeface="Times New Roman" pitchFamily="18" charset="0"/>
                <a:cs typeface="Times New Roman" pitchFamily="18" charset="0"/>
              </a:rPr>
              <a:t>Đảng</a:t>
            </a:r>
            <a:r>
              <a:rPr lang="en-US" sz="3600" b="1" dirty="0">
                <a:latin typeface="Times New Roman" pitchFamily="18" charset="0"/>
                <a:cs typeface="Times New Roman" pitchFamily="18" charset="0"/>
              </a:rPr>
              <a:t> </a:t>
            </a:r>
            <a:r>
              <a:rPr lang="en-US" sz="3600" b="1" dirty="0" err="1">
                <a:latin typeface="Times New Roman" pitchFamily="18" charset="0"/>
                <a:cs typeface="Times New Roman" pitchFamily="18" charset="0"/>
              </a:rPr>
              <a:t>lãnh</a:t>
            </a:r>
            <a:r>
              <a:rPr lang="en-US" sz="3600" b="1" dirty="0">
                <a:latin typeface="Times New Roman" pitchFamily="18" charset="0"/>
                <a:cs typeface="Times New Roman" pitchFamily="18" charset="0"/>
              </a:rPr>
              <a:t> </a:t>
            </a:r>
            <a:r>
              <a:rPr lang="en-US" sz="3600" b="1" dirty="0" err="1">
                <a:latin typeface="Times New Roman" pitchFamily="18" charset="0"/>
                <a:cs typeface="Times New Roman" pitchFamily="18" charset="0"/>
              </a:rPr>
              <a:t>đạo</a:t>
            </a:r>
            <a:r>
              <a:rPr lang="en-US" sz="3600" b="1" dirty="0">
                <a:latin typeface="Times New Roman" pitchFamily="18" charset="0"/>
                <a:cs typeface="Times New Roman" pitchFamily="18" charset="0"/>
              </a:rPr>
              <a:t>  </a:t>
            </a:r>
            <a:r>
              <a:rPr lang="en-US" sz="3600" b="1" dirty="0" err="1">
                <a:latin typeface="Times New Roman" pitchFamily="18" charset="0"/>
                <a:cs typeface="Times New Roman" pitchFamily="18" charset="0"/>
              </a:rPr>
              <a:t>nhà</a:t>
            </a:r>
            <a:r>
              <a:rPr lang="en-US" sz="3600" b="1" dirty="0">
                <a:latin typeface="Times New Roman" pitchFamily="18" charset="0"/>
                <a:cs typeface="Times New Roman" pitchFamily="18" charset="0"/>
              </a:rPr>
              <a:t> </a:t>
            </a:r>
            <a:r>
              <a:rPr lang="en-US" sz="3600" b="1" dirty="0" err="1">
                <a:latin typeface="Times New Roman" pitchFamily="18" charset="0"/>
                <a:cs typeface="Times New Roman" pitchFamily="18" charset="0"/>
              </a:rPr>
              <a:t>nước</a:t>
            </a:r>
            <a:r>
              <a:rPr lang="en-US" sz="3600" b="1" dirty="0">
                <a:latin typeface="Times New Roman" pitchFamily="18" charset="0"/>
                <a:cs typeface="Times New Roman" pitchFamily="18" charset="0"/>
              </a:rPr>
              <a:t> </a:t>
            </a:r>
            <a:r>
              <a:rPr lang="en-US" sz="3600" b="1" dirty="0" err="1">
                <a:latin typeface="Times New Roman" pitchFamily="18" charset="0"/>
                <a:cs typeface="Times New Roman" pitchFamily="18" charset="0"/>
              </a:rPr>
              <a:t>thông</a:t>
            </a:r>
            <a:r>
              <a:rPr lang="en-US" sz="3600" b="1" dirty="0">
                <a:latin typeface="Times New Roman" pitchFamily="18" charset="0"/>
                <a:cs typeface="Times New Roman" pitchFamily="18" charset="0"/>
              </a:rPr>
              <a:t> qua </a:t>
            </a:r>
            <a:r>
              <a:rPr lang="en-US" sz="3600" b="1" dirty="0" err="1">
                <a:latin typeface="Times New Roman" pitchFamily="18" charset="0"/>
                <a:cs typeface="Times New Roman" pitchFamily="18" charset="0"/>
              </a:rPr>
              <a:t>các</a:t>
            </a:r>
            <a:r>
              <a:rPr lang="en-US" sz="3600" b="1" dirty="0">
                <a:latin typeface="Times New Roman" pitchFamily="18" charset="0"/>
                <a:cs typeface="Times New Roman" pitchFamily="18" charset="0"/>
              </a:rPr>
              <a:t> </a:t>
            </a:r>
            <a:r>
              <a:rPr lang="en-US" sz="3600" b="1" dirty="0" err="1">
                <a:latin typeface="Times New Roman" pitchFamily="18" charset="0"/>
                <a:cs typeface="Times New Roman" pitchFamily="18" charset="0"/>
              </a:rPr>
              <a:t>Nghị</a:t>
            </a:r>
            <a:r>
              <a:rPr lang="en-US" sz="3600" b="1" dirty="0">
                <a:latin typeface="Times New Roman" pitchFamily="18" charset="0"/>
                <a:cs typeface="Times New Roman" pitchFamily="18" charset="0"/>
              </a:rPr>
              <a:t> </a:t>
            </a:r>
            <a:r>
              <a:rPr lang="en-US" sz="3600" b="1" dirty="0" err="1">
                <a:latin typeface="Times New Roman" pitchFamily="18" charset="0"/>
                <a:cs typeface="Times New Roman" pitchFamily="18" charset="0"/>
              </a:rPr>
              <a:t>quyết</a:t>
            </a:r>
            <a:endParaRPr lang="en-US" sz="3600" b="1" dirty="0">
              <a:latin typeface="Times New Roman" pitchFamily="18" charset="0"/>
              <a:cs typeface="Times New Roman" pitchFamily="18" charset="0"/>
            </a:endParaRPr>
          </a:p>
        </p:txBody>
      </p:sp>
      <p:sp>
        <p:nvSpPr>
          <p:cNvPr id="7" name="TextBox 6"/>
          <p:cNvSpPr txBox="1"/>
          <p:nvPr/>
        </p:nvSpPr>
        <p:spPr>
          <a:xfrm>
            <a:off x="762000" y="3657600"/>
            <a:ext cx="7543800" cy="1754326"/>
          </a:xfrm>
          <a:prstGeom prst="rect">
            <a:avLst/>
          </a:prstGeom>
          <a:noFill/>
        </p:spPr>
        <p:txBody>
          <a:bodyPr wrap="square" rtlCol="0">
            <a:spAutoFit/>
          </a:bodyPr>
          <a:lstStyle/>
          <a:p>
            <a:r>
              <a:rPr lang="en-US" sz="3600" dirty="0" err="1">
                <a:latin typeface="Times New Roman" pitchFamily="18" charset="0"/>
                <a:cs typeface="Times New Roman" pitchFamily="18" charset="0"/>
              </a:rPr>
              <a:t>Đảng</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đề</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ra</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các</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chủ</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trương</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đường</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lối</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chính</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sách</a:t>
            </a:r>
            <a:r>
              <a:rPr lang="en-US" sz="3600" dirty="0">
                <a:latin typeface="Times New Roman" pitchFamily="18" charset="0"/>
                <a:cs typeface="Times New Roman" pitchFamily="18" charset="0"/>
                <a:sym typeface="Wingdings"/>
              </a:rPr>
              <a:t> </a:t>
            </a:r>
            <a:r>
              <a:rPr lang="en-US" sz="3600" dirty="0" err="1">
                <a:latin typeface="Times New Roman" pitchFamily="18" charset="0"/>
                <a:cs typeface="Times New Roman" pitchFamily="18" charset="0"/>
                <a:sym typeface="Wingdings"/>
              </a:rPr>
              <a:t>Có</a:t>
            </a:r>
            <a:r>
              <a:rPr lang="en-US" sz="3600" dirty="0">
                <a:latin typeface="Times New Roman" pitchFamily="18" charset="0"/>
                <a:cs typeface="Times New Roman" pitchFamily="18" charset="0"/>
                <a:sym typeface="Wingdings"/>
              </a:rPr>
              <a:t> </a:t>
            </a:r>
            <a:r>
              <a:rPr lang="en-US" sz="3600" dirty="0" err="1">
                <a:latin typeface="Times New Roman" pitchFamily="18" charset="0"/>
                <a:cs typeface="Times New Roman" pitchFamily="18" charset="0"/>
                <a:sym typeface="Wingdings"/>
              </a:rPr>
              <a:t>tính</a:t>
            </a:r>
            <a:r>
              <a:rPr lang="en-US" sz="3600" dirty="0">
                <a:latin typeface="Times New Roman" pitchFamily="18" charset="0"/>
                <a:cs typeface="Times New Roman" pitchFamily="18" charset="0"/>
                <a:sym typeface="Wingdings"/>
              </a:rPr>
              <a:t> </a:t>
            </a:r>
            <a:r>
              <a:rPr lang="en-US" sz="3600" dirty="0" err="1">
                <a:latin typeface="Times New Roman" pitchFamily="18" charset="0"/>
                <a:cs typeface="Times New Roman" pitchFamily="18" charset="0"/>
                <a:sym typeface="Wingdings"/>
              </a:rPr>
              <a:t>chất</a:t>
            </a:r>
            <a:r>
              <a:rPr lang="en-US" sz="3600" dirty="0">
                <a:latin typeface="Times New Roman" pitchFamily="18" charset="0"/>
                <a:cs typeface="Times New Roman" pitchFamily="18" charset="0"/>
                <a:sym typeface="Wingdings"/>
              </a:rPr>
              <a:t> </a:t>
            </a:r>
            <a:r>
              <a:rPr lang="en-US" sz="3600" dirty="0" err="1">
                <a:latin typeface="Times New Roman" pitchFamily="18" charset="0"/>
                <a:cs typeface="Times New Roman" pitchFamily="18" charset="0"/>
                <a:sym typeface="Wingdings"/>
              </a:rPr>
              <a:t>bắt</a:t>
            </a:r>
            <a:r>
              <a:rPr lang="en-US" sz="3600" dirty="0">
                <a:latin typeface="Times New Roman" pitchFamily="18" charset="0"/>
                <a:cs typeface="Times New Roman" pitchFamily="18" charset="0"/>
                <a:sym typeface="Wingdings"/>
              </a:rPr>
              <a:t> </a:t>
            </a:r>
            <a:r>
              <a:rPr lang="en-US" sz="3600" dirty="0" err="1">
                <a:latin typeface="Times New Roman" pitchFamily="18" charset="0"/>
                <a:cs typeface="Times New Roman" pitchFamily="18" charset="0"/>
                <a:sym typeface="Wingdings"/>
              </a:rPr>
              <a:t>buộc</a:t>
            </a:r>
            <a:r>
              <a:rPr lang="en-US" sz="3600" dirty="0">
                <a:latin typeface="Times New Roman" pitchFamily="18" charset="0"/>
                <a:cs typeface="Times New Roman" pitchFamily="18" charset="0"/>
                <a:sym typeface="Wingdings"/>
              </a:rPr>
              <a:t> </a:t>
            </a:r>
            <a:r>
              <a:rPr lang="en-US" sz="3600" dirty="0" err="1">
                <a:latin typeface="Times New Roman" pitchFamily="18" charset="0"/>
                <a:cs typeface="Times New Roman" pitchFamily="18" charset="0"/>
                <a:sym typeface="Wingdings"/>
              </a:rPr>
              <a:t>đối</a:t>
            </a:r>
            <a:r>
              <a:rPr lang="en-US" sz="3600" dirty="0">
                <a:latin typeface="Times New Roman" pitchFamily="18" charset="0"/>
                <a:cs typeface="Times New Roman" pitchFamily="18" charset="0"/>
                <a:sym typeface="Wingdings"/>
              </a:rPr>
              <a:t> </a:t>
            </a:r>
            <a:r>
              <a:rPr lang="en-US" sz="3600" dirty="0" err="1">
                <a:latin typeface="Times New Roman" pitchFamily="18" charset="0"/>
                <a:cs typeface="Times New Roman" pitchFamily="18" charset="0"/>
                <a:sym typeface="Wingdings"/>
              </a:rPr>
              <a:t>với</a:t>
            </a:r>
            <a:r>
              <a:rPr lang="en-US" sz="3600" dirty="0">
                <a:latin typeface="Times New Roman" pitchFamily="18" charset="0"/>
                <a:cs typeface="Times New Roman" pitchFamily="18" charset="0"/>
                <a:sym typeface="Wingdings"/>
              </a:rPr>
              <a:t> </a:t>
            </a:r>
            <a:r>
              <a:rPr lang="en-US" sz="3600" dirty="0" err="1">
                <a:latin typeface="Times New Roman" pitchFamily="18" charset="0"/>
                <a:cs typeface="Times New Roman" pitchFamily="18" charset="0"/>
                <a:sym typeface="Wingdings"/>
              </a:rPr>
              <a:t>pháp</a:t>
            </a:r>
            <a:r>
              <a:rPr lang="en-US" sz="3600" dirty="0">
                <a:latin typeface="Times New Roman" pitchFamily="18" charset="0"/>
                <a:cs typeface="Times New Roman" pitchFamily="18" charset="0"/>
                <a:sym typeface="Wingdings"/>
              </a:rPr>
              <a:t> </a:t>
            </a:r>
            <a:r>
              <a:rPr lang="en-US" sz="3600" dirty="0" err="1">
                <a:latin typeface="Times New Roman" pitchFamily="18" charset="0"/>
                <a:cs typeface="Times New Roman" pitchFamily="18" charset="0"/>
                <a:sym typeface="Wingdings"/>
              </a:rPr>
              <a:t>luật</a:t>
            </a:r>
            <a:endParaRPr lang="en-US" sz="3600" dirty="0">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5"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fltVal val="0"/>
                                          </p:val>
                                        </p:tav>
                                        <p:tav tm="100000">
                                          <p:val>
                                            <p:strVal val="#ppt_w"/>
                                          </p:val>
                                        </p:tav>
                                      </p:tavLst>
                                    </p:anim>
                                    <p:anim calcmode="lin" valueType="num">
                                      <p:cBhvr>
                                        <p:cTn id="8" dur="1000" fill="hold"/>
                                        <p:tgtEl>
                                          <p:spTgt spid="2"/>
                                        </p:tgtEl>
                                        <p:attrNameLst>
                                          <p:attrName>ppt_h</p:attrName>
                                        </p:attrNameLst>
                                      </p:cBhvr>
                                      <p:tavLst>
                                        <p:tav tm="0">
                                          <p:val>
                                            <p:fltVal val="0"/>
                                          </p:val>
                                        </p:tav>
                                        <p:tav tm="100000">
                                          <p:val>
                                            <p:strVal val="#ppt_h"/>
                                          </p:val>
                                        </p:tav>
                                      </p:tavLst>
                                    </p:anim>
                                    <p:anim calcmode="lin" valueType="num">
                                      <p:cBhvr>
                                        <p:cTn id="9" dur="1000" fill="hold"/>
                                        <p:tgtEl>
                                          <p:spTgt spid="2"/>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2"/>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1" fill="hold">
                      <p:stCondLst>
                        <p:cond delay="indefinite"/>
                      </p:stCondLst>
                      <p:childTnLst>
                        <p:par>
                          <p:cTn id="12" fill="hold">
                            <p:stCondLst>
                              <p:cond delay="0"/>
                            </p:stCondLst>
                            <p:childTnLst>
                              <p:par>
                                <p:cTn id="13" presetID="39" presetClass="entr" presetSubtype="0" accel="10000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anim calcmode="lin" valueType="num">
                                      <p:cBhvr>
                                        <p:cTn id="15" dur="500" fill="hold"/>
                                        <p:tgtEl>
                                          <p:spTgt spid="4"/>
                                        </p:tgtEl>
                                        <p:attrNameLst>
                                          <p:attrName>ppt_h</p:attrName>
                                        </p:attrNameLst>
                                      </p:cBhvr>
                                      <p:tavLst>
                                        <p:tav tm="0">
                                          <p:val>
                                            <p:strVal val="#ppt_h/20"/>
                                          </p:val>
                                        </p:tav>
                                        <p:tav tm="50000">
                                          <p:val>
                                            <p:strVal val="#ppt_h/20"/>
                                          </p:val>
                                        </p:tav>
                                        <p:tav tm="100000">
                                          <p:val>
                                            <p:strVal val="#ppt_h"/>
                                          </p:val>
                                        </p:tav>
                                      </p:tavLst>
                                    </p:anim>
                                    <p:anim calcmode="lin" valueType="num">
                                      <p:cBhvr>
                                        <p:cTn id="16" dur="500" fill="hold"/>
                                        <p:tgtEl>
                                          <p:spTgt spid="4"/>
                                        </p:tgtEl>
                                        <p:attrNameLst>
                                          <p:attrName>ppt_w</p:attrName>
                                        </p:attrNameLst>
                                      </p:cBhvr>
                                      <p:tavLst>
                                        <p:tav tm="0">
                                          <p:val>
                                            <p:strVal val="#ppt_w+.3"/>
                                          </p:val>
                                        </p:tav>
                                        <p:tav tm="50000">
                                          <p:val>
                                            <p:strVal val="#ppt_w+.3"/>
                                          </p:val>
                                        </p:tav>
                                        <p:tav tm="100000">
                                          <p:val>
                                            <p:strVal val="#ppt_w"/>
                                          </p:val>
                                        </p:tav>
                                      </p:tavLst>
                                    </p:anim>
                                    <p:anim calcmode="lin" valueType="num">
                                      <p:cBhvr>
                                        <p:cTn id="17" dur="500" fill="hold"/>
                                        <p:tgtEl>
                                          <p:spTgt spid="4"/>
                                        </p:tgtEl>
                                        <p:attrNameLst>
                                          <p:attrName>ppt_x</p:attrName>
                                        </p:attrNameLst>
                                      </p:cBhvr>
                                      <p:tavLst>
                                        <p:tav tm="0">
                                          <p:val>
                                            <p:strVal val="#ppt_x-.3"/>
                                          </p:val>
                                        </p:tav>
                                        <p:tav tm="50000">
                                          <p:val>
                                            <p:strVal val="#ppt_x"/>
                                          </p:val>
                                        </p:tav>
                                        <p:tav tm="100000">
                                          <p:val>
                                            <p:strVal val="#ppt_x"/>
                                          </p:val>
                                        </p:tav>
                                      </p:tavLst>
                                    </p:anim>
                                    <p:anim calcmode="lin" valueType="num">
                                      <p:cBhvr>
                                        <p:cTn id="18"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40" presetClass="entr" presetSubtype="0" fill="hold" grpId="0" nodeType="clickEffect">
                                  <p:stCondLst>
                                    <p:cond delay="0"/>
                                  </p:stCondLst>
                                  <p:iterate type="lt">
                                    <p:tmPct val="10000"/>
                                  </p:iterate>
                                  <p:childTnLst>
                                    <p:set>
                                      <p:cBhvr>
                                        <p:cTn id="22" dur="1" fill="hold">
                                          <p:stCondLst>
                                            <p:cond delay="0"/>
                                          </p:stCondLst>
                                        </p:cTn>
                                        <p:tgtEl>
                                          <p:spTgt spid="7"/>
                                        </p:tgtEl>
                                        <p:attrNameLst>
                                          <p:attrName>style.visibility</p:attrName>
                                        </p:attrNameLst>
                                      </p:cBhvr>
                                      <p:to>
                                        <p:strVal val="visible"/>
                                      </p:to>
                                    </p:set>
                                    <p:animEffect transition="in" filter="fade">
                                      <p:cBhvr>
                                        <p:cTn id="23" dur="1000"/>
                                        <p:tgtEl>
                                          <p:spTgt spid="7"/>
                                        </p:tgtEl>
                                      </p:cBhvr>
                                    </p:animEffect>
                                    <p:anim calcmode="lin" valueType="num">
                                      <p:cBhvr>
                                        <p:cTn id="24" dur="1000" fill="hold"/>
                                        <p:tgtEl>
                                          <p:spTgt spid="7"/>
                                        </p:tgtEl>
                                        <p:attrNameLst>
                                          <p:attrName>ppt_x</p:attrName>
                                        </p:attrNameLst>
                                      </p:cBhvr>
                                      <p:tavLst>
                                        <p:tav tm="0">
                                          <p:val>
                                            <p:strVal val="#ppt_x-.1"/>
                                          </p:val>
                                        </p:tav>
                                        <p:tav tm="100000">
                                          <p:val>
                                            <p:strVal val="#ppt_x"/>
                                          </p:val>
                                        </p:tav>
                                      </p:tavLst>
                                    </p:anim>
                                    <p:anim calcmode="lin" valueType="num">
                                      <p:cBhvr>
                                        <p:cTn id="25" dur="10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animBg="1"/>
      <p:bldP spid="7"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838200" y="304800"/>
            <a:ext cx="6934200" cy="9906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4400" dirty="0" err="1">
                <a:latin typeface="Times New Roman" pitchFamily="18" charset="0"/>
                <a:cs typeface="Times New Roman" pitchFamily="18" charset="0"/>
              </a:rPr>
              <a:t>Thông</a:t>
            </a:r>
            <a:r>
              <a:rPr lang="en-US" sz="4400" dirty="0">
                <a:latin typeface="Times New Roman" pitchFamily="18" charset="0"/>
                <a:cs typeface="Times New Roman" pitchFamily="18" charset="0"/>
              </a:rPr>
              <a:t> qua </a:t>
            </a:r>
            <a:r>
              <a:rPr lang="en-US" sz="4400" dirty="0" err="1">
                <a:latin typeface="Times New Roman" pitchFamily="18" charset="0"/>
                <a:cs typeface="Times New Roman" pitchFamily="18" charset="0"/>
              </a:rPr>
              <a:t>công</a:t>
            </a:r>
            <a:r>
              <a:rPr lang="en-US" sz="4400" dirty="0">
                <a:latin typeface="Times New Roman" pitchFamily="18" charset="0"/>
                <a:cs typeface="Times New Roman" pitchFamily="18" charset="0"/>
              </a:rPr>
              <a:t> </a:t>
            </a:r>
            <a:r>
              <a:rPr lang="en-US" sz="4400" dirty="0" err="1">
                <a:latin typeface="Times New Roman" pitchFamily="18" charset="0"/>
                <a:cs typeface="Times New Roman" pitchFamily="18" charset="0"/>
              </a:rPr>
              <a:t>tác</a:t>
            </a:r>
            <a:r>
              <a:rPr lang="en-US" sz="4400" dirty="0">
                <a:latin typeface="Times New Roman" pitchFamily="18" charset="0"/>
                <a:cs typeface="Times New Roman" pitchFamily="18" charset="0"/>
              </a:rPr>
              <a:t> </a:t>
            </a:r>
            <a:r>
              <a:rPr lang="en-US" sz="4400" dirty="0" err="1">
                <a:latin typeface="Times New Roman" pitchFamily="18" charset="0"/>
                <a:cs typeface="Times New Roman" pitchFamily="18" charset="0"/>
              </a:rPr>
              <a:t>cán</a:t>
            </a:r>
            <a:r>
              <a:rPr lang="en-US" sz="4400" dirty="0">
                <a:latin typeface="Times New Roman" pitchFamily="18" charset="0"/>
                <a:cs typeface="Times New Roman" pitchFamily="18" charset="0"/>
              </a:rPr>
              <a:t> </a:t>
            </a:r>
            <a:r>
              <a:rPr lang="en-US" sz="4400" dirty="0" err="1">
                <a:latin typeface="Times New Roman" pitchFamily="18" charset="0"/>
                <a:cs typeface="Times New Roman" pitchFamily="18" charset="0"/>
              </a:rPr>
              <a:t>bộ</a:t>
            </a:r>
            <a:endParaRPr lang="en-US" sz="4400" dirty="0">
              <a:latin typeface="Times New Roman" pitchFamily="18" charset="0"/>
              <a:cs typeface="Times New Roman" pitchFamily="18" charset="0"/>
            </a:endParaRPr>
          </a:p>
        </p:txBody>
      </p:sp>
      <p:sp>
        <p:nvSpPr>
          <p:cNvPr id="7" name="TextBox 6"/>
          <p:cNvSpPr txBox="1"/>
          <p:nvPr/>
        </p:nvSpPr>
        <p:spPr>
          <a:xfrm>
            <a:off x="609600" y="2057400"/>
            <a:ext cx="7848600" cy="954107"/>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2800" dirty="0" err="1">
                <a:latin typeface="Times New Roman" pitchFamily="18" charset="0"/>
                <a:cs typeface="Times New Roman" pitchFamily="18" charset="0"/>
              </a:rPr>
              <a:t>Tìm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kiếm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phát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hiện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bồi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dưỡng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giới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thiệu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vào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các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cơ</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quan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nước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giữ</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những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chức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vụ</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nhất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định</a:t>
            </a:r>
            <a:endParaRPr lang="en-US" sz="2800" dirty="0">
              <a:latin typeface="Times New Roman" pitchFamily="18" charset="0"/>
              <a:cs typeface="Times New Roman" pitchFamily="18" charset="0"/>
            </a:endParaRPr>
          </a:p>
        </p:txBody>
      </p:sp>
      <p:sp>
        <p:nvSpPr>
          <p:cNvPr id="8" name="TextBox 7"/>
          <p:cNvSpPr txBox="1"/>
          <p:nvPr/>
        </p:nvSpPr>
        <p:spPr>
          <a:xfrm>
            <a:off x="762000" y="3276600"/>
            <a:ext cx="7620000" cy="954107"/>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2800" dirty="0" err="1">
                <a:latin typeface="Times New Roman" pitchFamily="18" charset="0"/>
                <a:cs typeface="Times New Roman" pitchFamily="18" charset="0"/>
              </a:rPr>
              <a:t>Đảng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lãnh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đạo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thông</a:t>
            </a:r>
            <a:r>
              <a:rPr lang="en-US" sz="2800" dirty="0">
                <a:latin typeface="Times New Roman" pitchFamily="18" charset="0"/>
                <a:cs typeface="Times New Roman" pitchFamily="18" charset="0"/>
              </a:rPr>
              <a:t> qua </a:t>
            </a:r>
            <a:r>
              <a:rPr lang="en-US" sz="2800" dirty="0" err="1">
                <a:latin typeface="Times New Roman" pitchFamily="18" charset="0"/>
                <a:cs typeface="Times New Roman" pitchFamily="18" charset="0"/>
              </a:rPr>
              <a:t>Đảng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viên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các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tổ</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chức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Đảng</a:t>
            </a:r>
            <a:endParaRPr lang="en-US" sz="2800" dirty="0">
              <a:latin typeface="Times New Roman" pitchFamily="18" charset="0"/>
              <a:cs typeface="Times New Roman" pitchFamily="18" charset="0"/>
            </a:endParaRPr>
          </a:p>
        </p:txBody>
      </p:sp>
      <p:sp>
        <p:nvSpPr>
          <p:cNvPr id="9" name="TextBox 8"/>
          <p:cNvSpPr txBox="1"/>
          <p:nvPr/>
        </p:nvSpPr>
        <p:spPr>
          <a:xfrm>
            <a:off x="0" y="4472225"/>
            <a:ext cx="9144000" cy="1384995"/>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2800" dirty="0" err="1">
                <a:latin typeface="Times New Roman" pitchFamily="18" charset="0"/>
                <a:cs typeface="Times New Roman" pitchFamily="18" charset="0"/>
              </a:rPr>
              <a:t>Giáo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dục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Đảng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viên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nâng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cao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vai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trò</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tiên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phong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gương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mẫu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của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những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Đảng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viên</a:t>
            </a:r>
            <a:r>
              <a:rPr lang="en-US" sz="2800" dirty="0">
                <a:latin typeface="Times New Roman" pitchFamily="18" charset="0"/>
                <a:cs typeface="Times New Roman" pitchFamily="18" charset="0"/>
              </a:rPr>
              <a:t> , </a:t>
            </a:r>
            <a:r>
              <a:rPr lang="en-US" sz="2800" dirty="0" err="1">
                <a:latin typeface="Times New Roman" pitchFamily="18" charset="0"/>
                <a:cs typeface="Times New Roman" pitchFamily="18" charset="0"/>
              </a:rPr>
              <a:t>tích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cực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thực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hiện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đường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lối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của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Đảng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tôn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trọng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thực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hiện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nghiêm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chỉnh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pháp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luật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của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nước</a:t>
            </a:r>
            <a:endParaRPr lang="en-US" sz="2800" dirty="0">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9" presetClass="entr" presetSubtype="0" decel="10000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 calcmode="lin" valueType="num">
                                      <p:cBhvr>
                                        <p:cTn id="9" dur="500" fill="hold"/>
                                        <p:tgtEl>
                                          <p:spTgt spid="5"/>
                                        </p:tgtEl>
                                        <p:attrNameLst>
                                          <p:attrName>style.rotation</p:attrName>
                                        </p:attrNameLst>
                                      </p:cBhvr>
                                      <p:tavLst>
                                        <p:tav tm="0">
                                          <p:val>
                                            <p:fltVal val="360"/>
                                          </p:val>
                                        </p:tav>
                                        <p:tav tm="100000">
                                          <p:val>
                                            <p:fltVal val="0"/>
                                          </p:val>
                                        </p:tav>
                                      </p:tavLst>
                                    </p:anim>
                                    <p:animEffect transition="in" filter="fade">
                                      <p:cBhvr>
                                        <p:cTn id="10"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40" presetClass="entr" presetSubtype="0" fill="hold" grpId="0" nodeType="clickEffect">
                                  <p:stCondLst>
                                    <p:cond delay="0"/>
                                  </p:stCondLst>
                                  <p:iterate type="lt">
                                    <p:tmPct val="10000"/>
                                  </p:iterate>
                                  <p:childTnLst>
                                    <p:set>
                                      <p:cBhvr>
                                        <p:cTn id="14" dur="1" fill="hold">
                                          <p:stCondLst>
                                            <p:cond delay="0"/>
                                          </p:stCondLst>
                                        </p:cTn>
                                        <p:tgtEl>
                                          <p:spTgt spid="7"/>
                                        </p:tgtEl>
                                        <p:attrNameLst>
                                          <p:attrName>style.visibility</p:attrName>
                                        </p:attrNameLst>
                                      </p:cBhvr>
                                      <p:to>
                                        <p:strVal val="visible"/>
                                      </p:to>
                                    </p:set>
                                    <p:animEffect transition="in" filter="fade">
                                      <p:cBhvr>
                                        <p:cTn id="15" dur="1000"/>
                                        <p:tgtEl>
                                          <p:spTgt spid="7"/>
                                        </p:tgtEl>
                                      </p:cBhvr>
                                    </p:animEffect>
                                    <p:anim calcmode="lin" valueType="num">
                                      <p:cBhvr>
                                        <p:cTn id="16" dur="1000" fill="hold"/>
                                        <p:tgtEl>
                                          <p:spTgt spid="7"/>
                                        </p:tgtEl>
                                        <p:attrNameLst>
                                          <p:attrName>ppt_x</p:attrName>
                                        </p:attrNameLst>
                                      </p:cBhvr>
                                      <p:tavLst>
                                        <p:tav tm="0">
                                          <p:val>
                                            <p:strVal val="#ppt_x-.1"/>
                                          </p:val>
                                        </p:tav>
                                        <p:tav tm="100000">
                                          <p:val>
                                            <p:strVal val="#ppt_x"/>
                                          </p:val>
                                        </p:tav>
                                      </p:tavLst>
                                    </p:anim>
                                    <p:anim calcmode="lin" valueType="num">
                                      <p:cBhvr>
                                        <p:cTn id="17" dur="10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0" presetClass="entr" presetSubtype="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edge">
                                      <p:cBhvr>
                                        <p:cTn id="22" dur="20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53"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 calcmode="lin" valueType="num">
                                      <p:cBhvr>
                                        <p:cTn id="27" dur="500" fill="hold"/>
                                        <p:tgtEl>
                                          <p:spTgt spid="9"/>
                                        </p:tgtEl>
                                        <p:attrNameLst>
                                          <p:attrName>ppt_w</p:attrName>
                                        </p:attrNameLst>
                                      </p:cBhvr>
                                      <p:tavLst>
                                        <p:tav tm="0">
                                          <p:val>
                                            <p:fltVal val="0"/>
                                          </p:val>
                                        </p:tav>
                                        <p:tav tm="100000">
                                          <p:val>
                                            <p:strVal val="#ppt_w"/>
                                          </p:val>
                                        </p:tav>
                                      </p:tavLst>
                                    </p:anim>
                                    <p:anim calcmode="lin" valueType="num">
                                      <p:cBhvr>
                                        <p:cTn id="28" dur="500" fill="hold"/>
                                        <p:tgtEl>
                                          <p:spTgt spid="9"/>
                                        </p:tgtEl>
                                        <p:attrNameLst>
                                          <p:attrName>ppt_h</p:attrName>
                                        </p:attrNameLst>
                                      </p:cBhvr>
                                      <p:tavLst>
                                        <p:tav tm="0">
                                          <p:val>
                                            <p:fltVal val="0"/>
                                          </p:val>
                                        </p:tav>
                                        <p:tav tm="100000">
                                          <p:val>
                                            <p:strVal val="#ppt_h"/>
                                          </p:val>
                                        </p:tav>
                                      </p:tavLst>
                                    </p:anim>
                                    <p:animEffect transition="in" filter="fade">
                                      <p:cBhvr>
                                        <p:cTn id="2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8" grpId="0" animBg="1"/>
      <p:bldP spid="9"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62000" y="457200"/>
            <a:ext cx="7467600" cy="769441"/>
          </a:xfrm>
          <a:prstGeom prst="rect">
            <a:avLst/>
          </a:prstGeom>
        </p:spPr>
        <p:style>
          <a:lnRef idx="1">
            <a:schemeClr val="accent6"/>
          </a:lnRef>
          <a:fillRef idx="3">
            <a:schemeClr val="accent6"/>
          </a:fillRef>
          <a:effectRef idx="2">
            <a:schemeClr val="accent6"/>
          </a:effectRef>
          <a:fontRef idx="minor">
            <a:schemeClr val="lt1"/>
          </a:fontRef>
        </p:style>
        <p:txBody>
          <a:bodyPr wrap="square" rtlCol="0">
            <a:spAutoFit/>
          </a:bodyPr>
          <a:lstStyle/>
          <a:p>
            <a:pPr algn="ctr"/>
            <a:r>
              <a:rPr lang="en-US" sz="4400" b="1" dirty="0" err="1">
                <a:latin typeface="Times New Roman" pitchFamily="18" charset="0"/>
                <a:cs typeface="Times New Roman" pitchFamily="18" charset="0"/>
              </a:rPr>
              <a:t>Công</a:t>
            </a:r>
            <a:r>
              <a:rPr lang="en-US" sz="4400" b="1" dirty="0">
                <a:latin typeface="Times New Roman" pitchFamily="18" charset="0"/>
                <a:cs typeface="Times New Roman" pitchFamily="18" charset="0"/>
              </a:rPr>
              <a:t> </a:t>
            </a:r>
            <a:r>
              <a:rPr lang="en-US" sz="4400" b="1" dirty="0" err="1">
                <a:latin typeface="Times New Roman" pitchFamily="18" charset="0"/>
                <a:cs typeface="Times New Roman" pitchFamily="18" charset="0"/>
              </a:rPr>
              <a:t>tác</a:t>
            </a:r>
            <a:r>
              <a:rPr lang="en-US" sz="4400" b="1" dirty="0">
                <a:latin typeface="Times New Roman" pitchFamily="18" charset="0"/>
                <a:cs typeface="Times New Roman" pitchFamily="18" charset="0"/>
              </a:rPr>
              <a:t> </a:t>
            </a:r>
            <a:r>
              <a:rPr lang="en-US" sz="4400" b="1" dirty="0" err="1">
                <a:latin typeface="Times New Roman" pitchFamily="18" charset="0"/>
                <a:cs typeface="Times New Roman" pitchFamily="18" charset="0"/>
              </a:rPr>
              <a:t>kiểm</a:t>
            </a:r>
            <a:r>
              <a:rPr lang="en-US" sz="4400" b="1" dirty="0">
                <a:latin typeface="Times New Roman" pitchFamily="18" charset="0"/>
                <a:cs typeface="Times New Roman" pitchFamily="18" charset="0"/>
              </a:rPr>
              <a:t> </a:t>
            </a:r>
            <a:r>
              <a:rPr lang="en-US" sz="4400" b="1" dirty="0" err="1">
                <a:latin typeface="Times New Roman" pitchFamily="18" charset="0"/>
                <a:cs typeface="Times New Roman" pitchFamily="18" charset="0"/>
              </a:rPr>
              <a:t>tra</a:t>
            </a:r>
            <a:endParaRPr lang="en-US" sz="4400" b="1" dirty="0">
              <a:latin typeface="Times New Roman" pitchFamily="18" charset="0"/>
              <a:cs typeface="Times New Roman" pitchFamily="18" charset="0"/>
            </a:endParaRPr>
          </a:p>
        </p:txBody>
      </p:sp>
      <p:sp>
        <p:nvSpPr>
          <p:cNvPr id="5" name="TextBox 4"/>
          <p:cNvSpPr txBox="1"/>
          <p:nvPr/>
        </p:nvSpPr>
        <p:spPr>
          <a:xfrm>
            <a:off x="716280" y="2514600"/>
            <a:ext cx="7498080" cy="1815882"/>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just"/>
            <a:r>
              <a:rPr lang="en-US" sz="2800" dirty="0" err="1">
                <a:latin typeface="Times New Roman" pitchFamily="18" charset="0"/>
                <a:cs typeface="Times New Roman" pitchFamily="18" charset="0"/>
              </a:rPr>
              <a:t>Phát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hiện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uốn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nắn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những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hành</a:t>
            </a:r>
            <a:r>
              <a:rPr lang="en-US" sz="2800" dirty="0">
                <a:latin typeface="Times New Roman" pitchFamily="18" charset="0"/>
                <a:cs typeface="Times New Roman" pitchFamily="18" charset="0"/>
              </a:rPr>
              <a:t> vi </a:t>
            </a:r>
            <a:r>
              <a:rPr lang="en-US" sz="2800" dirty="0" err="1">
                <a:latin typeface="Times New Roman" pitchFamily="18" charset="0"/>
                <a:cs typeface="Times New Roman" pitchFamily="18" charset="0"/>
              </a:rPr>
              <a:t>sai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lầm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lệch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lạc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thoái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hóa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biến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chất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của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các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Đảng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viên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tổ</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chức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Đảng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tổng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kết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rút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kinh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nghiệm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để</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hoàn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thiện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đường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lối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lãnh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đạo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của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Đảng</a:t>
            </a:r>
            <a:endParaRPr lang="en-US" sz="2800" dirty="0">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000"/>
                                        <p:tgtEl>
                                          <p:spTgt spid="4"/>
                                        </p:tgtEl>
                                      </p:cBhvr>
                                    </p:animEffect>
                                    <p:anim calcmode="lin" valueType="num">
                                      <p:cBhvr>
                                        <p:cTn id="8" dur="2000" fill="hold"/>
                                        <p:tgtEl>
                                          <p:spTgt spid="4"/>
                                        </p:tgtEl>
                                        <p:attrNameLst>
                                          <p:attrName>style.rotation</p:attrName>
                                        </p:attrNameLst>
                                      </p:cBhvr>
                                      <p:tavLst>
                                        <p:tav tm="0">
                                          <p:val>
                                            <p:fltVal val="720"/>
                                          </p:val>
                                        </p:tav>
                                        <p:tav tm="100000">
                                          <p:val>
                                            <p:fltVal val="0"/>
                                          </p:val>
                                        </p:tav>
                                      </p:tavLst>
                                    </p:anim>
                                    <p:anim calcmode="lin" valueType="num">
                                      <p:cBhvr>
                                        <p:cTn id="9" dur="2000" fill="hold"/>
                                        <p:tgtEl>
                                          <p:spTgt spid="4"/>
                                        </p:tgtEl>
                                        <p:attrNameLst>
                                          <p:attrName>ppt_h</p:attrName>
                                        </p:attrNameLst>
                                      </p:cBhvr>
                                      <p:tavLst>
                                        <p:tav tm="0">
                                          <p:val>
                                            <p:fltVal val="0"/>
                                          </p:val>
                                        </p:tav>
                                        <p:tav tm="100000">
                                          <p:val>
                                            <p:strVal val="#ppt_h"/>
                                          </p:val>
                                        </p:tav>
                                      </p:tavLst>
                                    </p:anim>
                                    <p:anim calcmode="lin" valueType="num">
                                      <p:cBhvr>
                                        <p:cTn id="10" dur="2000" fill="hold"/>
                                        <p:tgtEl>
                                          <p:spTgt spid="4"/>
                                        </p:tgtEl>
                                        <p:attrNameLst>
                                          <p:attrName>ppt_w</p:attrName>
                                        </p:attrNameLst>
                                      </p:cBhvr>
                                      <p:tavLst>
                                        <p:tav tm="0">
                                          <p:val>
                                            <p:fltVal val="0"/>
                                          </p:val>
                                        </p:tav>
                                        <p:tav tm="100000">
                                          <p:val>
                                            <p:strVal val="#ppt_w"/>
                                          </p:val>
                                        </p:tav>
                                      </p:tavLst>
                                    </p:anim>
                                  </p:childTnLst>
                                </p:cTn>
                              </p:par>
                            </p:childTnLst>
                          </p:cTn>
                        </p:par>
                      </p:childTnLst>
                    </p:cTn>
                  </p:par>
                  <p:par>
                    <p:cTn id="11" fill="hold">
                      <p:stCondLst>
                        <p:cond delay="indefinite"/>
                      </p:stCondLst>
                      <p:childTnLst>
                        <p:par>
                          <p:cTn id="12" fill="hold">
                            <p:stCondLst>
                              <p:cond delay="0"/>
                            </p:stCondLst>
                            <p:childTnLst>
                              <p:par>
                                <p:cTn id="13" presetID="15"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p:cTn id="15" dur="1000" fill="hold"/>
                                        <p:tgtEl>
                                          <p:spTgt spid="5"/>
                                        </p:tgtEl>
                                        <p:attrNameLst>
                                          <p:attrName>ppt_w</p:attrName>
                                        </p:attrNameLst>
                                      </p:cBhvr>
                                      <p:tavLst>
                                        <p:tav tm="0">
                                          <p:val>
                                            <p:fltVal val="0"/>
                                          </p:val>
                                        </p:tav>
                                        <p:tav tm="100000">
                                          <p:val>
                                            <p:strVal val="#ppt_w"/>
                                          </p:val>
                                        </p:tav>
                                      </p:tavLst>
                                    </p:anim>
                                    <p:anim calcmode="lin" valueType="num">
                                      <p:cBhvr>
                                        <p:cTn id="16" dur="1000" fill="hold"/>
                                        <p:tgtEl>
                                          <p:spTgt spid="5"/>
                                        </p:tgtEl>
                                        <p:attrNameLst>
                                          <p:attrName>ppt_h</p:attrName>
                                        </p:attrNameLst>
                                      </p:cBhvr>
                                      <p:tavLst>
                                        <p:tav tm="0">
                                          <p:val>
                                            <p:fltVal val="0"/>
                                          </p:val>
                                        </p:tav>
                                        <p:tav tm="100000">
                                          <p:val>
                                            <p:strVal val="#ppt_h"/>
                                          </p:val>
                                        </p:tav>
                                      </p:tavLst>
                                    </p:anim>
                                    <p:anim calcmode="lin" valueType="num">
                                      <p:cBhvr>
                                        <p:cTn id="17" dur="1000" fill="hold"/>
                                        <p:tgtEl>
                                          <p:spTgt spid="5"/>
                                        </p:tgtEl>
                                        <p:attrNameLst>
                                          <p:attrName>ppt_x</p:attrName>
                                        </p:attrNameLst>
                                      </p:cBhvr>
                                      <p:tavLst>
                                        <p:tav tm="0" fmla="#ppt_x+(cos(-2*pi*(1-$))*-#ppt_x-sin(-2*pi*(1-$))*(1-#ppt_y))*(1-$)">
                                          <p:val>
                                            <p:fltVal val="0"/>
                                          </p:val>
                                        </p:tav>
                                        <p:tav tm="100000">
                                          <p:val>
                                            <p:fltVal val="1"/>
                                          </p:val>
                                        </p:tav>
                                      </p:tavLst>
                                    </p:anim>
                                    <p:anim calcmode="lin" valueType="num">
                                      <p:cBhvr>
                                        <p:cTn id="18" dur="1000" fill="hold"/>
                                        <p:tgtEl>
                                          <p:spTgt spid="5"/>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371600" y="457200"/>
            <a:ext cx="5486400" cy="685800"/>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en-US" sz="3600" dirty="0" err="1">
                <a:latin typeface="Times New Roman" pitchFamily="18" charset="0"/>
                <a:cs typeface="Times New Roman" pitchFamily="18" charset="0"/>
              </a:rPr>
              <a:t>Phương</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pháp</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lãnh</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đạo</a:t>
            </a:r>
            <a:endParaRPr lang="en-US" sz="3600" dirty="0">
              <a:latin typeface="Times New Roman" pitchFamily="18" charset="0"/>
              <a:cs typeface="Times New Roman" pitchFamily="18" charset="0"/>
            </a:endParaRPr>
          </a:p>
        </p:txBody>
      </p:sp>
      <p:sp>
        <p:nvSpPr>
          <p:cNvPr id="6" name="TextBox 5"/>
          <p:cNvSpPr txBox="1"/>
          <p:nvPr/>
        </p:nvSpPr>
        <p:spPr>
          <a:xfrm>
            <a:off x="0" y="1524000"/>
            <a:ext cx="6629400" cy="646331"/>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3600" dirty="0" err="1">
                <a:solidFill>
                  <a:srgbClr val="FF0000"/>
                </a:solidFill>
                <a:latin typeface="Times New Roman" pitchFamily="18" charset="0"/>
                <a:cs typeface="Times New Roman" pitchFamily="18" charset="0"/>
              </a:rPr>
              <a:t>Dân</a:t>
            </a:r>
            <a:r>
              <a:rPr lang="en-US" sz="3600" dirty="0">
                <a:solidFill>
                  <a:srgbClr val="FF0000"/>
                </a:solidFill>
                <a:latin typeface="Times New Roman" pitchFamily="18" charset="0"/>
                <a:cs typeface="Times New Roman" pitchFamily="18" charset="0"/>
              </a:rPr>
              <a:t> </a:t>
            </a:r>
            <a:r>
              <a:rPr lang="en-US" sz="3600" dirty="0" err="1">
                <a:solidFill>
                  <a:srgbClr val="FF0000"/>
                </a:solidFill>
                <a:latin typeface="Times New Roman" pitchFamily="18" charset="0"/>
                <a:cs typeface="Times New Roman" pitchFamily="18" charset="0"/>
              </a:rPr>
              <a:t>chủ</a:t>
            </a:r>
            <a:r>
              <a:rPr lang="en-US" sz="3600" dirty="0">
                <a:solidFill>
                  <a:srgbClr val="FF0000"/>
                </a:solidFill>
                <a:latin typeface="Times New Roman" pitchFamily="18" charset="0"/>
                <a:cs typeface="Times New Roman" pitchFamily="18" charset="0"/>
              </a:rPr>
              <a:t>, </a:t>
            </a:r>
            <a:r>
              <a:rPr lang="en-US" sz="3600" dirty="0" err="1">
                <a:solidFill>
                  <a:srgbClr val="FF0000"/>
                </a:solidFill>
                <a:latin typeface="Times New Roman" pitchFamily="18" charset="0"/>
                <a:cs typeface="Times New Roman" pitchFamily="18" charset="0"/>
              </a:rPr>
              <a:t>giáo</a:t>
            </a:r>
            <a:r>
              <a:rPr lang="en-US" sz="3600" dirty="0">
                <a:solidFill>
                  <a:srgbClr val="FF0000"/>
                </a:solidFill>
                <a:latin typeface="Times New Roman" pitchFamily="18" charset="0"/>
                <a:cs typeface="Times New Roman" pitchFamily="18" charset="0"/>
              </a:rPr>
              <a:t> </a:t>
            </a:r>
            <a:r>
              <a:rPr lang="en-US" sz="3600" dirty="0" err="1">
                <a:solidFill>
                  <a:srgbClr val="FF0000"/>
                </a:solidFill>
                <a:latin typeface="Times New Roman" pitchFamily="18" charset="0"/>
                <a:cs typeface="Times New Roman" pitchFamily="18" charset="0"/>
              </a:rPr>
              <a:t>dục</a:t>
            </a:r>
            <a:r>
              <a:rPr lang="en-US" sz="3600" dirty="0">
                <a:solidFill>
                  <a:srgbClr val="FF0000"/>
                </a:solidFill>
                <a:latin typeface="Times New Roman" pitchFamily="18" charset="0"/>
                <a:cs typeface="Times New Roman" pitchFamily="18" charset="0"/>
              </a:rPr>
              <a:t> </a:t>
            </a:r>
            <a:r>
              <a:rPr lang="en-US" sz="3600" dirty="0" err="1">
                <a:solidFill>
                  <a:srgbClr val="FF0000"/>
                </a:solidFill>
                <a:latin typeface="Times New Roman" pitchFamily="18" charset="0"/>
                <a:cs typeface="Times New Roman" pitchFamily="18" charset="0"/>
              </a:rPr>
              <a:t>thuyết</a:t>
            </a:r>
            <a:r>
              <a:rPr lang="en-US" sz="3600" dirty="0">
                <a:solidFill>
                  <a:srgbClr val="FF0000"/>
                </a:solidFill>
                <a:latin typeface="Times New Roman" pitchFamily="18" charset="0"/>
                <a:cs typeface="Times New Roman" pitchFamily="18" charset="0"/>
              </a:rPr>
              <a:t> </a:t>
            </a:r>
            <a:r>
              <a:rPr lang="en-US" sz="3600" dirty="0" err="1">
                <a:solidFill>
                  <a:srgbClr val="FF0000"/>
                </a:solidFill>
                <a:latin typeface="Times New Roman" pitchFamily="18" charset="0"/>
                <a:cs typeface="Times New Roman" pitchFamily="18" charset="0"/>
              </a:rPr>
              <a:t>phục</a:t>
            </a:r>
            <a:endParaRPr lang="en-US" sz="3600" dirty="0">
              <a:solidFill>
                <a:srgbClr val="FF0000"/>
              </a:solidFill>
              <a:latin typeface="Times New Roman" pitchFamily="18" charset="0"/>
              <a:cs typeface="Times New Roman" pitchFamily="18" charset="0"/>
            </a:endParaRPr>
          </a:p>
        </p:txBody>
      </p:sp>
      <p:sp>
        <p:nvSpPr>
          <p:cNvPr id="7" name="TextBox 6"/>
          <p:cNvSpPr txBox="1"/>
          <p:nvPr/>
        </p:nvSpPr>
        <p:spPr>
          <a:xfrm>
            <a:off x="838200" y="2438400"/>
            <a:ext cx="8305800" cy="1200329"/>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3600" dirty="0" err="1">
                <a:solidFill>
                  <a:srgbClr val="FF0000"/>
                </a:solidFill>
                <a:latin typeface="Times New Roman" pitchFamily="18" charset="0"/>
                <a:cs typeface="Times New Roman" pitchFamily="18" charset="0"/>
              </a:rPr>
              <a:t>Vai</a:t>
            </a:r>
            <a:r>
              <a:rPr lang="en-US" sz="3600" dirty="0">
                <a:solidFill>
                  <a:srgbClr val="FF0000"/>
                </a:solidFill>
                <a:latin typeface="Times New Roman" pitchFamily="18" charset="0"/>
                <a:cs typeface="Times New Roman" pitchFamily="18" charset="0"/>
              </a:rPr>
              <a:t> </a:t>
            </a:r>
            <a:r>
              <a:rPr lang="en-US" sz="3600" dirty="0" err="1">
                <a:solidFill>
                  <a:srgbClr val="FF0000"/>
                </a:solidFill>
                <a:latin typeface="Times New Roman" pitchFamily="18" charset="0"/>
                <a:cs typeface="Times New Roman" pitchFamily="18" charset="0"/>
              </a:rPr>
              <a:t>trò</a:t>
            </a:r>
            <a:r>
              <a:rPr lang="en-US" sz="3600" dirty="0">
                <a:solidFill>
                  <a:srgbClr val="FF0000"/>
                </a:solidFill>
                <a:latin typeface="Times New Roman" pitchFamily="18" charset="0"/>
                <a:cs typeface="Times New Roman" pitchFamily="18" charset="0"/>
              </a:rPr>
              <a:t> </a:t>
            </a:r>
            <a:r>
              <a:rPr lang="en-US" sz="3600" dirty="0" err="1">
                <a:solidFill>
                  <a:srgbClr val="FF0000"/>
                </a:solidFill>
                <a:latin typeface="Times New Roman" pitchFamily="18" charset="0"/>
                <a:cs typeface="Times New Roman" pitchFamily="18" charset="0"/>
              </a:rPr>
              <a:t>tiên</a:t>
            </a:r>
            <a:r>
              <a:rPr lang="en-US" sz="3600" dirty="0">
                <a:solidFill>
                  <a:srgbClr val="FF0000"/>
                </a:solidFill>
                <a:latin typeface="Times New Roman" pitchFamily="18" charset="0"/>
                <a:cs typeface="Times New Roman" pitchFamily="18" charset="0"/>
              </a:rPr>
              <a:t> </a:t>
            </a:r>
            <a:r>
              <a:rPr lang="en-US" sz="3600" dirty="0" err="1">
                <a:solidFill>
                  <a:srgbClr val="FF0000"/>
                </a:solidFill>
                <a:latin typeface="Times New Roman" pitchFamily="18" charset="0"/>
                <a:cs typeface="Times New Roman" pitchFamily="18" charset="0"/>
              </a:rPr>
              <a:t>phong</a:t>
            </a:r>
            <a:r>
              <a:rPr lang="en-US" sz="3600" dirty="0">
                <a:solidFill>
                  <a:srgbClr val="FF0000"/>
                </a:solidFill>
                <a:latin typeface="Times New Roman" pitchFamily="18" charset="0"/>
                <a:cs typeface="Times New Roman" pitchFamily="18" charset="0"/>
              </a:rPr>
              <a:t>, </a:t>
            </a:r>
            <a:r>
              <a:rPr lang="en-US" sz="3600" dirty="0" err="1">
                <a:solidFill>
                  <a:srgbClr val="FF0000"/>
                </a:solidFill>
                <a:latin typeface="Times New Roman" pitchFamily="18" charset="0"/>
                <a:cs typeface="Times New Roman" pitchFamily="18" charset="0"/>
              </a:rPr>
              <a:t>gương</a:t>
            </a:r>
            <a:r>
              <a:rPr lang="en-US" sz="3600" dirty="0">
                <a:solidFill>
                  <a:srgbClr val="FF0000"/>
                </a:solidFill>
                <a:latin typeface="Times New Roman" pitchFamily="18" charset="0"/>
                <a:cs typeface="Times New Roman" pitchFamily="18" charset="0"/>
              </a:rPr>
              <a:t> </a:t>
            </a:r>
            <a:r>
              <a:rPr lang="en-US" sz="3600" dirty="0" err="1">
                <a:solidFill>
                  <a:srgbClr val="FF0000"/>
                </a:solidFill>
                <a:latin typeface="Times New Roman" pitchFamily="18" charset="0"/>
                <a:cs typeface="Times New Roman" pitchFamily="18" charset="0"/>
              </a:rPr>
              <a:t>mẫu</a:t>
            </a:r>
            <a:r>
              <a:rPr lang="en-US" sz="3600" dirty="0">
                <a:solidFill>
                  <a:srgbClr val="FF0000"/>
                </a:solidFill>
                <a:latin typeface="Times New Roman" pitchFamily="18" charset="0"/>
                <a:cs typeface="Times New Roman" pitchFamily="18" charset="0"/>
              </a:rPr>
              <a:t> </a:t>
            </a:r>
            <a:r>
              <a:rPr lang="en-US" sz="3600" dirty="0" err="1">
                <a:solidFill>
                  <a:srgbClr val="FF0000"/>
                </a:solidFill>
                <a:latin typeface="Times New Roman" pitchFamily="18" charset="0"/>
                <a:cs typeface="Times New Roman" pitchFamily="18" charset="0"/>
              </a:rPr>
              <a:t>của</a:t>
            </a:r>
            <a:r>
              <a:rPr lang="en-US" sz="3600" dirty="0">
                <a:solidFill>
                  <a:srgbClr val="FF0000"/>
                </a:solidFill>
                <a:latin typeface="Times New Roman" pitchFamily="18" charset="0"/>
                <a:cs typeface="Times New Roman" pitchFamily="18" charset="0"/>
              </a:rPr>
              <a:t> </a:t>
            </a:r>
            <a:r>
              <a:rPr lang="en-US" sz="3600" dirty="0" err="1">
                <a:solidFill>
                  <a:srgbClr val="FF0000"/>
                </a:solidFill>
                <a:latin typeface="Times New Roman" pitchFamily="18" charset="0"/>
                <a:cs typeface="Times New Roman" pitchFamily="18" charset="0"/>
              </a:rPr>
              <a:t>các</a:t>
            </a:r>
            <a:r>
              <a:rPr lang="en-US" sz="3600" dirty="0">
                <a:solidFill>
                  <a:srgbClr val="FF0000"/>
                </a:solidFill>
                <a:latin typeface="Times New Roman" pitchFamily="18" charset="0"/>
                <a:cs typeface="Times New Roman" pitchFamily="18" charset="0"/>
              </a:rPr>
              <a:t> </a:t>
            </a:r>
            <a:r>
              <a:rPr lang="en-US" sz="3600" dirty="0" err="1">
                <a:solidFill>
                  <a:srgbClr val="FF0000"/>
                </a:solidFill>
                <a:latin typeface="Times New Roman" pitchFamily="18" charset="0"/>
                <a:cs typeface="Times New Roman" pitchFamily="18" charset="0"/>
              </a:rPr>
              <a:t>Đảng</a:t>
            </a:r>
            <a:r>
              <a:rPr lang="en-US" sz="3600" dirty="0">
                <a:solidFill>
                  <a:srgbClr val="FF0000"/>
                </a:solidFill>
                <a:latin typeface="Times New Roman" pitchFamily="18" charset="0"/>
                <a:cs typeface="Times New Roman" pitchFamily="18" charset="0"/>
              </a:rPr>
              <a:t> </a:t>
            </a:r>
            <a:r>
              <a:rPr lang="en-US" sz="3600" dirty="0" err="1">
                <a:solidFill>
                  <a:srgbClr val="FF0000"/>
                </a:solidFill>
                <a:latin typeface="Times New Roman" pitchFamily="18" charset="0"/>
                <a:cs typeface="Times New Roman" pitchFamily="18" charset="0"/>
              </a:rPr>
              <a:t>viên</a:t>
            </a:r>
            <a:r>
              <a:rPr lang="en-US" sz="3600" dirty="0">
                <a:solidFill>
                  <a:srgbClr val="FF0000"/>
                </a:solidFill>
                <a:latin typeface="Times New Roman" pitchFamily="18" charset="0"/>
                <a:cs typeface="Times New Roman" pitchFamily="18" charset="0"/>
              </a:rPr>
              <a:t> </a:t>
            </a:r>
            <a:r>
              <a:rPr lang="en-US" sz="3600" dirty="0" err="1">
                <a:solidFill>
                  <a:srgbClr val="FF0000"/>
                </a:solidFill>
                <a:latin typeface="Times New Roman" pitchFamily="18" charset="0"/>
                <a:cs typeface="Times New Roman" pitchFamily="18" charset="0"/>
              </a:rPr>
              <a:t>và</a:t>
            </a:r>
            <a:r>
              <a:rPr lang="en-US" sz="3600" dirty="0">
                <a:solidFill>
                  <a:srgbClr val="FF0000"/>
                </a:solidFill>
                <a:latin typeface="Times New Roman" pitchFamily="18" charset="0"/>
                <a:cs typeface="Times New Roman" pitchFamily="18" charset="0"/>
              </a:rPr>
              <a:t> </a:t>
            </a:r>
            <a:r>
              <a:rPr lang="en-US" sz="3600" dirty="0" err="1">
                <a:solidFill>
                  <a:srgbClr val="FF0000"/>
                </a:solidFill>
                <a:latin typeface="Times New Roman" pitchFamily="18" charset="0"/>
                <a:cs typeface="Times New Roman" pitchFamily="18" charset="0"/>
              </a:rPr>
              <a:t>tổ</a:t>
            </a:r>
            <a:r>
              <a:rPr lang="en-US" sz="3600" dirty="0">
                <a:solidFill>
                  <a:srgbClr val="FF0000"/>
                </a:solidFill>
                <a:latin typeface="Times New Roman" pitchFamily="18" charset="0"/>
                <a:cs typeface="Times New Roman" pitchFamily="18" charset="0"/>
              </a:rPr>
              <a:t> </a:t>
            </a:r>
            <a:r>
              <a:rPr lang="en-US" sz="3600" dirty="0" err="1">
                <a:solidFill>
                  <a:srgbClr val="FF0000"/>
                </a:solidFill>
                <a:latin typeface="Times New Roman" pitchFamily="18" charset="0"/>
                <a:cs typeface="Times New Roman" pitchFamily="18" charset="0"/>
              </a:rPr>
              <a:t>chức</a:t>
            </a:r>
            <a:r>
              <a:rPr lang="en-US" sz="3600" dirty="0">
                <a:solidFill>
                  <a:srgbClr val="FF0000"/>
                </a:solidFill>
                <a:latin typeface="Times New Roman" pitchFamily="18" charset="0"/>
                <a:cs typeface="Times New Roman" pitchFamily="18" charset="0"/>
              </a:rPr>
              <a:t> </a:t>
            </a:r>
            <a:r>
              <a:rPr lang="en-US" sz="3600" dirty="0" err="1">
                <a:solidFill>
                  <a:srgbClr val="FF0000"/>
                </a:solidFill>
                <a:latin typeface="Times New Roman" pitchFamily="18" charset="0"/>
                <a:cs typeface="Times New Roman" pitchFamily="18" charset="0"/>
              </a:rPr>
              <a:t>Đảng</a:t>
            </a:r>
            <a:endParaRPr lang="en-US" sz="3600" dirty="0">
              <a:solidFill>
                <a:srgbClr val="FF0000"/>
              </a:solidFill>
              <a:latin typeface="Times New Roman" pitchFamily="18" charset="0"/>
              <a:cs typeface="Times New Roman" pitchFamily="18" charset="0"/>
            </a:endParaRPr>
          </a:p>
        </p:txBody>
      </p:sp>
      <p:sp>
        <p:nvSpPr>
          <p:cNvPr id="8" name="Right Arrow 7"/>
          <p:cNvSpPr/>
          <p:nvPr/>
        </p:nvSpPr>
        <p:spPr>
          <a:xfrm>
            <a:off x="0" y="4343400"/>
            <a:ext cx="1600200" cy="9144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latin typeface="Times New Roman" pitchFamily="18" charset="0"/>
              <a:cs typeface="Times New Roman" pitchFamily="18" charset="0"/>
            </a:endParaRPr>
          </a:p>
        </p:txBody>
      </p:sp>
      <p:sp>
        <p:nvSpPr>
          <p:cNvPr id="9" name="Rectangle 8"/>
          <p:cNvSpPr/>
          <p:nvPr/>
        </p:nvSpPr>
        <p:spPr>
          <a:xfrm>
            <a:off x="1828800" y="3810000"/>
            <a:ext cx="7010400" cy="2286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err="1">
                <a:latin typeface="Times New Roman" pitchFamily="18" charset="0"/>
                <a:cs typeface="Times New Roman" pitchFamily="18" charset="0"/>
              </a:rPr>
              <a:t>Sự</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lãnh</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đạo</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của</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Đảng</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chỉ</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mang</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tính</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chất</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định</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hướng</a:t>
            </a:r>
            <a:r>
              <a:rPr lang="en-US" sz="3600" dirty="0">
                <a:latin typeface="Times New Roman" pitchFamily="18" charset="0"/>
                <a:cs typeface="Times New Roman" pitchFamily="18" charset="0"/>
              </a:rPr>
              <a:t> ở </a:t>
            </a:r>
            <a:r>
              <a:rPr lang="en-US" sz="3600" dirty="0" err="1">
                <a:latin typeface="Times New Roman" pitchFamily="18" charset="0"/>
                <a:cs typeface="Times New Roman" pitchFamily="18" charset="0"/>
              </a:rPr>
              <a:t>tầm</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vĩ</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mô</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Đề</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ra</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chủ</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trương</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còn</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đề</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ra</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biện</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pháp</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thực</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hiện</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cụ</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thể</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là</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của</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Nhà</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nước</a:t>
            </a:r>
            <a:endParaRPr lang="en-US" sz="3600" dirty="0">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9" presetClass="entr" presetSubtype="0" decel="10000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 calcmode="lin" valueType="num">
                                      <p:cBhvr>
                                        <p:cTn id="9" dur="500" fill="hold"/>
                                        <p:tgtEl>
                                          <p:spTgt spid="5"/>
                                        </p:tgtEl>
                                        <p:attrNameLst>
                                          <p:attrName>style.rotation</p:attrName>
                                        </p:attrNameLst>
                                      </p:cBhvr>
                                      <p:tavLst>
                                        <p:tav tm="0">
                                          <p:val>
                                            <p:fltVal val="360"/>
                                          </p:val>
                                        </p:tav>
                                        <p:tav tm="100000">
                                          <p:val>
                                            <p:fltVal val="0"/>
                                          </p:val>
                                        </p:tav>
                                      </p:tavLst>
                                    </p:anim>
                                    <p:animEffect transition="in" filter="fade">
                                      <p:cBhvr>
                                        <p:cTn id="10"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40" presetClass="entr" presetSubtype="0" fill="hold" grpId="0" nodeType="clickEffect">
                                  <p:stCondLst>
                                    <p:cond delay="0"/>
                                  </p:stCondLst>
                                  <p:iterate type="lt">
                                    <p:tmPct val="10000"/>
                                  </p:iterate>
                                  <p:childTnLst>
                                    <p:set>
                                      <p:cBhvr>
                                        <p:cTn id="14" dur="1" fill="hold">
                                          <p:stCondLst>
                                            <p:cond delay="0"/>
                                          </p:stCondLst>
                                        </p:cTn>
                                        <p:tgtEl>
                                          <p:spTgt spid="6"/>
                                        </p:tgtEl>
                                        <p:attrNameLst>
                                          <p:attrName>style.visibility</p:attrName>
                                        </p:attrNameLst>
                                      </p:cBhvr>
                                      <p:to>
                                        <p:strVal val="visible"/>
                                      </p:to>
                                    </p:set>
                                    <p:animEffect transition="in" filter="fade">
                                      <p:cBhvr>
                                        <p:cTn id="15" dur="1000"/>
                                        <p:tgtEl>
                                          <p:spTgt spid="6"/>
                                        </p:tgtEl>
                                      </p:cBhvr>
                                    </p:animEffect>
                                    <p:anim calcmode="lin" valueType="num">
                                      <p:cBhvr>
                                        <p:cTn id="16" dur="1000" fill="hold"/>
                                        <p:tgtEl>
                                          <p:spTgt spid="6"/>
                                        </p:tgtEl>
                                        <p:attrNameLst>
                                          <p:attrName>ppt_x</p:attrName>
                                        </p:attrNameLst>
                                      </p:cBhvr>
                                      <p:tavLst>
                                        <p:tav tm="0">
                                          <p:val>
                                            <p:strVal val="#ppt_x-.1"/>
                                          </p:val>
                                        </p:tav>
                                        <p:tav tm="100000">
                                          <p:val>
                                            <p:strVal val="#ppt_x"/>
                                          </p:val>
                                        </p:tav>
                                      </p:tavLst>
                                    </p:anim>
                                    <p:anim calcmode="lin" valueType="num">
                                      <p:cBhvr>
                                        <p:cTn id="17" dur="10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0" presetClass="entr" presetSubtype="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edge">
                                      <p:cBhvr>
                                        <p:cTn id="22" dur="20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39" presetClass="entr" presetSubtype="0" accel="10000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 calcmode="lin" valueType="num">
                                      <p:cBhvr>
                                        <p:cTn id="27" dur="500" fill="hold"/>
                                        <p:tgtEl>
                                          <p:spTgt spid="9"/>
                                        </p:tgtEl>
                                        <p:attrNameLst>
                                          <p:attrName>ppt_h</p:attrName>
                                        </p:attrNameLst>
                                      </p:cBhvr>
                                      <p:tavLst>
                                        <p:tav tm="0">
                                          <p:val>
                                            <p:strVal val="#ppt_h/20"/>
                                          </p:val>
                                        </p:tav>
                                        <p:tav tm="50000">
                                          <p:val>
                                            <p:strVal val="#ppt_h/20"/>
                                          </p:val>
                                        </p:tav>
                                        <p:tav tm="100000">
                                          <p:val>
                                            <p:strVal val="#ppt_h"/>
                                          </p:val>
                                        </p:tav>
                                      </p:tavLst>
                                    </p:anim>
                                    <p:anim calcmode="lin" valueType="num">
                                      <p:cBhvr>
                                        <p:cTn id="28" dur="500" fill="hold"/>
                                        <p:tgtEl>
                                          <p:spTgt spid="9"/>
                                        </p:tgtEl>
                                        <p:attrNameLst>
                                          <p:attrName>ppt_w</p:attrName>
                                        </p:attrNameLst>
                                      </p:cBhvr>
                                      <p:tavLst>
                                        <p:tav tm="0">
                                          <p:val>
                                            <p:strVal val="#ppt_w+.3"/>
                                          </p:val>
                                        </p:tav>
                                        <p:tav tm="50000">
                                          <p:val>
                                            <p:strVal val="#ppt_w+.3"/>
                                          </p:val>
                                        </p:tav>
                                        <p:tav tm="100000">
                                          <p:val>
                                            <p:strVal val="#ppt_w"/>
                                          </p:val>
                                        </p:tav>
                                      </p:tavLst>
                                    </p:anim>
                                    <p:anim calcmode="lin" valueType="num">
                                      <p:cBhvr>
                                        <p:cTn id="29" dur="500" fill="hold"/>
                                        <p:tgtEl>
                                          <p:spTgt spid="9"/>
                                        </p:tgtEl>
                                        <p:attrNameLst>
                                          <p:attrName>ppt_x</p:attrName>
                                        </p:attrNameLst>
                                      </p:cBhvr>
                                      <p:tavLst>
                                        <p:tav tm="0">
                                          <p:val>
                                            <p:strVal val="#ppt_x-.3"/>
                                          </p:val>
                                        </p:tav>
                                        <p:tav tm="50000">
                                          <p:val>
                                            <p:strVal val="#ppt_x"/>
                                          </p:val>
                                        </p:tav>
                                        <p:tav tm="100000">
                                          <p:val>
                                            <p:strVal val="#ppt_x"/>
                                          </p:val>
                                        </p:tav>
                                      </p:tavLst>
                                    </p:anim>
                                    <p:anim calcmode="lin" valueType="num">
                                      <p:cBhvr>
                                        <p:cTn id="30" dur="5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9"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685800"/>
            <a:ext cx="8229600" cy="1143000"/>
          </a:xfrm>
        </p:spPr>
        <p:txBody>
          <a:bodyPr>
            <a:noAutofit/>
          </a:bodyPr>
          <a:lstStyle/>
          <a:p>
            <a:r>
              <a:rPr lang="en-US" sz="4400" b="1" dirty="0" err="1">
                <a:solidFill>
                  <a:srgbClr val="FF0000"/>
                </a:solidFill>
                <a:latin typeface="Times New Roman" pitchFamily="18" charset="0"/>
                <a:cs typeface="Times New Roman" pitchFamily="18" charset="0"/>
              </a:rPr>
              <a:t>Nguyên</a:t>
            </a:r>
            <a:r>
              <a:rPr lang="en-US" sz="4400" b="1" dirty="0">
                <a:solidFill>
                  <a:srgbClr val="FF0000"/>
                </a:solidFill>
                <a:latin typeface="Times New Roman" pitchFamily="18" charset="0"/>
                <a:cs typeface="Times New Roman" pitchFamily="18" charset="0"/>
              </a:rPr>
              <a:t> </a:t>
            </a:r>
            <a:r>
              <a:rPr lang="en-US" sz="4400" b="1" dirty="0" err="1">
                <a:solidFill>
                  <a:srgbClr val="FF0000"/>
                </a:solidFill>
                <a:latin typeface="Times New Roman" pitchFamily="18" charset="0"/>
                <a:cs typeface="Times New Roman" pitchFamily="18" charset="0"/>
              </a:rPr>
              <a:t>tắc</a:t>
            </a:r>
            <a:r>
              <a:rPr lang="en-US" sz="4400" b="1" dirty="0">
                <a:solidFill>
                  <a:srgbClr val="FF0000"/>
                </a:solidFill>
                <a:latin typeface="Times New Roman" pitchFamily="18" charset="0"/>
                <a:cs typeface="Times New Roman" pitchFamily="18" charset="0"/>
              </a:rPr>
              <a:t> </a:t>
            </a:r>
            <a:r>
              <a:rPr lang="en-US" sz="4400" b="1" dirty="0" err="1">
                <a:solidFill>
                  <a:srgbClr val="FF0000"/>
                </a:solidFill>
                <a:latin typeface="Times New Roman" pitchFamily="18" charset="0"/>
                <a:cs typeface="Times New Roman" pitchFamily="18" charset="0"/>
              </a:rPr>
              <a:t>tập</a:t>
            </a:r>
            <a:r>
              <a:rPr lang="en-US" sz="4400" b="1" dirty="0">
                <a:solidFill>
                  <a:srgbClr val="FF0000"/>
                </a:solidFill>
                <a:latin typeface="Times New Roman" pitchFamily="18" charset="0"/>
                <a:cs typeface="Times New Roman" pitchFamily="18" charset="0"/>
              </a:rPr>
              <a:t> </a:t>
            </a:r>
            <a:r>
              <a:rPr lang="en-US" sz="4400" b="1" dirty="0" err="1">
                <a:solidFill>
                  <a:srgbClr val="FF0000"/>
                </a:solidFill>
                <a:latin typeface="Times New Roman" pitchFamily="18" charset="0"/>
                <a:cs typeface="Times New Roman" pitchFamily="18" charset="0"/>
              </a:rPr>
              <a:t>trung</a:t>
            </a:r>
            <a:r>
              <a:rPr lang="en-US" sz="4400" b="1" dirty="0">
                <a:solidFill>
                  <a:srgbClr val="FF0000"/>
                </a:solidFill>
                <a:latin typeface="Times New Roman" pitchFamily="18" charset="0"/>
                <a:cs typeface="Times New Roman" pitchFamily="18" charset="0"/>
              </a:rPr>
              <a:t> </a:t>
            </a:r>
            <a:r>
              <a:rPr lang="en-US" sz="4400" b="1" dirty="0" err="1">
                <a:solidFill>
                  <a:srgbClr val="FF0000"/>
                </a:solidFill>
                <a:latin typeface="Times New Roman" pitchFamily="18" charset="0"/>
                <a:cs typeface="Times New Roman" pitchFamily="18" charset="0"/>
              </a:rPr>
              <a:t>dân</a:t>
            </a:r>
            <a:r>
              <a:rPr lang="en-US" sz="4400" b="1" dirty="0">
                <a:solidFill>
                  <a:srgbClr val="FF0000"/>
                </a:solidFill>
                <a:latin typeface="Times New Roman" pitchFamily="18" charset="0"/>
                <a:cs typeface="Times New Roman" pitchFamily="18" charset="0"/>
              </a:rPr>
              <a:t> </a:t>
            </a:r>
            <a:r>
              <a:rPr lang="en-US" sz="4400" b="1" dirty="0" err="1">
                <a:solidFill>
                  <a:srgbClr val="FF0000"/>
                </a:solidFill>
                <a:latin typeface="Times New Roman" pitchFamily="18" charset="0"/>
                <a:cs typeface="Times New Roman" pitchFamily="18" charset="0"/>
              </a:rPr>
              <a:t>chủ</a:t>
            </a:r>
            <a:endParaRPr lang="en-US" sz="4400" b="1" dirty="0">
              <a:solidFill>
                <a:srgbClr val="FF0000"/>
              </a:solidFill>
              <a:latin typeface="Times New Roman" pitchFamily="18" charset="0"/>
              <a:cs typeface="Times New Roman" pitchFamily="18" charset="0"/>
            </a:endParaRPr>
          </a:p>
        </p:txBody>
      </p:sp>
      <p:sp>
        <p:nvSpPr>
          <p:cNvPr id="4" name="Oval 3"/>
          <p:cNvSpPr/>
          <p:nvPr/>
        </p:nvSpPr>
        <p:spPr>
          <a:xfrm>
            <a:off x="228600" y="3124200"/>
            <a:ext cx="1981200" cy="228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err="1">
                <a:latin typeface="Times New Roman" pitchFamily="18" charset="0"/>
                <a:cs typeface="Times New Roman" pitchFamily="18" charset="0"/>
              </a:rPr>
              <a:t>Cơ</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sở</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lý</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luận</a:t>
            </a:r>
            <a:endParaRPr lang="en-US" sz="3200" dirty="0">
              <a:latin typeface="Times New Roman" pitchFamily="18" charset="0"/>
              <a:cs typeface="Times New Roman" pitchFamily="18" charset="0"/>
            </a:endParaRPr>
          </a:p>
        </p:txBody>
      </p:sp>
      <p:sp>
        <p:nvSpPr>
          <p:cNvPr id="5" name="Rectangle 4"/>
          <p:cNvSpPr/>
          <p:nvPr/>
        </p:nvSpPr>
        <p:spPr>
          <a:xfrm>
            <a:off x="2895600" y="2895600"/>
            <a:ext cx="5791200" cy="31242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just"/>
            <a:r>
              <a:rPr lang="en-US" sz="3200" dirty="0" err="1">
                <a:latin typeface="Times New Roman" pitchFamily="18" charset="0"/>
                <a:cs typeface="Times New Roman" pitchFamily="18" charset="0"/>
              </a:rPr>
              <a:t>Bắt</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nguồn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từ</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yêu</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cầu</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quản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lý</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xã</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hội</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của</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Nhà</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nước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có</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tập</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trung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quyền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lực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mới</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chỉ</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đạo</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được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xã</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hội</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và</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thiết</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lập</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trật</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tự</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xã</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hội</a:t>
            </a:r>
            <a:endParaRPr lang="en-US" sz="3200" dirty="0">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anim calcmode="lin" valueType="num">
                                      <p:cBhvr>
                                        <p:cTn id="8" dur="2000" fill="hold"/>
                                        <p:tgtEl>
                                          <p:spTgt spid="2"/>
                                        </p:tgtEl>
                                        <p:attrNameLst>
                                          <p:attrName>style.rotation</p:attrName>
                                        </p:attrNameLst>
                                      </p:cBhvr>
                                      <p:tavLst>
                                        <p:tav tm="0">
                                          <p:val>
                                            <p:fltVal val="720"/>
                                          </p:val>
                                        </p:tav>
                                        <p:tav tm="100000">
                                          <p:val>
                                            <p:fltVal val="0"/>
                                          </p:val>
                                        </p:tav>
                                      </p:tavLst>
                                    </p:anim>
                                    <p:anim calcmode="lin" valueType="num">
                                      <p:cBhvr>
                                        <p:cTn id="9" dur="2000" fill="hold"/>
                                        <p:tgtEl>
                                          <p:spTgt spid="2"/>
                                        </p:tgtEl>
                                        <p:attrNameLst>
                                          <p:attrName>ppt_h</p:attrName>
                                        </p:attrNameLst>
                                      </p:cBhvr>
                                      <p:tavLst>
                                        <p:tav tm="0">
                                          <p:val>
                                            <p:fltVal val="0"/>
                                          </p:val>
                                        </p:tav>
                                        <p:tav tm="100000">
                                          <p:val>
                                            <p:strVal val="#ppt_h"/>
                                          </p:val>
                                        </p:tav>
                                      </p:tavLst>
                                    </p:anim>
                                    <p:anim calcmode="lin" valueType="num">
                                      <p:cBhvr>
                                        <p:cTn id="10" dur="2000" fill="hold"/>
                                        <p:tgtEl>
                                          <p:spTgt spid="2"/>
                                        </p:tgtEl>
                                        <p:attrNameLst>
                                          <p:attrName>ppt_w</p:attrName>
                                        </p:attrNameLst>
                                      </p:cBhvr>
                                      <p:tavLst>
                                        <p:tav tm="0">
                                          <p:val>
                                            <p:fltVal val="0"/>
                                          </p:val>
                                        </p:tav>
                                        <p:tav tm="100000">
                                          <p:val>
                                            <p:strVal val="#ppt_w"/>
                                          </p:val>
                                        </p:tav>
                                      </p:tavLst>
                                    </p:anim>
                                  </p:childTnLst>
                                </p:cTn>
                              </p:par>
                            </p:childTnLst>
                          </p:cTn>
                        </p:par>
                      </p:childTnLst>
                    </p:cTn>
                  </p:par>
                  <p:par>
                    <p:cTn id="11" fill="hold">
                      <p:stCondLst>
                        <p:cond delay="indefinite"/>
                      </p:stCondLst>
                      <p:childTnLst>
                        <p:par>
                          <p:cTn id="12" fill="hold">
                            <p:stCondLst>
                              <p:cond delay="0"/>
                            </p:stCondLst>
                            <p:childTnLst>
                              <p:par>
                                <p:cTn id="13" presetID="15"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anim calcmode="lin" valueType="num">
                                      <p:cBhvr>
                                        <p:cTn id="15" dur="1000" fill="hold"/>
                                        <p:tgtEl>
                                          <p:spTgt spid="4"/>
                                        </p:tgtEl>
                                        <p:attrNameLst>
                                          <p:attrName>ppt_w</p:attrName>
                                        </p:attrNameLst>
                                      </p:cBhvr>
                                      <p:tavLst>
                                        <p:tav tm="0">
                                          <p:val>
                                            <p:fltVal val="0"/>
                                          </p:val>
                                        </p:tav>
                                        <p:tav tm="100000">
                                          <p:val>
                                            <p:strVal val="#ppt_w"/>
                                          </p:val>
                                        </p:tav>
                                      </p:tavLst>
                                    </p:anim>
                                    <p:anim calcmode="lin" valueType="num">
                                      <p:cBhvr>
                                        <p:cTn id="16" dur="1000" fill="hold"/>
                                        <p:tgtEl>
                                          <p:spTgt spid="4"/>
                                        </p:tgtEl>
                                        <p:attrNameLst>
                                          <p:attrName>ppt_h</p:attrName>
                                        </p:attrNameLst>
                                      </p:cBhvr>
                                      <p:tavLst>
                                        <p:tav tm="0">
                                          <p:val>
                                            <p:fltVal val="0"/>
                                          </p:val>
                                        </p:tav>
                                        <p:tav tm="100000">
                                          <p:val>
                                            <p:strVal val="#ppt_h"/>
                                          </p:val>
                                        </p:tav>
                                      </p:tavLst>
                                    </p:anim>
                                    <p:anim calcmode="lin" valueType="num">
                                      <p:cBhvr>
                                        <p:cTn id="17" dur="1000" fill="hold"/>
                                        <p:tgtEl>
                                          <p:spTgt spid="4"/>
                                        </p:tgtEl>
                                        <p:attrNameLst>
                                          <p:attrName>ppt_x</p:attrName>
                                        </p:attrNameLst>
                                      </p:cBhvr>
                                      <p:tavLst>
                                        <p:tav tm="0" fmla="#ppt_x+(cos(-2*pi*(1-$))*-#ppt_x-sin(-2*pi*(1-$))*(1-#ppt_y))*(1-$)">
                                          <p:val>
                                            <p:fltVal val="0"/>
                                          </p:val>
                                        </p:tav>
                                        <p:tav tm="100000">
                                          <p:val>
                                            <p:fltVal val="1"/>
                                          </p:val>
                                        </p:tav>
                                      </p:tavLst>
                                    </p:anim>
                                    <p:anim calcmode="lin" valueType="num">
                                      <p:cBhvr>
                                        <p:cTn id="18" dur="1000" fill="hold"/>
                                        <p:tgtEl>
                                          <p:spTgt spid="4"/>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9" fill="hold">
                      <p:stCondLst>
                        <p:cond delay="indefinite"/>
                      </p:stCondLst>
                      <p:childTnLst>
                        <p:par>
                          <p:cTn id="20" fill="hold">
                            <p:stCondLst>
                              <p:cond delay="0"/>
                            </p:stCondLst>
                            <p:childTnLst>
                              <p:par>
                                <p:cTn id="21" presetID="40" presetClass="entr" presetSubtype="0" fill="hold" grpId="0" nodeType="clickEffect">
                                  <p:stCondLst>
                                    <p:cond delay="0"/>
                                  </p:stCondLst>
                                  <p:iterate type="lt">
                                    <p:tmPct val="10000"/>
                                  </p:iterate>
                                  <p:childTnLst>
                                    <p:set>
                                      <p:cBhvr>
                                        <p:cTn id="22" dur="1" fill="hold">
                                          <p:stCondLst>
                                            <p:cond delay="0"/>
                                          </p:stCondLst>
                                        </p:cTn>
                                        <p:tgtEl>
                                          <p:spTgt spid="5"/>
                                        </p:tgtEl>
                                        <p:attrNameLst>
                                          <p:attrName>style.visibility</p:attrName>
                                        </p:attrNameLst>
                                      </p:cBhvr>
                                      <p:to>
                                        <p:strVal val="visible"/>
                                      </p:to>
                                    </p:set>
                                    <p:animEffect transition="in" filter="fade">
                                      <p:cBhvr>
                                        <p:cTn id="23" dur="1000"/>
                                        <p:tgtEl>
                                          <p:spTgt spid="5"/>
                                        </p:tgtEl>
                                      </p:cBhvr>
                                    </p:animEffect>
                                    <p:anim calcmode="lin" valueType="num">
                                      <p:cBhvr>
                                        <p:cTn id="24" dur="1000" fill="hold"/>
                                        <p:tgtEl>
                                          <p:spTgt spid="5"/>
                                        </p:tgtEl>
                                        <p:attrNameLst>
                                          <p:attrName>ppt_x</p:attrName>
                                        </p:attrNameLst>
                                      </p:cBhvr>
                                      <p:tavLst>
                                        <p:tav tm="0">
                                          <p:val>
                                            <p:strVal val="#ppt_x-.1"/>
                                          </p:val>
                                        </p:tav>
                                        <p:tav tm="100000">
                                          <p:val>
                                            <p:strVal val="#ppt_x"/>
                                          </p:val>
                                        </p:tav>
                                      </p:tavLst>
                                    </p:anim>
                                    <p:anim calcmode="lin" valueType="num">
                                      <p:cBhvr>
                                        <p:cTn id="25" dur="10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animBg="1"/>
      <p:bldP spid="5"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p:cNvSpPr/>
          <p:nvPr/>
        </p:nvSpPr>
        <p:spPr>
          <a:xfrm>
            <a:off x="304800" y="609600"/>
            <a:ext cx="2514600" cy="2057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err="1">
                <a:latin typeface="Times New Roman" pitchFamily="18" charset="0"/>
                <a:cs typeface="Times New Roman" pitchFamily="18" charset="0"/>
              </a:rPr>
              <a:t>Cơ</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sở</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pháp</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lý</a:t>
            </a:r>
            <a:endParaRPr lang="en-US" sz="3600" dirty="0">
              <a:latin typeface="Times New Roman" pitchFamily="18" charset="0"/>
              <a:cs typeface="Times New Roman" pitchFamily="18" charset="0"/>
            </a:endParaRPr>
          </a:p>
        </p:txBody>
      </p:sp>
      <p:sp>
        <p:nvSpPr>
          <p:cNvPr id="3" name="TextBox 2"/>
          <p:cNvSpPr txBox="1"/>
          <p:nvPr/>
        </p:nvSpPr>
        <p:spPr>
          <a:xfrm>
            <a:off x="3581400" y="1295400"/>
            <a:ext cx="4724400" cy="646331"/>
          </a:xfrm>
          <a:prstGeom prst="rect">
            <a:avLst/>
          </a:prstGeom>
          <a:noFill/>
        </p:spPr>
        <p:txBody>
          <a:bodyPr wrap="square" rtlCol="0">
            <a:spAutoFit/>
          </a:bodyPr>
          <a:lstStyle/>
          <a:p>
            <a:pPr algn="ctr"/>
            <a:r>
              <a:rPr lang="en-US" sz="3600" dirty="0" err="1">
                <a:latin typeface="Times New Roman" pitchFamily="18" charset="0"/>
                <a:cs typeface="Times New Roman" pitchFamily="18" charset="0"/>
              </a:rPr>
              <a:t>Điều</a:t>
            </a:r>
            <a:r>
              <a:rPr lang="en-US" sz="3600" dirty="0">
                <a:latin typeface="Times New Roman" pitchFamily="18" charset="0"/>
                <a:cs typeface="Times New Roman" pitchFamily="18" charset="0"/>
              </a:rPr>
              <a:t> 6 </a:t>
            </a:r>
            <a:r>
              <a:rPr lang="en-US" sz="3600" dirty="0" err="1">
                <a:latin typeface="Times New Roman" pitchFamily="18" charset="0"/>
                <a:cs typeface="Times New Roman" pitchFamily="18" charset="0"/>
              </a:rPr>
              <a:t>Hiến</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pháp</a:t>
            </a:r>
            <a:r>
              <a:rPr lang="en-US" sz="3600" dirty="0">
                <a:latin typeface="Times New Roman" pitchFamily="18" charset="0"/>
                <a:cs typeface="Times New Roman" pitchFamily="18" charset="0"/>
              </a:rPr>
              <a:t> 2013</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9" presetClass="entr" presetSubtype="0" accel="10000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ppt_h</p:attrName>
                                        </p:attrNameLst>
                                      </p:cBhvr>
                                      <p:tavLst>
                                        <p:tav tm="0">
                                          <p:val>
                                            <p:strVal val="#ppt_h/20"/>
                                          </p:val>
                                        </p:tav>
                                        <p:tav tm="50000">
                                          <p:val>
                                            <p:strVal val="#ppt_h/20"/>
                                          </p:val>
                                        </p:tav>
                                        <p:tav tm="100000">
                                          <p:val>
                                            <p:strVal val="#ppt_h"/>
                                          </p:val>
                                        </p:tav>
                                      </p:tavLst>
                                    </p:anim>
                                    <p:anim calcmode="lin" valueType="num">
                                      <p:cBhvr>
                                        <p:cTn id="8" dur="500" fill="hold"/>
                                        <p:tgtEl>
                                          <p:spTgt spid="4"/>
                                        </p:tgtEl>
                                        <p:attrNameLst>
                                          <p:attrName>ppt_w</p:attrName>
                                        </p:attrNameLst>
                                      </p:cBhvr>
                                      <p:tavLst>
                                        <p:tav tm="0">
                                          <p:val>
                                            <p:strVal val="#ppt_w+.3"/>
                                          </p:val>
                                        </p:tav>
                                        <p:tav tm="50000">
                                          <p:val>
                                            <p:strVal val="#ppt_w+.3"/>
                                          </p:val>
                                        </p:tav>
                                        <p:tav tm="100000">
                                          <p:val>
                                            <p:strVal val="#ppt_w"/>
                                          </p:val>
                                        </p:tav>
                                      </p:tavLst>
                                    </p:anim>
                                    <p:anim calcmode="lin" valueType="num">
                                      <p:cBhvr>
                                        <p:cTn id="9" dur="500" fill="hold"/>
                                        <p:tgtEl>
                                          <p:spTgt spid="4"/>
                                        </p:tgtEl>
                                        <p:attrNameLst>
                                          <p:attrName>ppt_x</p:attrName>
                                        </p:attrNameLst>
                                      </p:cBhvr>
                                      <p:tavLst>
                                        <p:tav tm="0">
                                          <p:val>
                                            <p:strVal val="#ppt_x-.3"/>
                                          </p:val>
                                        </p:tav>
                                        <p:tav tm="50000">
                                          <p:val>
                                            <p:strVal val="#ppt_x"/>
                                          </p:val>
                                        </p:tav>
                                        <p:tav tm="100000">
                                          <p:val>
                                            <p:strVal val="#ppt_x"/>
                                          </p:val>
                                        </p:tav>
                                      </p:tavLst>
                                    </p:anim>
                                    <p:anim calcmode="lin" valueType="num">
                                      <p:cBhvr>
                                        <p:cTn id="10"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11" fill="hold">
                      <p:stCondLst>
                        <p:cond delay="indefinite"/>
                      </p:stCondLst>
                      <p:childTnLst>
                        <p:par>
                          <p:cTn id="12" fill="hold">
                            <p:stCondLst>
                              <p:cond delay="0"/>
                            </p:stCondLst>
                            <p:childTnLst>
                              <p:par>
                                <p:cTn id="13" presetID="49" presetClass="entr" presetSubtype="0" decel="10000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anim calcmode="lin" valueType="num">
                                      <p:cBhvr>
                                        <p:cTn id="15" dur="500" fill="hold"/>
                                        <p:tgtEl>
                                          <p:spTgt spid="3"/>
                                        </p:tgtEl>
                                        <p:attrNameLst>
                                          <p:attrName>ppt_w</p:attrName>
                                        </p:attrNameLst>
                                      </p:cBhvr>
                                      <p:tavLst>
                                        <p:tav tm="0">
                                          <p:val>
                                            <p:fltVal val="0"/>
                                          </p:val>
                                        </p:tav>
                                        <p:tav tm="100000">
                                          <p:val>
                                            <p:strVal val="#ppt_w"/>
                                          </p:val>
                                        </p:tav>
                                      </p:tavLst>
                                    </p:anim>
                                    <p:anim calcmode="lin" valueType="num">
                                      <p:cBhvr>
                                        <p:cTn id="16" dur="500" fill="hold"/>
                                        <p:tgtEl>
                                          <p:spTgt spid="3"/>
                                        </p:tgtEl>
                                        <p:attrNameLst>
                                          <p:attrName>ppt_h</p:attrName>
                                        </p:attrNameLst>
                                      </p:cBhvr>
                                      <p:tavLst>
                                        <p:tav tm="0">
                                          <p:val>
                                            <p:fltVal val="0"/>
                                          </p:val>
                                        </p:tav>
                                        <p:tav tm="100000">
                                          <p:val>
                                            <p:strVal val="#ppt_h"/>
                                          </p:val>
                                        </p:tav>
                                      </p:tavLst>
                                    </p:anim>
                                    <p:anim calcmode="lin" valueType="num">
                                      <p:cBhvr>
                                        <p:cTn id="17" dur="500" fill="hold"/>
                                        <p:tgtEl>
                                          <p:spTgt spid="3"/>
                                        </p:tgtEl>
                                        <p:attrNameLst>
                                          <p:attrName>style.rotation</p:attrName>
                                        </p:attrNameLst>
                                      </p:cBhvr>
                                      <p:tavLst>
                                        <p:tav tm="0">
                                          <p:val>
                                            <p:fltVal val="360"/>
                                          </p:val>
                                        </p:tav>
                                        <p:tav tm="100000">
                                          <p:val>
                                            <p:fltVal val="0"/>
                                          </p:val>
                                        </p:tav>
                                      </p:tavLst>
                                    </p:anim>
                                    <p:animEffect transition="in" filter="fade">
                                      <p:cBhvr>
                                        <p:cTn id="18"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400" b="1" i="1" dirty="0" err="1">
                <a:solidFill>
                  <a:schemeClr val="tx1"/>
                </a:solidFill>
                <a:latin typeface="Times New Roman" pitchFamily="18" charset="0"/>
                <a:cs typeface="Times New Roman" pitchFamily="18" charset="0"/>
              </a:rPr>
              <a:t>Nội</a:t>
            </a:r>
            <a:r>
              <a:rPr lang="en-US" sz="4400" b="1" i="1" dirty="0">
                <a:solidFill>
                  <a:schemeClr val="tx1"/>
                </a:solidFill>
                <a:latin typeface="Times New Roman" pitchFamily="18" charset="0"/>
                <a:cs typeface="Times New Roman" pitchFamily="18" charset="0"/>
              </a:rPr>
              <a:t> dung</a:t>
            </a:r>
          </a:p>
        </p:txBody>
      </p:sp>
      <p:sp>
        <p:nvSpPr>
          <p:cNvPr id="4" name="TextBox 3"/>
          <p:cNvSpPr txBox="1"/>
          <p:nvPr/>
        </p:nvSpPr>
        <p:spPr>
          <a:xfrm>
            <a:off x="16476" y="2020091"/>
            <a:ext cx="7696200" cy="523220"/>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just"/>
            <a:r>
              <a:rPr lang="en-US" sz="2800" dirty="0">
                <a:latin typeface="Times New Roman" pitchFamily="18" charset="0"/>
                <a:cs typeface="Times New Roman" pitchFamily="18" charset="0"/>
              </a:rPr>
              <a:t>Bảo </a:t>
            </a:r>
            <a:r>
              <a:rPr lang="en-US" sz="2800" dirty="0" err="1">
                <a:latin typeface="Times New Roman" pitchFamily="18" charset="0"/>
                <a:cs typeface="Times New Roman" pitchFamily="18" charset="0"/>
              </a:rPr>
              <a:t>đảm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tính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thống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nhất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trong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tổ</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chức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hoạt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động</a:t>
            </a:r>
            <a:endParaRPr lang="en-US" sz="2800" dirty="0">
              <a:latin typeface="Times New Roman" pitchFamily="18" charset="0"/>
              <a:cs typeface="Times New Roman" pitchFamily="18" charset="0"/>
            </a:endParaRPr>
          </a:p>
        </p:txBody>
      </p:sp>
      <p:sp>
        <p:nvSpPr>
          <p:cNvPr id="5" name="TextBox 4"/>
          <p:cNvSpPr txBox="1"/>
          <p:nvPr/>
        </p:nvSpPr>
        <p:spPr>
          <a:xfrm>
            <a:off x="0" y="2873741"/>
            <a:ext cx="5715000" cy="523220"/>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just"/>
            <a:r>
              <a:rPr lang="en-US" sz="2800" dirty="0" err="1">
                <a:latin typeface="Times New Roman" pitchFamily="18" charset="0"/>
                <a:cs typeface="Times New Roman" pitchFamily="18" charset="0"/>
              </a:rPr>
              <a:t>Tập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trung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nhưng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không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chuyên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quyền</a:t>
            </a:r>
            <a:r>
              <a:rPr lang="en-US" sz="2800" dirty="0">
                <a:latin typeface="Times New Roman" pitchFamily="18" charset="0"/>
                <a:cs typeface="Times New Roman" pitchFamily="18" charset="0"/>
              </a:rPr>
              <a:t> </a:t>
            </a:r>
          </a:p>
        </p:txBody>
      </p:sp>
      <p:sp>
        <p:nvSpPr>
          <p:cNvPr id="8" name="TextBox 7"/>
          <p:cNvSpPr txBox="1"/>
          <p:nvPr/>
        </p:nvSpPr>
        <p:spPr>
          <a:xfrm>
            <a:off x="16476" y="3962400"/>
            <a:ext cx="6536724" cy="523220"/>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just"/>
            <a:r>
              <a:rPr lang="en-US" sz="2800" dirty="0" err="1">
                <a:latin typeface="Times New Roman" pitchFamily="18" charset="0"/>
                <a:cs typeface="Times New Roman" pitchFamily="18" charset="0"/>
              </a:rPr>
              <a:t>Trưng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cầu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dân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ý</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trong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trường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hợp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cần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thiết</a:t>
            </a:r>
            <a:endParaRPr lang="en-US" sz="2800" dirty="0">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9" presetClass="entr" presetSubtype="0" accel="10000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ppt_h</p:attrName>
                                        </p:attrNameLst>
                                      </p:cBhvr>
                                      <p:tavLst>
                                        <p:tav tm="0">
                                          <p:val>
                                            <p:strVal val="#ppt_h/20"/>
                                          </p:val>
                                        </p:tav>
                                        <p:tav tm="50000">
                                          <p:val>
                                            <p:strVal val="#ppt_h/20"/>
                                          </p:val>
                                        </p:tav>
                                        <p:tav tm="100000">
                                          <p:val>
                                            <p:strVal val="#ppt_h"/>
                                          </p:val>
                                        </p:tav>
                                      </p:tavLst>
                                    </p:anim>
                                    <p:anim calcmode="lin" valueType="num">
                                      <p:cBhvr>
                                        <p:cTn id="8" dur="500" fill="hold"/>
                                        <p:tgtEl>
                                          <p:spTgt spid="2"/>
                                        </p:tgtEl>
                                        <p:attrNameLst>
                                          <p:attrName>ppt_w</p:attrName>
                                        </p:attrNameLst>
                                      </p:cBhvr>
                                      <p:tavLst>
                                        <p:tav tm="0">
                                          <p:val>
                                            <p:strVal val="#ppt_w+.3"/>
                                          </p:val>
                                        </p:tav>
                                        <p:tav tm="50000">
                                          <p:val>
                                            <p:strVal val="#ppt_w+.3"/>
                                          </p:val>
                                        </p:tav>
                                        <p:tav tm="100000">
                                          <p:val>
                                            <p:strVal val="#ppt_w"/>
                                          </p:val>
                                        </p:tav>
                                      </p:tavLst>
                                    </p:anim>
                                    <p:anim calcmode="lin" valueType="num">
                                      <p:cBhvr>
                                        <p:cTn id="9" dur="500" fill="hold"/>
                                        <p:tgtEl>
                                          <p:spTgt spid="2"/>
                                        </p:tgtEl>
                                        <p:attrNameLst>
                                          <p:attrName>ppt_x</p:attrName>
                                        </p:attrNameLst>
                                      </p:cBhvr>
                                      <p:tavLst>
                                        <p:tav tm="0">
                                          <p:val>
                                            <p:strVal val="#ppt_x-.3"/>
                                          </p:val>
                                        </p:tav>
                                        <p:tav tm="50000">
                                          <p:val>
                                            <p:strVal val="#ppt_x"/>
                                          </p:val>
                                        </p:tav>
                                        <p:tav tm="100000">
                                          <p:val>
                                            <p:strVal val="#ppt_x"/>
                                          </p:val>
                                        </p:tav>
                                      </p:tavLst>
                                    </p:anim>
                                    <p:anim calcmode="lin" valueType="num">
                                      <p:cBhvr>
                                        <p:cTn id="10"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11" fill="hold">
                      <p:stCondLst>
                        <p:cond delay="indefinite"/>
                      </p:stCondLst>
                      <p:childTnLst>
                        <p:par>
                          <p:cTn id="12" fill="hold">
                            <p:stCondLst>
                              <p:cond delay="0"/>
                            </p:stCondLst>
                            <p:childTnLst>
                              <p:par>
                                <p:cTn id="13" presetID="20"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wedge">
                                      <p:cBhvr>
                                        <p:cTn id="15" dur="2000"/>
                                        <p:tgtEl>
                                          <p:spTgt spid="4"/>
                                        </p:tgtEl>
                                      </p:cBhvr>
                                    </p:animEffect>
                                  </p:childTnLst>
                                </p:cTn>
                              </p:par>
                            </p:childTnLst>
                          </p:cTn>
                        </p:par>
                      </p:childTnLst>
                    </p:cTn>
                  </p:par>
                  <p:par>
                    <p:cTn id="16" fill="hold">
                      <p:stCondLst>
                        <p:cond delay="indefinite"/>
                      </p:stCondLst>
                      <p:childTnLst>
                        <p:par>
                          <p:cTn id="17" fill="hold">
                            <p:stCondLst>
                              <p:cond delay="0"/>
                            </p:stCondLst>
                            <p:childTnLst>
                              <p:par>
                                <p:cTn id="18" presetID="20" presetClass="entr" presetSubtype="0" fill="hold" grpId="0" nodeType="click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wedge">
                                      <p:cBhvr>
                                        <p:cTn id="20" dur="2000"/>
                                        <p:tgtEl>
                                          <p:spTgt spid="5"/>
                                        </p:tgtEl>
                                      </p:cBhvr>
                                    </p:animEffect>
                                  </p:childTnLst>
                                </p:cTn>
                              </p:par>
                            </p:childTnLst>
                          </p:cTn>
                        </p:par>
                      </p:childTnLst>
                    </p:cTn>
                  </p:par>
                  <p:par>
                    <p:cTn id="21" fill="hold">
                      <p:stCondLst>
                        <p:cond delay="indefinite"/>
                      </p:stCondLst>
                      <p:childTnLst>
                        <p:par>
                          <p:cTn id="22" fill="hold">
                            <p:stCondLst>
                              <p:cond delay="0"/>
                            </p:stCondLst>
                            <p:childTnLst>
                              <p:par>
                                <p:cTn id="23" presetID="40" presetClass="entr" presetSubtype="0" fill="hold" grpId="0" nodeType="clickEffect">
                                  <p:stCondLst>
                                    <p:cond delay="0"/>
                                  </p:stCondLst>
                                  <p:iterate type="lt">
                                    <p:tmPct val="10000"/>
                                  </p:iterate>
                                  <p:childTnLst>
                                    <p:set>
                                      <p:cBhvr>
                                        <p:cTn id="24" dur="1" fill="hold">
                                          <p:stCondLst>
                                            <p:cond delay="0"/>
                                          </p:stCondLst>
                                        </p:cTn>
                                        <p:tgtEl>
                                          <p:spTgt spid="8"/>
                                        </p:tgtEl>
                                        <p:attrNameLst>
                                          <p:attrName>style.visibility</p:attrName>
                                        </p:attrNameLst>
                                      </p:cBhvr>
                                      <p:to>
                                        <p:strVal val="visible"/>
                                      </p:to>
                                    </p:set>
                                    <p:animEffect transition="in" filter="fade">
                                      <p:cBhvr>
                                        <p:cTn id="25" dur="1000"/>
                                        <p:tgtEl>
                                          <p:spTgt spid="8"/>
                                        </p:tgtEl>
                                      </p:cBhvr>
                                    </p:animEffect>
                                    <p:anim calcmode="lin" valueType="num">
                                      <p:cBhvr>
                                        <p:cTn id="26" dur="1000" fill="hold"/>
                                        <p:tgtEl>
                                          <p:spTgt spid="8"/>
                                        </p:tgtEl>
                                        <p:attrNameLst>
                                          <p:attrName>ppt_x</p:attrName>
                                        </p:attrNameLst>
                                      </p:cBhvr>
                                      <p:tavLst>
                                        <p:tav tm="0">
                                          <p:val>
                                            <p:strVal val="#ppt_x-.1"/>
                                          </p:val>
                                        </p:tav>
                                        <p:tav tm="100000">
                                          <p:val>
                                            <p:strVal val="#ppt_x"/>
                                          </p:val>
                                        </p:tav>
                                      </p:tavLst>
                                    </p:anim>
                                    <p:anim calcmode="lin" valueType="num">
                                      <p:cBhvr>
                                        <p:cTn id="27" dur="10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animBg="1"/>
      <p:bldP spid="5" grpId="0" animBg="1"/>
      <p:bldP spid="8"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ctr"/>
            <a:r>
              <a:rPr lang="en-US" sz="4400" b="1" dirty="0" err="1">
                <a:solidFill>
                  <a:schemeClr val="tx1"/>
                </a:solidFill>
                <a:latin typeface="Times New Roman" pitchFamily="18" charset="0"/>
                <a:cs typeface="Times New Roman" pitchFamily="18" charset="0"/>
              </a:rPr>
              <a:t>Yêu</a:t>
            </a:r>
            <a:r>
              <a:rPr lang="en-US" sz="4400" b="1" dirty="0">
                <a:solidFill>
                  <a:schemeClr val="tx1"/>
                </a:solidFill>
                <a:latin typeface="Times New Roman" pitchFamily="18" charset="0"/>
                <a:cs typeface="Times New Roman" pitchFamily="18" charset="0"/>
              </a:rPr>
              <a:t> </a:t>
            </a:r>
            <a:r>
              <a:rPr lang="en-US" sz="4400" b="1" dirty="0" err="1">
                <a:solidFill>
                  <a:schemeClr val="tx1"/>
                </a:solidFill>
                <a:latin typeface="Times New Roman" pitchFamily="18" charset="0"/>
                <a:cs typeface="Times New Roman" pitchFamily="18" charset="0"/>
              </a:rPr>
              <a:t>cầu</a:t>
            </a:r>
            <a:endParaRPr lang="en-US" sz="4400" b="1" dirty="0">
              <a:solidFill>
                <a:schemeClr val="tx1"/>
              </a:solidFill>
              <a:latin typeface="Times New Roman" pitchFamily="18" charset="0"/>
              <a:cs typeface="Times New Roman" pitchFamily="18" charset="0"/>
            </a:endParaRPr>
          </a:p>
        </p:txBody>
      </p:sp>
      <p:sp>
        <p:nvSpPr>
          <p:cNvPr id="4" name="Rectangle 3"/>
          <p:cNvSpPr/>
          <p:nvPr/>
        </p:nvSpPr>
        <p:spPr>
          <a:xfrm>
            <a:off x="304800" y="2057400"/>
            <a:ext cx="8610600" cy="75912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just"/>
            <a:r>
              <a:rPr lang="en-US" sz="2400" dirty="0">
                <a:solidFill>
                  <a:schemeClr val="bg1"/>
                </a:solidFill>
                <a:latin typeface="Times New Roman" pitchFamily="18" charset="0"/>
                <a:cs typeface="Times New Roman" pitchFamily="18" charset="0"/>
              </a:rPr>
              <a:t>Trong </a:t>
            </a:r>
            <a:r>
              <a:rPr lang="en-US" sz="2400" dirty="0" err="1">
                <a:solidFill>
                  <a:schemeClr val="bg1"/>
                </a:solidFill>
                <a:latin typeface="Times New Roman" pitchFamily="18" charset="0"/>
                <a:cs typeface="Times New Roman" pitchFamily="18" charset="0"/>
              </a:rPr>
              <a:t>tổ</a:t>
            </a:r>
            <a:r>
              <a:rPr lang="en-US" sz="2400" dirty="0">
                <a:solidFill>
                  <a:schemeClr val="bg1"/>
                </a:solidFill>
                <a:latin typeface="Times New Roman" pitchFamily="18" charset="0"/>
                <a:cs typeface="Times New Roman" pitchFamily="18" charset="0"/>
              </a:rPr>
              <a:t> </a:t>
            </a:r>
            <a:r>
              <a:rPr lang="en-US" sz="2400" dirty="0" err="1">
                <a:solidFill>
                  <a:schemeClr val="bg1"/>
                </a:solidFill>
                <a:latin typeface="Times New Roman" pitchFamily="18" charset="0"/>
                <a:cs typeface="Times New Roman" pitchFamily="18" charset="0"/>
              </a:rPr>
              <a:t>chức</a:t>
            </a:r>
            <a:r>
              <a:rPr lang="en-US" sz="2400" dirty="0">
                <a:solidFill>
                  <a:schemeClr val="bg1"/>
                </a:solidFill>
                <a:latin typeface="Times New Roman" pitchFamily="18" charset="0"/>
                <a:cs typeface="Times New Roman" pitchFamily="18" charset="0"/>
              </a:rPr>
              <a:t> </a:t>
            </a:r>
            <a:r>
              <a:rPr lang="en-US" sz="2400" dirty="0" err="1">
                <a:solidFill>
                  <a:schemeClr val="bg1"/>
                </a:solidFill>
                <a:latin typeface="Times New Roman" pitchFamily="18" charset="0"/>
                <a:cs typeface="Times New Roman" pitchFamily="18" charset="0"/>
              </a:rPr>
              <a:t>và</a:t>
            </a:r>
            <a:r>
              <a:rPr lang="en-US" sz="2400" dirty="0">
                <a:solidFill>
                  <a:schemeClr val="bg1"/>
                </a:solidFill>
                <a:latin typeface="Times New Roman" pitchFamily="18" charset="0"/>
                <a:cs typeface="Times New Roman" pitchFamily="18" charset="0"/>
              </a:rPr>
              <a:t> </a:t>
            </a:r>
            <a:r>
              <a:rPr lang="en-US" sz="2400" dirty="0" err="1">
                <a:solidFill>
                  <a:schemeClr val="bg1"/>
                </a:solidFill>
                <a:latin typeface="Times New Roman" pitchFamily="18" charset="0"/>
                <a:cs typeface="Times New Roman" pitchFamily="18" charset="0"/>
              </a:rPr>
              <a:t>hoạt</a:t>
            </a:r>
            <a:r>
              <a:rPr lang="en-US" sz="2400" dirty="0">
                <a:solidFill>
                  <a:schemeClr val="bg1"/>
                </a:solidFill>
                <a:latin typeface="Times New Roman" pitchFamily="18" charset="0"/>
                <a:cs typeface="Times New Roman" pitchFamily="18" charset="0"/>
              </a:rPr>
              <a:t> </a:t>
            </a:r>
            <a:r>
              <a:rPr lang="en-US" sz="2400" dirty="0" err="1">
                <a:solidFill>
                  <a:schemeClr val="bg1"/>
                </a:solidFill>
                <a:latin typeface="Times New Roman" pitchFamily="18" charset="0"/>
                <a:cs typeface="Times New Roman" pitchFamily="18" charset="0"/>
              </a:rPr>
              <a:t>động</a:t>
            </a:r>
            <a:r>
              <a:rPr lang="en-US" sz="2400" dirty="0">
                <a:solidFill>
                  <a:schemeClr val="bg1"/>
                </a:solidFill>
                <a:latin typeface="Times New Roman" pitchFamily="18" charset="0"/>
                <a:cs typeface="Times New Roman" pitchFamily="18" charset="0"/>
              </a:rPr>
              <a:t> </a:t>
            </a:r>
            <a:r>
              <a:rPr lang="en-US" sz="2400" dirty="0" err="1">
                <a:solidFill>
                  <a:schemeClr val="bg1"/>
                </a:solidFill>
                <a:latin typeface="Times New Roman" pitchFamily="18" charset="0"/>
                <a:cs typeface="Times New Roman" pitchFamily="18" charset="0"/>
              </a:rPr>
              <a:t>của</a:t>
            </a:r>
            <a:r>
              <a:rPr lang="en-US" sz="2400" dirty="0">
                <a:solidFill>
                  <a:schemeClr val="bg1"/>
                </a:solidFill>
                <a:latin typeface="Times New Roman" pitchFamily="18" charset="0"/>
                <a:cs typeface="Times New Roman" pitchFamily="18" charset="0"/>
              </a:rPr>
              <a:t> BMNN </a:t>
            </a:r>
            <a:r>
              <a:rPr lang="en-US" sz="2400" dirty="0" err="1">
                <a:solidFill>
                  <a:schemeClr val="bg1"/>
                </a:solidFill>
                <a:latin typeface="Times New Roman" pitchFamily="18" charset="0"/>
                <a:cs typeface="Times New Roman" pitchFamily="18" charset="0"/>
              </a:rPr>
              <a:t>cần</a:t>
            </a:r>
            <a:r>
              <a:rPr lang="en-US" sz="2400" dirty="0">
                <a:solidFill>
                  <a:schemeClr val="bg1"/>
                </a:solidFill>
                <a:latin typeface="Times New Roman" pitchFamily="18" charset="0"/>
                <a:cs typeface="Times New Roman" pitchFamily="18" charset="0"/>
              </a:rPr>
              <a:t> </a:t>
            </a:r>
            <a:r>
              <a:rPr lang="en-US" sz="2400" dirty="0" err="1">
                <a:solidFill>
                  <a:schemeClr val="bg1"/>
                </a:solidFill>
                <a:latin typeface="Times New Roman" pitchFamily="18" charset="0"/>
                <a:cs typeface="Times New Roman" pitchFamily="18" charset="0"/>
              </a:rPr>
              <a:t>đảm</a:t>
            </a:r>
            <a:r>
              <a:rPr lang="en-US" sz="2400" dirty="0">
                <a:solidFill>
                  <a:schemeClr val="bg1"/>
                </a:solidFill>
                <a:latin typeface="Times New Roman" pitchFamily="18" charset="0"/>
                <a:cs typeface="Times New Roman" pitchFamily="18" charset="0"/>
              </a:rPr>
              <a:t> </a:t>
            </a:r>
            <a:r>
              <a:rPr lang="en-US" sz="2400" dirty="0" err="1">
                <a:solidFill>
                  <a:schemeClr val="bg1"/>
                </a:solidFill>
                <a:latin typeface="Times New Roman" pitchFamily="18" charset="0"/>
                <a:cs typeface="Times New Roman" pitchFamily="18" charset="0"/>
              </a:rPr>
              <a:t>bảo</a:t>
            </a:r>
            <a:r>
              <a:rPr lang="en-US" sz="2400" dirty="0">
                <a:solidFill>
                  <a:schemeClr val="bg1"/>
                </a:solidFill>
                <a:latin typeface="Times New Roman" pitchFamily="18" charset="0"/>
                <a:cs typeface="Times New Roman" pitchFamily="18" charset="0"/>
              </a:rPr>
              <a:t> </a:t>
            </a:r>
            <a:r>
              <a:rPr lang="en-US" sz="2400" dirty="0" err="1">
                <a:solidFill>
                  <a:schemeClr val="bg1"/>
                </a:solidFill>
                <a:latin typeface="Times New Roman" pitchFamily="18" charset="0"/>
                <a:cs typeface="Times New Roman" pitchFamily="18" charset="0"/>
              </a:rPr>
              <a:t>tính</a:t>
            </a:r>
            <a:r>
              <a:rPr lang="en-US" sz="2400" dirty="0">
                <a:solidFill>
                  <a:schemeClr val="bg1"/>
                </a:solidFill>
                <a:latin typeface="Times New Roman" pitchFamily="18" charset="0"/>
                <a:cs typeface="Times New Roman" pitchFamily="18" charset="0"/>
              </a:rPr>
              <a:t> </a:t>
            </a:r>
            <a:r>
              <a:rPr lang="en-US" sz="2400" dirty="0" err="1">
                <a:solidFill>
                  <a:schemeClr val="bg1"/>
                </a:solidFill>
                <a:latin typeface="Times New Roman" pitchFamily="18" charset="0"/>
                <a:cs typeface="Times New Roman" pitchFamily="18" charset="0"/>
              </a:rPr>
              <a:t>thống</a:t>
            </a:r>
            <a:r>
              <a:rPr lang="en-US" sz="2400" dirty="0">
                <a:solidFill>
                  <a:schemeClr val="bg1"/>
                </a:solidFill>
                <a:latin typeface="Times New Roman" pitchFamily="18" charset="0"/>
                <a:cs typeface="Times New Roman" pitchFamily="18" charset="0"/>
              </a:rPr>
              <a:t> </a:t>
            </a:r>
            <a:r>
              <a:rPr lang="en-US" sz="2400" dirty="0" err="1">
                <a:solidFill>
                  <a:schemeClr val="bg1"/>
                </a:solidFill>
                <a:latin typeface="Times New Roman" pitchFamily="18" charset="0"/>
                <a:cs typeface="Times New Roman" pitchFamily="18" charset="0"/>
              </a:rPr>
              <a:t>nhất</a:t>
            </a:r>
            <a:endParaRPr lang="en-US" sz="2400" dirty="0">
              <a:solidFill>
                <a:schemeClr val="bg1"/>
              </a:solidFill>
              <a:latin typeface="Times New Roman" pitchFamily="18" charset="0"/>
              <a:cs typeface="Times New Roman" pitchFamily="18" charset="0"/>
            </a:endParaRPr>
          </a:p>
        </p:txBody>
      </p:sp>
      <p:sp>
        <p:nvSpPr>
          <p:cNvPr id="5" name="Rectangle 4"/>
          <p:cNvSpPr/>
          <p:nvPr/>
        </p:nvSpPr>
        <p:spPr>
          <a:xfrm>
            <a:off x="304800" y="3468536"/>
            <a:ext cx="7315200" cy="75912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just"/>
            <a:r>
              <a:rPr lang="en-US" sz="2400" dirty="0" err="1">
                <a:solidFill>
                  <a:schemeClr val="bg1"/>
                </a:solidFill>
                <a:latin typeface="Times New Roman" pitchFamily="18" charset="0"/>
                <a:cs typeface="Times New Roman" pitchFamily="18" charset="0"/>
              </a:rPr>
              <a:t>Những</a:t>
            </a:r>
            <a:r>
              <a:rPr lang="en-US" sz="2400" dirty="0">
                <a:solidFill>
                  <a:schemeClr val="bg1"/>
                </a:solidFill>
                <a:latin typeface="Times New Roman" pitchFamily="18" charset="0"/>
                <a:cs typeface="Times New Roman" pitchFamily="18" charset="0"/>
              </a:rPr>
              <a:t> </a:t>
            </a:r>
            <a:r>
              <a:rPr lang="en-US" sz="2400" dirty="0" err="1">
                <a:solidFill>
                  <a:schemeClr val="bg1"/>
                </a:solidFill>
                <a:latin typeface="Times New Roman" pitchFamily="18" charset="0"/>
                <a:cs typeface="Times New Roman" pitchFamily="18" charset="0"/>
              </a:rPr>
              <a:t>vấn</a:t>
            </a:r>
            <a:r>
              <a:rPr lang="en-US" sz="2400" dirty="0">
                <a:solidFill>
                  <a:schemeClr val="bg1"/>
                </a:solidFill>
                <a:latin typeface="Times New Roman" pitchFamily="18" charset="0"/>
                <a:cs typeface="Times New Roman" pitchFamily="18" charset="0"/>
              </a:rPr>
              <a:t> </a:t>
            </a:r>
            <a:r>
              <a:rPr lang="en-US" sz="2400" dirty="0" err="1">
                <a:solidFill>
                  <a:schemeClr val="bg1"/>
                </a:solidFill>
                <a:latin typeface="Times New Roman" pitchFamily="18" charset="0"/>
                <a:cs typeface="Times New Roman" pitchFamily="18" charset="0"/>
              </a:rPr>
              <a:t>đề</a:t>
            </a:r>
            <a:r>
              <a:rPr lang="en-US" sz="2400" dirty="0">
                <a:solidFill>
                  <a:schemeClr val="bg1"/>
                </a:solidFill>
                <a:latin typeface="Times New Roman" pitchFamily="18" charset="0"/>
                <a:cs typeface="Times New Roman" pitchFamily="18" charset="0"/>
              </a:rPr>
              <a:t> </a:t>
            </a:r>
            <a:r>
              <a:rPr lang="en-US" sz="2400" dirty="0" err="1">
                <a:solidFill>
                  <a:schemeClr val="bg1"/>
                </a:solidFill>
                <a:latin typeface="Times New Roman" pitchFamily="18" charset="0"/>
                <a:cs typeface="Times New Roman" pitchFamily="18" charset="0"/>
              </a:rPr>
              <a:t>quan</a:t>
            </a:r>
            <a:r>
              <a:rPr lang="en-US" sz="2400" dirty="0">
                <a:solidFill>
                  <a:schemeClr val="bg1"/>
                </a:solidFill>
                <a:latin typeface="Times New Roman" pitchFamily="18" charset="0"/>
                <a:cs typeface="Times New Roman" pitchFamily="18" charset="0"/>
              </a:rPr>
              <a:t> </a:t>
            </a:r>
            <a:r>
              <a:rPr lang="en-US" sz="2400" dirty="0" err="1">
                <a:solidFill>
                  <a:schemeClr val="bg1"/>
                </a:solidFill>
                <a:latin typeface="Times New Roman" pitchFamily="18" charset="0"/>
                <a:cs typeface="Times New Roman" pitchFamily="18" charset="0"/>
              </a:rPr>
              <a:t>trọng</a:t>
            </a:r>
            <a:r>
              <a:rPr lang="en-US" sz="2400" dirty="0">
                <a:solidFill>
                  <a:schemeClr val="bg1"/>
                </a:solidFill>
                <a:latin typeface="Times New Roman" pitchFamily="18" charset="0"/>
                <a:cs typeface="Times New Roman" pitchFamily="18" charset="0"/>
              </a:rPr>
              <a:t> </a:t>
            </a:r>
            <a:r>
              <a:rPr lang="en-US" sz="2400" dirty="0" err="1">
                <a:solidFill>
                  <a:schemeClr val="bg1"/>
                </a:solidFill>
                <a:latin typeface="Times New Roman" pitchFamily="18" charset="0"/>
                <a:cs typeface="Times New Roman" pitchFamily="18" charset="0"/>
              </a:rPr>
              <a:t>phải</a:t>
            </a:r>
            <a:r>
              <a:rPr lang="en-US" sz="2400" dirty="0">
                <a:solidFill>
                  <a:schemeClr val="bg1"/>
                </a:solidFill>
                <a:latin typeface="Times New Roman" pitchFamily="18" charset="0"/>
                <a:cs typeface="Times New Roman" pitchFamily="18" charset="0"/>
              </a:rPr>
              <a:t> </a:t>
            </a:r>
            <a:r>
              <a:rPr lang="en-US" sz="2400" dirty="0" err="1">
                <a:solidFill>
                  <a:schemeClr val="bg1"/>
                </a:solidFill>
                <a:latin typeface="Times New Roman" pitchFamily="18" charset="0"/>
                <a:cs typeface="Times New Roman" pitchFamily="18" charset="0"/>
              </a:rPr>
              <a:t>được</a:t>
            </a:r>
            <a:r>
              <a:rPr lang="en-US" sz="2400" dirty="0">
                <a:solidFill>
                  <a:schemeClr val="bg1"/>
                </a:solidFill>
                <a:latin typeface="Times New Roman" pitchFamily="18" charset="0"/>
                <a:cs typeface="Times New Roman" pitchFamily="18" charset="0"/>
              </a:rPr>
              <a:t> </a:t>
            </a:r>
            <a:r>
              <a:rPr lang="en-US" sz="2400" dirty="0" err="1">
                <a:solidFill>
                  <a:schemeClr val="bg1"/>
                </a:solidFill>
                <a:latin typeface="Times New Roman" pitchFamily="18" charset="0"/>
                <a:cs typeface="Times New Roman" pitchFamily="18" charset="0"/>
              </a:rPr>
              <a:t>quyết</a:t>
            </a:r>
            <a:r>
              <a:rPr lang="en-US" sz="2400" dirty="0">
                <a:solidFill>
                  <a:schemeClr val="bg1"/>
                </a:solidFill>
                <a:latin typeface="Times New Roman" pitchFamily="18" charset="0"/>
                <a:cs typeface="Times New Roman" pitchFamily="18" charset="0"/>
              </a:rPr>
              <a:t> </a:t>
            </a:r>
            <a:r>
              <a:rPr lang="en-US" sz="2400" dirty="0" err="1">
                <a:solidFill>
                  <a:schemeClr val="bg1"/>
                </a:solidFill>
                <a:latin typeface="Times New Roman" pitchFamily="18" charset="0"/>
                <a:cs typeface="Times New Roman" pitchFamily="18" charset="0"/>
              </a:rPr>
              <a:t>định</a:t>
            </a:r>
            <a:r>
              <a:rPr lang="en-US" sz="2400" dirty="0">
                <a:solidFill>
                  <a:schemeClr val="bg1"/>
                </a:solidFill>
                <a:latin typeface="Times New Roman" pitchFamily="18" charset="0"/>
                <a:cs typeface="Times New Roman" pitchFamily="18" charset="0"/>
              </a:rPr>
              <a:t> </a:t>
            </a:r>
            <a:r>
              <a:rPr lang="en-US" sz="2400" dirty="0" err="1">
                <a:solidFill>
                  <a:schemeClr val="bg1"/>
                </a:solidFill>
                <a:latin typeface="Times New Roman" pitchFamily="18" charset="0"/>
                <a:cs typeface="Times New Roman" pitchFamily="18" charset="0"/>
              </a:rPr>
              <a:t>công</a:t>
            </a:r>
            <a:r>
              <a:rPr lang="en-US" sz="2400" dirty="0">
                <a:solidFill>
                  <a:schemeClr val="bg1"/>
                </a:solidFill>
                <a:latin typeface="Times New Roman" pitchFamily="18" charset="0"/>
                <a:cs typeface="Times New Roman" pitchFamily="18" charset="0"/>
              </a:rPr>
              <a:t> </a:t>
            </a:r>
            <a:r>
              <a:rPr lang="en-US" sz="2400" dirty="0" err="1">
                <a:solidFill>
                  <a:schemeClr val="bg1"/>
                </a:solidFill>
                <a:latin typeface="Times New Roman" pitchFamily="18" charset="0"/>
                <a:cs typeface="Times New Roman" pitchFamily="18" charset="0"/>
              </a:rPr>
              <a:t>khai</a:t>
            </a:r>
            <a:endParaRPr lang="en-US" sz="2400" dirty="0">
              <a:solidFill>
                <a:schemeClr val="bg1"/>
              </a:solidFill>
              <a:latin typeface="Times New Roman" pitchFamily="18" charset="0"/>
              <a:cs typeface="Times New Roman" pitchFamily="18" charset="0"/>
            </a:endParaRPr>
          </a:p>
        </p:txBody>
      </p:sp>
      <p:sp>
        <p:nvSpPr>
          <p:cNvPr id="6" name="Rectangle 5"/>
          <p:cNvSpPr/>
          <p:nvPr/>
        </p:nvSpPr>
        <p:spPr>
          <a:xfrm>
            <a:off x="304800" y="4800600"/>
            <a:ext cx="8610600" cy="16002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just"/>
            <a:r>
              <a:rPr lang="en-US" sz="2400" dirty="0" err="1">
                <a:solidFill>
                  <a:schemeClr val="bg1"/>
                </a:solidFill>
                <a:latin typeface="Times New Roman" pitchFamily="18" charset="0"/>
                <a:cs typeface="Times New Roman" pitchFamily="18" charset="0"/>
              </a:rPr>
              <a:t>Tổ</a:t>
            </a:r>
            <a:r>
              <a:rPr lang="en-US" sz="2400" dirty="0">
                <a:solidFill>
                  <a:schemeClr val="bg1"/>
                </a:solidFill>
                <a:latin typeface="Times New Roman" pitchFamily="18" charset="0"/>
                <a:cs typeface="Times New Roman" pitchFamily="18" charset="0"/>
              </a:rPr>
              <a:t> </a:t>
            </a:r>
            <a:r>
              <a:rPr lang="en-US" sz="2400" dirty="0" err="1">
                <a:solidFill>
                  <a:schemeClr val="bg1"/>
                </a:solidFill>
                <a:latin typeface="Times New Roman" pitchFamily="18" charset="0"/>
                <a:cs typeface="Times New Roman" pitchFamily="18" charset="0"/>
              </a:rPr>
              <a:t>chức</a:t>
            </a:r>
            <a:r>
              <a:rPr lang="en-US" sz="2400" dirty="0">
                <a:solidFill>
                  <a:schemeClr val="bg1"/>
                </a:solidFill>
                <a:latin typeface="Times New Roman" pitchFamily="18" charset="0"/>
                <a:cs typeface="Times New Roman" pitchFamily="18" charset="0"/>
              </a:rPr>
              <a:t> </a:t>
            </a:r>
            <a:r>
              <a:rPr lang="en-US" sz="2400" dirty="0" err="1">
                <a:solidFill>
                  <a:schemeClr val="bg1"/>
                </a:solidFill>
                <a:latin typeface="Times New Roman" pitchFamily="18" charset="0"/>
                <a:cs typeface="Times New Roman" pitchFamily="18" charset="0"/>
              </a:rPr>
              <a:t>và</a:t>
            </a:r>
            <a:r>
              <a:rPr lang="en-US" sz="2400" dirty="0">
                <a:solidFill>
                  <a:schemeClr val="bg1"/>
                </a:solidFill>
                <a:latin typeface="Times New Roman" pitchFamily="18" charset="0"/>
                <a:cs typeface="Times New Roman" pitchFamily="18" charset="0"/>
              </a:rPr>
              <a:t> </a:t>
            </a:r>
            <a:r>
              <a:rPr lang="en-US" sz="2400" dirty="0" err="1">
                <a:solidFill>
                  <a:schemeClr val="bg1"/>
                </a:solidFill>
                <a:latin typeface="Times New Roman" pitchFamily="18" charset="0"/>
                <a:cs typeface="Times New Roman" pitchFamily="18" charset="0"/>
              </a:rPr>
              <a:t>hoạt</a:t>
            </a:r>
            <a:r>
              <a:rPr lang="en-US" sz="2400" dirty="0">
                <a:solidFill>
                  <a:schemeClr val="bg1"/>
                </a:solidFill>
                <a:latin typeface="Times New Roman" pitchFamily="18" charset="0"/>
                <a:cs typeface="Times New Roman" pitchFamily="18" charset="0"/>
              </a:rPr>
              <a:t> </a:t>
            </a:r>
            <a:r>
              <a:rPr lang="en-US" sz="2400" dirty="0" err="1">
                <a:solidFill>
                  <a:schemeClr val="bg1"/>
                </a:solidFill>
                <a:latin typeface="Times New Roman" pitchFamily="18" charset="0"/>
                <a:cs typeface="Times New Roman" pitchFamily="18" charset="0"/>
              </a:rPr>
              <a:t>động</a:t>
            </a:r>
            <a:r>
              <a:rPr lang="en-US" sz="2400" dirty="0">
                <a:solidFill>
                  <a:schemeClr val="bg1"/>
                </a:solidFill>
                <a:latin typeface="Times New Roman" pitchFamily="18" charset="0"/>
                <a:cs typeface="Times New Roman" pitchFamily="18" charset="0"/>
              </a:rPr>
              <a:t> </a:t>
            </a:r>
            <a:r>
              <a:rPr lang="en-US" sz="2400" dirty="0" err="1">
                <a:solidFill>
                  <a:schemeClr val="bg1"/>
                </a:solidFill>
                <a:latin typeface="Times New Roman" pitchFamily="18" charset="0"/>
                <a:cs typeface="Times New Roman" pitchFamily="18" charset="0"/>
              </a:rPr>
              <a:t>của</a:t>
            </a:r>
            <a:r>
              <a:rPr lang="en-US" sz="2400" dirty="0">
                <a:solidFill>
                  <a:schemeClr val="bg1"/>
                </a:solidFill>
                <a:latin typeface="Times New Roman" pitchFamily="18" charset="0"/>
                <a:cs typeface="Times New Roman" pitchFamily="18" charset="0"/>
              </a:rPr>
              <a:t> BMNN </a:t>
            </a:r>
            <a:r>
              <a:rPr lang="en-US" sz="2400" dirty="0" err="1">
                <a:solidFill>
                  <a:schemeClr val="bg1"/>
                </a:solidFill>
                <a:latin typeface="Times New Roman" pitchFamily="18" charset="0"/>
                <a:cs typeface="Times New Roman" pitchFamily="18" charset="0"/>
              </a:rPr>
              <a:t>phải</a:t>
            </a:r>
            <a:r>
              <a:rPr lang="en-US" sz="2400" dirty="0">
                <a:solidFill>
                  <a:schemeClr val="bg1"/>
                </a:solidFill>
                <a:latin typeface="Times New Roman" pitchFamily="18" charset="0"/>
                <a:cs typeface="Times New Roman" pitchFamily="18" charset="0"/>
              </a:rPr>
              <a:t> do </a:t>
            </a:r>
            <a:r>
              <a:rPr lang="en-US" sz="2400" dirty="0" err="1">
                <a:solidFill>
                  <a:schemeClr val="bg1"/>
                </a:solidFill>
                <a:latin typeface="Times New Roman" pitchFamily="18" charset="0"/>
                <a:cs typeface="Times New Roman" pitchFamily="18" charset="0"/>
              </a:rPr>
              <a:t>nhân</a:t>
            </a:r>
            <a:r>
              <a:rPr lang="en-US" sz="2400" dirty="0">
                <a:solidFill>
                  <a:schemeClr val="bg1"/>
                </a:solidFill>
                <a:latin typeface="Times New Roman" pitchFamily="18" charset="0"/>
                <a:cs typeface="Times New Roman" pitchFamily="18" charset="0"/>
              </a:rPr>
              <a:t> </a:t>
            </a:r>
            <a:r>
              <a:rPr lang="en-US" sz="2400" dirty="0" err="1">
                <a:solidFill>
                  <a:schemeClr val="bg1"/>
                </a:solidFill>
                <a:latin typeface="Times New Roman" pitchFamily="18" charset="0"/>
                <a:cs typeface="Times New Roman" pitchFamily="18" charset="0"/>
              </a:rPr>
              <a:t>dân</a:t>
            </a:r>
            <a:r>
              <a:rPr lang="en-US" sz="2400" dirty="0">
                <a:solidFill>
                  <a:schemeClr val="bg1"/>
                </a:solidFill>
                <a:latin typeface="Times New Roman" pitchFamily="18" charset="0"/>
                <a:cs typeface="Times New Roman" pitchFamily="18" charset="0"/>
              </a:rPr>
              <a:t> </a:t>
            </a:r>
            <a:r>
              <a:rPr lang="en-US" sz="2400" dirty="0" err="1">
                <a:solidFill>
                  <a:schemeClr val="bg1"/>
                </a:solidFill>
                <a:latin typeface="Times New Roman" pitchFamily="18" charset="0"/>
                <a:cs typeface="Times New Roman" pitchFamily="18" charset="0"/>
              </a:rPr>
              <a:t>làm</a:t>
            </a:r>
            <a:r>
              <a:rPr lang="en-US" sz="2400" dirty="0">
                <a:solidFill>
                  <a:schemeClr val="bg1"/>
                </a:solidFill>
                <a:latin typeface="Times New Roman" pitchFamily="18" charset="0"/>
                <a:cs typeface="Times New Roman" pitchFamily="18" charset="0"/>
              </a:rPr>
              <a:t> </a:t>
            </a:r>
            <a:r>
              <a:rPr lang="en-US" sz="2400" dirty="0" err="1">
                <a:solidFill>
                  <a:schemeClr val="bg1"/>
                </a:solidFill>
                <a:latin typeface="Times New Roman" pitchFamily="18" charset="0"/>
                <a:cs typeface="Times New Roman" pitchFamily="18" charset="0"/>
              </a:rPr>
              <a:t>chủ</a:t>
            </a:r>
            <a:r>
              <a:rPr lang="en-US" sz="2400" dirty="0">
                <a:solidFill>
                  <a:schemeClr val="bg1"/>
                </a:solidFill>
                <a:latin typeface="Times New Roman" pitchFamily="18" charset="0"/>
                <a:cs typeface="Times New Roman" pitchFamily="18" charset="0"/>
              </a:rPr>
              <a:t>, </a:t>
            </a:r>
            <a:r>
              <a:rPr lang="en-US" sz="2400" dirty="0" err="1">
                <a:solidFill>
                  <a:schemeClr val="bg1"/>
                </a:solidFill>
                <a:latin typeface="Times New Roman" pitchFamily="18" charset="0"/>
                <a:cs typeface="Times New Roman" pitchFamily="18" charset="0"/>
              </a:rPr>
              <a:t>tổ</a:t>
            </a:r>
            <a:r>
              <a:rPr lang="en-US" sz="2400" dirty="0">
                <a:solidFill>
                  <a:schemeClr val="bg1"/>
                </a:solidFill>
                <a:latin typeface="Times New Roman" pitchFamily="18" charset="0"/>
                <a:cs typeface="Times New Roman" pitchFamily="18" charset="0"/>
              </a:rPr>
              <a:t> </a:t>
            </a:r>
            <a:r>
              <a:rPr lang="en-US" sz="2400" dirty="0" err="1">
                <a:solidFill>
                  <a:schemeClr val="bg1"/>
                </a:solidFill>
                <a:latin typeface="Times New Roman" pitchFamily="18" charset="0"/>
                <a:cs typeface="Times New Roman" pitchFamily="18" charset="0"/>
              </a:rPr>
              <a:t>chức</a:t>
            </a:r>
            <a:r>
              <a:rPr lang="en-US" sz="2400" dirty="0">
                <a:solidFill>
                  <a:schemeClr val="bg1"/>
                </a:solidFill>
                <a:latin typeface="Times New Roman" pitchFamily="18" charset="0"/>
                <a:cs typeface="Times New Roman" pitchFamily="18" charset="0"/>
              </a:rPr>
              <a:t>, </a:t>
            </a:r>
            <a:r>
              <a:rPr lang="en-US" sz="2400" dirty="0" err="1">
                <a:solidFill>
                  <a:schemeClr val="bg1"/>
                </a:solidFill>
                <a:latin typeface="Times New Roman" pitchFamily="18" charset="0"/>
                <a:cs typeface="Times New Roman" pitchFamily="18" charset="0"/>
              </a:rPr>
              <a:t>thông</a:t>
            </a:r>
            <a:r>
              <a:rPr lang="en-US" sz="2400" dirty="0">
                <a:solidFill>
                  <a:schemeClr val="bg1"/>
                </a:solidFill>
                <a:latin typeface="Times New Roman" pitchFamily="18" charset="0"/>
                <a:cs typeface="Times New Roman" pitchFamily="18" charset="0"/>
              </a:rPr>
              <a:t> qua </a:t>
            </a:r>
            <a:r>
              <a:rPr lang="en-US" sz="2400" dirty="0" err="1">
                <a:solidFill>
                  <a:schemeClr val="bg1"/>
                </a:solidFill>
                <a:latin typeface="Times New Roman" pitchFamily="18" charset="0"/>
                <a:cs typeface="Times New Roman" pitchFamily="18" charset="0"/>
              </a:rPr>
              <a:t>bầu</a:t>
            </a:r>
            <a:r>
              <a:rPr lang="en-US" sz="2400" dirty="0">
                <a:solidFill>
                  <a:schemeClr val="bg1"/>
                </a:solidFill>
                <a:latin typeface="Times New Roman" pitchFamily="18" charset="0"/>
                <a:cs typeface="Times New Roman" pitchFamily="18" charset="0"/>
              </a:rPr>
              <a:t> </a:t>
            </a:r>
            <a:r>
              <a:rPr lang="en-US" sz="2400" dirty="0" err="1">
                <a:solidFill>
                  <a:schemeClr val="bg1"/>
                </a:solidFill>
                <a:latin typeface="Times New Roman" pitchFamily="18" charset="0"/>
                <a:cs typeface="Times New Roman" pitchFamily="18" charset="0"/>
              </a:rPr>
              <a:t>cử</a:t>
            </a:r>
            <a:r>
              <a:rPr lang="en-US" sz="2400" dirty="0">
                <a:solidFill>
                  <a:schemeClr val="bg1"/>
                </a:solidFill>
                <a:latin typeface="Times New Roman" pitchFamily="18" charset="0"/>
                <a:cs typeface="Times New Roman" pitchFamily="18" charset="0"/>
              </a:rPr>
              <a:t> </a:t>
            </a:r>
            <a:r>
              <a:rPr lang="en-US" sz="2400" dirty="0" err="1">
                <a:solidFill>
                  <a:schemeClr val="bg1"/>
                </a:solidFill>
                <a:latin typeface="Times New Roman" pitchFamily="18" charset="0"/>
                <a:cs typeface="Times New Roman" pitchFamily="18" charset="0"/>
              </a:rPr>
              <a:t>để</a:t>
            </a:r>
            <a:r>
              <a:rPr lang="en-US" sz="2400" dirty="0">
                <a:solidFill>
                  <a:schemeClr val="bg1"/>
                </a:solidFill>
                <a:latin typeface="Times New Roman" pitchFamily="18" charset="0"/>
                <a:cs typeface="Times New Roman" pitchFamily="18" charset="0"/>
              </a:rPr>
              <a:t> </a:t>
            </a:r>
            <a:r>
              <a:rPr lang="en-US" sz="2400" dirty="0" err="1">
                <a:solidFill>
                  <a:schemeClr val="bg1"/>
                </a:solidFill>
                <a:latin typeface="Times New Roman" pitchFamily="18" charset="0"/>
                <a:cs typeface="Times New Roman" pitchFamily="18" charset="0"/>
              </a:rPr>
              <a:t>lựa</a:t>
            </a:r>
            <a:r>
              <a:rPr lang="en-US" sz="2400" dirty="0">
                <a:solidFill>
                  <a:schemeClr val="bg1"/>
                </a:solidFill>
                <a:latin typeface="Times New Roman" pitchFamily="18" charset="0"/>
                <a:cs typeface="Times New Roman" pitchFamily="18" charset="0"/>
              </a:rPr>
              <a:t> </a:t>
            </a:r>
            <a:r>
              <a:rPr lang="en-US" sz="2400" dirty="0" err="1">
                <a:solidFill>
                  <a:schemeClr val="bg1"/>
                </a:solidFill>
                <a:latin typeface="Times New Roman" pitchFamily="18" charset="0"/>
                <a:cs typeface="Times New Roman" pitchFamily="18" charset="0"/>
              </a:rPr>
              <a:t>chọn</a:t>
            </a:r>
            <a:r>
              <a:rPr lang="en-US" sz="2400" dirty="0">
                <a:solidFill>
                  <a:schemeClr val="bg1"/>
                </a:solidFill>
                <a:latin typeface="Times New Roman" pitchFamily="18" charset="0"/>
                <a:cs typeface="Times New Roman" pitchFamily="18" charset="0"/>
              </a:rPr>
              <a:t> </a:t>
            </a:r>
            <a:r>
              <a:rPr lang="en-US" sz="2400" dirty="0" err="1">
                <a:solidFill>
                  <a:schemeClr val="bg1"/>
                </a:solidFill>
                <a:latin typeface="Times New Roman" pitchFamily="18" charset="0"/>
                <a:cs typeface="Times New Roman" pitchFamily="18" charset="0"/>
              </a:rPr>
              <a:t>những</a:t>
            </a:r>
            <a:r>
              <a:rPr lang="en-US" sz="2400" dirty="0">
                <a:solidFill>
                  <a:schemeClr val="bg1"/>
                </a:solidFill>
                <a:latin typeface="Times New Roman" pitchFamily="18" charset="0"/>
                <a:cs typeface="Times New Roman" pitchFamily="18" charset="0"/>
              </a:rPr>
              <a:t> </a:t>
            </a:r>
            <a:r>
              <a:rPr lang="en-US" sz="2400" dirty="0" err="1">
                <a:solidFill>
                  <a:schemeClr val="bg1"/>
                </a:solidFill>
                <a:latin typeface="Times New Roman" pitchFamily="18" charset="0"/>
                <a:cs typeface="Times New Roman" pitchFamily="18" charset="0"/>
              </a:rPr>
              <a:t>người</a:t>
            </a:r>
            <a:r>
              <a:rPr lang="en-US" sz="2400" dirty="0">
                <a:solidFill>
                  <a:schemeClr val="bg1"/>
                </a:solidFill>
                <a:latin typeface="Times New Roman" pitchFamily="18" charset="0"/>
                <a:cs typeface="Times New Roman" pitchFamily="18" charset="0"/>
              </a:rPr>
              <a:t> </a:t>
            </a:r>
            <a:r>
              <a:rPr lang="en-US" sz="2400" dirty="0" err="1">
                <a:solidFill>
                  <a:schemeClr val="bg1"/>
                </a:solidFill>
                <a:latin typeface="Times New Roman" pitchFamily="18" charset="0"/>
                <a:cs typeface="Times New Roman" pitchFamily="18" charset="0"/>
              </a:rPr>
              <a:t>được</a:t>
            </a:r>
            <a:r>
              <a:rPr lang="en-US" sz="2400" dirty="0">
                <a:solidFill>
                  <a:schemeClr val="bg1"/>
                </a:solidFill>
                <a:latin typeface="Times New Roman" pitchFamily="18" charset="0"/>
                <a:cs typeface="Times New Roman" pitchFamily="18" charset="0"/>
              </a:rPr>
              <a:t> </a:t>
            </a:r>
            <a:r>
              <a:rPr lang="en-US" sz="2400" dirty="0" err="1">
                <a:solidFill>
                  <a:schemeClr val="bg1"/>
                </a:solidFill>
                <a:latin typeface="Times New Roman" pitchFamily="18" charset="0"/>
                <a:cs typeface="Times New Roman" pitchFamily="18" charset="0"/>
              </a:rPr>
              <a:t>nhân</a:t>
            </a:r>
            <a:r>
              <a:rPr lang="en-US" sz="2400" dirty="0">
                <a:solidFill>
                  <a:schemeClr val="bg1"/>
                </a:solidFill>
                <a:latin typeface="Times New Roman" pitchFamily="18" charset="0"/>
                <a:cs typeface="Times New Roman" pitchFamily="18" charset="0"/>
              </a:rPr>
              <a:t> </a:t>
            </a:r>
            <a:r>
              <a:rPr lang="en-US" sz="2400" dirty="0" err="1">
                <a:solidFill>
                  <a:schemeClr val="bg1"/>
                </a:solidFill>
                <a:latin typeface="Times New Roman" pitchFamily="18" charset="0"/>
                <a:cs typeface="Times New Roman" pitchFamily="18" charset="0"/>
              </a:rPr>
              <a:t>dân</a:t>
            </a:r>
            <a:r>
              <a:rPr lang="en-US" sz="2400" dirty="0">
                <a:solidFill>
                  <a:schemeClr val="bg1"/>
                </a:solidFill>
                <a:latin typeface="Times New Roman" pitchFamily="18" charset="0"/>
                <a:cs typeface="Times New Roman" pitchFamily="18" charset="0"/>
              </a:rPr>
              <a:t> </a:t>
            </a:r>
            <a:r>
              <a:rPr lang="en-US" sz="2400" dirty="0" err="1">
                <a:solidFill>
                  <a:schemeClr val="bg1"/>
                </a:solidFill>
                <a:latin typeface="Times New Roman" pitchFamily="18" charset="0"/>
                <a:cs typeface="Times New Roman" pitchFamily="18" charset="0"/>
              </a:rPr>
              <a:t>tín</a:t>
            </a:r>
            <a:r>
              <a:rPr lang="en-US" sz="2400" dirty="0">
                <a:solidFill>
                  <a:schemeClr val="bg1"/>
                </a:solidFill>
                <a:latin typeface="Times New Roman" pitchFamily="18" charset="0"/>
                <a:cs typeface="Times New Roman" pitchFamily="18" charset="0"/>
              </a:rPr>
              <a:t> </a:t>
            </a:r>
            <a:r>
              <a:rPr lang="en-US" sz="2400" dirty="0" err="1">
                <a:solidFill>
                  <a:schemeClr val="bg1"/>
                </a:solidFill>
                <a:latin typeface="Times New Roman" pitchFamily="18" charset="0"/>
                <a:cs typeface="Times New Roman" pitchFamily="18" charset="0"/>
              </a:rPr>
              <a:t>nhiệm</a:t>
            </a:r>
            <a:r>
              <a:rPr lang="en-US" sz="2400" dirty="0">
                <a:solidFill>
                  <a:schemeClr val="bg1"/>
                </a:solidFill>
                <a:latin typeface="Times New Roman" pitchFamily="18" charset="0"/>
                <a:cs typeface="Times New Roman" pitchFamily="18" charset="0"/>
              </a:rPr>
              <a:t>, </a:t>
            </a:r>
            <a:r>
              <a:rPr lang="en-US" sz="2400" dirty="0" err="1">
                <a:solidFill>
                  <a:schemeClr val="bg1"/>
                </a:solidFill>
                <a:latin typeface="Times New Roman" pitchFamily="18" charset="0"/>
                <a:cs typeface="Times New Roman" pitchFamily="18" charset="0"/>
              </a:rPr>
              <a:t>thay</a:t>
            </a:r>
            <a:r>
              <a:rPr lang="en-US" sz="2400" dirty="0">
                <a:solidFill>
                  <a:schemeClr val="bg1"/>
                </a:solidFill>
                <a:latin typeface="Times New Roman" pitchFamily="18" charset="0"/>
                <a:cs typeface="Times New Roman" pitchFamily="18" charset="0"/>
              </a:rPr>
              <a:t> </a:t>
            </a:r>
            <a:r>
              <a:rPr lang="en-US" sz="2400" dirty="0" err="1">
                <a:solidFill>
                  <a:schemeClr val="bg1"/>
                </a:solidFill>
                <a:latin typeface="Times New Roman" pitchFamily="18" charset="0"/>
                <a:cs typeface="Times New Roman" pitchFamily="18" charset="0"/>
              </a:rPr>
              <a:t>mặt</a:t>
            </a:r>
            <a:r>
              <a:rPr lang="en-US" sz="2400" dirty="0">
                <a:solidFill>
                  <a:schemeClr val="bg1"/>
                </a:solidFill>
                <a:latin typeface="Times New Roman" pitchFamily="18" charset="0"/>
                <a:cs typeface="Times New Roman" pitchFamily="18" charset="0"/>
              </a:rPr>
              <a:t> </a:t>
            </a:r>
            <a:r>
              <a:rPr lang="en-US" sz="2400" dirty="0" err="1">
                <a:solidFill>
                  <a:schemeClr val="bg1"/>
                </a:solidFill>
                <a:latin typeface="Times New Roman" pitchFamily="18" charset="0"/>
                <a:cs typeface="Times New Roman" pitchFamily="18" charset="0"/>
              </a:rPr>
              <a:t>nhân</a:t>
            </a:r>
            <a:r>
              <a:rPr lang="en-US" sz="2400" dirty="0">
                <a:solidFill>
                  <a:schemeClr val="bg1"/>
                </a:solidFill>
                <a:latin typeface="Times New Roman" pitchFamily="18" charset="0"/>
                <a:cs typeface="Times New Roman" pitchFamily="18" charset="0"/>
              </a:rPr>
              <a:t> </a:t>
            </a:r>
            <a:r>
              <a:rPr lang="en-US" sz="2400" dirty="0" err="1">
                <a:solidFill>
                  <a:schemeClr val="bg1"/>
                </a:solidFill>
                <a:latin typeface="Times New Roman" pitchFamily="18" charset="0"/>
                <a:cs typeface="Times New Roman" pitchFamily="18" charset="0"/>
              </a:rPr>
              <a:t>dân</a:t>
            </a:r>
            <a:r>
              <a:rPr lang="en-US" sz="2400" dirty="0">
                <a:solidFill>
                  <a:schemeClr val="bg1"/>
                </a:solidFill>
                <a:latin typeface="Times New Roman" pitchFamily="18" charset="0"/>
                <a:cs typeface="Times New Roman" pitchFamily="18" charset="0"/>
              </a:rPr>
              <a:t> </a:t>
            </a:r>
            <a:r>
              <a:rPr lang="en-US" sz="2400" dirty="0" err="1">
                <a:solidFill>
                  <a:schemeClr val="bg1"/>
                </a:solidFill>
                <a:latin typeface="Times New Roman" pitchFamily="18" charset="0"/>
                <a:cs typeface="Times New Roman" pitchFamily="18" charset="0"/>
              </a:rPr>
              <a:t>và</a:t>
            </a:r>
            <a:r>
              <a:rPr lang="en-US" sz="2400" dirty="0">
                <a:solidFill>
                  <a:schemeClr val="bg1"/>
                </a:solidFill>
                <a:latin typeface="Times New Roman" pitchFamily="18" charset="0"/>
                <a:cs typeface="Times New Roman" pitchFamily="18" charset="0"/>
              </a:rPr>
              <a:t> </a:t>
            </a:r>
            <a:r>
              <a:rPr lang="en-US" sz="2400" dirty="0" err="1">
                <a:solidFill>
                  <a:schemeClr val="bg1"/>
                </a:solidFill>
                <a:latin typeface="Times New Roman" pitchFamily="18" charset="0"/>
                <a:cs typeface="Times New Roman" pitchFamily="18" charset="0"/>
              </a:rPr>
              <a:t>phục</a:t>
            </a:r>
            <a:r>
              <a:rPr lang="en-US" sz="2400" dirty="0">
                <a:solidFill>
                  <a:schemeClr val="bg1"/>
                </a:solidFill>
                <a:latin typeface="Times New Roman" pitchFamily="18" charset="0"/>
                <a:cs typeface="Times New Roman" pitchFamily="18" charset="0"/>
              </a:rPr>
              <a:t> </a:t>
            </a:r>
            <a:r>
              <a:rPr lang="en-US" sz="2400" dirty="0" err="1">
                <a:solidFill>
                  <a:schemeClr val="bg1"/>
                </a:solidFill>
                <a:latin typeface="Times New Roman" pitchFamily="18" charset="0"/>
                <a:cs typeface="Times New Roman" pitchFamily="18" charset="0"/>
              </a:rPr>
              <a:t>vụ</a:t>
            </a:r>
            <a:r>
              <a:rPr lang="en-US" sz="2400" dirty="0">
                <a:solidFill>
                  <a:schemeClr val="bg1"/>
                </a:solidFill>
                <a:latin typeface="Times New Roman" pitchFamily="18" charset="0"/>
                <a:cs typeface="Times New Roman" pitchFamily="18" charset="0"/>
              </a:rPr>
              <a:t> </a:t>
            </a:r>
            <a:r>
              <a:rPr lang="en-US" sz="2400" dirty="0" err="1">
                <a:solidFill>
                  <a:schemeClr val="bg1"/>
                </a:solidFill>
                <a:latin typeface="Times New Roman" pitchFamily="18" charset="0"/>
                <a:cs typeface="Times New Roman" pitchFamily="18" charset="0"/>
              </a:rPr>
              <a:t>lợi</a:t>
            </a:r>
            <a:r>
              <a:rPr lang="en-US" sz="2400" dirty="0">
                <a:solidFill>
                  <a:schemeClr val="bg1"/>
                </a:solidFill>
                <a:latin typeface="Times New Roman" pitchFamily="18" charset="0"/>
                <a:cs typeface="Times New Roman" pitchFamily="18" charset="0"/>
              </a:rPr>
              <a:t> </a:t>
            </a:r>
            <a:r>
              <a:rPr lang="en-US" sz="2400" dirty="0" err="1">
                <a:solidFill>
                  <a:schemeClr val="bg1"/>
                </a:solidFill>
                <a:latin typeface="Times New Roman" pitchFamily="18" charset="0"/>
                <a:cs typeface="Times New Roman" pitchFamily="18" charset="0"/>
              </a:rPr>
              <a:t>ích</a:t>
            </a:r>
            <a:r>
              <a:rPr lang="en-US" sz="2400" dirty="0">
                <a:solidFill>
                  <a:schemeClr val="bg1"/>
                </a:solidFill>
                <a:latin typeface="Times New Roman" pitchFamily="18" charset="0"/>
                <a:cs typeface="Times New Roman" pitchFamily="18" charset="0"/>
              </a:rPr>
              <a:t> </a:t>
            </a:r>
            <a:r>
              <a:rPr lang="en-US" sz="2400" dirty="0" err="1">
                <a:solidFill>
                  <a:schemeClr val="bg1"/>
                </a:solidFill>
                <a:latin typeface="Times New Roman" pitchFamily="18" charset="0"/>
                <a:cs typeface="Times New Roman" pitchFamily="18" charset="0"/>
              </a:rPr>
              <a:t>cho</a:t>
            </a:r>
            <a:r>
              <a:rPr lang="en-US" sz="2400" dirty="0">
                <a:solidFill>
                  <a:schemeClr val="bg1"/>
                </a:solidFill>
                <a:latin typeface="Times New Roman" pitchFamily="18" charset="0"/>
                <a:cs typeface="Times New Roman" pitchFamily="18" charset="0"/>
              </a:rPr>
              <a:t> </a:t>
            </a:r>
            <a:r>
              <a:rPr lang="en-US" sz="2400" dirty="0" err="1">
                <a:solidFill>
                  <a:schemeClr val="bg1"/>
                </a:solidFill>
                <a:latin typeface="Times New Roman" pitchFamily="18" charset="0"/>
                <a:cs typeface="Times New Roman" pitchFamily="18" charset="0"/>
              </a:rPr>
              <a:t>toàn</a:t>
            </a:r>
            <a:r>
              <a:rPr lang="en-US" sz="2400" dirty="0">
                <a:solidFill>
                  <a:schemeClr val="bg1"/>
                </a:solidFill>
                <a:latin typeface="Times New Roman" pitchFamily="18" charset="0"/>
                <a:cs typeface="Times New Roman" pitchFamily="18" charset="0"/>
              </a:rPr>
              <a:t> </a:t>
            </a:r>
            <a:r>
              <a:rPr lang="en-US" sz="2400" dirty="0" err="1">
                <a:solidFill>
                  <a:schemeClr val="bg1"/>
                </a:solidFill>
                <a:latin typeface="Times New Roman" pitchFamily="18" charset="0"/>
                <a:cs typeface="Times New Roman" pitchFamily="18" charset="0"/>
              </a:rPr>
              <a:t>thể</a:t>
            </a:r>
            <a:r>
              <a:rPr lang="en-US" sz="2400" dirty="0">
                <a:solidFill>
                  <a:schemeClr val="bg1"/>
                </a:solidFill>
                <a:latin typeface="Times New Roman" pitchFamily="18" charset="0"/>
                <a:cs typeface="Times New Roman" pitchFamily="18" charset="0"/>
              </a:rPr>
              <a:t> </a:t>
            </a:r>
            <a:r>
              <a:rPr lang="en-US" sz="2400" dirty="0" err="1">
                <a:solidFill>
                  <a:schemeClr val="bg1"/>
                </a:solidFill>
                <a:latin typeface="Times New Roman" pitchFamily="18" charset="0"/>
                <a:cs typeface="Times New Roman" pitchFamily="18" charset="0"/>
              </a:rPr>
              <a:t>nhân</a:t>
            </a:r>
            <a:r>
              <a:rPr lang="en-US" sz="2400" dirty="0">
                <a:solidFill>
                  <a:schemeClr val="bg1"/>
                </a:solidFill>
                <a:latin typeface="Times New Roman" pitchFamily="18" charset="0"/>
                <a:cs typeface="Times New Roman" pitchFamily="18" charset="0"/>
              </a:rPr>
              <a:t> </a:t>
            </a:r>
            <a:r>
              <a:rPr lang="en-US" sz="2400" dirty="0" err="1">
                <a:solidFill>
                  <a:schemeClr val="bg1"/>
                </a:solidFill>
                <a:latin typeface="Times New Roman" pitchFamily="18" charset="0"/>
                <a:cs typeface="Times New Roman" pitchFamily="18" charset="0"/>
              </a:rPr>
              <a:t>dân</a:t>
            </a:r>
            <a:endParaRPr lang="en-US" sz="2400" dirty="0">
              <a:solidFill>
                <a:schemeClr val="bg1"/>
              </a:solidFill>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5"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fltVal val="0"/>
                                          </p:val>
                                        </p:tav>
                                        <p:tav tm="100000">
                                          <p:val>
                                            <p:strVal val="#ppt_w"/>
                                          </p:val>
                                        </p:tav>
                                      </p:tavLst>
                                    </p:anim>
                                    <p:anim calcmode="lin" valueType="num">
                                      <p:cBhvr>
                                        <p:cTn id="8" dur="1000" fill="hold"/>
                                        <p:tgtEl>
                                          <p:spTgt spid="2"/>
                                        </p:tgtEl>
                                        <p:attrNameLst>
                                          <p:attrName>ppt_h</p:attrName>
                                        </p:attrNameLst>
                                      </p:cBhvr>
                                      <p:tavLst>
                                        <p:tav tm="0">
                                          <p:val>
                                            <p:fltVal val="0"/>
                                          </p:val>
                                        </p:tav>
                                        <p:tav tm="100000">
                                          <p:val>
                                            <p:strVal val="#ppt_h"/>
                                          </p:val>
                                        </p:tav>
                                      </p:tavLst>
                                    </p:anim>
                                    <p:anim calcmode="lin" valueType="num">
                                      <p:cBhvr>
                                        <p:cTn id="9" dur="1000" fill="hold"/>
                                        <p:tgtEl>
                                          <p:spTgt spid="2"/>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2"/>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1" fill="hold">
                      <p:stCondLst>
                        <p:cond delay="indefinite"/>
                      </p:stCondLst>
                      <p:childTnLst>
                        <p:par>
                          <p:cTn id="12" fill="hold">
                            <p:stCondLst>
                              <p:cond delay="0"/>
                            </p:stCondLst>
                            <p:childTnLst>
                              <p:par>
                                <p:cTn id="13" presetID="40" presetClass="entr" presetSubtype="0" fill="hold" grpId="0" nodeType="clickEffect">
                                  <p:stCondLst>
                                    <p:cond delay="0"/>
                                  </p:stCondLst>
                                  <p:iterate type="lt">
                                    <p:tmPct val="10000"/>
                                  </p:iterate>
                                  <p:childTnLst>
                                    <p:set>
                                      <p:cBhvr>
                                        <p:cTn id="14" dur="1" fill="hold">
                                          <p:stCondLst>
                                            <p:cond delay="0"/>
                                          </p:stCondLst>
                                        </p:cTn>
                                        <p:tgtEl>
                                          <p:spTgt spid="4"/>
                                        </p:tgtEl>
                                        <p:attrNameLst>
                                          <p:attrName>style.visibility</p:attrName>
                                        </p:attrNameLst>
                                      </p:cBhvr>
                                      <p:to>
                                        <p:strVal val="visible"/>
                                      </p:to>
                                    </p:set>
                                    <p:animEffect transition="in" filter="fade">
                                      <p:cBhvr>
                                        <p:cTn id="15" dur="1000"/>
                                        <p:tgtEl>
                                          <p:spTgt spid="4"/>
                                        </p:tgtEl>
                                      </p:cBhvr>
                                    </p:animEffect>
                                    <p:anim calcmode="lin" valueType="num">
                                      <p:cBhvr>
                                        <p:cTn id="16" dur="1000" fill="hold"/>
                                        <p:tgtEl>
                                          <p:spTgt spid="4"/>
                                        </p:tgtEl>
                                        <p:attrNameLst>
                                          <p:attrName>ppt_x</p:attrName>
                                        </p:attrNameLst>
                                      </p:cBhvr>
                                      <p:tavLst>
                                        <p:tav tm="0">
                                          <p:val>
                                            <p:strVal val="#ppt_x-.1"/>
                                          </p:val>
                                        </p:tav>
                                        <p:tav tm="100000">
                                          <p:val>
                                            <p:strVal val="#ppt_x"/>
                                          </p:val>
                                        </p:tav>
                                      </p:tavLst>
                                    </p:anim>
                                    <p:anim calcmode="lin" valueType="num">
                                      <p:cBhvr>
                                        <p:cTn id="17" dur="10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0" presetClass="entr" presetSubtype="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edge">
                                      <p:cBhvr>
                                        <p:cTn id="22" dur="20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20"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wedge">
                                      <p:cBhvr>
                                        <p:cTn id="27"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animBg="1"/>
      <p:bldP spid="5" grpId="0" animBg="1"/>
      <p:bldP spid="6"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solidFill>
                  <a:schemeClr val="tx1"/>
                </a:solidFill>
                <a:latin typeface="Times New Roman" pitchFamily="18" charset="0"/>
                <a:cs typeface="Times New Roman" pitchFamily="18" charset="0"/>
              </a:rPr>
              <a:t>4. </a:t>
            </a:r>
            <a:r>
              <a:rPr lang="en-US" dirty="0" err="1">
                <a:solidFill>
                  <a:schemeClr val="tx1"/>
                </a:solidFill>
                <a:latin typeface="Times New Roman" pitchFamily="18" charset="0"/>
                <a:cs typeface="Times New Roman" pitchFamily="18" charset="0"/>
              </a:rPr>
              <a:t>Nguyên</a:t>
            </a:r>
            <a:r>
              <a:rPr lang="en-US" dirty="0">
                <a:solidFill>
                  <a:schemeClr val="tx1"/>
                </a:solidFill>
                <a:latin typeface="Times New Roman" pitchFamily="18" charset="0"/>
                <a:cs typeface="Times New Roman" pitchFamily="18" charset="0"/>
              </a:rPr>
              <a:t> </a:t>
            </a:r>
            <a:r>
              <a:rPr lang="en-US" dirty="0" err="1">
                <a:solidFill>
                  <a:schemeClr val="tx1"/>
                </a:solidFill>
                <a:latin typeface="Times New Roman" pitchFamily="18" charset="0"/>
                <a:cs typeface="Times New Roman" pitchFamily="18" charset="0"/>
              </a:rPr>
              <a:t>tắc</a:t>
            </a:r>
            <a:r>
              <a:rPr lang="en-US" dirty="0">
                <a:solidFill>
                  <a:schemeClr val="tx1"/>
                </a:solidFill>
                <a:latin typeface="Times New Roman" pitchFamily="18" charset="0"/>
                <a:cs typeface="Times New Roman" pitchFamily="18" charset="0"/>
              </a:rPr>
              <a:t> </a:t>
            </a:r>
            <a:r>
              <a:rPr lang="en-US" dirty="0" err="1">
                <a:solidFill>
                  <a:schemeClr val="tx1"/>
                </a:solidFill>
                <a:latin typeface="Times New Roman" pitchFamily="18" charset="0"/>
                <a:cs typeface="Times New Roman" pitchFamily="18" charset="0"/>
              </a:rPr>
              <a:t>pháp</a:t>
            </a:r>
            <a:r>
              <a:rPr lang="en-US" dirty="0">
                <a:solidFill>
                  <a:schemeClr val="tx1"/>
                </a:solidFill>
                <a:latin typeface="Times New Roman" pitchFamily="18" charset="0"/>
                <a:cs typeface="Times New Roman" pitchFamily="18" charset="0"/>
              </a:rPr>
              <a:t> </a:t>
            </a:r>
            <a:r>
              <a:rPr lang="en-US" dirty="0" err="1">
                <a:solidFill>
                  <a:schemeClr val="tx1"/>
                </a:solidFill>
                <a:latin typeface="Times New Roman" pitchFamily="18" charset="0"/>
                <a:cs typeface="Times New Roman" pitchFamily="18" charset="0"/>
              </a:rPr>
              <a:t>chế</a:t>
            </a:r>
            <a:r>
              <a:rPr lang="en-US" dirty="0">
                <a:solidFill>
                  <a:schemeClr val="tx1"/>
                </a:solidFill>
                <a:latin typeface="Times New Roman" pitchFamily="18" charset="0"/>
                <a:cs typeface="Times New Roman" pitchFamily="18" charset="0"/>
              </a:rPr>
              <a:t> XHCN </a:t>
            </a:r>
            <a:r>
              <a:rPr lang="en-US" dirty="0" err="1">
                <a:solidFill>
                  <a:schemeClr val="tx1"/>
                </a:solidFill>
                <a:latin typeface="Times New Roman" pitchFamily="18" charset="0"/>
                <a:cs typeface="Times New Roman" pitchFamily="18" charset="0"/>
              </a:rPr>
              <a:t>trong</a:t>
            </a:r>
            <a:r>
              <a:rPr lang="en-US" dirty="0">
                <a:solidFill>
                  <a:schemeClr val="tx1"/>
                </a:solidFill>
                <a:latin typeface="Times New Roman" pitchFamily="18" charset="0"/>
                <a:cs typeface="Times New Roman" pitchFamily="18" charset="0"/>
              </a:rPr>
              <a:t> </a:t>
            </a:r>
            <a:r>
              <a:rPr lang="en-US" dirty="0" err="1">
                <a:solidFill>
                  <a:schemeClr val="tx1"/>
                </a:solidFill>
                <a:latin typeface="Times New Roman" pitchFamily="18" charset="0"/>
                <a:cs typeface="Times New Roman" pitchFamily="18" charset="0"/>
              </a:rPr>
              <a:t>tổ</a:t>
            </a:r>
            <a:r>
              <a:rPr lang="en-US" dirty="0">
                <a:solidFill>
                  <a:schemeClr val="tx1"/>
                </a:solidFill>
                <a:latin typeface="Times New Roman" pitchFamily="18" charset="0"/>
                <a:cs typeface="Times New Roman" pitchFamily="18" charset="0"/>
              </a:rPr>
              <a:t> </a:t>
            </a:r>
            <a:r>
              <a:rPr lang="en-US" dirty="0" err="1">
                <a:solidFill>
                  <a:schemeClr val="tx1"/>
                </a:solidFill>
                <a:latin typeface="Times New Roman" pitchFamily="18" charset="0"/>
                <a:cs typeface="Times New Roman" pitchFamily="18" charset="0"/>
              </a:rPr>
              <a:t>chức</a:t>
            </a:r>
            <a:r>
              <a:rPr lang="en-US" dirty="0">
                <a:solidFill>
                  <a:schemeClr val="tx1"/>
                </a:solidFill>
                <a:latin typeface="Times New Roman" pitchFamily="18" charset="0"/>
                <a:cs typeface="Times New Roman" pitchFamily="18" charset="0"/>
              </a:rPr>
              <a:t> </a:t>
            </a:r>
            <a:r>
              <a:rPr lang="en-US" dirty="0" err="1">
                <a:solidFill>
                  <a:schemeClr val="tx1"/>
                </a:solidFill>
                <a:latin typeface="Times New Roman" pitchFamily="18" charset="0"/>
                <a:cs typeface="Times New Roman" pitchFamily="18" charset="0"/>
              </a:rPr>
              <a:t>và</a:t>
            </a:r>
            <a:r>
              <a:rPr lang="en-US" dirty="0">
                <a:solidFill>
                  <a:schemeClr val="tx1"/>
                </a:solidFill>
                <a:latin typeface="Times New Roman" pitchFamily="18" charset="0"/>
                <a:cs typeface="Times New Roman" pitchFamily="18" charset="0"/>
              </a:rPr>
              <a:t> </a:t>
            </a:r>
            <a:r>
              <a:rPr lang="en-US" dirty="0" err="1">
                <a:solidFill>
                  <a:schemeClr val="tx1"/>
                </a:solidFill>
                <a:latin typeface="Times New Roman" pitchFamily="18" charset="0"/>
                <a:cs typeface="Times New Roman" pitchFamily="18" charset="0"/>
              </a:rPr>
              <a:t>hoạt</a:t>
            </a:r>
            <a:r>
              <a:rPr lang="en-US" dirty="0">
                <a:solidFill>
                  <a:schemeClr val="tx1"/>
                </a:solidFill>
                <a:latin typeface="Times New Roman" pitchFamily="18" charset="0"/>
                <a:cs typeface="Times New Roman" pitchFamily="18" charset="0"/>
              </a:rPr>
              <a:t> </a:t>
            </a:r>
            <a:r>
              <a:rPr lang="en-US" dirty="0" err="1">
                <a:solidFill>
                  <a:schemeClr val="tx1"/>
                </a:solidFill>
                <a:latin typeface="Times New Roman" pitchFamily="18" charset="0"/>
                <a:cs typeface="Times New Roman" pitchFamily="18" charset="0"/>
              </a:rPr>
              <a:t>động</a:t>
            </a:r>
            <a:r>
              <a:rPr lang="en-US" dirty="0">
                <a:solidFill>
                  <a:schemeClr val="tx1"/>
                </a:solidFill>
                <a:latin typeface="Times New Roman" pitchFamily="18" charset="0"/>
                <a:cs typeface="Times New Roman" pitchFamily="18" charset="0"/>
              </a:rPr>
              <a:t> </a:t>
            </a:r>
            <a:r>
              <a:rPr lang="en-US" dirty="0" err="1">
                <a:solidFill>
                  <a:schemeClr val="tx1"/>
                </a:solidFill>
                <a:latin typeface="Times New Roman" pitchFamily="18" charset="0"/>
                <a:cs typeface="Times New Roman" pitchFamily="18" charset="0"/>
              </a:rPr>
              <a:t>của</a:t>
            </a:r>
            <a:r>
              <a:rPr lang="en-US" dirty="0">
                <a:solidFill>
                  <a:schemeClr val="tx1"/>
                </a:solidFill>
                <a:latin typeface="Times New Roman" pitchFamily="18" charset="0"/>
                <a:cs typeface="Times New Roman" pitchFamily="18" charset="0"/>
              </a:rPr>
              <a:t> BMNN</a:t>
            </a:r>
          </a:p>
        </p:txBody>
      </p:sp>
      <p:sp>
        <p:nvSpPr>
          <p:cNvPr id="5" name="Oval 4"/>
          <p:cNvSpPr/>
          <p:nvPr/>
        </p:nvSpPr>
        <p:spPr>
          <a:xfrm>
            <a:off x="0" y="2129999"/>
            <a:ext cx="1828800" cy="17526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dirty="0" err="1">
                <a:latin typeface="Times New Roman" pitchFamily="18" charset="0"/>
                <a:cs typeface="Times New Roman" pitchFamily="18" charset="0"/>
              </a:rPr>
              <a:t>Cơ</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sở</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lý</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luận</a:t>
            </a:r>
            <a:endParaRPr lang="en-US" sz="2400" dirty="0">
              <a:latin typeface="Times New Roman" pitchFamily="18" charset="0"/>
              <a:cs typeface="Times New Roman" pitchFamily="18" charset="0"/>
            </a:endParaRPr>
          </a:p>
        </p:txBody>
      </p:sp>
      <p:sp>
        <p:nvSpPr>
          <p:cNvPr id="8" name="TextBox 7"/>
          <p:cNvSpPr txBox="1"/>
          <p:nvPr/>
        </p:nvSpPr>
        <p:spPr>
          <a:xfrm>
            <a:off x="3352800" y="3135204"/>
            <a:ext cx="5486400" cy="1200329"/>
          </a:xfrm>
          <a:prstGeom prst="rect">
            <a:avLst/>
          </a:prstGeom>
        </p:spPr>
        <p:style>
          <a:lnRef idx="1">
            <a:schemeClr val="accent6"/>
          </a:lnRef>
          <a:fillRef idx="2">
            <a:schemeClr val="accent6"/>
          </a:fillRef>
          <a:effectRef idx="1">
            <a:schemeClr val="accent6"/>
          </a:effectRef>
          <a:fontRef idx="minor">
            <a:schemeClr val="dk1"/>
          </a:fontRef>
        </p:style>
        <p:txBody>
          <a:bodyPr wrap="square" rtlCol="0">
            <a:spAutoFit/>
          </a:bodyPr>
          <a:lstStyle/>
          <a:p>
            <a:pPr algn="just"/>
            <a:r>
              <a:rPr lang="en-US" sz="2400" dirty="0">
                <a:solidFill>
                  <a:schemeClr val="bg1"/>
                </a:solidFill>
                <a:latin typeface="Times New Roman" pitchFamily="18" charset="0"/>
                <a:cs typeface="Times New Roman" pitchFamily="18" charset="0"/>
              </a:rPr>
              <a:t>BMNN </a:t>
            </a:r>
            <a:r>
              <a:rPr lang="en-US" sz="2400" dirty="0" err="1">
                <a:solidFill>
                  <a:schemeClr val="bg1"/>
                </a:solidFill>
                <a:latin typeface="Times New Roman" pitchFamily="18" charset="0"/>
                <a:cs typeface="Times New Roman" pitchFamily="18" charset="0"/>
              </a:rPr>
              <a:t>là</a:t>
            </a:r>
            <a:r>
              <a:rPr lang="en-US" sz="2400" dirty="0">
                <a:solidFill>
                  <a:schemeClr val="bg1"/>
                </a:solidFill>
                <a:latin typeface="Times New Roman" pitchFamily="18" charset="0"/>
                <a:cs typeface="Times New Roman" pitchFamily="18" charset="0"/>
              </a:rPr>
              <a:t> </a:t>
            </a:r>
            <a:r>
              <a:rPr lang="en-US" sz="2400" dirty="0" err="1">
                <a:solidFill>
                  <a:schemeClr val="bg1"/>
                </a:solidFill>
                <a:latin typeface="Times New Roman" pitchFamily="18" charset="0"/>
                <a:cs typeface="Times New Roman" pitchFamily="18" charset="0"/>
              </a:rPr>
              <a:t>một</a:t>
            </a:r>
            <a:r>
              <a:rPr lang="en-US" sz="2400" dirty="0">
                <a:solidFill>
                  <a:schemeClr val="bg1"/>
                </a:solidFill>
                <a:latin typeface="Times New Roman" pitchFamily="18" charset="0"/>
                <a:cs typeface="Times New Roman" pitchFamily="18" charset="0"/>
              </a:rPr>
              <a:t> </a:t>
            </a:r>
            <a:r>
              <a:rPr lang="en-US" sz="2400" dirty="0" err="1">
                <a:solidFill>
                  <a:schemeClr val="bg1"/>
                </a:solidFill>
                <a:latin typeface="Times New Roman" pitchFamily="18" charset="0"/>
                <a:cs typeface="Times New Roman" pitchFamily="18" charset="0"/>
              </a:rPr>
              <a:t>hệ</a:t>
            </a:r>
            <a:r>
              <a:rPr lang="en-US" sz="2400" dirty="0">
                <a:solidFill>
                  <a:schemeClr val="bg1"/>
                </a:solidFill>
                <a:latin typeface="Times New Roman" pitchFamily="18" charset="0"/>
                <a:cs typeface="Times New Roman" pitchFamily="18" charset="0"/>
              </a:rPr>
              <a:t> </a:t>
            </a:r>
            <a:r>
              <a:rPr lang="en-US" sz="2400" dirty="0" err="1">
                <a:solidFill>
                  <a:schemeClr val="bg1"/>
                </a:solidFill>
                <a:latin typeface="Times New Roman" pitchFamily="18" charset="0"/>
                <a:cs typeface="Times New Roman" pitchFamily="18" charset="0"/>
              </a:rPr>
              <a:t>thống</a:t>
            </a:r>
            <a:r>
              <a:rPr lang="en-US" sz="2400" dirty="0">
                <a:solidFill>
                  <a:schemeClr val="bg1"/>
                </a:solidFill>
                <a:latin typeface="Times New Roman" pitchFamily="18" charset="0"/>
                <a:cs typeface="Times New Roman" pitchFamily="18" charset="0"/>
              </a:rPr>
              <a:t> </a:t>
            </a:r>
            <a:r>
              <a:rPr lang="en-US" sz="2400" dirty="0" err="1">
                <a:solidFill>
                  <a:schemeClr val="bg1"/>
                </a:solidFill>
                <a:latin typeface="Times New Roman" pitchFamily="18" charset="0"/>
                <a:cs typeface="Times New Roman" pitchFamily="18" charset="0"/>
              </a:rPr>
              <a:t>các</a:t>
            </a:r>
            <a:r>
              <a:rPr lang="en-US" sz="2400" dirty="0">
                <a:solidFill>
                  <a:schemeClr val="bg1"/>
                </a:solidFill>
                <a:latin typeface="Times New Roman" pitchFamily="18" charset="0"/>
                <a:cs typeface="Times New Roman" pitchFamily="18" charset="0"/>
              </a:rPr>
              <a:t> </a:t>
            </a:r>
            <a:r>
              <a:rPr lang="en-US" sz="2400" dirty="0" err="1">
                <a:solidFill>
                  <a:schemeClr val="bg1"/>
                </a:solidFill>
                <a:latin typeface="Times New Roman" pitchFamily="18" charset="0"/>
                <a:cs typeface="Times New Roman" pitchFamily="18" charset="0"/>
              </a:rPr>
              <a:t>cơ</a:t>
            </a:r>
            <a:r>
              <a:rPr lang="en-US" sz="2400" dirty="0">
                <a:solidFill>
                  <a:schemeClr val="bg1"/>
                </a:solidFill>
                <a:latin typeface="Times New Roman" pitchFamily="18" charset="0"/>
                <a:cs typeface="Times New Roman" pitchFamily="18" charset="0"/>
              </a:rPr>
              <a:t> </a:t>
            </a:r>
            <a:r>
              <a:rPr lang="en-US" sz="2400" dirty="0" err="1">
                <a:solidFill>
                  <a:schemeClr val="bg1"/>
                </a:solidFill>
                <a:latin typeface="Times New Roman" pitchFamily="18" charset="0"/>
                <a:cs typeface="Times New Roman" pitchFamily="18" charset="0"/>
              </a:rPr>
              <a:t>quan</a:t>
            </a:r>
            <a:r>
              <a:rPr lang="en-US" sz="2400" dirty="0">
                <a:solidFill>
                  <a:schemeClr val="bg1"/>
                </a:solidFill>
                <a:latin typeface="Times New Roman" pitchFamily="18" charset="0"/>
                <a:cs typeface="Times New Roman" pitchFamily="18" charset="0"/>
              </a:rPr>
              <a:t> </a:t>
            </a:r>
            <a:r>
              <a:rPr lang="en-US" sz="2400" dirty="0" err="1">
                <a:solidFill>
                  <a:schemeClr val="bg1"/>
                </a:solidFill>
                <a:latin typeface="Times New Roman" pitchFamily="18" charset="0"/>
                <a:cs typeface="Times New Roman" pitchFamily="18" charset="0"/>
              </a:rPr>
              <a:t>khác</a:t>
            </a:r>
            <a:r>
              <a:rPr lang="en-US" sz="2400" dirty="0">
                <a:solidFill>
                  <a:schemeClr val="bg1"/>
                </a:solidFill>
                <a:latin typeface="Times New Roman" pitchFamily="18" charset="0"/>
                <a:cs typeface="Times New Roman" pitchFamily="18" charset="0"/>
              </a:rPr>
              <a:t> </a:t>
            </a:r>
            <a:r>
              <a:rPr lang="en-US" sz="2400" dirty="0" err="1">
                <a:solidFill>
                  <a:schemeClr val="bg1"/>
                </a:solidFill>
                <a:latin typeface="Times New Roman" pitchFamily="18" charset="0"/>
                <a:cs typeface="Times New Roman" pitchFamily="18" charset="0"/>
              </a:rPr>
              <a:t>nhau</a:t>
            </a:r>
            <a:r>
              <a:rPr lang="en-US" sz="2400" dirty="0">
                <a:solidFill>
                  <a:schemeClr val="bg1"/>
                </a:solidFill>
                <a:latin typeface="Times New Roman" pitchFamily="18" charset="0"/>
                <a:cs typeface="Times New Roman" pitchFamily="18" charset="0"/>
              </a:rPr>
              <a:t>, </a:t>
            </a:r>
            <a:r>
              <a:rPr lang="en-US" sz="2400" dirty="0" err="1">
                <a:solidFill>
                  <a:schemeClr val="bg1"/>
                </a:solidFill>
                <a:latin typeface="Times New Roman" pitchFamily="18" charset="0"/>
                <a:cs typeface="Times New Roman" pitchFamily="18" charset="0"/>
              </a:rPr>
              <a:t>phức</a:t>
            </a:r>
            <a:r>
              <a:rPr lang="en-US" sz="2400" dirty="0">
                <a:solidFill>
                  <a:schemeClr val="bg1"/>
                </a:solidFill>
                <a:latin typeface="Times New Roman" pitchFamily="18" charset="0"/>
                <a:cs typeface="Times New Roman" pitchFamily="18" charset="0"/>
              </a:rPr>
              <a:t> </a:t>
            </a:r>
            <a:r>
              <a:rPr lang="en-US" sz="2400" dirty="0" err="1">
                <a:solidFill>
                  <a:schemeClr val="bg1"/>
                </a:solidFill>
                <a:latin typeface="Times New Roman" pitchFamily="18" charset="0"/>
                <a:cs typeface="Times New Roman" pitchFamily="18" charset="0"/>
              </a:rPr>
              <a:t>tạp</a:t>
            </a:r>
            <a:r>
              <a:rPr lang="en-US" sz="2400" dirty="0">
                <a:solidFill>
                  <a:schemeClr val="bg1"/>
                </a:solidFill>
                <a:latin typeface="Times New Roman" pitchFamily="18" charset="0"/>
                <a:cs typeface="Times New Roman" pitchFamily="18" charset="0"/>
              </a:rPr>
              <a:t> </a:t>
            </a:r>
            <a:r>
              <a:rPr lang="en-US" sz="2400" dirty="0" err="1">
                <a:solidFill>
                  <a:schemeClr val="bg1"/>
                </a:solidFill>
                <a:latin typeface="Times New Roman" pitchFamily="18" charset="0"/>
                <a:cs typeface="Times New Roman" pitchFamily="18" charset="0"/>
              </a:rPr>
              <a:t>về</a:t>
            </a:r>
            <a:r>
              <a:rPr lang="en-US" sz="2400" dirty="0">
                <a:solidFill>
                  <a:schemeClr val="bg1"/>
                </a:solidFill>
                <a:latin typeface="Times New Roman" pitchFamily="18" charset="0"/>
                <a:cs typeface="Times New Roman" pitchFamily="18" charset="0"/>
              </a:rPr>
              <a:t> </a:t>
            </a:r>
            <a:r>
              <a:rPr lang="en-US" sz="2400" dirty="0" err="1">
                <a:solidFill>
                  <a:schemeClr val="bg1"/>
                </a:solidFill>
                <a:latin typeface="Times New Roman" pitchFamily="18" charset="0"/>
                <a:cs typeface="Times New Roman" pitchFamily="18" charset="0"/>
              </a:rPr>
              <a:t>cơ</a:t>
            </a:r>
            <a:r>
              <a:rPr lang="en-US" sz="2400" dirty="0">
                <a:solidFill>
                  <a:schemeClr val="bg1"/>
                </a:solidFill>
                <a:latin typeface="Times New Roman" pitchFamily="18" charset="0"/>
                <a:cs typeface="Times New Roman" pitchFamily="18" charset="0"/>
              </a:rPr>
              <a:t> </a:t>
            </a:r>
            <a:r>
              <a:rPr lang="en-US" sz="2400" dirty="0" err="1">
                <a:solidFill>
                  <a:schemeClr val="bg1"/>
                </a:solidFill>
                <a:latin typeface="Times New Roman" pitchFamily="18" charset="0"/>
                <a:cs typeface="Times New Roman" pitchFamily="18" charset="0"/>
              </a:rPr>
              <a:t>cấu</a:t>
            </a:r>
            <a:r>
              <a:rPr lang="en-US" sz="2400" dirty="0">
                <a:solidFill>
                  <a:schemeClr val="bg1"/>
                </a:solidFill>
                <a:latin typeface="Times New Roman" pitchFamily="18" charset="0"/>
                <a:cs typeface="Times New Roman" pitchFamily="18" charset="0"/>
              </a:rPr>
              <a:t> </a:t>
            </a:r>
            <a:r>
              <a:rPr lang="en-US" sz="2400" dirty="0" err="1">
                <a:solidFill>
                  <a:schemeClr val="bg1"/>
                </a:solidFill>
                <a:latin typeface="Times New Roman" pitchFamily="18" charset="0"/>
                <a:cs typeface="Times New Roman" pitchFamily="18" charset="0"/>
              </a:rPr>
              <a:t>tổ</a:t>
            </a:r>
            <a:r>
              <a:rPr lang="en-US" sz="2400" dirty="0">
                <a:solidFill>
                  <a:schemeClr val="bg1"/>
                </a:solidFill>
                <a:latin typeface="Times New Roman" pitchFamily="18" charset="0"/>
                <a:cs typeface="Times New Roman" pitchFamily="18" charset="0"/>
              </a:rPr>
              <a:t> </a:t>
            </a:r>
            <a:r>
              <a:rPr lang="en-US" sz="2400" dirty="0" err="1">
                <a:solidFill>
                  <a:schemeClr val="bg1"/>
                </a:solidFill>
                <a:latin typeface="Times New Roman" pitchFamily="18" charset="0"/>
                <a:cs typeface="Times New Roman" pitchFamily="18" charset="0"/>
              </a:rPr>
              <a:t>chức</a:t>
            </a:r>
            <a:r>
              <a:rPr lang="en-US" sz="2400" dirty="0">
                <a:solidFill>
                  <a:schemeClr val="bg1"/>
                </a:solidFill>
                <a:latin typeface="Times New Roman" pitchFamily="18" charset="0"/>
                <a:cs typeface="Times New Roman" pitchFamily="18" charset="0"/>
              </a:rPr>
              <a:t> </a:t>
            </a:r>
            <a:r>
              <a:rPr lang="en-US" sz="2400" dirty="0" err="1">
                <a:solidFill>
                  <a:schemeClr val="bg1"/>
                </a:solidFill>
                <a:latin typeface="Times New Roman" pitchFamily="18" charset="0"/>
                <a:cs typeface="Times New Roman" pitchFamily="18" charset="0"/>
              </a:rPr>
              <a:t>và</a:t>
            </a:r>
            <a:r>
              <a:rPr lang="en-US" sz="2400" dirty="0">
                <a:solidFill>
                  <a:schemeClr val="bg1"/>
                </a:solidFill>
                <a:latin typeface="Times New Roman" pitchFamily="18" charset="0"/>
                <a:cs typeface="Times New Roman" pitchFamily="18" charset="0"/>
              </a:rPr>
              <a:t> </a:t>
            </a:r>
            <a:r>
              <a:rPr lang="en-US" sz="2400" dirty="0" err="1">
                <a:solidFill>
                  <a:schemeClr val="bg1"/>
                </a:solidFill>
                <a:latin typeface="Times New Roman" pitchFamily="18" charset="0"/>
                <a:cs typeface="Times New Roman" pitchFamily="18" charset="0"/>
              </a:rPr>
              <a:t>hoạt</a:t>
            </a:r>
            <a:r>
              <a:rPr lang="en-US" sz="2400" dirty="0">
                <a:solidFill>
                  <a:schemeClr val="bg1"/>
                </a:solidFill>
                <a:latin typeface="Times New Roman" pitchFamily="18" charset="0"/>
                <a:cs typeface="Times New Roman" pitchFamily="18" charset="0"/>
              </a:rPr>
              <a:t> </a:t>
            </a:r>
            <a:r>
              <a:rPr lang="en-US" sz="2400" dirty="0" err="1">
                <a:solidFill>
                  <a:schemeClr val="bg1"/>
                </a:solidFill>
                <a:latin typeface="Times New Roman" pitchFamily="18" charset="0"/>
                <a:cs typeface="Times New Roman" pitchFamily="18" charset="0"/>
              </a:rPr>
              <a:t>động</a:t>
            </a:r>
            <a:endParaRPr lang="en-US" sz="2400" dirty="0">
              <a:solidFill>
                <a:schemeClr val="bg1"/>
              </a:solidFill>
              <a:latin typeface="Times New Roman" pitchFamily="18" charset="0"/>
              <a:cs typeface="Times New Roman" pitchFamily="18" charset="0"/>
            </a:endParaRPr>
          </a:p>
        </p:txBody>
      </p:sp>
      <p:sp>
        <p:nvSpPr>
          <p:cNvPr id="9" name="TextBox 8"/>
          <p:cNvSpPr txBox="1"/>
          <p:nvPr/>
        </p:nvSpPr>
        <p:spPr>
          <a:xfrm>
            <a:off x="1828800" y="5034137"/>
            <a:ext cx="7162800" cy="1200329"/>
          </a:xfrm>
          <a:prstGeom prst="rect">
            <a:avLst/>
          </a:prstGeom>
        </p:spPr>
        <p:style>
          <a:lnRef idx="1">
            <a:schemeClr val="accent6"/>
          </a:lnRef>
          <a:fillRef idx="2">
            <a:schemeClr val="accent6"/>
          </a:fillRef>
          <a:effectRef idx="1">
            <a:schemeClr val="accent6"/>
          </a:effectRef>
          <a:fontRef idx="minor">
            <a:schemeClr val="dk1"/>
          </a:fontRef>
        </p:style>
        <p:txBody>
          <a:bodyPr wrap="square" rtlCol="0">
            <a:spAutoFit/>
          </a:bodyPr>
          <a:lstStyle/>
          <a:p>
            <a:pPr algn="just"/>
            <a:r>
              <a:rPr lang="en-US" sz="2400" dirty="0" err="1">
                <a:solidFill>
                  <a:schemeClr val="bg1"/>
                </a:solidFill>
                <a:latin typeface="Times New Roman" pitchFamily="18" charset="0"/>
                <a:cs typeface="Times New Roman" pitchFamily="18" charset="0"/>
              </a:rPr>
              <a:t>Hoạt</a:t>
            </a:r>
            <a:r>
              <a:rPr lang="en-US" sz="2400" dirty="0">
                <a:solidFill>
                  <a:schemeClr val="bg1"/>
                </a:solidFill>
                <a:latin typeface="Times New Roman" pitchFamily="18" charset="0"/>
                <a:cs typeface="Times New Roman" pitchFamily="18" charset="0"/>
              </a:rPr>
              <a:t> </a:t>
            </a:r>
            <a:r>
              <a:rPr lang="en-US" sz="2400" dirty="0" err="1">
                <a:solidFill>
                  <a:schemeClr val="bg1"/>
                </a:solidFill>
                <a:latin typeface="Times New Roman" pitchFamily="18" charset="0"/>
                <a:cs typeface="Times New Roman" pitchFamily="18" charset="0"/>
              </a:rPr>
              <a:t>động</a:t>
            </a:r>
            <a:r>
              <a:rPr lang="en-US" sz="2400" dirty="0">
                <a:solidFill>
                  <a:schemeClr val="bg1"/>
                </a:solidFill>
                <a:latin typeface="Times New Roman" pitchFamily="18" charset="0"/>
                <a:cs typeface="Times New Roman" pitchFamily="18" charset="0"/>
              </a:rPr>
              <a:t> </a:t>
            </a:r>
            <a:r>
              <a:rPr lang="en-US" sz="2400" dirty="0" err="1">
                <a:solidFill>
                  <a:schemeClr val="bg1"/>
                </a:solidFill>
                <a:latin typeface="Times New Roman" pitchFamily="18" charset="0"/>
                <a:cs typeface="Times New Roman" pitchFamily="18" charset="0"/>
              </a:rPr>
              <a:t>của</a:t>
            </a:r>
            <a:r>
              <a:rPr lang="en-US" sz="2400" dirty="0">
                <a:solidFill>
                  <a:schemeClr val="bg1"/>
                </a:solidFill>
                <a:latin typeface="Times New Roman" pitchFamily="18" charset="0"/>
                <a:cs typeface="Times New Roman" pitchFamily="18" charset="0"/>
              </a:rPr>
              <a:t> BMNN </a:t>
            </a:r>
            <a:r>
              <a:rPr lang="en-US" sz="2400" dirty="0" err="1">
                <a:solidFill>
                  <a:schemeClr val="bg1"/>
                </a:solidFill>
                <a:latin typeface="Times New Roman" pitchFamily="18" charset="0"/>
                <a:cs typeface="Times New Roman" pitchFamily="18" charset="0"/>
              </a:rPr>
              <a:t>là</a:t>
            </a:r>
            <a:r>
              <a:rPr lang="en-US" sz="2400" dirty="0">
                <a:solidFill>
                  <a:schemeClr val="bg1"/>
                </a:solidFill>
                <a:latin typeface="Times New Roman" pitchFamily="18" charset="0"/>
                <a:cs typeface="Times New Roman" pitchFamily="18" charset="0"/>
              </a:rPr>
              <a:t> </a:t>
            </a:r>
            <a:r>
              <a:rPr lang="en-US" sz="2400" dirty="0" err="1">
                <a:solidFill>
                  <a:schemeClr val="bg1"/>
                </a:solidFill>
                <a:latin typeface="Times New Roman" pitchFamily="18" charset="0"/>
                <a:cs typeface="Times New Roman" pitchFamily="18" charset="0"/>
              </a:rPr>
              <a:t>hướng</a:t>
            </a:r>
            <a:r>
              <a:rPr lang="en-US" sz="2400" dirty="0">
                <a:solidFill>
                  <a:schemeClr val="bg1"/>
                </a:solidFill>
                <a:latin typeface="Times New Roman" pitchFamily="18" charset="0"/>
                <a:cs typeface="Times New Roman" pitchFamily="18" charset="0"/>
              </a:rPr>
              <a:t> </a:t>
            </a:r>
            <a:r>
              <a:rPr lang="en-US" sz="2400" dirty="0" err="1">
                <a:solidFill>
                  <a:schemeClr val="bg1"/>
                </a:solidFill>
                <a:latin typeface="Times New Roman" pitchFamily="18" charset="0"/>
                <a:cs typeface="Times New Roman" pitchFamily="18" charset="0"/>
              </a:rPr>
              <a:t>tới</a:t>
            </a:r>
            <a:r>
              <a:rPr lang="en-US" sz="2400" dirty="0">
                <a:solidFill>
                  <a:schemeClr val="bg1"/>
                </a:solidFill>
                <a:latin typeface="Times New Roman" pitchFamily="18" charset="0"/>
                <a:cs typeface="Times New Roman" pitchFamily="18" charset="0"/>
              </a:rPr>
              <a:t> </a:t>
            </a:r>
            <a:r>
              <a:rPr lang="en-US" sz="2400" dirty="0" err="1">
                <a:solidFill>
                  <a:schemeClr val="bg1"/>
                </a:solidFill>
                <a:latin typeface="Times New Roman" pitchFamily="18" charset="0"/>
                <a:cs typeface="Times New Roman" pitchFamily="18" charset="0"/>
              </a:rPr>
              <a:t>việc</a:t>
            </a:r>
            <a:r>
              <a:rPr lang="en-US" sz="2400" dirty="0">
                <a:solidFill>
                  <a:schemeClr val="bg1"/>
                </a:solidFill>
                <a:latin typeface="Times New Roman" pitchFamily="18" charset="0"/>
                <a:cs typeface="Times New Roman" pitchFamily="18" charset="0"/>
              </a:rPr>
              <a:t> </a:t>
            </a:r>
            <a:r>
              <a:rPr lang="en-US" sz="2400" dirty="0" err="1">
                <a:solidFill>
                  <a:schemeClr val="bg1"/>
                </a:solidFill>
                <a:latin typeface="Times New Roman" pitchFamily="18" charset="0"/>
                <a:cs typeface="Times New Roman" pitchFamily="18" charset="0"/>
              </a:rPr>
              <a:t>đảm</a:t>
            </a:r>
            <a:r>
              <a:rPr lang="en-US" sz="2400" dirty="0">
                <a:solidFill>
                  <a:schemeClr val="bg1"/>
                </a:solidFill>
                <a:latin typeface="Times New Roman" pitchFamily="18" charset="0"/>
                <a:cs typeface="Times New Roman" pitchFamily="18" charset="0"/>
              </a:rPr>
              <a:t> </a:t>
            </a:r>
            <a:r>
              <a:rPr lang="en-US" sz="2400" dirty="0" err="1">
                <a:solidFill>
                  <a:schemeClr val="bg1"/>
                </a:solidFill>
                <a:latin typeface="Times New Roman" pitchFamily="18" charset="0"/>
                <a:cs typeface="Times New Roman" pitchFamily="18" charset="0"/>
              </a:rPr>
              <a:t>bảo</a:t>
            </a:r>
            <a:r>
              <a:rPr lang="en-US" sz="2400" dirty="0">
                <a:solidFill>
                  <a:schemeClr val="bg1"/>
                </a:solidFill>
                <a:latin typeface="Times New Roman" pitchFamily="18" charset="0"/>
                <a:cs typeface="Times New Roman" pitchFamily="18" charset="0"/>
              </a:rPr>
              <a:t> </a:t>
            </a:r>
            <a:r>
              <a:rPr lang="en-US" sz="2400" dirty="0" err="1">
                <a:solidFill>
                  <a:schemeClr val="bg1"/>
                </a:solidFill>
                <a:latin typeface="Times New Roman" pitchFamily="18" charset="0"/>
                <a:cs typeface="Times New Roman" pitchFamily="18" charset="0"/>
              </a:rPr>
              <a:t>các</a:t>
            </a:r>
            <a:r>
              <a:rPr lang="en-US" sz="2400" dirty="0">
                <a:solidFill>
                  <a:schemeClr val="bg1"/>
                </a:solidFill>
                <a:latin typeface="Times New Roman" pitchFamily="18" charset="0"/>
                <a:cs typeface="Times New Roman" pitchFamily="18" charset="0"/>
              </a:rPr>
              <a:t> </a:t>
            </a:r>
            <a:r>
              <a:rPr lang="en-US" sz="2400" dirty="0" err="1">
                <a:solidFill>
                  <a:schemeClr val="bg1"/>
                </a:solidFill>
                <a:latin typeface="Times New Roman" pitchFamily="18" charset="0"/>
                <a:cs typeface="Times New Roman" pitchFamily="18" charset="0"/>
              </a:rPr>
              <a:t>quyền</a:t>
            </a:r>
            <a:r>
              <a:rPr lang="en-US" sz="2400" dirty="0">
                <a:solidFill>
                  <a:schemeClr val="bg1"/>
                </a:solidFill>
                <a:latin typeface="Times New Roman" pitchFamily="18" charset="0"/>
                <a:cs typeface="Times New Roman" pitchFamily="18" charset="0"/>
              </a:rPr>
              <a:t> </a:t>
            </a:r>
            <a:r>
              <a:rPr lang="en-US" sz="2400" dirty="0" err="1">
                <a:solidFill>
                  <a:schemeClr val="bg1"/>
                </a:solidFill>
                <a:latin typeface="Times New Roman" pitchFamily="18" charset="0"/>
                <a:cs typeface="Times New Roman" pitchFamily="18" charset="0"/>
              </a:rPr>
              <a:t>và</a:t>
            </a:r>
            <a:r>
              <a:rPr lang="en-US" sz="2400" dirty="0">
                <a:solidFill>
                  <a:schemeClr val="bg1"/>
                </a:solidFill>
                <a:latin typeface="Times New Roman" pitchFamily="18" charset="0"/>
                <a:cs typeface="Times New Roman" pitchFamily="18" charset="0"/>
              </a:rPr>
              <a:t> </a:t>
            </a:r>
            <a:r>
              <a:rPr lang="en-US" sz="2400" dirty="0" err="1">
                <a:solidFill>
                  <a:schemeClr val="bg1"/>
                </a:solidFill>
                <a:latin typeface="Times New Roman" pitchFamily="18" charset="0"/>
                <a:cs typeface="Times New Roman" pitchFamily="18" charset="0"/>
              </a:rPr>
              <a:t>lợi</a:t>
            </a:r>
            <a:r>
              <a:rPr lang="en-US" sz="2400" dirty="0">
                <a:solidFill>
                  <a:schemeClr val="bg1"/>
                </a:solidFill>
                <a:latin typeface="Times New Roman" pitchFamily="18" charset="0"/>
                <a:cs typeface="Times New Roman" pitchFamily="18" charset="0"/>
              </a:rPr>
              <a:t> </a:t>
            </a:r>
            <a:r>
              <a:rPr lang="en-US" sz="2400" dirty="0" err="1">
                <a:solidFill>
                  <a:schemeClr val="bg1"/>
                </a:solidFill>
                <a:latin typeface="Times New Roman" pitchFamily="18" charset="0"/>
                <a:cs typeface="Times New Roman" pitchFamily="18" charset="0"/>
              </a:rPr>
              <a:t>ích</a:t>
            </a:r>
            <a:r>
              <a:rPr lang="en-US" sz="2400" dirty="0">
                <a:solidFill>
                  <a:schemeClr val="bg1"/>
                </a:solidFill>
                <a:latin typeface="Times New Roman" pitchFamily="18" charset="0"/>
                <a:cs typeface="Times New Roman" pitchFamily="18" charset="0"/>
              </a:rPr>
              <a:t> </a:t>
            </a:r>
            <a:r>
              <a:rPr lang="en-US" sz="2400" dirty="0" err="1">
                <a:solidFill>
                  <a:schemeClr val="bg1"/>
                </a:solidFill>
                <a:latin typeface="Times New Roman" pitchFamily="18" charset="0"/>
                <a:cs typeface="Times New Roman" pitchFamily="18" charset="0"/>
              </a:rPr>
              <a:t>hợp</a:t>
            </a:r>
            <a:r>
              <a:rPr lang="en-US" sz="2400" dirty="0">
                <a:solidFill>
                  <a:schemeClr val="bg1"/>
                </a:solidFill>
                <a:latin typeface="Times New Roman" pitchFamily="18" charset="0"/>
                <a:cs typeface="Times New Roman" pitchFamily="18" charset="0"/>
              </a:rPr>
              <a:t> </a:t>
            </a:r>
            <a:r>
              <a:rPr lang="en-US" sz="2400" dirty="0" err="1">
                <a:solidFill>
                  <a:schemeClr val="bg1"/>
                </a:solidFill>
                <a:latin typeface="Times New Roman" pitchFamily="18" charset="0"/>
                <a:cs typeface="Times New Roman" pitchFamily="18" charset="0"/>
              </a:rPr>
              <a:t>pháp</a:t>
            </a:r>
            <a:r>
              <a:rPr lang="en-US" sz="2400" dirty="0">
                <a:solidFill>
                  <a:schemeClr val="bg1"/>
                </a:solidFill>
                <a:latin typeface="Times New Roman" pitchFamily="18" charset="0"/>
                <a:cs typeface="Times New Roman" pitchFamily="18" charset="0"/>
              </a:rPr>
              <a:t> </a:t>
            </a:r>
            <a:r>
              <a:rPr lang="en-US" sz="2400" dirty="0" err="1">
                <a:solidFill>
                  <a:schemeClr val="bg1"/>
                </a:solidFill>
                <a:latin typeface="Times New Roman" pitchFamily="18" charset="0"/>
                <a:cs typeface="Times New Roman" pitchFamily="18" charset="0"/>
              </a:rPr>
              <a:t>của</a:t>
            </a:r>
            <a:r>
              <a:rPr lang="en-US" sz="2400" dirty="0">
                <a:solidFill>
                  <a:schemeClr val="bg1"/>
                </a:solidFill>
                <a:latin typeface="Times New Roman" pitchFamily="18" charset="0"/>
                <a:cs typeface="Times New Roman" pitchFamily="18" charset="0"/>
              </a:rPr>
              <a:t> </a:t>
            </a:r>
            <a:r>
              <a:rPr lang="en-US" sz="2400" dirty="0" err="1">
                <a:solidFill>
                  <a:schemeClr val="bg1"/>
                </a:solidFill>
                <a:latin typeface="Times New Roman" pitchFamily="18" charset="0"/>
                <a:cs typeface="Times New Roman" pitchFamily="18" charset="0"/>
              </a:rPr>
              <a:t>công</a:t>
            </a:r>
            <a:r>
              <a:rPr lang="en-US" sz="2400" dirty="0">
                <a:solidFill>
                  <a:schemeClr val="bg1"/>
                </a:solidFill>
                <a:latin typeface="Times New Roman" pitchFamily="18" charset="0"/>
                <a:cs typeface="Times New Roman" pitchFamily="18" charset="0"/>
              </a:rPr>
              <a:t> </a:t>
            </a:r>
            <a:r>
              <a:rPr lang="en-US" sz="2400" dirty="0" err="1">
                <a:solidFill>
                  <a:schemeClr val="bg1"/>
                </a:solidFill>
                <a:latin typeface="Times New Roman" pitchFamily="18" charset="0"/>
                <a:cs typeface="Times New Roman" pitchFamily="18" charset="0"/>
              </a:rPr>
              <a:t>dân</a:t>
            </a:r>
            <a:r>
              <a:rPr lang="en-US" sz="2400" dirty="0">
                <a:solidFill>
                  <a:schemeClr val="bg1"/>
                </a:solidFill>
                <a:latin typeface="Times New Roman" pitchFamily="18" charset="0"/>
                <a:cs typeface="Times New Roman" pitchFamily="18" charset="0"/>
              </a:rPr>
              <a:t> – </a:t>
            </a:r>
            <a:r>
              <a:rPr lang="en-US" sz="2400" dirty="0" err="1">
                <a:solidFill>
                  <a:schemeClr val="bg1"/>
                </a:solidFill>
                <a:latin typeface="Times New Roman" pitchFamily="18" charset="0"/>
                <a:cs typeface="Times New Roman" pitchFamily="18" charset="0"/>
              </a:rPr>
              <a:t>Chủ</a:t>
            </a:r>
            <a:r>
              <a:rPr lang="en-US" sz="2400" dirty="0">
                <a:solidFill>
                  <a:schemeClr val="bg1"/>
                </a:solidFill>
                <a:latin typeface="Times New Roman" pitchFamily="18" charset="0"/>
                <a:cs typeface="Times New Roman" pitchFamily="18" charset="0"/>
              </a:rPr>
              <a:t> </a:t>
            </a:r>
            <a:r>
              <a:rPr lang="en-US" sz="2400" dirty="0" err="1">
                <a:solidFill>
                  <a:schemeClr val="bg1"/>
                </a:solidFill>
                <a:latin typeface="Times New Roman" pitchFamily="18" charset="0"/>
                <a:cs typeface="Times New Roman" pitchFamily="18" charset="0"/>
              </a:rPr>
              <a:t>thể</a:t>
            </a:r>
            <a:r>
              <a:rPr lang="en-US" sz="2400" dirty="0">
                <a:solidFill>
                  <a:schemeClr val="bg1"/>
                </a:solidFill>
                <a:latin typeface="Times New Roman" pitchFamily="18" charset="0"/>
                <a:cs typeface="Times New Roman" pitchFamily="18" charset="0"/>
              </a:rPr>
              <a:t> </a:t>
            </a:r>
            <a:r>
              <a:rPr lang="en-US" sz="2400" dirty="0" err="1">
                <a:solidFill>
                  <a:schemeClr val="bg1"/>
                </a:solidFill>
                <a:latin typeface="Times New Roman" pitchFamily="18" charset="0"/>
                <a:cs typeface="Times New Roman" pitchFamily="18" charset="0"/>
              </a:rPr>
              <a:t>chính</a:t>
            </a:r>
            <a:r>
              <a:rPr lang="en-US" sz="2400" dirty="0">
                <a:solidFill>
                  <a:schemeClr val="bg1"/>
                </a:solidFill>
                <a:latin typeface="Times New Roman" pitchFamily="18" charset="0"/>
                <a:cs typeface="Times New Roman" pitchFamily="18" charset="0"/>
              </a:rPr>
              <a:t> </a:t>
            </a:r>
            <a:r>
              <a:rPr lang="en-US" sz="2400" dirty="0" err="1">
                <a:solidFill>
                  <a:schemeClr val="bg1"/>
                </a:solidFill>
                <a:latin typeface="Times New Roman" pitchFamily="18" charset="0"/>
                <a:cs typeface="Times New Roman" pitchFamily="18" charset="0"/>
              </a:rPr>
              <a:t>của</a:t>
            </a:r>
            <a:r>
              <a:rPr lang="en-US" sz="2400" dirty="0">
                <a:solidFill>
                  <a:schemeClr val="bg1"/>
                </a:solidFill>
                <a:latin typeface="Times New Roman" pitchFamily="18" charset="0"/>
                <a:cs typeface="Times New Roman" pitchFamily="18" charset="0"/>
              </a:rPr>
              <a:t> </a:t>
            </a:r>
            <a:r>
              <a:rPr lang="en-US" sz="2400" dirty="0" err="1">
                <a:solidFill>
                  <a:schemeClr val="bg1"/>
                </a:solidFill>
                <a:latin typeface="Times New Roman" pitchFamily="18" charset="0"/>
                <a:cs typeface="Times New Roman" pitchFamily="18" charset="0"/>
              </a:rPr>
              <a:t>quyền</a:t>
            </a:r>
            <a:r>
              <a:rPr lang="en-US" sz="2400" dirty="0">
                <a:solidFill>
                  <a:schemeClr val="bg1"/>
                </a:solidFill>
                <a:latin typeface="Times New Roman" pitchFamily="18" charset="0"/>
                <a:cs typeface="Times New Roman" pitchFamily="18" charset="0"/>
              </a:rPr>
              <a:t> </a:t>
            </a:r>
            <a:r>
              <a:rPr lang="en-US" sz="2400" dirty="0" err="1">
                <a:solidFill>
                  <a:schemeClr val="bg1"/>
                </a:solidFill>
                <a:latin typeface="Times New Roman" pitchFamily="18" charset="0"/>
                <a:cs typeface="Times New Roman" pitchFamily="18" charset="0"/>
              </a:rPr>
              <a:t>lực</a:t>
            </a:r>
            <a:r>
              <a:rPr lang="en-US" sz="2400" dirty="0">
                <a:solidFill>
                  <a:schemeClr val="bg1"/>
                </a:solidFill>
                <a:latin typeface="Times New Roman" pitchFamily="18" charset="0"/>
                <a:cs typeface="Times New Roman" pitchFamily="18" charset="0"/>
              </a:rPr>
              <a:t> </a:t>
            </a:r>
            <a:r>
              <a:rPr lang="en-US" sz="2400" dirty="0" err="1">
                <a:solidFill>
                  <a:schemeClr val="bg1"/>
                </a:solidFill>
                <a:latin typeface="Times New Roman" pitchFamily="18" charset="0"/>
                <a:cs typeface="Times New Roman" pitchFamily="18" charset="0"/>
              </a:rPr>
              <a:t>Nhà</a:t>
            </a:r>
            <a:r>
              <a:rPr lang="en-US" sz="2400" dirty="0">
                <a:solidFill>
                  <a:schemeClr val="bg1"/>
                </a:solidFill>
                <a:latin typeface="Times New Roman" pitchFamily="18" charset="0"/>
                <a:cs typeface="Times New Roman" pitchFamily="18" charset="0"/>
              </a:rPr>
              <a:t> </a:t>
            </a:r>
            <a:r>
              <a:rPr lang="en-US" sz="2400" dirty="0" err="1">
                <a:solidFill>
                  <a:schemeClr val="bg1"/>
                </a:solidFill>
                <a:latin typeface="Times New Roman" pitchFamily="18" charset="0"/>
                <a:cs typeface="Times New Roman" pitchFamily="18" charset="0"/>
              </a:rPr>
              <a:t>nước</a:t>
            </a:r>
            <a:endParaRPr lang="en-US" sz="2400" dirty="0">
              <a:solidFill>
                <a:schemeClr val="bg1"/>
              </a:solidFill>
              <a:latin typeface="Times New Roman" pitchFamily="18" charset="0"/>
              <a:cs typeface="Times New Roman" pitchFamily="18" charset="0"/>
            </a:endParaRPr>
          </a:p>
        </p:txBody>
      </p:sp>
      <p:cxnSp>
        <p:nvCxnSpPr>
          <p:cNvPr id="11" name="Straight Arrow Connector 10"/>
          <p:cNvCxnSpPr>
            <a:stCxn id="5" idx="6"/>
            <a:endCxn id="8" idx="1"/>
          </p:cNvCxnSpPr>
          <p:nvPr/>
        </p:nvCxnSpPr>
        <p:spPr>
          <a:xfrm>
            <a:off x="1828800" y="3006299"/>
            <a:ext cx="1524000" cy="72907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a:stCxn id="5" idx="6"/>
          </p:cNvCxnSpPr>
          <p:nvPr/>
        </p:nvCxnSpPr>
        <p:spPr>
          <a:xfrm>
            <a:off x="1828800" y="3006299"/>
            <a:ext cx="76200" cy="19431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9" presetClass="entr" presetSubtype="0" accel="10000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ppt_h</p:attrName>
                                        </p:attrNameLst>
                                      </p:cBhvr>
                                      <p:tavLst>
                                        <p:tav tm="0">
                                          <p:val>
                                            <p:strVal val="#ppt_h/20"/>
                                          </p:val>
                                        </p:tav>
                                        <p:tav tm="50000">
                                          <p:val>
                                            <p:strVal val="#ppt_h/20"/>
                                          </p:val>
                                        </p:tav>
                                        <p:tav tm="100000">
                                          <p:val>
                                            <p:strVal val="#ppt_h"/>
                                          </p:val>
                                        </p:tav>
                                      </p:tavLst>
                                    </p:anim>
                                    <p:anim calcmode="lin" valueType="num">
                                      <p:cBhvr>
                                        <p:cTn id="8" dur="500" fill="hold"/>
                                        <p:tgtEl>
                                          <p:spTgt spid="2"/>
                                        </p:tgtEl>
                                        <p:attrNameLst>
                                          <p:attrName>ppt_w</p:attrName>
                                        </p:attrNameLst>
                                      </p:cBhvr>
                                      <p:tavLst>
                                        <p:tav tm="0">
                                          <p:val>
                                            <p:strVal val="#ppt_w+.3"/>
                                          </p:val>
                                        </p:tav>
                                        <p:tav tm="50000">
                                          <p:val>
                                            <p:strVal val="#ppt_w+.3"/>
                                          </p:val>
                                        </p:tav>
                                        <p:tav tm="100000">
                                          <p:val>
                                            <p:strVal val="#ppt_w"/>
                                          </p:val>
                                        </p:tav>
                                      </p:tavLst>
                                    </p:anim>
                                    <p:anim calcmode="lin" valueType="num">
                                      <p:cBhvr>
                                        <p:cTn id="9" dur="500" fill="hold"/>
                                        <p:tgtEl>
                                          <p:spTgt spid="2"/>
                                        </p:tgtEl>
                                        <p:attrNameLst>
                                          <p:attrName>ppt_x</p:attrName>
                                        </p:attrNameLst>
                                      </p:cBhvr>
                                      <p:tavLst>
                                        <p:tav tm="0">
                                          <p:val>
                                            <p:strVal val="#ppt_x-.3"/>
                                          </p:val>
                                        </p:tav>
                                        <p:tav tm="50000">
                                          <p:val>
                                            <p:strVal val="#ppt_x"/>
                                          </p:val>
                                        </p:tav>
                                        <p:tav tm="100000">
                                          <p:val>
                                            <p:strVal val="#ppt_x"/>
                                          </p:val>
                                        </p:tav>
                                      </p:tavLst>
                                    </p:anim>
                                    <p:anim calcmode="lin" valueType="num">
                                      <p:cBhvr>
                                        <p:cTn id="10"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11" fill="hold">
                      <p:stCondLst>
                        <p:cond delay="indefinite"/>
                      </p:stCondLst>
                      <p:childTnLst>
                        <p:par>
                          <p:cTn id="12" fill="hold">
                            <p:stCondLst>
                              <p:cond delay="0"/>
                            </p:stCondLst>
                            <p:childTnLst>
                              <p:par>
                                <p:cTn id="13" presetID="40" presetClass="entr" presetSubtype="0" fill="hold" grpId="0" nodeType="clickEffect">
                                  <p:stCondLst>
                                    <p:cond delay="0"/>
                                  </p:stCondLst>
                                  <p:iterate type="lt">
                                    <p:tmPct val="10000"/>
                                  </p:iterate>
                                  <p:childTnLst>
                                    <p:set>
                                      <p:cBhvr>
                                        <p:cTn id="14" dur="1" fill="hold">
                                          <p:stCondLst>
                                            <p:cond delay="0"/>
                                          </p:stCondLst>
                                        </p:cTn>
                                        <p:tgtEl>
                                          <p:spTgt spid="5"/>
                                        </p:tgtEl>
                                        <p:attrNameLst>
                                          <p:attrName>style.visibility</p:attrName>
                                        </p:attrNameLst>
                                      </p:cBhvr>
                                      <p:to>
                                        <p:strVal val="visible"/>
                                      </p:to>
                                    </p:set>
                                    <p:animEffect transition="in" filter="fade">
                                      <p:cBhvr>
                                        <p:cTn id="15" dur="1000"/>
                                        <p:tgtEl>
                                          <p:spTgt spid="5"/>
                                        </p:tgtEl>
                                      </p:cBhvr>
                                    </p:animEffect>
                                    <p:anim calcmode="lin" valueType="num">
                                      <p:cBhvr>
                                        <p:cTn id="16" dur="1000" fill="hold"/>
                                        <p:tgtEl>
                                          <p:spTgt spid="5"/>
                                        </p:tgtEl>
                                        <p:attrNameLst>
                                          <p:attrName>ppt_x</p:attrName>
                                        </p:attrNameLst>
                                      </p:cBhvr>
                                      <p:tavLst>
                                        <p:tav tm="0">
                                          <p:val>
                                            <p:strVal val="#ppt_x-.1"/>
                                          </p:val>
                                        </p:tav>
                                        <p:tav tm="100000">
                                          <p:val>
                                            <p:strVal val="#ppt_x"/>
                                          </p:val>
                                        </p:tav>
                                      </p:tavLst>
                                    </p:anim>
                                    <p:anim calcmode="lin" valueType="num">
                                      <p:cBhvr>
                                        <p:cTn id="17" dur="10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1" presetClass="entr" presetSubtype="4"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heel(4)">
                                      <p:cBhvr>
                                        <p:cTn id="22" dur="20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21" presetClass="entr" presetSubtype="4"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wheel(4)">
                                      <p:cBhvr>
                                        <p:cTn id="27" dur="2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animBg="1"/>
      <p:bldP spid="8" grpId="0" animBg="1"/>
      <p:bldP spid="9"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p:cNvSpPr/>
          <p:nvPr/>
        </p:nvSpPr>
        <p:spPr>
          <a:xfrm>
            <a:off x="228600" y="1371600"/>
            <a:ext cx="1828800" cy="1752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err="1">
                <a:latin typeface="Times New Roman" pitchFamily="18" charset="0"/>
                <a:cs typeface="Times New Roman" pitchFamily="18" charset="0"/>
              </a:rPr>
              <a:t>Cơ</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sở</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pháp</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lý</a:t>
            </a:r>
            <a:endParaRPr lang="en-US" sz="3200" dirty="0">
              <a:latin typeface="Times New Roman" pitchFamily="18" charset="0"/>
              <a:cs typeface="Times New Roman" pitchFamily="18" charset="0"/>
            </a:endParaRPr>
          </a:p>
        </p:txBody>
      </p:sp>
      <p:sp>
        <p:nvSpPr>
          <p:cNvPr id="5" name="TextBox 4"/>
          <p:cNvSpPr txBox="1"/>
          <p:nvPr/>
        </p:nvSpPr>
        <p:spPr>
          <a:xfrm>
            <a:off x="3352800" y="2286000"/>
            <a:ext cx="4343400" cy="584775"/>
          </a:xfrm>
          <a:prstGeom prst="rect">
            <a:avLst/>
          </a:prstGeom>
          <a:noFill/>
        </p:spPr>
        <p:txBody>
          <a:bodyPr wrap="square" rtlCol="0">
            <a:spAutoFit/>
          </a:bodyPr>
          <a:lstStyle/>
          <a:p>
            <a:pPr algn="just"/>
            <a:r>
              <a:rPr lang="en-US" sz="3200" dirty="0" err="1">
                <a:latin typeface="Times New Roman" pitchFamily="18" charset="0"/>
                <a:cs typeface="Times New Roman" pitchFamily="18" charset="0"/>
              </a:rPr>
              <a:t>Điều</a:t>
            </a:r>
            <a:r>
              <a:rPr lang="en-US" sz="3200" dirty="0">
                <a:latin typeface="Times New Roman" pitchFamily="18" charset="0"/>
                <a:cs typeface="Times New Roman" pitchFamily="18" charset="0"/>
              </a:rPr>
              <a:t> 12 </a:t>
            </a:r>
            <a:r>
              <a:rPr lang="en-US" sz="3200" dirty="0" err="1">
                <a:latin typeface="Times New Roman" pitchFamily="18" charset="0"/>
                <a:cs typeface="Times New Roman" pitchFamily="18" charset="0"/>
              </a:rPr>
              <a:t>Hiến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pháp</a:t>
            </a:r>
            <a:r>
              <a:rPr lang="en-US" sz="3200" dirty="0">
                <a:latin typeface="Times New Roman" pitchFamily="18" charset="0"/>
                <a:cs typeface="Times New Roman" pitchFamily="18" charset="0"/>
              </a:rPr>
              <a:t> 2013</a:t>
            </a:r>
          </a:p>
        </p:txBody>
      </p:sp>
      <p:sp>
        <p:nvSpPr>
          <p:cNvPr id="6" name="TextBox 5"/>
          <p:cNvSpPr txBox="1"/>
          <p:nvPr/>
        </p:nvSpPr>
        <p:spPr>
          <a:xfrm>
            <a:off x="3200400" y="3276600"/>
            <a:ext cx="5562600" cy="1569660"/>
          </a:xfrm>
          <a:prstGeom prst="rect">
            <a:avLst/>
          </a:prstGeom>
          <a:noFill/>
        </p:spPr>
        <p:txBody>
          <a:bodyPr wrap="square" rtlCol="0">
            <a:spAutoFit/>
          </a:bodyPr>
          <a:lstStyle/>
          <a:p>
            <a:pPr algn="just"/>
            <a:r>
              <a:rPr lang="en-US" sz="3200" i="1" dirty="0">
                <a:latin typeface="Times New Roman" pitchFamily="18" charset="0"/>
                <a:cs typeface="Times New Roman" pitchFamily="18" charset="0"/>
              </a:rPr>
              <a:t>“</a:t>
            </a:r>
            <a:r>
              <a:rPr lang="en-US" sz="3200" i="1" dirty="0" err="1">
                <a:latin typeface="Times New Roman" pitchFamily="18" charset="0"/>
                <a:cs typeface="Times New Roman" pitchFamily="18" charset="0"/>
              </a:rPr>
              <a:t>Nhà</a:t>
            </a:r>
            <a:r>
              <a:rPr lang="en-US" sz="3200" i="1" dirty="0">
                <a:latin typeface="Times New Roman" pitchFamily="18" charset="0"/>
                <a:cs typeface="Times New Roman" pitchFamily="18" charset="0"/>
              </a:rPr>
              <a:t> </a:t>
            </a:r>
            <a:r>
              <a:rPr lang="en-US" sz="3200" i="1" dirty="0" err="1">
                <a:latin typeface="Times New Roman" pitchFamily="18" charset="0"/>
                <a:cs typeface="Times New Roman" pitchFamily="18" charset="0"/>
              </a:rPr>
              <a:t>nước</a:t>
            </a:r>
            <a:r>
              <a:rPr lang="en-US" sz="3200" i="1" dirty="0">
                <a:latin typeface="Times New Roman" pitchFamily="18" charset="0"/>
                <a:cs typeface="Times New Roman" pitchFamily="18" charset="0"/>
              </a:rPr>
              <a:t> </a:t>
            </a:r>
            <a:r>
              <a:rPr lang="en-US" sz="3200" i="1" dirty="0" err="1">
                <a:latin typeface="Times New Roman" pitchFamily="18" charset="0"/>
                <a:cs typeface="Times New Roman" pitchFamily="18" charset="0"/>
              </a:rPr>
              <a:t>quản</a:t>
            </a:r>
            <a:r>
              <a:rPr lang="en-US" sz="3200" i="1" dirty="0">
                <a:latin typeface="Times New Roman" pitchFamily="18" charset="0"/>
                <a:cs typeface="Times New Roman" pitchFamily="18" charset="0"/>
              </a:rPr>
              <a:t> </a:t>
            </a:r>
            <a:r>
              <a:rPr lang="en-US" sz="3200" i="1" dirty="0" err="1">
                <a:latin typeface="Times New Roman" pitchFamily="18" charset="0"/>
                <a:cs typeface="Times New Roman" pitchFamily="18" charset="0"/>
              </a:rPr>
              <a:t>lý</a:t>
            </a:r>
            <a:r>
              <a:rPr lang="en-US" sz="3200" i="1" dirty="0">
                <a:latin typeface="Times New Roman" pitchFamily="18" charset="0"/>
                <a:cs typeface="Times New Roman" pitchFamily="18" charset="0"/>
              </a:rPr>
              <a:t> </a:t>
            </a:r>
            <a:r>
              <a:rPr lang="en-US" sz="3200" i="1" dirty="0" err="1">
                <a:latin typeface="Times New Roman" pitchFamily="18" charset="0"/>
                <a:cs typeface="Times New Roman" pitchFamily="18" charset="0"/>
              </a:rPr>
              <a:t>xã</a:t>
            </a:r>
            <a:r>
              <a:rPr lang="en-US" sz="3200" i="1" dirty="0">
                <a:latin typeface="Times New Roman" pitchFamily="18" charset="0"/>
                <a:cs typeface="Times New Roman" pitchFamily="18" charset="0"/>
              </a:rPr>
              <a:t> </a:t>
            </a:r>
            <a:r>
              <a:rPr lang="en-US" sz="3200" i="1" dirty="0" err="1">
                <a:latin typeface="Times New Roman" pitchFamily="18" charset="0"/>
                <a:cs typeface="Times New Roman" pitchFamily="18" charset="0"/>
              </a:rPr>
              <a:t>hội</a:t>
            </a:r>
            <a:r>
              <a:rPr lang="en-US" sz="3200" i="1" dirty="0">
                <a:latin typeface="Times New Roman" pitchFamily="18" charset="0"/>
                <a:cs typeface="Times New Roman" pitchFamily="18" charset="0"/>
              </a:rPr>
              <a:t> </a:t>
            </a:r>
            <a:r>
              <a:rPr lang="en-US" sz="3200" i="1" dirty="0" err="1">
                <a:latin typeface="Times New Roman" pitchFamily="18" charset="0"/>
                <a:cs typeface="Times New Roman" pitchFamily="18" charset="0"/>
              </a:rPr>
              <a:t>bằng</a:t>
            </a:r>
            <a:r>
              <a:rPr lang="en-US" sz="3200" i="1" dirty="0">
                <a:latin typeface="Times New Roman" pitchFamily="18" charset="0"/>
                <a:cs typeface="Times New Roman" pitchFamily="18" charset="0"/>
              </a:rPr>
              <a:t> </a:t>
            </a:r>
            <a:r>
              <a:rPr lang="en-US" sz="3200" i="1" dirty="0" err="1">
                <a:latin typeface="Times New Roman" pitchFamily="18" charset="0"/>
                <a:cs typeface="Times New Roman" pitchFamily="18" charset="0"/>
              </a:rPr>
              <a:t>pháp</a:t>
            </a:r>
            <a:r>
              <a:rPr lang="en-US" sz="3200" i="1" dirty="0">
                <a:latin typeface="Times New Roman" pitchFamily="18" charset="0"/>
                <a:cs typeface="Times New Roman" pitchFamily="18" charset="0"/>
              </a:rPr>
              <a:t> </a:t>
            </a:r>
            <a:r>
              <a:rPr lang="en-US" sz="3200" i="1" dirty="0" err="1">
                <a:latin typeface="Times New Roman" pitchFamily="18" charset="0"/>
                <a:cs typeface="Times New Roman" pitchFamily="18" charset="0"/>
              </a:rPr>
              <a:t>luật</a:t>
            </a:r>
            <a:r>
              <a:rPr lang="en-US" sz="3200" i="1" dirty="0">
                <a:latin typeface="Times New Roman" pitchFamily="18" charset="0"/>
                <a:cs typeface="Times New Roman" pitchFamily="18" charset="0"/>
              </a:rPr>
              <a:t>, </a:t>
            </a:r>
            <a:r>
              <a:rPr lang="en-US" sz="3200" i="1" dirty="0" err="1">
                <a:latin typeface="Times New Roman" pitchFamily="18" charset="0"/>
                <a:cs typeface="Times New Roman" pitchFamily="18" charset="0"/>
              </a:rPr>
              <a:t>không</a:t>
            </a:r>
            <a:r>
              <a:rPr lang="en-US" sz="3200" i="1" dirty="0">
                <a:latin typeface="Times New Roman" pitchFamily="18" charset="0"/>
                <a:cs typeface="Times New Roman" pitchFamily="18" charset="0"/>
              </a:rPr>
              <a:t> </a:t>
            </a:r>
            <a:r>
              <a:rPr lang="en-US" sz="3200" i="1" dirty="0" err="1">
                <a:latin typeface="Times New Roman" pitchFamily="18" charset="0"/>
                <a:cs typeface="Times New Roman" pitchFamily="18" charset="0"/>
              </a:rPr>
              <a:t>ngừng</a:t>
            </a:r>
            <a:r>
              <a:rPr lang="en-US" sz="3200" i="1" dirty="0">
                <a:latin typeface="Times New Roman" pitchFamily="18" charset="0"/>
                <a:cs typeface="Times New Roman" pitchFamily="18" charset="0"/>
              </a:rPr>
              <a:t> </a:t>
            </a:r>
            <a:r>
              <a:rPr lang="en-US" sz="3200" i="1" dirty="0" err="1">
                <a:latin typeface="Times New Roman" pitchFamily="18" charset="0"/>
                <a:cs typeface="Times New Roman" pitchFamily="18" charset="0"/>
              </a:rPr>
              <a:t>tăng</a:t>
            </a:r>
            <a:r>
              <a:rPr lang="en-US" sz="3200" i="1" dirty="0">
                <a:latin typeface="Times New Roman" pitchFamily="18" charset="0"/>
                <a:cs typeface="Times New Roman" pitchFamily="18" charset="0"/>
              </a:rPr>
              <a:t> </a:t>
            </a:r>
            <a:r>
              <a:rPr lang="en-US" sz="3200" i="1" dirty="0" err="1">
                <a:latin typeface="Times New Roman" pitchFamily="18" charset="0"/>
                <a:cs typeface="Times New Roman" pitchFamily="18" charset="0"/>
              </a:rPr>
              <a:t>cường</a:t>
            </a:r>
            <a:r>
              <a:rPr lang="en-US" sz="3200" i="1" dirty="0">
                <a:latin typeface="Times New Roman" pitchFamily="18" charset="0"/>
                <a:cs typeface="Times New Roman" pitchFamily="18" charset="0"/>
              </a:rPr>
              <a:t> </a:t>
            </a:r>
            <a:r>
              <a:rPr lang="en-US" sz="3200" i="1" dirty="0" err="1">
                <a:latin typeface="Times New Roman" pitchFamily="18" charset="0"/>
                <a:cs typeface="Times New Roman" pitchFamily="18" charset="0"/>
              </a:rPr>
              <a:t>pháp</a:t>
            </a:r>
            <a:r>
              <a:rPr lang="en-US" sz="3200" i="1" dirty="0">
                <a:latin typeface="Times New Roman" pitchFamily="18" charset="0"/>
                <a:cs typeface="Times New Roman" pitchFamily="18" charset="0"/>
              </a:rPr>
              <a:t> </a:t>
            </a:r>
            <a:r>
              <a:rPr lang="en-US" sz="3200" i="1" dirty="0" err="1">
                <a:latin typeface="Times New Roman" pitchFamily="18" charset="0"/>
                <a:cs typeface="Times New Roman" pitchFamily="18" charset="0"/>
              </a:rPr>
              <a:t>chế</a:t>
            </a:r>
            <a:r>
              <a:rPr lang="en-US" sz="3200" i="1" dirty="0">
                <a:latin typeface="Times New Roman" pitchFamily="18" charset="0"/>
                <a:cs typeface="Times New Roman" pitchFamily="18" charset="0"/>
              </a:rPr>
              <a:t> XHCN”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heel(4)">
                                      <p:cBhvr>
                                        <p:cTn id="7" dur="20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4"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heel(4)">
                                      <p:cBhvr>
                                        <p:cTn id="12" dur="20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0"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edge">
                                      <p:cBhvr>
                                        <p:cTn id="17"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6"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530006"/>
            <a:ext cx="3581400" cy="864498"/>
          </a:xfrm>
        </p:spPr>
        <p:txBody>
          <a:bodyPr/>
          <a:lstStyle/>
          <a:p>
            <a:pPr algn="ctr"/>
            <a:r>
              <a:rPr lang="en-US" b="1" i="1" dirty="0" err="1">
                <a:latin typeface="Times New Roman" pitchFamily="18" charset="0"/>
                <a:cs typeface="Times New Roman" pitchFamily="18" charset="0"/>
              </a:rPr>
              <a:t>Nội</a:t>
            </a:r>
            <a:r>
              <a:rPr lang="en-US" b="1" i="1" dirty="0">
                <a:latin typeface="Times New Roman" pitchFamily="18" charset="0"/>
                <a:cs typeface="Times New Roman" pitchFamily="18" charset="0"/>
              </a:rPr>
              <a:t> dung</a:t>
            </a:r>
          </a:p>
        </p:txBody>
      </p:sp>
      <p:sp>
        <p:nvSpPr>
          <p:cNvPr id="4" name="TextBox 3"/>
          <p:cNvSpPr txBox="1"/>
          <p:nvPr/>
        </p:nvSpPr>
        <p:spPr>
          <a:xfrm>
            <a:off x="304800" y="2743200"/>
            <a:ext cx="7772400" cy="830997"/>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2400" dirty="0" err="1">
                <a:latin typeface="Times New Roman" pitchFamily="18" charset="0"/>
                <a:cs typeface="Times New Roman" pitchFamily="18" charset="0"/>
              </a:rPr>
              <a:t>Trong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tổ</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chức</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và</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hoạt</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động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của</a:t>
            </a:r>
            <a:r>
              <a:rPr lang="en-US" sz="2400" dirty="0">
                <a:latin typeface="Times New Roman" pitchFamily="18" charset="0"/>
                <a:cs typeface="Times New Roman" pitchFamily="18" charset="0"/>
              </a:rPr>
              <a:t> BMNN, </a:t>
            </a:r>
            <a:r>
              <a:rPr lang="en-US" sz="2400" dirty="0" err="1">
                <a:latin typeface="Times New Roman" pitchFamily="18" charset="0"/>
                <a:cs typeface="Times New Roman" pitchFamily="18" charset="0"/>
              </a:rPr>
              <a:t>nguyên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tắc</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pháp</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chế</a:t>
            </a:r>
            <a:r>
              <a:rPr lang="en-US" sz="2400" dirty="0">
                <a:latin typeface="Times New Roman" pitchFamily="18" charset="0"/>
                <a:cs typeface="Times New Roman" pitchFamily="18" charset="0"/>
              </a:rPr>
              <a:t> XHCN </a:t>
            </a:r>
            <a:r>
              <a:rPr lang="en-US" sz="2400" dirty="0" err="1">
                <a:latin typeface="Times New Roman" pitchFamily="18" charset="0"/>
                <a:cs typeface="Times New Roman" pitchFamily="18" charset="0"/>
              </a:rPr>
              <a:t>được</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thể</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hiện</a:t>
            </a:r>
            <a:endParaRPr lang="en-US" sz="2400" dirty="0">
              <a:latin typeface="Times New Roman" pitchFamily="18" charset="0"/>
              <a:cs typeface="Times New Roman" pitchFamily="18" charset="0"/>
            </a:endParaRPr>
          </a:p>
        </p:txBody>
      </p:sp>
      <p:sp>
        <p:nvSpPr>
          <p:cNvPr id="5" name="TextBox 4"/>
          <p:cNvSpPr txBox="1"/>
          <p:nvPr/>
        </p:nvSpPr>
        <p:spPr>
          <a:xfrm>
            <a:off x="269789" y="1646008"/>
            <a:ext cx="8382000" cy="830997"/>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2400" dirty="0" err="1">
                <a:latin typeface="Times New Roman" pitchFamily="18" charset="0"/>
                <a:cs typeface="Times New Roman" pitchFamily="18" charset="0"/>
              </a:rPr>
              <a:t>Các</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hoạt</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động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của</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Nhà</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nước</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và</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xã</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hội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phải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trên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cơ</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sở</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tôn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trọng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và</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đảm</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bảo</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thực</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hiện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pháp</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luật</a:t>
            </a:r>
            <a:endParaRPr lang="en-US" sz="2400" dirty="0">
              <a:latin typeface="Times New Roman" pitchFamily="18" charset="0"/>
              <a:cs typeface="Times New Roman" pitchFamily="18" charset="0"/>
            </a:endParaRPr>
          </a:p>
        </p:txBody>
      </p:sp>
      <p:sp>
        <p:nvSpPr>
          <p:cNvPr id="8" name="Down Arrow 7">
            <a:extLst>
              <a:ext uri="{FF2B5EF4-FFF2-40B4-BE49-F238E27FC236}">
                <a16:creationId xmlns:a16="http://schemas.microsoft.com/office/drawing/2014/main" id="{17428938-4812-159A-5C12-1886E0147DE0}"/>
              </a:ext>
            </a:extLst>
          </p:cNvPr>
          <p:cNvSpPr/>
          <p:nvPr/>
        </p:nvSpPr>
        <p:spPr>
          <a:xfrm>
            <a:off x="4038600" y="3657600"/>
            <a:ext cx="838200" cy="685800"/>
          </a:xfrm>
          <a:prstGeom prst="downArrow">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VN"/>
          </a:p>
        </p:txBody>
      </p:sp>
      <p:sp>
        <p:nvSpPr>
          <p:cNvPr id="9" name="Rounded Rectangle 8">
            <a:extLst>
              <a:ext uri="{FF2B5EF4-FFF2-40B4-BE49-F238E27FC236}">
                <a16:creationId xmlns:a16="http://schemas.microsoft.com/office/drawing/2014/main" id="{E23F4DA0-E748-A827-7337-16854AB1E19E}"/>
              </a:ext>
            </a:extLst>
          </p:cNvPr>
          <p:cNvSpPr/>
          <p:nvPr/>
        </p:nvSpPr>
        <p:spPr>
          <a:xfrm>
            <a:off x="1524000" y="4572000"/>
            <a:ext cx="1905000" cy="198120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VN" sz="2400" dirty="0">
                <a:latin typeface="Times New Roman" panose="02020603050405020304" pitchFamily="18" charset="0"/>
                <a:cs typeface="Times New Roman" panose="02020603050405020304" pitchFamily="18" charset="0"/>
              </a:rPr>
              <a:t>Xác định rõ chức năng, nhiệm vụ</a:t>
            </a:r>
          </a:p>
        </p:txBody>
      </p:sp>
      <p:sp>
        <p:nvSpPr>
          <p:cNvPr id="10" name="Rounded Rectangle 9">
            <a:extLst>
              <a:ext uri="{FF2B5EF4-FFF2-40B4-BE49-F238E27FC236}">
                <a16:creationId xmlns:a16="http://schemas.microsoft.com/office/drawing/2014/main" id="{6F3AB5A5-7752-F51A-2A2D-CCFA53B2F7CC}"/>
              </a:ext>
            </a:extLst>
          </p:cNvPr>
          <p:cNvSpPr/>
          <p:nvPr/>
        </p:nvSpPr>
        <p:spPr>
          <a:xfrm>
            <a:off x="3619500" y="4572000"/>
            <a:ext cx="1905000" cy="198120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VN" sz="2400" dirty="0">
                <a:latin typeface="Times New Roman" panose="02020603050405020304" pitchFamily="18" charset="0"/>
                <a:cs typeface="Times New Roman" panose="02020603050405020304" pitchFamily="18" charset="0"/>
              </a:rPr>
              <a:t>Bầu cử, tuyển dụng, bổ nhiệm đúng quy trình</a:t>
            </a:r>
          </a:p>
        </p:txBody>
      </p:sp>
      <p:sp>
        <p:nvSpPr>
          <p:cNvPr id="11" name="Rounded Rectangle 10">
            <a:extLst>
              <a:ext uri="{FF2B5EF4-FFF2-40B4-BE49-F238E27FC236}">
                <a16:creationId xmlns:a16="http://schemas.microsoft.com/office/drawing/2014/main" id="{7DE6E8C1-0877-DD2E-6D47-F90F2E1B8824}"/>
              </a:ext>
            </a:extLst>
          </p:cNvPr>
          <p:cNvSpPr/>
          <p:nvPr/>
        </p:nvSpPr>
        <p:spPr>
          <a:xfrm>
            <a:off x="5715000" y="4572000"/>
            <a:ext cx="1905000" cy="198120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VN" sz="2400" dirty="0">
                <a:latin typeface="Times New Roman" panose="02020603050405020304" pitchFamily="18" charset="0"/>
                <a:cs typeface="Times New Roman" panose="02020603050405020304" pitchFamily="18" charset="0"/>
              </a:rPr>
              <a:t>Thái độ phục vụ nhân dân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edge">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9" presetClass="entr" presetSubtype="0" decel="10000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p:cTn id="12" dur="500" fill="hold"/>
                                        <p:tgtEl>
                                          <p:spTgt spid="5"/>
                                        </p:tgtEl>
                                        <p:attrNameLst>
                                          <p:attrName>ppt_w</p:attrName>
                                        </p:attrNameLst>
                                      </p:cBhvr>
                                      <p:tavLst>
                                        <p:tav tm="0">
                                          <p:val>
                                            <p:fltVal val="0"/>
                                          </p:val>
                                        </p:tav>
                                        <p:tav tm="100000">
                                          <p:val>
                                            <p:strVal val="#ppt_w"/>
                                          </p:val>
                                        </p:tav>
                                      </p:tavLst>
                                    </p:anim>
                                    <p:anim calcmode="lin" valueType="num">
                                      <p:cBhvr>
                                        <p:cTn id="13" dur="500" fill="hold"/>
                                        <p:tgtEl>
                                          <p:spTgt spid="5"/>
                                        </p:tgtEl>
                                        <p:attrNameLst>
                                          <p:attrName>ppt_h</p:attrName>
                                        </p:attrNameLst>
                                      </p:cBhvr>
                                      <p:tavLst>
                                        <p:tav tm="0">
                                          <p:val>
                                            <p:fltVal val="0"/>
                                          </p:val>
                                        </p:tav>
                                        <p:tav tm="100000">
                                          <p:val>
                                            <p:strVal val="#ppt_h"/>
                                          </p:val>
                                        </p:tav>
                                      </p:tavLst>
                                    </p:anim>
                                    <p:anim calcmode="lin" valueType="num">
                                      <p:cBhvr>
                                        <p:cTn id="14" dur="500" fill="hold"/>
                                        <p:tgtEl>
                                          <p:spTgt spid="5"/>
                                        </p:tgtEl>
                                        <p:attrNameLst>
                                          <p:attrName>style.rotation</p:attrName>
                                        </p:attrNameLst>
                                      </p:cBhvr>
                                      <p:tavLst>
                                        <p:tav tm="0">
                                          <p:val>
                                            <p:fltVal val="360"/>
                                          </p:val>
                                        </p:tav>
                                        <p:tav tm="100000">
                                          <p:val>
                                            <p:fltVal val="0"/>
                                          </p:val>
                                        </p:tav>
                                      </p:tavLst>
                                    </p:anim>
                                    <p:animEffect transition="in" filter="fad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49" presetClass="entr" presetSubtype="0" decel="100000" fill="hold" grpId="0" nodeType="clickEffect">
                                  <p:stCondLst>
                                    <p:cond delay="0"/>
                                  </p:stCondLst>
                                  <p:childTnLst>
                                    <p:set>
                                      <p:cBhvr>
                                        <p:cTn id="19" dur="1" fill="hold">
                                          <p:stCondLst>
                                            <p:cond delay="0"/>
                                          </p:stCondLst>
                                        </p:cTn>
                                        <p:tgtEl>
                                          <p:spTgt spid="4"/>
                                        </p:tgtEl>
                                        <p:attrNameLst>
                                          <p:attrName>style.visibility</p:attrName>
                                        </p:attrNameLst>
                                      </p:cBhvr>
                                      <p:to>
                                        <p:strVal val="visible"/>
                                      </p:to>
                                    </p:set>
                                    <p:anim calcmode="lin" valueType="num">
                                      <p:cBhvr>
                                        <p:cTn id="20" dur="500" fill="hold"/>
                                        <p:tgtEl>
                                          <p:spTgt spid="4"/>
                                        </p:tgtEl>
                                        <p:attrNameLst>
                                          <p:attrName>ppt_w</p:attrName>
                                        </p:attrNameLst>
                                      </p:cBhvr>
                                      <p:tavLst>
                                        <p:tav tm="0">
                                          <p:val>
                                            <p:fltVal val="0"/>
                                          </p:val>
                                        </p:tav>
                                        <p:tav tm="100000">
                                          <p:val>
                                            <p:strVal val="#ppt_w"/>
                                          </p:val>
                                        </p:tav>
                                      </p:tavLst>
                                    </p:anim>
                                    <p:anim calcmode="lin" valueType="num">
                                      <p:cBhvr>
                                        <p:cTn id="21" dur="500" fill="hold"/>
                                        <p:tgtEl>
                                          <p:spTgt spid="4"/>
                                        </p:tgtEl>
                                        <p:attrNameLst>
                                          <p:attrName>ppt_h</p:attrName>
                                        </p:attrNameLst>
                                      </p:cBhvr>
                                      <p:tavLst>
                                        <p:tav tm="0">
                                          <p:val>
                                            <p:fltVal val="0"/>
                                          </p:val>
                                        </p:tav>
                                        <p:tav tm="100000">
                                          <p:val>
                                            <p:strVal val="#ppt_h"/>
                                          </p:val>
                                        </p:tav>
                                      </p:tavLst>
                                    </p:anim>
                                    <p:anim calcmode="lin" valueType="num">
                                      <p:cBhvr>
                                        <p:cTn id="22" dur="500" fill="hold"/>
                                        <p:tgtEl>
                                          <p:spTgt spid="4"/>
                                        </p:tgtEl>
                                        <p:attrNameLst>
                                          <p:attrName>style.rotation</p:attrName>
                                        </p:attrNameLst>
                                      </p:cBhvr>
                                      <p:tavLst>
                                        <p:tav tm="0">
                                          <p:val>
                                            <p:fltVal val="360"/>
                                          </p:val>
                                        </p:tav>
                                        <p:tav tm="100000">
                                          <p:val>
                                            <p:fltVal val="0"/>
                                          </p:val>
                                        </p:tav>
                                      </p:tavLst>
                                    </p:anim>
                                    <p:animEffect transition="in" filter="fade">
                                      <p:cBhvr>
                                        <p:cTn id="23"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animBg="1"/>
      <p:bldP spid="5"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ctr"/>
            <a:r>
              <a:rPr lang="en-US" sz="4400" b="1" dirty="0" err="1">
                <a:solidFill>
                  <a:schemeClr val="tx1"/>
                </a:solidFill>
                <a:latin typeface="Times New Roman" pitchFamily="18" charset="0"/>
                <a:cs typeface="Times New Roman" pitchFamily="18" charset="0"/>
              </a:rPr>
              <a:t>Yêu</a:t>
            </a:r>
            <a:r>
              <a:rPr lang="en-US" sz="4400" b="1" dirty="0">
                <a:solidFill>
                  <a:schemeClr val="tx1"/>
                </a:solidFill>
                <a:latin typeface="Times New Roman" pitchFamily="18" charset="0"/>
                <a:cs typeface="Times New Roman" pitchFamily="18" charset="0"/>
              </a:rPr>
              <a:t> </a:t>
            </a:r>
            <a:r>
              <a:rPr lang="en-US" sz="4400" b="1" dirty="0" err="1">
                <a:solidFill>
                  <a:schemeClr val="tx1"/>
                </a:solidFill>
                <a:latin typeface="Times New Roman" pitchFamily="18" charset="0"/>
                <a:cs typeface="Times New Roman" pitchFamily="18" charset="0"/>
              </a:rPr>
              <a:t>cầu</a:t>
            </a:r>
            <a:endParaRPr lang="en-US" sz="4400" b="1" dirty="0">
              <a:solidFill>
                <a:schemeClr val="tx1"/>
              </a:solidFill>
              <a:latin typeface="Times New Roman" pitchFamily="18" charset="0"/>
              <a:cs typeface="Times New Roman" pitchFamily="18" charset="0"/>
            </a:endParaRPr>
          </a:p>
        </p:txBody>
      </p:sp>
      <p:sp>
        <p:nvSpPr>
          <p:cNvPr id="4" name="Rounded Rectangle 3"/>
          <p:cNvSpPr/>
          <p:nvPr/>
        </p:nvSpPr>
        <p:spPr>
          <a:xfrm>
            <a:off x="152400" y="2209799"/>
            <a:ext cx="5257800" cy="620521"/>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800" dirty="0" err="1">
                <a:latin typeface="Times New Roman" pitchFamily="18" charset="0"/>
                <a:cs typeface="Times New Roman" pitchFamily="18" charset="0"/>
              </a:rPr>
              <a:t>Tăng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cường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sự</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lãnh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đạo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của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Đảng</a:t>
            </a:r>
            <a:endParaRPr lang="en-US" sz="2800" dirty="0">
              <a:latin typeface="Times New Roman" pitchFamily="18" charset="0"/>
              <a:cs typeface="Times New Roman" pitchFamily="18" charset="0"/>
            </a:endParaRPr>
          </a:p>
        </p:txBody>
      </p:sp>
      <p:sp>
        <p:nvSpPr>
          <p:cNvPr id="5" name="Rounded Rectangle 4"/>
          <p:cNvSpPr/>
          <p:nvPr/>
        </p:nvSpPr>
        <p:spPr>
          <a:xfrm>
            <a:off x="152400" y="3079516"/>
            <a:ext cx="7467600" cy="620521"/>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800" dirty="0">
                <a:latin typeface="Times New Roman" pitchFamily="18" charset="0"/>
                <a:cs typeface="Times New Roman" pitchFamily="18" charset="0"/>
              </a:rPr>
              <a:t>Ban </a:t>
            </a:r>
            <a:r>
              <a:rPr lang="en-US" sz="2800" dirty="0" err="1">
                <a:latin typeface="Times New Roman" pitchFamily="18" charset="0"/>
                <a:cs typeface="Times New Roman" pitchFamily="18" charset="0"/>
              </a:rPr>
              <a:t>hành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văn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bản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pháp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luật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nhanh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chóng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kịp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thời</a:t>
            </a:r>
            <a:endParaRPr lang="en-US" sz="2800" dirty="0">
              <a:latin typeface="Times New Roman" pitchFamily="18" charset="0"/>
              <a:cs typeface="Times New Roman" pitchFamily="18" charset="0"/>
            </a:endParaRPr>
          </a:p>
        </p:txBody>
      </p:sp>
      <p:sp>
        <p:nvSpPr>
          <p:cNvPr id="6" name="Rounded Rectangle 5"/>
          <p:cNvSpPr/>
          <p:nvPr/>
        </p:nvSpPr>
        <p:spPr>
          <a:xfrm>
            <a:off x="170935" y="3971887"/>
            <a:ext cx="8305800" cy="83820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sz="2800" dirty="0" err="1">
                <a:latin typeface="Times New Roman" pitchFamily="18" charset="0"/>
                <a:cs typeface="Times New Roman" pitchFamily="18" charset="0"/>
              </a:rPr>
              <a:t>Nâng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cao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tinh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thần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trách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nhiệm</a:t>
            </a:r>
            <a:r>
              <a:rPr lang="en-US" sz="2800" dirty="0">
                <a:latin typeface="Times New Roman" pitchFamily="18" charset="0"/>
                <a:cs typeface="Times New Roman" pitchFamily="18" charset="0"/>
              </a:rPr>
              <a:t>, ý </a:t>
            </a:r>
            <a:r>
              <a:rPr lang="en-US" sz="2800" dirty="0" err="1">
                <a:latin typeface="Times New Roman" pitchFamily="18" charset="0"/>
                <a:cs typeface="Times New Roman" pitchFamily="18" charset="0"/>
              </a:rPr>
              <a:t>thức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tự</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giác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tuân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thủ</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pháp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luật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của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ngũ</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cán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bộ</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công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chức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nước</a:t>
            </a:r>
            <a:endParaRPr lang="en-US" sz="2800" dirty="0">
              <a:latin typeface="Times New Roman" pitchFamily="18" charset="0"/>
              <a:cs typeface="Times New Roman" pitchFamily="18" charset="0"/>
            </a:endParaRPr>
          </a:p>
        </p:txBody>
      </p:sp>
      <p:sp>
        <p:nvSpPr>
          <p:cNvPr id="7" name="Rounded Rectangle 6"/>
          <p:cNvSpPr/>
          <p:nvPr/>
        </p:nvSpPr>
        <p:spPr>
          <a:xfrm>
            <a:off x="146220" y="5081937"/>
            <a:ext cx="8845379" cy="83820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sz="2800" dirty="0" err="1">
                <a:latin typeface="Times New Roman" pitchFamily="18" charset="0"/>
                <a:cs typeface="Times New Roman" pitchFamily="18" charset="0"/>
              </a:rPr>
              <a:t>Tăng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cường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công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tác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kiểm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thanh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giám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sát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phát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hiện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xử</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lý</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lịp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thời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các</a:t>
            </a:r>
            <a:r>
              <a:rPr lang="en-US" sz="2800" dirty="0">
                <a:latin typeface="Times New Roman" pitchFamily="18" charset="0"/>
                <a:cs typeface="Times New Roman" pitchFamily="18" charset="0"/>
              </a:rPr>
              <a:t> vi </a:t>
            </a:r>
            <a:r>
              <a:rPr lang="en-US" sz="2800" dirty="0" err="1">
                <a:latin typeface="Times New Roman" pitchFamily="18" charset="0"/>
                <a:cs typeface="Times New Roman" pitchFamily="18" charset="0"/>
              </a:rPr>
              <a:t>phạm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pháp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luật</a:t>
            </a:r>
            <a:endParaRPr lang="en-US" sz="2800" dirty="0">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5"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fltVal val="0"/>
                                          </p:val>
                                        </p:tav>
                                        <p:tav tm="100000">
                                          <p:val>
                                            <p:strVal val="#ppt_w"/>
                                          </p:val>
                                        </p:tav>
                                      </p:tavLst>
                                    </p:anim>
                                    <p:anim calcmode="lin" valueType="num">
                                      <p:cBhvr>
                                        <p:cTn id="8" dur="1000" fill="hold"/>
                                        <p:tgtEl>
                                          <p:spTgt spid="2"/>
                                        </p:tgtEl>
                                        <p:attrNameLst>
                                          <p:attrName>ppt_h</p:attrName>
                                        </p:attrNameLst>
                                      </p:cBhvr>
                                      <p:tavLst>
                                        <p:tav tm="0">
                                          <p:val>
                                            <p:fltVal val="0"/>
                                          </p:val>
                                        </p:tav>
                                        <p:tav tm="100000">
                                          <p:val>
                                            <p:strVal val="#ppt_h"/>
                                          </p:val>
                                        </p:tav>
                                      </p:tavLst>
                                    </p:anim>
                                    <p:anim calcmode="lin" valueType="num">
                                      <p:cBhvr>
                                        <p:cTn id="9" dur="1000" fill="hold"/>
                                        <p:tgtEl>
                                          <p:spTgt spid="2"/>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2"/>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1" fill="hold">
                      <p:stCondLst>
                        <p:cond delay="indefinite"/>
                      </p:stCondLst>
                      <p:childTnLst>
                        <p:par>
                          <p:cTn id="12" fill="hold">
                            <p:stCondLst>
                              <p:cond delay="0"/>
                            </p:stCondLst>
                            <p:childTnLst>
                              <p:par>
                                <p:cTn id="13" presetID="15"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anim calcmode="lin" valueType="num">
                                      <p:cBhvr>
                                        <p:cTn id="15" dur="1000" fill="hold"/>
                                        <p:tgtEl>
                                          <p:spTgt spid="4"/>
                                        </p:tgtEl>
                                        <p:attrNameLst>
                                          <p:attrName>ppt_w</p:attrName>
                                        </p:attrNameLst>
                                      </p:cBhvr>
                                      <p:tavLst>
                                        <p:tav tm="0">
                                          <p:val>
                                            <p:fltVal val="0"/>
                                          </p:val>
                                        </p:tav>
                                        <p:tav tm="100000">
                                          <p:val>
                                            <p:strVal val="#ppt_w"/>
                                          </p:val>
                                        </p:tav>
                                      </p:tavLst>
                                    </p:anim>
                                    <p:anim calcmode="lin" valueType="num">
                                      <p:cBhvr>
                                        <p:cTn id="16" dur="1000" fill="hold"/>
                                        <p:tgtEl>
                                          <p:spTgt spid="4"/>
                                        </p:tgtEl>
                                        <p:attrNameLst>
                                          <p:attrName>ppt_h</p:attrName>
                                        </p:attrNameLst>
                                      </p:cBhvr>
                                      <p:tavLst>
                                        <p:tav tm="0">
                                          <p:val>
                                            <p:fltVal val="0"/>
                                          </p:val>
                                        </p:tav>
                                        <p:tav tm="100000">
                                          <p:val>
                                            <p:strVal val="#ppt_h"/>
                                          </p:val>
                                        </p:tav>
                                      </p:tavLst>
                                    </p:anim>
                                    <p:anim calcmode="lin" valueType="num">
                                      <p:cBhvr>
                                        <p:cTn id="17" dur="1000" fill="hold"/>
                                        <p:tgtEl>
                                          <p:spTgt spid="4"/>
                                        </p:tgtEl>
                                        <p:attrNameLst>
                                          <p:attrName>ppt_x</p:attrName>
                                        </p:attrNameLst>
                                      </p:cBhvr>
                                      <p:tavLst>
                                        <p:tav tm="0" fmla="#ppt_x+(cos(-2*pi*(1-$))*-#ppt_x-sin(-2*pi*(1-$))*(1-#ppt_y))*(1-$)">
                                          <p:val>
                                            <p:fltVal val="0"/>
                                          </p:val>
                                        </p:tav>
                                        <p:tav tm="100000">
                                          <p:val>
                                            <p:fltVal val="1"/>
                                          </p:val>
                                        </p:tav>
                                      </p:tavLst>
                                    </p:anim>
                                    <p:anim calcmode="lin" valueType="num">
                                      <p:cBhvr>
                                        <p:cTn id="18" dur="1000" fill="hold"/>
                                        <p:tgtEl>
                                          <p:spTgt spid="4"/>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9" fill="hold">
                      <p:stCondLst>
                        <p:cond delay="indefinite"/>
                      </p:stCondLst>
                      <p:childTnLst>
                        <p:par>
                          <p:cTn id="20" fill="hold">
                            <p:stCondLst>
                              <p:cond delay="0"/>
                            </p:stCondLst>
                            <p:childTnLst>
                              <p:par>
                                <p:cTn id="21" presetID="40" presetClass="entr" presetSubtype="0" fill="hold" grpId="0" nodeType="clickEffect">
                                  <p:stCondLst>
                                    <p:cond delay="0"/>
                                  </p:stCondLst>
                                  <p:iterate type="lt">
                                    <p:tmPct val="10000"/>
                                  </p:iterate>
                                  <p:childTnLst>
                                    <p:set>
                                      <p:cBhvr>
                                        <p:cTn id="22" dur="1" fill="hold">
                                          <p:stCondLst>
                                            <p:cond delay="0"/>
                                          </p:stCondLst>
                                        </p:cTn>
                                        <p:tgtEl>
                                          <p:spTgt spid="5"/>
                                        </p:tgtEl>
                                        <p:attrNameLst>
                                          <p:attrName>style.visibility</p:attrName>
                                        </p:attrNameLst>
                                      </p:cBhvr>
                                      <p:to>
                                        <p:strVal val="visible"/>
                                      </p:to>
                                    </p:set>
                                    <p:animEffect transition="in" filter="fade">
                                      <p:cBhvr>
                                        <p:cTn id="23" dur="1000"/>
                                        <p:tgtEl>
                                          <p:spTgt spid="5"/>
                                        </p:tgtEl>
                                      </p:cBhvr>
                                    </p:animEffect>
                                    <p:anim calcmode="lin" valueType="num">
                                      <p:cBhvr>
                                        <p:cTn id="24" dur="1000" fill="hold"/>
                                        <p:tgtEl>
                                          <p:spTgt spid="5"/>
                                        </p:tgtEl>
                                        <p:attrNameLst>
                                          <p:attrName>ppt_x</p:attrName>
                                        </p:attrNameLst>
                                      </p:cBhvr>
                                      <p:tavLst>
                                        <p:tav tm="0">
                                          <p:val>
                                            <p:strVal val="#ppt_x-.1"/>
                                          </p:val>
                                        </p:tav>
                                        <p:tav tm="100000">
                                          <p:val>
                                            <p:strVal val="#ppt_x"/>
                                          </p:val>
                                        </p:tav>
                                      </p:tavLst>
                                    </p:anim>
                                    <p:anim calcmode="lin" valueType="num">
                                      <p:cBhvr>
                                        <p:cTn id="25" dur="10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0" presetClass="entr" presetSubtype="0" fill="hold" grpId="0" nodeType="clickEffect">
                                  <p:stCondLst>
                                    <p:cond delay="0"/>
                                  </p:stCondLst>
                                  <p:childTnLst>
                                    <p:set>
                                      <p:cBhvr>
                                        <p:cTn id="29" dur="1" fill="hold">
                                          <p:stCondLst>
                                            <p:cond delay="0"/>
                                          </p:stCondLst>
                                        </p:cTn>
                                        <p:tgtEl>
                                          <p:spTgt spid="6"/>
                                        </p:tgtEl>
                                        <p:attrNameLst>
                                          <p:attrName>style.visibility</p:attrName>
                                        </p:attrNameLst>
                                      </p:cBhvr>
                                      <p:to>
                                        <p:strVal val="visible"/>
                                      </p:to>
                                    </p:set>
                                    <p:animEffect transition="in" filter="wedge">
                                      <p:cBhvr>
                                        <p:cTn id="30" dur="2000"/>
                                        <p:tgtEl>
                                          <p:spTgt spid="6"/>
                                        </p:tgtEl>
                                      </p:cBhvr>
                                    </p:animEffect>
                                  </p:childTnLst>
                                </p:cTn>
                              </p:par>
                            </p:childTnLst>
                          </p:cTn>
                        </p:par>
                      </p:childTnLst>
                    </p:cTn>
                  </p:par>
                  <p:par>
                    <p:cTn id="31" fill="hold">
                      <p:stCondLst>
                        <p:cond delay="indefinite"/>
                      </p:stCondLst>
                      <p:childTnLst>
                        <p:par>
                          <p:cTn id="32" fill="hold">
                            <p:stCondLst>
                              <p:cond delay="0"/>
                            </p:stCondLst>
                            <p:childTnLst>
                              <p:par>
                                <p:cTn id="33" presetID="35" presetClass="entr" presetSubtype="0" fill="hold" grpId="0" nodeType="click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fade">
                                      <p:cBhvr>
                                        <p:cTn id="35" dur="2000"/>
                                        <p:tgtEl>
                                          <p:spTgt spid="7"/>
                                        </p:tgtEl>
                                      </p:cBhvr>
                                    </p:animEffect>
                                    <p:anim calcmode="lin" valueType="num">
                                      <p:cBhvr>
                                        <p:cTn id="36" dur="2000" fill="hold"/>
                                        <p:tgtEl>
                                          <p:spTgt spid="7"/>
                                        </p:tgtEl>
                                        <p:attrNameLst>
                                          <p:attrName>style.rotation</p:attrName>
                                        </p:attrNameLst>
                                      </p:cBhvr>
                                      <p:tavLst>
                                        <p:tav tm="0">
                                          <p:val>
                                            <p:fltVal val="720"/>
                                          </p:val>
                                        </p:tav>
                                        <p:tav tm="100000">
                                          <p:val>
                                            <p:fltVal val="0"/>
                                          </p:val>
                                        </p:tav>
                                      </p:tavLst>
                                    </p:anim>
                                    <p:anim calcmode="lin" valueType="num">
                                      <p:cBhvr>
                                        <p:cTn id="37" dur="2000" fill="hold"/>
                                        <p:tgtEl>
                                          <p:spTgt spid="7"/>
                                        </p:tgtEl>
                                        <p:attrNameLst>
                                          <p:attrName>ppt_h</p:attrName>
                                        </p:attrNameLst>
                                      </p:cBhvr>
                                      <p:tavLst>
                                        <p:tav tm="0">
                                          <p:val>
                                            <p:fltVal val="0"/>
                                          </p:val>
                                        </p:tav>
                                        <p:tav tm="100000">
                                          <p:val>
                                            <p:strVal val="#ppt_h"/>
                                          </p:val>
                                        </p:tav>
                                      </p:tavLst>
                                    </p:anim>
                                    <p:anim calcmode="lin" valueType="num">
                                      <p:cBhvr>
                                        <p:cTn id="38" dur="2000" fill="hold"/>
                                        <p:tgtEl>
                                          <p:spTgt spid="7"/>
                                        </p:tgtEl>
                                        <p:attrNameLst>
                                          <p:attrName>ppt_w</p:attrName>
                                        </p:attrNameLst>
                                      </p:cBhvr>
                                      <p:tavLst>
                                        <p:tav tm="0">
                                          <p:val>
                                            <p:fltVal val="0"/>
                                          </p:val>
                                        </p:tav>
                                        <p:tav tm="100000">
                                          <p:val>
                                            <p:strVal val="#ppt_w"/>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animBg="1"/>
      <p:bldP spid="5" grpId="0" animBg="1"/>
      <p:bldP spid="6" grpId="0" animBg="1"/>
      <p:bldP spid="7"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err="1">
                <a:solidFill>
                  <a:schemeClr val="tx1"/>
                </a:solidFill>
                <a:latin typeface="Times New Roman" pitchFamily="18" charset="0"/>
                <a:cs typeface="Times New Roman" pitchFamily="18" charset="0"/>
              </a:rPr>
              <a:t>Yêu</a:t>
            </a:r>
            <a:r>
              <a:rPr lang="en-US" dirty="0">
                <a:solidFill>
                  <a:schemeClr val="tx1"/>
                </a:solidFill>
                <a:latin typeface="Times New Roman" pitchFamily="18" charset="0"/>
                <a:cs typeface="Times New Roman" pitchFamily="18" charset="0"/>
              </a:rPr>
              <a:t> </a:t>
            </a:r>
            <a:r>
              <a:rPr lang="en-US" dirty="0" err="1">
                <a:solidFill>
                  <a:schemeClr val="tx1"/>
                </a:solidFill>
                <a:latin typeface="Times New Roman" pitchFamily="18" charset="0"/>
                <a:cs typeface="Times New Roman" pitchFamily="18" charset="0"/>
              </a:rPr>
              <a:t>cầu</a:t>
            </a:r>
            <a:endParaRPr lang="en-US" dirty="0">
              <a:solidFill>
                <a:schemeClr val="tx1"/>
              </a:solidFill>
              <a:latin typeface="Times New Roman" pitchFamily="18" charset="0"/>
              <a:cs typeface="Times New Roman" pitchFamily="18" charset="0"/>
            </a:endParaRPr>
          </a:p>
        </p:txBody>
      </p:sp>
      <p:sp>
        <p:nvSpPr>
          <p:cNvPr id="4" name="Rounded Rectangle 3"/>
          <p:cNvSpPr/>
          <p:nvPr/>
        </p:nvSpPr>
        <p:spPr>
          <a:xfrm>
            <a:off x="306561" y="2133600"/>
            <a:ext cx="8305800" cy="228600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just"/>
            <a:r>
              <a:rPr lang="en-US" sz="2800" dirty="0" err="1">
                <a:solidFill>
                  <a:schemeClr val="bg1"/>
                </a:solidFill>
                <a:latin typeface="Times New Roman" pitchFamily="18" charset="0"/>
                <a:cs typeface="Times New Roman" pitchFamily="18" charset="0"/>
              </a:rPr>
              <a:t>Cán</a:t>
            </a:r>
            <a:r>
              <a:rPr lang="en-US" sz="2800" dirty="0">
                <a:solidFill>
                  <a:schemeClr val="bg1"/>
                </a:solidFill>
                <a:latin typeface="Times New Roman" pitchFamily="18" charset="0"/>
                <a:cs typeface="Times New Roman" pitchFamily="18" charset="0"/>
              </a:rPr>
              <a:t> </a:t>
            </a:r>
            <a:r>
              <a:rPr lang="en-US" sz="2800" dirty="0" err="1">
                <a:solidFill>
                  <a:schemeClr val="bg1"/>
                </a:solidFill>
                <a:latin typeface="Times New Roman" pitchFamily="18" charset="0"/>
                <a:cs typeface="Times New Roman" pitchFamily="18" charset="0"/>
              </a:rPr>
              <a:t>bộ</a:t>
            </a:r>
            <a:r>
              <a:rPr lang="en-US" sz="2800" dirty="0">
                <a:solidFill>
                  <a:schemeClr val="bg1"/>
                </a:solidFill>
                <a:latin typeface="Times New Roman" pitchFamily="18" charset="0"/>
                <a:cs typeface="Times New Roman" pitchFamily="18" charset="0"/>
              </a:rPr>
              <a:t>, </a:t>
            </a:r>
            <a:r>
              <a:rPr lang="en-US" sz="2800" dirty="0" err="1">
                <a:solidFill>
                  <a:schemeClr val="bg1"/>
                </a:solidFill>
                <a:latin typeface="Times New Roman" pitchFamily="18" charset="0"/>
                <a:cs typeface="Times New Roman" pitchFamily="18" charset="0"/>
              </a:rPr>
              <a:t>nhân</a:t>
            </a:r>
            <a:r>
              <a:rPr lang="en-US" sz="2800" dirty="0">
                <a:solidFill>
                  <a:schemeClr val="bg1"/>
                </a:solidFill>
                <a:latin typeface="Times New Roman" pitchFamily="18" charset="0"/>
                <a:cs typeface="Times New Roman" pitchFamily="18" charset="0"/>
              </a:rPr>
              <a:t> </a:t>
            </a:r>
            <a:r>
              <a:rPr lang="en-US" sz="2800" dirty="0" err="1">
                <a:solidFill>
                  <a:schemeClr val="bg1"/>
                </a:solidFill>
                <a:latin typeface="Times New Roman" pitchFamily="18" charset="0"/>
                <a:cs typeface="Times New Roman" pitchFamily="18" charset="0"/>
              </a:rPr>
              <a:t>viên</a:t>
            </a:r>
            <a:r>
              <a:rPr lang="en-US" sz="2800" dirty="0">
                <a:solidFill>
                  <a:schemeClr val="bg1"/>
                </a:solidFill>
                <a:latin typeface="Times New Roman" pitchFamily="18" charset="0"/>
                <a:cs typeface="Times New Roman" pitchFamily="18" charset="0"/>
              </a:rPr>
              <a:t> </a:t>
            </a:r>
            <a:r>
              <a:rPr lang="en-US" sz="2800" dirty="0" err="1">
                <a:solidFill>
                  <a:schemeClr val="bg1"/>
                </a:solidFill>
                <a:latin typeface="Times New Roman" pitchFamily="18" charset="0"/>
                <a:cs typeface="Times New Roman" pitchFamily="18" charset="0"/>
              </a:rPr>
              <a:t>cơ</a:t>
            </a:r>
            <a:r>
              <a:rPr lang="en-US" sz="2800" dirty="0">
                <a:solidFill>
                  <a:schemeClr val="bg1"/>
                </a:solidFill>
                <a:latin typeface="Times New Roman" pitchFamily="18" charset="0"/>
                <a:cs typeface="Times New Roman" pitchFamily="18" charset="0"/>
              </a:rPr>
              <a:t> </a:t>
            </a:r>
            <a:r>
              <a:rPr lang="en-US" sz="2800" dirty="0" err="1">
                <a:solidFill>
                  <a:schemeClr val="bg1"/>
                </a:solidFill>
                <a:latin typeface="Times New Roman" pitchFamily="18" charset="0"/>
                <a:cs typeface="Times New Roman" pitchFamily="18" charset="0"/>
              </a:rPr>
              <a:t>quan</a:t>
            </a:r>
            <a:r>
              <a:rPr lang="en-US" sz="2800" dirty="0">
                <a:solidFill>
                  <a:schemeClr val="bg1"/>
                </a:solidFill>
                <a:latin typeface="Times New Roman" pitchFamily="18" charset="0"/>
                <a:cs typeface="Times New Roman" pitchFamily="18" charset="0"/>
              </a:rPr>
              <a:t> </a:t>
            </a:r>
            <a:r>
              <a:rPr lang="en-US" sz="2800" dirty="0" err="1">
                <a:solidFill>
                  <a:schemeClr val="bg1"/>
                </a:solidFill>
                <a:latin typeface="Times New Roman" pitchFamily="18" charset="0"/>
                <a:cs typeface="Times New Roman" pitchFamily="18" charset="0"/>
              </a:rPr>
              <a:t>nhà</a:t>
            </a:r>
            <a:r>
              <a:rPr lang="en-US" sz="2800" dirty="0">
                <a:solidFill>
                  <a:schemeClr val="bg1"/>
                </a:solidFill>
                <a:latin typeface="Times New Roman" pitchFamily="18" charset="0"/>
                <a:cs typeface="Times New Roman" pitchFamily="18" charset="0"/>
              </a:rPr>
              <a:t> </a:t>
            </a:r>
            <a:r>
              <a:rPr lang="en-US" sz="2800" dirty="0" err="1">
                <a:solidFill>
                  <a:schemeClr val="bg1"/>
                </a:solidFill>
                <a:latin typeface="Times New Roman" pitchFamily="18" charset="0"/>
                <a:cs typeface="Times New Roman" pitchFamily="18" charset="0"/>
              </a:rPr>
              <a:t>nước</a:t>
            </a:r>
            <a:r>
              <a:rPr lang="en-US" sz="2800" dirty="0">
                <a:solidFill>
                  <a:schemeClr val="bg1"/>
                </a:solidFill>
                <a:latin typeface="Times New Roman" pitchFamily="18" charset="0"/>
                <a:cs typeface="Times New Roman" pitchFamily="18" charset="0"/>
              </a:rPr>
              <a:t> </a:t>
            </a:r>
            <a:r>
              <a:rPr lang="en-US" sz="2800" dirty="0" err="1">
                <a:solidFill>
                  <a:schemeClr val="bg1"/>
                </a:solidFill>
                <a:latin typeface="Times New Roman" pitchFamily="18" charset="0"/>
                <a:cs typeface="Times New Roman" pitchFamily="18" charset="0"/>
              </a:rPr>
              <a:t>trong</a:t>
            </a:r>
            <a:r>
              <a:rPr lang="en-US" sz="2800" dirty="0">
                <a:solidFill>
                  <a:schemeClr val="bg1"/>
                </a:solidFill>
                <a:latin typeface="Times New Roman" pitchFamily="18" charset="0"/>
                <a:cs typeface="Times New Roman" pitchFamily="18" charset="0"/>
              </a:rPr>
              <a:t> </a:t>
            </a:r>
            <a:r>
              <a:rPr lang="en-US" sz="2800" dirty="0" err="1">
                <a:solidFill>
                  <a:schemeClr val="bg1"/>
                </a:solidFill>
                <a:latin typeface="Times New Roman" pitchFamily="18" charset="0"/>
                <a:cs typeface="Times New Roman" pitchFamily="18" charset="0"/>
              </a:rPr>
              <a:t>phạm</a:t>
            </a:r>
            <a:r>
              <a:rPr lang="en-US" sz="2800" dirty="0">
                <a:solidFill>
                  <a:schemeClr val="bg1"/>
                </a:solidFill>
                <a:latin typeface="Times New Roman" pitchFamily="18" charset="0"/>
                <a:cs typeface="Times New Roman" pitchFamily="18" charset="0"/>
              </a:rPr>
              <a:t> vi </a:t>
            </a:r>
            <a:r>
              <a:rPr lang="en-US" sz="2800" dirty="0" err="1">
                <a:solidFill>
                  <a:schemeClr val="bg1"/>
                </a:solidFill>
                <a:latin typeface="Times New Roman" pitchFamily="18" charset="0"/>
                <a:cs typeface="Times New Roman" pitchFamily="18" charset="0"/>
              </a:rPr>
              <a:t>thẩm</a:t>
            </a:r>
            <a:r>
              <a:rPr lang="en-US" sz="2800" dirty="0">
                <a:solidFill>
                  <a:schemeClr val="bg1"/>
                </a:solidFill>
                <a:latin typeface="Times New Roman" pitchFamily="18" charset="0"/>
                <a:cs typeface="Times New Roman" pitchFamily="18" charset="0"/>
              </a:rPr>
              <a:t> </a:t>
            </a:r>
            <a:r>
              <a:rPr lang="en-US" sz="2800" dirty="0" err="1">
                <a:solidFill>
                  <a:schemeClr val="bg1"/>
                </a:solidFill>
                <a:latin typeface="Times New Roman" pitchFamily="18" charset="0"/>
                <a:cs typeface="Times New Roman" pitchFamily="18" charset="0"/>
              </a:rPr>
              <a:t>quyền</a:t>
            </a:r>
            <a:r>
              <a:rPr lang="en-US" sz="2800" dirty="0">
                <a:solidFill>
                  <a:schemeClr val="bg1"/>
                </a:solidFill>
                <a:latin typeface="Times New Roman" pitchFamily="18" charset="0"/>
                <a:cs typeface="Times New Roman" pitchFamily="18" charset="0"/>
              </a:rPr>
              <a:t> </a:t>
            </a:r>
            <a:r>
              <a:rPr lang="en-US" sz="2800" dirty="0" err="1">
                <a:solidFill>
                  <a:schemeClr val="bg1"/>
                </a:solidFill>
                <a:latin typeface="Times New Roman" pitchFamily="18" charset="0"/>
                <a:cs typeface="Times New Roman" pitchFamily="18" charset="0"/>
              </a:rPr>
              <a:t>của</a:t>
            </a:r>
            <a:r>
              <a:rPr lang="en-US" sz="2800" dirty="0">
                <a:solidFill>
                  <a:schemeClr val="bg1"/>
                </a:solidFill>
                <a:latin typeface="Times New Roman" pitchFamily="18" charset="0"/>
                <a:cs typeface="Times New Roman" pitchFamily="18" charset="0"/>
              </a:rPr>
              <a:t> </a:t>
            </a:r>
            <a:r>
              <a:rPr lang="en-US" sz="2800" dirty="0" err="1">
                <a:solidFill>
                  <a:schemeClr val="bg1"/>
                </a:solidFill>
                <a:latin typeface="Times New Roman" pitchFamily="18" charset="0"/>
                <a:cs typeface="Times New Roman" pitchFamily="18" charset="0"/>
              </a:rPr>
              <a:t>mình</a:t>
            </a:r>
            <a:r>
              <a:rPr lang="en-US" sz="2800" dirty="0">
                <a:solidFill>
                  <a:schemeClr val="bg1"/>
                </a:solidFill>
                <a:latin typeface="Times New Roman" pitchFamily="18" charset="0"/>
                <a:cs typeface="Times New Roman" pitchFamily="18" charset="0"/>
              </a:rPr>
              <a:t> </a:t>
            </a:r>
            <a:r>
              <a:rPr lang="en-US" sz="2800" dirty="0" err="1">
                <a:solidFill>
                  <a:schemeClr val="bg1"/>
                </a:solidFill>
                <a:latin typeface="Times New Roman" pitchFamily="18" charset="0"/>
                <a:cs typeface="Times New Roman" pitchFamily="18" charset="0"/>
              </a:rPr>
              <a:t>phải</a:t>
            </a:r>
            <a:r>
              <a:rPr lang="en-US" sz="2800" dirty="0">
                <a:solidFill>
                  <a:schemeClr val="bg1"/>
                </a:solidFill>
                <a:latin typeface="Times New Roman" pitchFamily="18" charset="0"/>
                <a:cs typeface="Times New Roman" pitchFamily="18" charset="0"/>
              </a:rPr>
              <a:t> </a:t>
            </a:r>
            <a:r>
              <a:rPr lang="en-US" sz="2800" dirty="0" err="1">
                <a:solidFill>
                  <a:schemeClr val="bg1"/>
                </a:solidFill>
                <a:latin typeface="Times New Roman" pitchFamily="18" charset="0"/>
                <a:cs typeface="Times New Roman" pitchFamily="18" charset="0"/>
              </a:rPr>
              <a:t>có</a:t>
            </a:r>
            <a:r>
              <a:rPr lang="en-US" sz="2800" dirty="0">
                <a:solidFill>
                  <a:schemeClr val="bg1"/>
                </a:solidFill>
                <a:latin typeface="Times New Roman" pitchFamily="18" charset="0"/>
                <a:cs typeface="Times New Roman" pitchFamily="18" charset="0"/>
              </a:rPr>
              <a:t> </a:t>
            </a:r>
            <a:r>
              <a:rPr lang="en-US" sz="2800" dirty="0" err="1">
                <a:solidFill>
                  <a:schemeClr val="bg1"/>
                </a:solidFill>
                <a:latin typeface="Times New Roman" pitchFamily="18" charset="0"/>
                <a:cs typeface="Times New Roman" pitchFamily="18" charset="0"/>
              </a:rPr>
              <a:t>biện</a:t>
            </a:r>
            <a:r>
              <a:rPr lang="en-US" sz="2800" dirty="0">
                <a:solidFill>
                  <a:schemeClr val="bg1"/>
                </a:solidFill>
                <a:latin typeface="Times New Roman" pitchFamily="18" charset="0"/>
                <a:cs typeface="Times New Roman" pitchFamily="18" charset="0"/>
              </a:rPr>
              <a:t> </a:t>
            </a:r>
            <a:r>
              <a:rPr lang="en-US" sz="2800" dirty="0" err="1">
                <a:solidFill>
                  <a:schemeClr val="bg1"/>
                </a:solidFill>
                <a:latin typeface="Times New Roman" pitchFamily="18" charset="0"/>
                <a:cs typeface="Times New Roman" pitchFamily="18" charset="0"/>
              </a:rPr>
              <a:t>pháp</a:t>
            </a:r>
            <a:r>
              <a:rPr lang="en-US" sz="2800" dirty="0">
                <a:solidFill>
                  <a:schemeClr val="bg1"/>
                </a:solidFill>
                <a:latin typeface="Times New Roman" pitchFamily="18" charset="0"/>
                <a:cs typeface="Times New Roman" pitchFamily="18" charset="0"/>
              </a:rPr>
              <a:t> </a:t>
            </a:r>
            <a:r>
              <a:rPr lang="en-US" sz="2800" dirty="0" err="1">
                <a:solidFill>
                  <a:schemeClr val="bg1"/>
                </a:solidFill>
                <a:latin typeface="Times New Roman" pitchFamily="18" charset="0"/>
                <a:cs typeface="Times New Roman" pitchFamily="18" charset="0"/>
              </a:rPr>
              <a:t>kịp</a:t>
            </a:r>
            <a:r>
              <a:rPr lang="en-US" sz="2800" dirty="0">
                <a:solidFill>
                  <a:schemeClr val="bg1"/>
                </a:solidFill>
                <a:latin typeface="Times New Roman" pitchFamily="18" charset="0"/>
                <a:cs typeface="Times New Roman" pitchFamily="18" charset="0"/>
              </a:rPr>
              <a:t> </a:t>
            </a:r>
            <a:r>
              <a:rPr lang="en-US" sz="2800" dirty="0" err="1">
                <a:solidFill>
                  <a:schemeClr val="bg1"/>
                </a:solidFill>
                <a:latin typeface="Times New Roman" pitchFamily="18" charset="0"/>
                <a:cs typeface="Times New Roman" pitchFamily="18" charset="0"/>
              </a:rPr>
              <a:t>thời</a:t>
            </a:r>
            <a:r>
              <a:rPr lang="en-US" sz="2800" dirty="0">
                <a:solidFill>
                  <a:schemeClr val="bg1"/>
                </a:solidFill>
                <a:latin typeface="Times New Roman" pitchFamily="18" charset="0"/>
                <a:cs typeface="Times New Roman" pitchFamily="18" charset="0"/>
              </a:rPr>
              <a:t> </a:t>
            </a:r>
            <a:r>
              <a:rPr lang="en-US" sz="2800" dirty="0" err="1">
                <a:solidFill>
                  <a:schemeClr val="bg1"/>
                </a:solidFill>
                <a:latin typeface="Times New Roman" pitchFamily="18" charset="0"/>
                <a:cs typeface="Times New Roman" pitchFamily="18" charset="0"/>
              </a:rPr>
              <a:t>trong</a:t>
            </a:r>
            <a:r>
              <a:rPr lang="en-US" sz="2800" dirty="0">
                <a:solidFill>
                  <a:schemeClr val="bg1"/>
                </a:solidFill>
                <a:latin typeface="Times New Roman" pitchFamily="18" charset="0"/>
                <a:cs typeface="Times New Roman" pitchFamily="18" charset="0"/>
              </a:rPr>
              <a:t> </a:t>
            </a:r>
            <a:r>
              <a:rPr lang="en-US" sz="2800" dirty="0" err="1">
                <a:solidFill>
                  <a:schemeClr val="bg1"/>
                </a:solidFill>
                <a:latin typeface="Times New Roman" pitchFamily="18" charset="0"/>
                <a:cs typeface="Times New Roman" pitchFamily="18" charset="0"/>
              </a:rPr>
              <a:t>tổ</a:t>
            </a:r>
            <a:r>
              <a:rPr lang="en-US" sz="2800" dirty="0">
                <a:solidFill>
                  <a:schemeClr val="bg1"/>
                </a:solidFill>
                <a:latin typeface="Times New Roman" pitchFamily="18" charset="0"/>
                <a:cs typeface="Times New Roman" pitchFamily="18" charset="0"/>
              </a:rPr>
              <a:t> </a:t>
            </a:r>
            <a:r>
              <a:rPr lang="en-US" sz="2800" dirty="0" err="1">
                <a:solidFill>
                  <a:schemeClr val="bg1"/>
                </a:solidFill>
                <a:latin typeface="Times New Roman" pitchFamily="18" charset="0"/>
                <a:cs typeface="Times New Roman" pitchFamily="18" charset="0"/>
              </a:rPr>
              <a:t>chức</a:t>
            </a:r>
            <a:r>
              <a:rPr lang="en-US" sz="2800" dirty="0">
                <a:solidFill>
                  <a:schemeClr val="bg1"/>
                </a:solidFill>
                <a:latin typeface="Times New Roman" pitchFamily="18" charset="0"/>
                <a:cs typeface="Times New Roman" pitchFamily="18" charset="0"/>
              </a:rPr>
              <a:t> </a:t>
            </a:r>
            <a:r>
              <a:rPr lang="en-US" sz="2800" dirty="0" err="1">
                <a:solidFill>
                  <a:schemeClr val="bg1"/>
                </a:solidFill>
                <a:latin typeface="Times New Roman" pitchFamily="18" charset="0"/>
                <a:cs typeface="Times New Roman" pitchFamily="18" charset="0"/>
              </a:rPr>
              <a:t>và</a:t>
            </a:r>
            <a:r>
              <a:rPr lang="en-US" sz="2800" dirty="0">
                <a:solidFill>
                  <a:schemeClr val="bg1"/>
                </a:solidFill>
                <a:latin typeface="Times New Roman" pitchFamily="18" charset="0"/>
                <a:cs typeface="Times New Roman" pitchFamily="18" charset="0"/>
              </a:rPr>
              <a:t> </a:t>
            </a:r>
            <a:r>
              <a:rPr lang="en-US" sz="2800" dirty="0" err="1">
                <a:solidFill>
                  <a:schemeClr val="bg1"/>
                </a:solidFill>
                <a:latin typeface="Times New Roman" pitchFamily="18" charset="0"/>
                <a:cs typeface="Times New Roman" pitchFamily="18" charset="0"/>
              </a:rPr>
              <a:t>thực</a:t>
            </a:r>
            <a:r>
              <a:rPr lang="en-US" sz="2800" dirty="0">
                <a:solidFill>
                  <a:schemeClr val="bg1"/>
                </a:solidFill>
                <a:latin typeface="Times New Roman" pitchFamily="18" charset="0"/>
                <a:cs typeface="Times New Roman" pitchFamily="18" charset="0"/>
              </a:rPr>
              <a:t> </a:t>
            </a:r>
            <a:r>
              <a:rPr lang="en-US" sz="2800" dirty="0" err="1">
                <a:solidFill>
                  <a:schemeClr val="bg1"/>
                </a:solidFill>
                <a:latin typeface="Times New Roman" pitchFamily="18" charset="0"/>
                <a:cs typeface="Times New Roman" pitchFamily="18" charset="0"/>
              </a:rPr>
              <a:t>hiện</a:t>
            </a:r>
            <a:r>
              <a:rPr lang="en-US" sz="2800" dirty="0">
                <a:solidFill>
                  <a:schemeClr val="bg1"/>
                </a:solidFill>
                <a:latin typeface="Times New Roman" pitchFamily="18" charset="0"/>
                <a:cs typeface="Times New Roman" pitchFamily="18" charset="0"/>
              </a:rPr>
              <a:t> </a:t>
            </a:r>
            <a:r>
              <a:rPr lang="en-US" sz="2800" dirty="0" err="1">
                <a:solidFill>
                  <a:schemeClr val="bg1"/>
                </a:solidFill>
                <a:latin typeface="Times New Roman" pitchFamily="18" charset="0"/>
                <a:cs typeface="Times New Roman" pitchFamily="18" charset="0"/>
              </a:rPr>
              <a:t>pháp</a:t>
            </a:r>
            <a:r>
              <a:rPr lang="en-US" sz="2800" dirty="0">
                <a:solidFill>
                  <a:schemeClr val="bg1"/>
                </a:solidFill>
                <a:latin typeface="Times New Roman" pitchFamily="18" charset="0"/>
                <a:cs typeface="Times New Roman" pitchFamily="18" charset="0"/>
              </a:rPr>
              <a:t> </a:t>
            </a:r>
            <a:r>
              <a:rPr lang="en-US" sz="2800" dirty="0" err="1">
                <a:solidFill>
                  <a:schemeClr val="bg1"/>
                </a:solidFill>
                <a:latin typeface="Times New Roman" pitchFamily="18" charset="0"/>
                <a:cs typeface="Times New Roman" pitchFamily="18" charset="0"/>
              </a:rPr>
              <a:t>luật</a:t>
            </a:r>
            <a:r>
              <a:rPr lang="en-US" sz="2800" dirty="0">
                <a:solidFill>
                  <a:schemeClr val="bg1"/>
                </a:solidFill>
                <a:latin typeface="Times New Roman" pitchFamily="18" charset="0"/>
                <a:cs typeface="Times New Roman" pitchFamily="18" charset="0"/>
              </a:rPr>
              <a:t> (</a:t>
            </a:r>
            <a:r>
              <a:rPr lang="en-US" sz="2800" dirty="0" err="1">
                <a:solidFill>
                  <a:schemeClr val="bg1"/>
                </a:solidFill>
                <a:latin typeface="Times New Roman" pitchFamily="18" charset="0"/>
                <a:cs typeface="Times New Roman" pitchFamily="18" charset="0"/>
              </a:rPr>
              <a:t>nâng</a:t>
            </a:r>
            <a:r>
              <a:rPr lang="en-US" sz="2800" dirty="0">
                <a:solidFill>
                  <a:schemeClr val="bg1"/>
                </a:solidFill>
                <a:latin typeface="Times New Roman" pitchFamily="18" charset="0"/>
                <a:cs typeface="Times New Roman" pitchFamily="18" charset="0"/>
              </a:rPr>
              <a:t> </a:t>
            </a:r>
            <a:r>
              <a:rPr lang="en-US" sz="2800" dirty="0" err="1">
                <a:solidFill>
                  <a:schemeClr val="bg1"/>
                </a:solidFill>
                <a:latin typeface="Times New Roman" pitchFamily="18" charset="0"/>
                <a:cs typeface="Times New Roman" pitchFamily="18" charset="0"/>
              </a:rPr>
              <a:t>cao</a:t>
            </a:r>
            <a:r>
              <a:rPr lang="en-US" sz="2800" dirty="0">
                <a:solidFill>
                  <a:schemeClr val="bg1"/>
                </a:solidFill>
                <a:latin typeface="Times New Roman" pitchFamily="18" charset="0"/>
                <a:cs typeface="Times New Roman" pitchFamily="18" charset="0"/>
              </a:rPr>
              <a:t> </a:t>
            </a:r>
            <a:r>
              <a:rPr lang="en-US" sz="2800" dirty="0" err="1">
                <a:solidFill>
                  <a:schemeClr val="bg1"/>
                </a:solidFill>
                <a:latin typeface="Times New Roman" pitchFamily="18" charset="0"/>
                <a:cs typeface="Times New Roman" pitchFamily="18" charset="0"/>
              </a:rPr>
              <a:t>trình</a:t>
            </a:r>
            <a:r>
              <a:rPr lang="en-US" sz="2800" dirty="0">
                <a:solidFill>
                  <a:schemeClr val="bg1"/>
                </a:solidFill>
                <a:latin typeface="Times New Roman" pitchFamily="18" charset="0"/>
                <a:cs typeface="Times New Roman" pitchFamily="18" charset="0"/>
              </a:rPr>
              <a:t> </a:t>
            </a:r>
            <a:r>
              <a:rPr lang="en-US" sz="2800" dirty="0" err="1">
                <a:solidFill>
                  <a:schemeClr val="bg1"/>
                </a:solidFill>
                <a:latin typeface="Times New Roman" pitchFamily="18" charset="0"/>
                <a:cs typeface="Times New Roman" pitchFamily="18" charset="0"/>
              </a:rPr>
              <a:t>độ</a:t>
            </a:r>
            <a:r>
              <a:rPr lang="en-US" sz="2800" dirty="0">
                <a:solidFill>
                  <a:schemeClr val="bg1"/>
                </a:solidFill>
                <a:latin typeface="Times New Roman" pitchFamily="18" charset="0"/>
                <a:cs typeface="Times New Roman" pitchFamily="18" charset="0"/>
              </a:rPr>
              <a:t> </a:t>
            </a:r>
            <a:r>
              <a:rPr lang="en-US" sz="2800" dirty="0" err="1">
                <a:solidFill>
                  <a:schemeClr val="bg1"/>
                </a:solidFill>
                <a:latin typeface="Times New Roman" pitchFamily="18" charset="0"/>
                <a:cs typeface="Times New Roman" pitchFamily="18" charset="0"/>
              </a:rPr>
              <a:t>chuyên</a:t>
            </a:r>
            <a:r>
              <a:rPr lang="en-US" sz="2800" dirty="0">
                <a:solidFill>
                  <a:schemeClr val="bg1"/>
                </a:solidFill>
                <a:latin typeface="Times New Roman" pitchFamily="18" charset="0"/>
                <a:cs typeface="Times New Roman" pitchFamily="18" charset="0"/>
              </a:rPr>
              <a:t> </a:t>
            </a:r>
            <a:r>
              <a:rPr lang="en-US" sz="2800" dirty="0" err="1">
                <a:solidFill>
                  <a:schemeClr val="bg1"/>
                </a:solidFill>
                <a:latin typeface="Times New Roman" pitchFamily="18" charset="0"/>
                <a:cs typeface="Times New Roman" pitchFamily="18" charset="0"/>
              </a:rPr>
              <a:t>môn</a:t>
            </a:r>
            <a:r>
              <a:rPr lang="en-US" sz="2800" dirty="0">
                <a:solidFill>
                  <a:schemeClr val="bg1"/>
                </a:solidFill>
                <a:latin typeface="Times New Roman" pitchFamily="18" charset="0"/>
                <a:cs typeface="Times New Roman" pitchFamily="18" charset="0"/>
              </a:rPr>
              <a:t> </a:t>
            </a:r>
            <a:r>
              <a:rPr lang="en-US" sz="2800" dirty="0" err="1">
                <a:solidFill>
                  <a:schemeClr val="bg1"/>
                </a:solidFill>
                <a:latin typeface="Times New Roman" pitchFamily="18" charset="0"/>
                <a:cs typeface="Times New Roman" pitchFamily="18" charset="0"/>
              </a:rPr>
              <a:t>của</a:t>
            </a:r>
            <a:r>
              <a:rPr lang="en-US" sz="2800" dirty="0">
                <a:solidFill>
                  <a:schemeClr val="bg1"/>
                </a:solidFill>
                <a:latin typeface="Times New Roman" pitchFamily="18" charset="0"/>
                <a:cs typeface="Times New Roman" pitchFamily="18" charset="0"/>
              </a:rPr>
              <a:t> </a:t>
            </a:r>
            <a:r>
              <a:rPr lang="en-US" sz="2800" dirty="0" err="1">
                <a:solidFill>
                  <a:schemeClr val="bg1"/>
                </a:solidFill>
                <a:latin typeface="Times New Roman" pitchFamily="18" charset="0"/>
                <a:cs typeface="Times New Roman" pitchFamily="18" charset="0"/>
              </a:rPr>
              <a:t>đội</a:t>
            </a:r>
            <a:r>
              <a:rPr lang="en-US" sz="2800" dirty="0">
                <a:solidFill>
                  <a:schemeClr val="bg1"/>
                </a:solidFill>
                <a:latin typeface="Times New Roman" pitchFamily="18" charset="0"/>
                <a:cs typeface="Times New Roman" pitchFamily="18" charset="0"/>
              </a:rPr>
              <a:t> </a:t>
            </a:r>
            <a:r>
              <a:rPr lang="en-US" sz="2800" dirty="0" err="1">
                <a:solidFill>
                  <a:schemeClr val="bg1"/>
                </a:solidFill>
                <a:latin typeface="Times New Roman" pitchFamily="18" charset="0"/>
                <a:cs typeface="Times New Roman" pitchFamily="18" charset="0"/>
              </a:rPr>
              <a:t>ngũ</a:t>
            </a:r>
            <a:r>
              <a:rPr lang="en-US" sz="2800" dirty="0">
                <a:solidFill>
                  <a:schemeClr val="bg1"/>
                </a:solidFill>
                <a:latin typeface="Times New Roman" pitchFamily="18" charset="0"/>
                <a:cs typeface="Times New Roman" pitchFamily="18" charset="0"/>
              </a:rPr>
              <a:t> </a:t>
            </a:r>
            <a:r>
              <a:rPr lang="en-US" sz="2800" dirty="0" err="1">
                <a:solidFill>
                  <a:schemeClr val="bg1"/>
                </a:solidFill>
                <a:latin typeface="Times New Roman" pitchFamily="18" charset="0"/>
                <a:cs typeface="Times New Roman" pitchFamily="18" charset="0"/>
              </a:rPr>
              <a:t>cán</a:t>
            </a:r>
            <a:r>
              <a:rPr lang="en-US" sz="2800" dirty="0">
                <a:solidFill>
                  <a:schemeClr val="bg1"/>
                </a:solidFill>
                <a:latin typeface="Times New Roman" pitchFamily="18" charset="0"/>
                <a:cs typeface="Times New Roman" pitchFamily="18" charset="0"/>
              </a:rPr>
              <a:t> </a:t>
            </a:r>
            <a:r>
              <a:rPr lang="en-US" sz="2800" dirty="0" err="1">
                <a:solidFill>
                  <a:schemeClr val="bg1"/>
                </a:solidFill>
                <a:latin typeface="Times New Roman" pitchFamily="18" charset="0"/>
                <a:cs typeface="Times New Roman" pitchFamily="18" charset="0"/>
              </a:rPr>
              <a:t>bộ</a:t>
            </a:r>
            <a:r>
              <a:rPr lang="en-US" sz="2800" dirty="0">
                <a:solidFill>
                  <a:schemeClr val="bg1"/>
                </a:solidFill>
                <a:latin typeface="Times New Roman" pitchFamily="18" charset="0"/>
                <a:cs typeface="Times New Roman" pitchFamily="18" charset="0"/>
              </a:rPr>
              <a:t>, </a:t>
            </a:r>
            <a:r>
              <a:rPr lang="en-US" sz="2800" dirty="0" err="1">
                <a:solidFill>
                  <a:schemeClr val="bg1"/>
                </a:solidFill>
                <a:latin typeface="Times New Roman" pitchFamily="18" charset="0"/>
                <a:cs typeface="Times New Roman" pitchFamily="18" charset="0"/>
              </a:rPr>
              <a:t>công</a:t>
            </a:r>
            <a:r>
              <a:rPr lang="en-US" sz="2800" dirty="0">
                <a:solidFill>
                  <a:schemeClr val="bg1"/>
                </a:solidFill>
                <a:latin typeface="Times New Roman" pitchFamily="18" charset="0"/>
                <a:cs typeface="Times New Roman" pitchFamily="18" charset="0"/>
              </a:rPr>
              <a:t> </a:t>
            </a:r>
            <a:r>
              <a:rPr lang="en-US" sz="2800" dirty="0" err="1">
                <a:solidFill>
                  <a:schemeClr val="bg1"/>
                </a:solidFill>
                <a:latin typeface="Times New Roman" pitchFamily="18" charset="0"/>
                <a:cs typeface="Times New Roman" pitchFamily="18" charset="0"/>
              </a:rPr>
              <a:t>nhân</a:t>
            </a:r>
            <a:r>
              <a:rPr lang="en-US" sz="2800" dirty="0">
                <a:solidFill>
                  <a:schemeClr val="bg1"/>
                </a:solidFill>
                <a:latin typeface="Times New Roman" pitchFamily="18" charset="0"/>
                <a:cs typeface="Times New Roman" pitchFamily="18" charset="0"/>
              </a:rPr>
              <a:t>, </a:t>
            </a:r>
            <a:r>
              <a:rPr lang="en-US" sz="2800" dirty="0" err="1">
                <a:solidFill>
                  <a:schemeClr val="bg1"/>
                </a:solidFill>
                <a:latin typeface="Times New Roman" pitchFamily="18" charset="0"/>
                <a:cs typeface="Times New Roman" pitchFamily="18" charset="0"/>
              </a:rPr>
              <a:t>viên</a:t>
            </a:r>
            <a:r>
              <a:rPr lang="en-US" sz="2800" dirty="0">
                <a:solidFill>
                  <a:schemeClr val="bg1"/>
                </a:solidFill>
                <a:latin typeface="Times New Roman" pitchFamily="18" charset="0"/>
                <a:cs typeface="Times New Roman" pitchFamily="18" charset="0"/>
              </a:rPr>
              <a:t> </a:t>
            </a:r>
            <a:r>
              <a:rPr lang="en-US" sz="2800" dirty="0" err="1">
                <a:solidFill>
                  <a:schemeClr val="bg1"/>
                </a:solidFill>
                <a:latin typeface="Times New Roman" pitchFamily="18" charset="0"/>
                <a:cs typeface="Times New Roman" pitchFamily="18" charset="0"/>
              </a:rPr>
              <a:t>chức</a:t>
            </a:r>
            <a:r>
              <a:rPr lang="en-US" sz="2800" dirty="0">
                <a:solidFill>
                  <a:schemeClr val="bg1"/>
                </a:solidFill>
                <a:latin typeface="Times New Roman" pitchFamily="18" charset="0"/>
                <a:cs typeface="Times New Roman" pitchFamily="18" charset="0"/>
              </a:rPr>
              <a:t> </a:t>
            </a:r>
            <a:r>
              <a:rPr lang="en-US" sz="2800" dirty="0" err="1">
                <a:solidFill>
                  <a:schemeClr val="bg1"/>
                </a:solidFill>
                <a:latin typeface="Times New Roman" pitchFamily="18" charset="0"/>
                <a:cs typeface="Times New Roman" pitchFamily="18" charset="0"/>
              </a:rPr>
              <a:t>trong</a:t>
            </a:r>
            <a:r>
              <a:rPr lang="en-US" sz="2800" dirty="0">
                <a:solidFill>
                  <a:schemeClr val="bg1"/>
                </a:solidFill>
                <a:latin typeface="Times New Roman" pitchFamily="18" charset="0"/>
                <a:cs typeface="Times New Roman" pitchFamily="18" charset="0"/>
              </a:rPr>
              <a:t> </a:t>
            </a:r>
            <a:r>
              <a:rPr lang="en-US" sz="2800" dirty="0" err="1">
                <a:solidFill>
                  <a:schemeClr val="bg1"/>
                </a:solidFill>
                <a:latin typeface="Times New Roman" pitchFamily="18" charset="0"/>
                <a:cs typeface="Times New Roman" pitchFamily="18" charset="0"/>
              </a:rPr>
              <a:t>cơ</a:t>
            </a:r>
            <a:r>
              <a:rPr lang="en-US" sz="2800" dirty="0">
                <a:solidFill>
                  <a:schemeClr val="bg1"/>
                </a:solidFill>
                <a:latin typeface="Times New Roman" pitchFamily="18" charset="0"/>
                <a:cs typeface="Times New Roman" pitchFamily="18" charset="0"/>
              </a:rPr>
              <a:t> </a:t>
            </a:r>
            <a:r>
              <a:rPr lang="en-US" sz="2800" dirty="0" err="1">
                <a:solidFill>
                  <a:schemeClr val="bg1"/>
                </a:solidFill>
                <a:latin typeface="Times New Roman" pitchFamily="18" charset="0"/>
                <a:cs typeface="Times New Roman" pitchFamily="18" charset="0"/>
              </a:rPr>
              <a:t>quan</a:t>
            </a:r>
            <a:r>
              <a:rPr lang="en-US" sz="2800" dirty="0">
                <a:solidFill>
                  <a:schemeClr val="bg1"/>
                </a:solidFill>
                <a:latin typeface="Times New Roman" pitchFamily="18" charset="0"/>
                <a:cs typeface="Times New Roman" pitchFamily="18" charset="0"/>
              </a:rPr>
              <a:t> </a:t>
            </a:r>
            <a:r>
              <a:rPr lang="en-US" sz="2800" dirty="0" err="1">
                <a:solidFill>
                  <a:schemeClr val="bg1"/>
                </a:solidFill>
                <a:latin typeface="Times New Roman" pitchFamily="18" charset="0"/>
                <a:cs typeface="Times New Roman" pitchFamily="18" charset="0"/>
              </a:rPr>
              <a:t>mình</a:t>
            </a:r>
            <a:r>
              <a:rPr lang="en-US" sz="2800" dirty="0">
                <a:solidFill>
                  <a:schemeClr val="bg1"/>
                </a:solidFill>
                <a:latin typeface="Times New Roman" pitchFamily="18" charset="0"/>
                <a:cs typeface="Times New Roman" pitchFamily="18" charset="0"/>
              </a:rPr>
              <a:t>)</a:t>
            </a:r>
          </a:p>
        </p:txBody>
      </p:sp>
      <p:sp>
        <p:nvSpPr>
          <p:cNvPr id="5" name="Rounded Rectangle 4"/>
          <p:cNvSpPr/>
          <p:nvPr/>
        </p:nvSpPr>
        <p:spPr>
          <a:xfrm>
            <a:off x="306561" y="5029200"/>
            <a:ext cx="8305800" cy="83820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just"/>
            <a:r>
              <a:rPr lang="en-US" sz="2800" dirty="0" err="1">
                <a:solidFill>
                  <a:schemeClr val="bg1"/>
                </a:solidFill>
                <a:latin typeface="Times New Roman" pitchFamily="18" charset="0"/>
                <a:cs typeface="Times New Roman" pitchFamily="18" charset="0"/>
              </a:rPr>
              <a:t>Tuyên</a:t>
            </a:r>
            <a:r>
              <a:rPr lang="en-US" sz="2800" dirty="0">
                <a:solidFill>
                  <a:schemeClr val="bg1"/>
                </a:solidFill>
                <a:latin typeface="Times New Roman" pitchFamily="18" charset="0"/>
                <a:cs typeface="Times New Roman" pitchFamily="18" charset="0"/>
              </a:rPr>
              <a:t> </a:t>
            </a:r>
            <a:r>
              <a:rPr lang="en-US" sz="2800" dirty="0" err="1">
                <a:solidFill>
                  <a:schemeClr val="bg1"/>
                </a:solidFill>
                <a:latin typeface="Times New Roman" pitchFamily="18" charset="0"/>
                <a:cs typeface="Times New Roman" pitchFamily="18" charset="0"/>
              </a:rPr>
              <a:t>truyền</a:t>
            </a:r>
            <a:r>
              <a:rPr lang="en-US" sz="2800" dirty="0">
                <a:solidFill>
                  <a:schemeClr val="bg1"/>
                </a:solidFill>
                <a:latin typeface="Times New Roman" pitchFamily="18" charset="0"/>
                <a:cs typeface="Times New Roman" pitchFamily="18" charset="0"/>
              </a:rPr>
              <a:t>, </a:t>
            </a:r>
            <a:r>
              <a:rPr lang="en-US" sz="2800" dirty="0" err="1">
                <a:solidFill>
                  <a:schemeClr val="bg1"/>
                </a:solidFill>
                <a:latin typeface="Times New Roman" pitchFamily="18" charset="0"/>
                <a:cs typeface="Times New Roman" pitchFamily="18" charset="0"/>
              </a:rPr>
              <a:t>phổ</a:t>
            </a:r>
            <a:r>
              <a:rPr lang="en-US" sz="2800" dirty="0">
                <a:solidFill>
                  <a:schemeClr val="bg1"/>
                </a:solidFill>
                <a:latin typeface="Times New Roman" pitchFamily="18" charset="0"/>
                <a:cs typeface="Times New Roman" pitchFamily="18" charset="0"/>
              </a:rPr>
              <a:t> </a:t>
            </a:r>
            <a:r>
              <a:rPr lang="en-US" sz="2800" dirty="0" err="1">
                <a:solidFill>
                  <a:schemeClr val="bg1"/>
                </a:solidFill>
                <a:latin typeface="Times New Roman" pitchFamily="18" charset="0"/>
                <a:cs typeface="Times New Roman" pitchFamily="18" charset="0"/>
              </a:rPr>
              <a:t>biến</a:t>
            </a:r>
            <a:r>
              <a:rPr lang="en-US" sz="2800" dirty="0">
                <a:solidFill>
                  <a:schemeClr val="bg1"/>
                </a:solidFill>
                <a:latin typeface="Times New Roman" pitchFamily="18" charset="0"/>
                <a:cs typeface="Times New Roman" pitchFamily="18" charset="0"/>
              </a:rPr>
              <a:t> </a:t>
            </a:r>
            <a:r>
              <a:rPr lang="en-US" sz="2800" dirty="0" err="1">
                <a:solidFill>
                  <a:schemeClr val="bg1"/>
                </a:solidFill>
                <a:latin typeface="Times New Roman" pitchFamily="18" charset="0"/>
                <a:cs typeface="Times New Roman" pitchFamily="18" charset="0"/>
              </a:rPr>
              <a:t>giáo</a:t>
            </a:r>
            <a:r>
              <a:rPr lang="en-US" sz="2800" dirty="0">
                <a:solidFill>
                  <a:schemeClr val="bg1"/>
                </a:solidFill>
                <a:latin typeface="Times New Roman" pitchFamily="18" charset="0"/>
                <a:cs typeface="Times New Roman" pitchFamily="18" charset="0"/>
              </a:rPr>
              <a:t> </a:t>
            </a:r>
            <a:r>
              <a:rPr lang="en-US" sz="2800" dirty="0" err="1">
                <a:solidFill>
                  <a:schemeClr val="bg1"/>
                </a:solidFill>
                <a:latin typeface="Times New Roman" pitchFamily="18" charset="0"/>
                <a:cs typeface="Times New Roman" pitchFamily="18" charset="0"/>
              </a:rPr>
              <a:t>dục</a:t>
            </a:r>
            <a:r>
              <a:rPr lang="en-US" sz="2800" dirty="0">
                <a:solidFill>
                  <a:schemeClr val="bg1"/>
                </a:solidFill>
                <a:latin typeface="Times New Roman" pitchFamily="18" charset="0"/>
                <a:cs typeface="Times New Roman" pitchFamily="18" charset="0"/>
              </a:rPr>
              <a:t> ý </a:t>
            </a:r>
            <a:r>
              <a:rPr lang="en-US" sz="2800" dirty="0" err="1">
                <a:solidFill>
                  <a:schemeClr val="bg1"/>
                </a:solidFill>
                <a:latin typeface="Times New Roman" pitchFamily="18" charset="0"/>
                <a:cs typeface="Times New Roman" pitchFamily="18" charset="0"/>
              </a:rPr>
              <a:t>thức</a:t>
            </a:r>
            <a:r>
              <a:rPr lang="en-US" sz="2800" dirty="0">
                <a:solidFill>
                  <a:schemeClr val="bg1"/>
                </a:solidFill>
                <a:latin typeface="Times New Roman" pitchFamily="18" charset="0"/>
                <a:cs typeface="Times New Roman" pitchFamily="18" charset="0"/>
              </a:rPr>
              <a:t> </a:t>
            </a:r>
            <a:r>
              <a:rPr lang="en-US" sz="2800" dirty="0" err="1">
                <a:solidFill>
                  <a:schemeClr val="bg1"/>
                </a:solidFill>
                <a:latin typeface="Times New Roman" pitchFamily="18" charset="0"/>
                <a:cs typeface="Times New Roman" pitchFamily="18" charset="0"/>
              </a:rPr>
              <a:t>pháp</a:t>
            </a:r>
            <a:r>
              <a:rPr lang="en-US" sz="2800" dirty="0">
                <a:solidFill>
                  <a:schemeClr val="bg1"/>
                </a:solidFill>
                <a:latin typeface="Times New Roman" pitchFamily="18" charset="0"/>
                <a:cs typeface="Times New Roman" pitchFamily="18" charset="0"/>
              </a:rPr>
              <a:t> </a:t>
            </a:r>
            <a:r>
              <a:rPr lang="en-US" sz="2800" dirty="0" err="1">
                <a:solidFill>
                  <a:schemeClr val="bg1"/>
                </a:solidFill>
                <a:latin typeface="Times New Roman" pitchFamily="18" charset="0"/>
                <a:cs typeface="Times New Roman" pitchFamily="18" charset="0"/>
              </a:rPr>
              <a:t>luật</a:t>
            </a:r>
            <a:r>
              <a:rPr lang="en-US" sz="2800" dirty="0">
                <a:solidFill>
                  <a:schemeClr val="bg1"/>
                </a:solidFill>
                <a:latin typeface="Times New Roman" pitchFamily="18" charset="0"/>
                <a:cs typeface="Times New Roman" pitchFamily="18" charset="0"/>
              </a:rPr>
              <a:t> </a:t>
            </a:r>
            <a:r>
              <a:rPr lang="en-US" sz="2800" dirty="0" err="1">
                <a:solidFill>
                  <a:schemeClr val="bg1"/>
                </a:solidFill>
                <a:latin typeface="Times New Roman" pitchFamily="18" charset="0"/>
                <a:cs typeface="Times New Roman" pitchFamily="18" charset="0"/>
              </a:rPr>
              <a:t>cho</a:t>
            </a:r>
            <a:r>
              <a:rPr lang="en-US" sz="2800" dirty="0">
                <a:solidFill>
                  <a:schemeClr val="bg1"/>
                </a:solidFill>
                <a:latin typeface="Times New Roman" pitchFamily="18" charset="0"/>
                <a:cs typeface="Times New Roman" pitchFamily="18" charset="0"/>
              </a:rPr>
              <a:t> </a:t>
            </a:r>
            <a:r>
              <a:rPr lang="en-US" sz="2800" dirty="0" err="1">
                <a:solidFill>
                  <a:schemeClr val="bg1"/>
                </a:solidFill>
                <a:latin typeface="Times New Roman" pitchFamily="18" charset="0"/>
                <a:cs typeface="Times New Roman" pitchFamily="18" charset="0"/>
              </a:rPr>
              <a:t>đội</a:t>
            </a:r>
            <a:r>
              <a:rPr lang="en-US" sz="2800" dirty="0">
                <a:solidFill>
                  <a:schemeClr val="bg1"/>
                </a:solidFill>
                <a:latin typeface="Times New Roman" pitchFamily="18" charset="0"/>
                <a:cs typeface="Times New Roman" pitchFamily="18" charset="0"/>
              </a:rPr>
              <a:t> </a:t>
            </a:r>
            <a:r>
              <a:rPr lang="en-US" sz="2800" dirty="0" err="1">
                <a:solidFill>
                  <a:schemeClr val="bg1"/>
                </a:solidFill>
                <a:latin typeface="Times New Roman" pitchFamily="18" charset="0"/>
                <a:cs typeface="Times New Roman" pitchFamily="18" charset="0"/>
              </a:rPr>
              <a:t>ngũ</a:t>
            </a:r>
            <a:r>
              <a:rPr lang="en-US" sz="2800" dirty="0">
                <a:solidFill>
                  <a:schemeClr val="bg1"/>
                </a:solidFill>
                <a:latin typeface="Times New Roman" pitchFamily="18" charset="0"/>
                <a:cs typeface="Times New Roman" pitchFamily="18" charset="0"/>
              </a:rPr>
              <a:t> </a:t>
            </a:r>
            <a:r>
              <a:rPr lang="en-US" sz="2800" dirty="0" err="1">
                <a:solidFill>
                  <a:schemeClr val="bg1"/>
                </a:solidFill>
                <a:latin typeface="Times New Roman" pitchFamily="18" charset="0"/>
                <a:cs typeface="Times New Roman" pitchFamily="18" charset="0"/>
              </a:rPr>
              <a:t>cán</a:t>
            </a:r>
            <a:r>
              <a:rPr lang="en-US" sz="2800" dirty="0">
                <a:solidFill>
                  <a:schemeClr val="bg1"/>
                </a:solidFill>
                <a:latin typeface="Times New Roman" pitchFamily="18" charset="0"/>
                <a:cs typeface="Times New Roman" pitchFamily="18" charset="0"/>
              </a:rPr>
              <a:t> </a:t>
            </a:r>
            <a:r>
              <a:rPr lang="en-US" sz="2800" dirty="0" err="1">
                <a:solidFill>
                  <a:schemeClr val="bg1"/>
                </a:solidFill>
                <a:latin typeface="Times New Roman" pitchFamily="18" charset="0"/>
                <a:cs typeface="Times New Roman" pitchFamily="18" charset="0"/>
              </a:rPr>
              <a:t>bộ</a:t>
            </a:r>
            <a:r>
              <a:rPr lang="en-US" sz="2800" dirty="0">
                <a:solidFill>
                  <a:schemeClr val="bg1"/>
                </a:solidFill>
                <a:latin typeface="Times New Roman" pitchFamily="18" charset="0"/>
                <a:cs typeface="Times New Roman" pitchFamily="18" charset="0"/>
              </a:rPr>
              <a:t> </a:t>
            </a:r>
            <a:r>
              <a:rPr lang="en-US" sz="2800" dirty="0" err="1">
                <a:solidFill>
                  <a:schemeClr val="bg1"/>
                </a:solidFill>
                <a:latin typeface="Times New Roman" pitchFamily="18" charset="0"/>
                <a:cs typeface="Times New Roman" pitchFamily="18" charset="0"/>
              </a:rPr>
              <a:t>công</a:t>
            </a:r>
            <a:r>
              <a:rPr lang="en-US" sz="2800" dirty="0">
                <a:solidFill>
                  <a:schemeClr val="bg1"/>
                </a:solidFill>
                <a:latin typeface="Times New Roman" pitchFamily="18" charset="0"/>
                <a:cs typeface="Times New Roman" pitchFamily="18" charset="0"/>
              </a:rPr>
              <a:t> </a:t>
            </a:r>
            <a:r>
              <a:rPr lang="en-US" sz="2800" dirty="0" err="1">
                <a:solidFill>
                  <a:schemeClr val="bg1"/>
                </a:solidFill>
                <a:latin typeface="Times New Roman" pitchFamily="18" charset="0"/>
                <a:cs typeface="Times New Roman" pitchFamily="18" charset="0"/>
              </a:rPr>
              <a:t>chức</a:t>
            </a:r>
            <a:r>
              <a:rPr lang="en-US" sz="2800" dirty="0">
                <a:solidFill>
                  <a:schemeClr val="bg1"/>
                </a:solidFill>
                <a:latin typeface="Times New Roman" pitchFamily="18" charset="0"/>
                <a:cs typeface="Times New Roman" pitchFamily="18" charset="0"/>
              </a:rPr>
              <a:t> </a:t>
            </a:r>
            <a:r>
              <a:rPr lang="en-US" sz="2800" dirty="0" err="1">
                <a:solidFill>
                  <a:schemeClr val="bg1"/>
                </a:solidFill>
                <a:latin typeface="Times New Roman" pitchFamily="18" charset="0"/>
                <a:cs typeface="Times New Roman" pitchFamily="18" charset="0"/>
              </a:rPr>
              <a:t>và</a:t>
            </a:r>
            <a:r>
              <a:rPr lang="en-US" sz="2800" dirty="0">
                <a:solidFill>
                  <a:schemeClr val="bg1"/>
                </a:solidFill>
                <a:latin typeface="Times New Roman" pitchFamily="18" charset="0"/>
                <a:cs typeface="Times New Roman" pitchFamily="18" charset="0"/>
              </a:rPr>
              <a:t> </a:t>
            </a:r>
            <a:r>
              <a:rPr lang="en-US" sz="2800" dirty="0" err="1">
                <a:solidFill>
                  <a:schemeClr val="bg1"/>
                </a:solidFill>
                <a:latin typeface="Times New Roman" pitchFamily="18" charset="0"/>
                <a:cs typeface="Times New Roman" pitchFamily="18" charset="0"/>
              </a:rPr>
              <a:t>quần</a:t>
            </a:r>
            <a:r>
              <a:rPr lang="en-US" sz="2800" dirty="0">
                <a:solidFill>
                  <a:schemeClr val="bg1"/>
                </a:solidFill>
                <a:latin typeface="Times New Roman" pitchFamily="18" charset="0"/>
                <a:cs typeface="Times New Roman" pitchFamily="18" charset="0"/>
              </a:rPr>
              <a:t> </a:t>
            </a:r>
            <a:r>
              <a:rPr lang="en-US" sz="2800" dirty="0" err="1">
                <a:solidFill>
                  <a:schemeClr val="bg1"/>
                </a:solidFill>
                <a:latin typeface="Times New Roman" pitchFamily="18" charset="0"/>
                <a:cs typeface="Times New Roman" pitchFamily="18" charset="0"/>
              </a:rPr>
              <a:t>chúng</a:t>
            </a:r>
            <a:r>
              <a:rPr lang="en-US" sz="2800" dirty="0">
                <a:solidFill>
                  <a:schemeClr val="bg1"/>
                </a:solidFill>
                <a:latin typeface="Times New Roman" pitchFamily="18" charset="0"/>
                <a:cs typeface="Times New Roman" pitchFamily="18" charset="0"/>
              </a:rPr>
              <a:t> </a:t>
            </a:r>
            <a:r>
              <a:rPr lang="en-US" sz="2800" dirty="0" err="1">
                <a:solidFill>
                  <a:schemeClr val="bg1"/>
                </a:solidFill>
                <a:latin typeface="Times New Roman" pitchFamily="18" charset="0"/>
                <a:cs typeface="Times New Roman" pitchFamily="18" charset="0"/>
              </a:rPr>
              <a:t>nhân</a:t>
            </a:r>
            <a:r>
              <a:rPr lang="en-US" sz="2800" dirty="0">
                <a:solidFill>
                  <a:schemeClr val="bg1"/>
                </a:solidFill>
                <a:latin typeface="Times New Roman" pitchFamily="18" charset="0"/>
                <a:cs typeface="Times New Roman" pitchFamily="18" charset="0"/>
              </a:rPr>
              <a:t> </a:t>
            </a:r>
            <a:r>
              <a:rPr lang="en-US" sz="2800" dirty="0" err="1">
                <a:solidFill>
                  <a:schemeClr val="bg1"/>
                </a:solidFill>
                <a:latin typeface="Times New Roman" pitchFamily="18" charset="0"/>
                <a:cs typeface="Times New Roman" pitchFamily="18" charset="0"/>
              </a:rPr>
              <a:t>dân</a:t>
            </a:r>
            <a:endParaRPr lang="en-US" sz="2800" dirty="0">
              <a:solidFill>
                <a:schemeClr val="bg1"/>
              </a:solidFill>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edge">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5"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p:cTn id="12" dur="1000" fill="hold"/>
                                        <p:tgtEl>
                                          <p:spTgt spid="4"/>
                                        </p:tgtEl>
                                        <p:attrNameLst>
                                          <p:attrName>ppt_w</p:attrName>
                                        </p:attrNameLst>
                                      </p:cBhvr>
                                      <p:tavLst>
                                        <p:tav tm="0">
                                          <p:val>
                                            <p:fltVal val="0"/>
                                          </p:val>
                                        </p:tav>
                                        <p:tav tm="100000">
                                          <p:val>
                                            <p:strVal val="#ppt_w"/>
                                          </p:val>
                                        </p:tav>
                                      </p:tavLst>
                                    </p:anim>
                                    <p:anim calcmode="lin" valueType="num">
                                      <p:cBhvr>
                                        <p:cTn id="13" dur="1000" fill="hold"/>
                                        <p:tgtEl>
                                          <p:spTgt spid="4"/>
                                        </p:tgtEl>
                                        <p:attrNameLst>
                                          <p:attrName>ppt_h</p:attrName>
                                        </p:attrNameLst>
                                      </p:cBhvr>
                                      <p:tavLst>
                                        <p:tav tm="0">
                                          <p:val>
                                            <p:fltVal val="0"/>
                                          </p:val>
                                        </p:tav>
                                        <p:tav tm="100000">
                                          <p:val>
                                            <p:strVal val="#ppt_h"/>
                                          </p:val>
                                        </p:tav>
                                      </p:tavLst>
                                    </p:anim>
                                    <p:anim calcmode="lin" valueType="num">
                                      <p:cBhvr>
                                        <p:cTn id="14" dur="1000" fill="hold"/>
                                        <p:tgtEl>
                                          <p:spTgt spid="4"/>
                                        </p:tgtEl>
                                        <p:attrNameLst>
                                          <p:attrName>ppt_x</p:attrName>
                                        </p:attrNameLst>
                                      </p:cBhvr>
                                      <p:tavLst>
                                        <p:tav tm="0" fmla="#ppt_x+(cos(-2*pi*(1-$))*-#ppt_x-sin(-2*pi*(1-$))*(1-#ppt_y))*(1-$)">
                                          <p:val>
                                            <p:fltVal val="0"/>
                                          </p:val>
                                        </p:tav>
                                        <p:tav tm="100000">
                                          <p:val>
                                            <p:fltVal val="1"/>
                                          </p:val>
                                        </p:tav>
                                      </p:tavLst>
                                    </p:anim>
                                    <p:anim calcmode="lin" valueType="num">
                                      <p:cBhvr>
                                        <p:cTn id="15" dur="1000" fill="hold"/>
                                        <p:tgtEl>
                                          <p:spTgt spid="4"/>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6" fill="hold">
                      <p:stCondLst>
                        <p:cond delay="indefinite"/>
                      </p:stCondLst>
                      <p:childTnLst>
                        <p:par>
                          <p:cTn id="17" fill="hold">
                            <p:stCondLst>
                              <p:cond delay="0"/>
                            </p:stCondLst>
                            <p:childTnLst>
                              <p:par>
                                <p:cTn id="18" presetID="39" presetClass="entr" presetSubtype="0" accel="100000" fill="hold" grpId="0" nodeType="clickEffect">
                                  <p:stCondLst>
                                    <p:cond delay="0"/>
                                  </p:stCondLst>
                                  <p:childTnLst>
                                    <p:set>
                                      <p:cBhvr>
                                        <p:cTn id="19" dur="1" fill="hold">
                                          <p:stCondLst>
                                            <p:cond delay="0"/>
                                          </p:stCondLst>
                                        </p:cTn>
                                        <p:tgtEl>
                                          <p:spTgt spid="5"/>
                                        </p:tgtEl>
                                        <p:attrNameLst>
                                          <p:attrName>style.visibility</p:attrName>
                                        </p:attrNameLst>
                                      </p:cBhvr>
                                      <p:to>
                                        <p:strVal val="visible"/>
                                      </p:to>
                                    </p:set>
                                    <p:anim calcmode="lin" valueType="num">
                                      <p:cBhvr>
                                        <p:cTn id="20" dur="500" fill="hold"/>
                                        <p:tgtEl>
                                          <p:spTgt spid="5"/>
                                        </p:tgtEl>
                                        <p:attrNameLst>
                                          <p:attrName>ppt_h</p:attrName>
                                        </p:attrNameLst>
                                      </p:cBhvr>
                                      <p:tavLst>
                                        <p:tav tm="0">
                                          <p:val>
                                            <p:strVal val="#ppt_h/20"/>
                                          </p:val>
                                        </p:tav>
                                        <p:tav tm="50000">
                                          <p:val>
                                            <p:strVal val="#ppt_h/20"/>
                                          </p:val>
                                        </p:tav>
                                        <p:tav tm="100000">
                                          <p:val>
                                            <p:strVal val="#ppt_h"/>
                                          </p:val>
                                        </p:tav>
                                      </p:tavLst>
                                    </p:anim>
                                    <p:anim calcmode="lin" valueType="num">
                                      <p:cBhvr>
                                        <p:cTn id="21" dur="500" fill="hold"/>
                                        <p:tgtEl>
                                          <p:spTgt spid="5"/>
                                        </p:tgtEl>
                                        <p:attrNameLst>
                                          <p:attrName>ppt_w</p:attrName>
                                        </p:attrNameLst>
                                      </p:cBhvr>
                                      <p:tavLst>
                                        <p:tav tm="0">
                                          <p:val>
                                            <p:strVal val="#ppt_w+.3"/>
                                          </p:val>
                                        </p:tav>
                                        <p:tav tm="50000">
                                          <p:val>
                                            <p:strVal val="#ppt_w+.3"/>
                                          </p:val>
                                        </p:tav>
                                        <p:tav tm="100000">
                                          <p:val>
                                            <p:strVal val="#ppt_w"/>
                                          </p:val>
                                        </p:tav>
                                      </p:tavLst>
                                    </p:anim>
                                    <p:anim calcmode="lin" valueType="num">
                                      <p:cBhvr>
                                        <p:cTn id="22" dur="500" fill="hold"/>
                                        <p:tgtEl>
                                          <p:spTgt spid="5"/>
                                        </p:tgtEl>
                                        <p:attrNameLst>
                                          <p:attrName>ppt_x</p:attrName>
                                        </p:attrNameLst>
                                      </p:cBhvr>
                                      <p:tavLst>
                                        <p:tav tm="0">
                                          <p:val>
                                            <p:strVal val="#ppt_x-.3"/>
                                          </p:val>
                                        </p:tav>
                                        <p:tav tm="50000">
                                          <p:val>
                                            <p:strVal val="#ppt_x"/>
                                          </p:val>
                                        </p:tav>
                                        <p:tav tm="100000">
                                          <p:val>
                                            <p:strVal val="#ppt_x"/>
                                          </p:val>
                                        </p:tav>
                                      </p:tavLst>
                                    </p:anim>
                                    <p:anim calcmode="lin" valueType="num">
                                      <p:cBhvr>
                                        <p:cTn id="23" dur="5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animBg="1"/>
      <p:bldP spid="5"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57" y="685800"/>
            <a:ext cx="8293443" cy="1143000"/>
          </a:xfrm>
        </p:spPr>
        <p:txBody>
          <a:bodyPr>
            <a:normAutofit/>
          </a:bodyPr>
          <a:lstStyle/>
          <a:p>
            <a:r>
              <a:rPr lang="en-US" b="1" dirty="0">
                <a:solidFill>
                  <a:schemeClr val="tx1"/>
                </a:solidFill>
                <a:latin typeface="Times New Roman" pitchFamily="18" charset="0"/>
                <a:cs typeface="Times New Roman" pitchFamily="18" charset="0"/>
              </a:rPr>
              <a:t>5. </a:t>
            </a:r>
            <a:r>
              <a:rPr lang="en-US" b="1" dirty="0" err="1">
                <a:solidFill>
                  <a:schemeClr val="tx1"/>
                </a:solidFill>
                <a:latin typeface="Times New Roman" pitchFamily="18" charset="0"/>
                <a:cs typeface="Times New Roman" pitchFamily="18" charset="0"/>
              </a:rPr>
              <a:t>Nguyên</a:t>
            </a:r>
            <a:r>
              <a:rPr lang="en-US" b="1" dirty="0">
                <a:solidFill>
                  <a:schemeClr val="tx1"/>
                </a:solidFill>
                <a:latin typeface="Times New Roman" pitchFamily="18" charset="0"/>
                <a:cs typeface="Times New Roman" pitchFamily="18" charset="0"/>
              </a:rPr>
              <a:t> </a:t>
            </a:r>
            <a:r>
              <a:rPr lang="en-US" b="1" dirty="0" err="1">
                <a:solidFill>
                  <a:schemeClr val="tx1"/>
                </a:solidFill>
                <a:latin typeface="Times New Roman" pitchFamily="18" charset="0"/>
                <a:cs typeface="Times New Roman" pitchFamily="18" charset="0"/>
              </a:rPr>
              <a:t>tắc</a:t>
            </a:r>
            <a:r>
              <a:rPr lang="en-US" b="1" dirty="0">
                <a:solidFill>
                  <a:schemeClr val="tx1"/>
                </a:solidFill>
                <a:latin typeface="Times New Roman" pitchFamily="18" charset="0"/>
                <a:cs typeface="Times New Roman" pitchFamily="18" charset="0"/>
              </a:rPr>
              <a:t> </a:t>
            </a:r>
            <a:r>
              <a:rPr lang="en-US" b="1" dirty="0" err="1">
                <a:solidFill>
                  <a:schemeClr val="tx1"/>
                </a:solidFill>
                <a:latin typeface="Times New Roman" pitchFamily="18" charset="0"/>
                <a:cs typeface="Times New Roman" pitchFamily="18" charset="0"/>
              </a:rPr>
              <a:t>bình</a:t>
            </a:r>
            <a:r>
              <a:rPr lang="en-US" b="1" dirty="0">
                <a:solidFill>
                  <a:schemeClr val="tx1"/>
                </a:solidFill>
                <a:latin typeface="Times New Roman" pitchFamily="18" charset="0"/>
                <a:cs typeface="Times New Roman" pitchFamily="18" charset="0"/>
              </a:rPr>
              <a:t> </a:t>
            </a:r>
            <a:r>
              <a:rPr lang="en-US" b="1" dirty="0" err="1">
                <a:solidFill>
                  <a:schemeClr val="tx1"/>
                </a:solidFill>
                <a:latin typeface="Times New Roman" pitchFamily="18" charset="0"/>
                <a:cs typeface="Times New Roman" pitchFamily="18" charset="0"/>
              </a:rPr>
              <a:t>đẳng</a:t>
            </a:r>
            <a:r>
              <a:rPr lang="en-US" b="1" dirty="0">
                <a:solidFill>
                  <a:schemeClr val="tx1"/>
                </a:solidFill>
                <a:latin typeface="Times New Roman" pitchFamily="18" charset="0"/>
                <a:cs typeface="Times New Roman" pitchFamily="18" charset="0"/>
              </a:rPr>
              <a:t> </a:t>
            </a:r>
            <a:r>
              <a:rPr lang="en-US" b="1" dirty="0" err="1">
                <a:solidFill>
                  <a:schemeClr val="tx1"/>
                </a:solidFill>
                <a:latin typeface="Times New Roman" pitchFamily="18" charset="0"/>
                <a:cs typeface="Times New Roman" pitchFamily="18" charset="0"/>
              </a:rPr>
              <a:t>giữa</a:t>
            </a:r>
            <a:r>
              <a:rPr lang="en-US" b="1" dirty="0">
                <a:solidFill>
                  <a:schemeClr val="tx1"/>
                </a:solidFill>
                <a:latin typeface="Times New Roman" pitchFamily="18" charset="0"/>
                <a:cs typeface="Times New Roman" pitchFamily="18" charset="0"/>
              </a:rPr>
              <a:t> </a:t>
            </a:r>
            <a:r>
              <a:rPr lang="en-US" b="1" dirty="0" err="1">
                <a:solidFill>
                  <a:schemeClr val="tx1"/>
                </a:solidFill>
                <a:latin typeface="Times New Roman" pitchFamily="18" charset="0"/>
                <a:cs typeface="Times New Roman" pitchFamily="18" charset="0"/>
              </a:rPr>
              <a:t>các</a:t>
            </a:r>
            <a:r>
              <a:rPr lang="en-US" b="1" dirty="0">
                <a:solidFill>
                  <a:schemeClr val="tx1"/>
                </a:solidFill>
                <a:latin typeface="Times New Roman" pitchFamily="18" charset="0"/>
                <a:cs typeface="Times New Roman" pitchFamily="18" charset="0"/>
              </a:rPr>
              <a:t> </a:t>
            </a:r>
            <a:r>
              <a:rPr lang="en-US" b="1" dirty="0" err="1">
                <a:solidFill>
                  <a:schemeClr val="tx1"/>
                </a:solidFill>
                <a:latin typeface="Times New Roman" pitchFamily="18" charset="0"/>
                <a:cs typeface="Times New Roman" pitchFamily="18" charset="0"/>
              </a:rPr>
              <a:t>dân</a:t>
            </a:r>
            <a:r>
              <a:rPr lang="en-US" b="1" dirty="0">
                <a:solidFill>
                  <a:schemeClr val="tx1"/>
                </a:solidFill>
                <a:latin typeface="Times New Roman" pitchFamily="18" charset="0"/>
                <a:cs typeface="Times New Roman" pitchFamily="18" charset="0"/>
              </a:rPr>
              <a:t> </a:t>
            </a:r>
            <a:r>
              <a:rPr lang="en-US" b="1" dirty="0" err="1">
                <a:solidFill>
                  <a:schemeClr val="tx1"/>
                </a:solidFill>
                <a:latin typeface="Times New Roman" pitchFamily="18" charset="0"/>
                <a:cs typeface="Times New Roman" pitchFamily="18" charset="0"/>
              </a:rPr>
              <a:t>tộc</a:t>
            </a:r>
            <a:endParaRPr lang="en-US" b="1" dirty="0">
              <a:solidFill>
                <a:schemeClr val="tx1"/>
              </a:solidFill>
              <a:latin typeface="Times New Roman" pitchFamily="18" charset="0"/>
              <a:cs typeface="Times New Roman" pitchFamily="18" charset="0"/>
            </a:endParaRPr>
          </a:p>
        </p:txBody>
      </p:sp>
      <p:sp>
        <p:nvSpPr>
          <p:cNvPr id="4" name="Oval 3"/>
          <p:cNvSpPr/>
          <p:nvPr/>
        </p:nvSpPr>
        <p:spPr>
          <a:xfrm>
            <a:off x="533400" y="2400300"/>
            <a:ext cx="1752600" cy="2057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err="1">
                <a:latin typeface="Times New Roman" pitchFamily="18" charset="0"/>
                <a:cs typeface="Times New Roman" pitchFamily="18" charset="0"/>
              </a:rPr>
              <a:t>Cơ</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sở</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lý</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luận</a:t>
            </a:r>
            <a:endParaRPr lang="en-US" sz="3200" dirty="0">
              <a:latin typeface="Times New Roman" pitchFamily="18" charset="0"/>
              <a:cs typeface="Times New Roman" pitchFamily="18" charset="0"/>
            </a:endParaRPr>
          </a:p>
        </p:txBody>
      </p:sp>
      <p:sp>
        <p:nvSpPr>
          <p:cNvPr id="5" name="TextBox 4"/>
          <p:cNvSpPr txBox="1"/>
          <p:nvPr/>
        </p:nvSpPr>
        <p:spPr>
          <a:xfrm>
            <a:off x="2895600" y="2590800"/>
            <a:ext cx="5257800" cy="2062103"/>
          </a:xfrm>
          <a:prstGeom prst="rect">
            <a:avLst/>
          </a:prstGeom>
          <a:noFill/>
        </p:spPr>
        <p:txBody>
          <a:bodyPr wrap="square" rtlCol="0">
            <a:spAutoFit/>
          </a:bodyPr>
          <a:lstStyle/>
          <a:p>
            <a:pPr algn="just"/>
            <a:r>
              <a:rPr lang="en-US" sz="3200" dirty="0" err="1">
                <a:latin typeface="Times New Roman" pitchFamily="18" charset="0"/>
                <a:cs typeface="Times New Roman" pitchFamily="18" charset="0"/>
              </a:rPr>
              <a:t>Việt</a:t>
            </a:r>
            <a:r>
              <a:rPr lang="en-US" sz="3200" dirty="0">
                <a:latin typeface="Times New Roman" pitchFamily="18" charset="0"/>
                <a:cs typeface="Times New Roman" pitchFamily="18" charset="0"/>
              </a:rPr>
              <a:t> Nam </a:t>
            </a:r>
            <a:r>
              <a:rPr lang="en-US" sz="3200" dirty="0" err="1">
                <a:latin typeface="Times New Roman" pitchFamily="18" charset="0"/>
                <a:cs typeface="Times New Roman" pitchFamily="18" charset="0"/>
              </a:rPr>
              <a:t>là</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một</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quốc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gia</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đa</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dân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tộc</a:t>
            </a:r>
            <a:r>
              <a:rPr lang="en-US" sz="3200" dirty="0">
                <a:latin typeface="Times New Roman" pitchFamily="18" charset="0"/>
                <a:cs typeface="Times New Roman" pitchFamily="18" charset="0"/>
              </a:rPr>
              <a:t> </a:t>
            </a:r>
            <a:r>
              <a:rPr lang="en-US" sz="3200" dirty="0">
                <a:latin typeface="Times New Roman" pitchFamily="18" charset="0"/>
                <a:cs typeface="Times New Roman" pitchFamily="18" charset="0"/>
                <a:sym typeface="Wingdings"/>
              </a:rPr>
              <a:t> </a:t>
            </a:r>
            <a:r>
              <a:rPr lang="en-US" sz="3200" dirty="0" err="1">
                <a:latin typeface="Times New Roman" pitchFamily="18" charset="0"/>
                <a:cs typeface="Times New Roman" pitchFamily="18" charset="0"/>
                <a:sym typeface="Wingdings"/>
              </a:rPr>
              <a:t>Bình</a:t>
            </a:r>
            <a:r>
              <a:rPr lang="en-US" sz="3200" dirty="0">
                <a:latin typeface="Times New Roman" pitchFamily="18" charset="0"/>
                <a:cs typeface="Times New Roman" pitchFamily="18" charset="0"/>
                <a:sym typeface="Wingdings"/>
              </a:rPr>
              <a:t> </a:t>
            </a:r>
            <a:r>
              <a:rPr lang="en-US" sz="3200" dirty="0" err="1">
                <a:latin typeface="Times New Roman" pitchFamily="18" charset="0"/>
                <a:cs typeface="Times New Roman" pitchFamily="18" charset="0"/>
                <a:sym typeface="Wingdings"/>
              </a:rPr>
              <a:t>đẳng</a:t>
            </a:r>
            <a:r>
              <a:rPr lang="en-US" sz="3200" dirty="0">
                <a:latin typeface="Times New Roman" pitchFamily="18" charset="0"/>
                <a:cs typeface="Times New Roman" pitchFamily="18" charset="0"/>
                <a:sym typeface="Wingdings"/>
              </a:rPr>
              <a:t> </a:t>
            </a:r>
            <a:r>
              <a:rPr lang="en-US" sz="3200" dirty="0" err="1">
                <a:latin typeface="Times New Roman" pitchFamily="18" charset="0"/>
                <a:cs typeface="Times New Roman" pitchFamily="18" charset="0"/>
                <a:sym typeface="Wingdings"/>
              </a:rPr>
              <a:t>tạo</a:t>
            </a:r>
            <a:r>
              <a:rPr lang="en-US" sz="3200" dirty="0">
                <a:latin typeface="Times New Roman" pitchFamily="18" charset="0"/>
                <a:cs typeface="Times New Roman" pitchFamily="18" charset="0"/>
                <a:sym typeface="Wingdings"/>
              </a:rPr>
              <a:t> </a:t>
            </a:r>
            <a:r>
              <a:rPr lang="en-US" sz="3200" dirty="0" err="1">
                <a:latin typeface="Times New Roman" pitchFamily="18" charset="0"/>
                <a:cs typeface="Times New Roman" pitchFamily="18" charset="0"/>
                <a:sym typeface="Wingdings"/>
              </a:rPr>
              <a:t>điều</a:t>
            </a:r>
            <a:r>
              <a:rPr lang="en-US" sz="3200" dirty="0">
                <a:latin typeface="Times New Roman" pitchFamily="18" charset="0"/>
                <a:cs typeface="Times New Roman" pitchFamily="18" charset="0"/>
                <a:sym typeface="Wingdings"/>
              </a:rPr>
              <a:t> </a:t>
            </a:r>
            <a:r>
              <a:rPr lang="en-US" sz="3200" dirty="0" err="1">
                <a:latin typeface="Times New Roman" pitchFamily="18" charset="0"/>
                <a:cs typeface="Times New Roman" pitchFamily="18" charset="0"/>
                <a:sym typeface="Wingdings"/>
              </a:rPr>
              <a:t>kiện</a:t>
            </a:r>
            <a:r>
              <a:rPr lang="en-US" sz="3200" dirty="0">
                <a:latin typeface="Times New Roman" pitchFamily="18" charset="0"/>
                <a:cs typeface="Times New Roman" pitchFamily="18" charset="0"/>
                <a:sym typeface="Wingdings"/>
              </a:rPr>
              <a:t> </a:t>
            </a:r>
            <a:r>
              <a:rPr lang="en-US" sz="3200" dirty="0" err="1">
                <a:latin typeface="Times New Roman" pitchFamily="18" charset="0"/>
                <a:cs typeface="Times New Roman" pitchFamily="18" charset="0"/>
                <a:sym typeface="Wingdings"/>
              </a:rPr>
              <a:t>cho</a:t>
            </a:r>
            <a:r>
              <a:rPr lang="en-US" sz="3200" dirty="0">
                <a:latin typeface="Times New Roman" pitchFamily="18" charset="0"/>
                <a:cs typeface="Times New Roman" pitchFamily="18" charset="0"/>
                <a:sym typeface="Wingdings"/>
              </a:rPr>
              <a:t> </a:t>
            </a:r>
            <a:r>
              <a:rPr lang="en-US" sz="3200" dirty="0" err="1">
                <a:latin typeface="Times New Roman" pitchFamily="18" charset="0"/>
                <a:cs typeface="Times New Roman" pitchFamily="18" charset="0"/>
                <a:sym typeface="Wingdings"/>
              </a:rPr>
              <a:t>các</a:t>
            </a:r>
            <a:r>
              <a:rPr lang="en-US" sz="3200" dirty="0">
                <a:latin typeface="Times New Roman" pitchFamily="18" charset="0"/>
                <a:cs typeface="Times New Roman" pitchFamily="18" charset="0"/>
                <a:sym typeface="Wingdings"/>
              </a:rPr>
              <a:t> </a:t>
            </a:r>
            <a:r>
              <a:rPr lang="en-US" sz="3200" dirty="0" err="1">
                <a:latin typeface="Times New Roman" pitchFamily="18" charset="0"/>
                <a:cs typeface="Times New Roman" pitchFamily="18" charset="0"/>
                <a:sym typeface="Wingdings"/>
              </a:rPr>
              <a:t>dân</a:t>
            </a:r>
            <a:r>
              <a:rPr lang="en-US" sz="3200" dirty="0">
                <a:latin typeface="Times New Roman" pitchFamily="18" charset="0"/>
                <a:cs typeface="Times New Roman" pitchFamily="18" charset="0"/>
                <a:sym typeface="Wingdings"/>
              </a:rPr>
              <a:t> </a:t>
            </a:r>
            <a:r>
              <a:rPr lang="en-US" sz="3200" dirty="0" err="1">
                <a:latin typeface="Times New Roman" pitchFamily="18" charset="0"/>
                <a:cs typeface="Times New Roman" pitchFamily="18" charset="0"/>
                <a:sym typeface="Wingdings"/>
              </a:rPr>
              <a:t>tộc</a:t>
            </a:r>
            <a:r>
              <a:rPr lang="en-US" sz="3200" dirty="0">
                <a:latin typeface="Times New Roman" pitchFamily="18" charset="0"/>
                <a:cs typeface="Times New Roman" pitchFamily="18" charset="0"/>
                <a:sym typeface="Wingdings"/>
              </a:rPr>
              <a:t> </a:t>
            </a:r>
            <a:r>
              <a:rPr lang="en-US" sz="3200" dirty="0" err="1">
                <a:latin typeface="Times New Roman" pitchFamily="18" charset="0"/>
                <a:cs typeface="Times New Roman" pitchFamily="18" charset="0"/>
                <a:sym typeface="Wingdings"/>
              </a:rPr>
              <a:t>xích</a:t>
            </a:r>
            <a:r>
              <a:rPr lang="en-US" sz="3200" dirty="0">
                <a:latin typeface="Times New Roman" pitchFamily="18" charset="0"/>
                <a:cs typeface="Times New Roman" pitchFamily="18" charset="0"/>
                <a:sym typeface="Wingdings"/>
              </a:rPr>
              <a:t> </a:t>
            </a:r>
            <a:r>
              <a:rPr lang="en-US" sz="3200" dirty="0" err="1">
                <a:latin typeface="Times New Roman" pitchFamily="18" charset="0"/>
                <a:cs typeface="Times New Roman" pitchFamily="18" charset="0"/>
                <a:sym typeface="Wingdings"/>
              </a:rPr>
              <a:t>lại</a:t>
            </a:r>
            <a:r>
              <a:rPr lang="en-US" sz="3200" dirty="0">
                <a:latin typeface="Times New Roman" pitchFamily="18" charset="0"/>
                <a:cs typeface="Times New Roman" pitchFamily="18" charset="0"/>
                <a:sym typeface="Wingdings"/>
              </a:rPr>
              <a:t> </a:t>
            </a:r>
            <a:r>
              <a:rPr lang="en-US" sz="3200" dirty="0" err="1">
                <a:latin typeface="Times New Roman" pitchFamily="18" charset="0"/>
                <a:cs typeface="Times New Roman" pitchFamily="18" charset="0"/>
                <a:sym typeface="Wingdings"/>
              </a:rPr>
              <a:t>gần</a:t>
            </a:r>
            <a:r>
              <a:rPr lang="en-US" sz="3200" dirty="0">
                <a:latin typeface="Times New Roman" pitchFamily="18" charset="0"/>
                <a:cs typeface="Times New Roman" pitchFamily="18" charset="0"/>
                <a:sym typeface="Wingdings"/>
              </a:rPr>
              <a:t> </a:t>
            </a:r>
            <a:r>
              <a:rPr lang="en-US" sz="3200" dirty="0" err="1">
                <a:latin typeface="Times New Roman" pitchFamily="18" charset="0"/>
                <a:cs typeface="Times New Roman" pitchFamily="18" charset="0"/>
                <a:sym typeface="Wingdings"/>
              </a:rPr>
              <a:t>nhau</a:t>
            </a:r>
            <a:r>
              <a:rPr lang="en-US" sz="3200" dirty="0">
                <a:latin typeface="Times New Roman" pitchFamily="18" charset="0"/>
                <a:cs typeface="Times New Roman" pitchFamily="18" charset="0"/>
                <a:sym typeface="Wingdings"/>
              </a:rPr>
              <a:t> </a:t>
            </a:r>
            <a:r>
              <a:rPr lang="en-US" sz="3200" dirty="0" err="1">
                <a:latin typeface="Times New Roman" pitchFamily="18" charset="0"/>
                <a:cs typeface="Times New Roman" pitchFamily="18" charset="0"/>
                <a:sym typeface="Wingdings"/>
              </a:rPr>
              <a:t>hơn</a:t>
            </a:r>
            <a:r>
              <a:rPr lang="en-US" sz="3200" dirty="0">
                <a:latin typeface="Times New Roman" pitchFamily="18" charset="0"/>
                <a:cs typeface="Times New Roman" pitchFamily="18" charset="0"/>
                <a:sym typeface="Wingdings"/>
              </a:rPr>
              <a:t>, </a:t>
            </a:r>
            <a:r>
              <a:rPr lang="en-US" sz="3200" dirty="0" err="1">
                <a:latin typeface="Times New Roman" pitchFamily="18" charset="0"/>
                <a:cs typeface="Times New Roman" pitchFamily="18" charset="0"/>
                <a:sym typeface="Wingdings"/>
              </a:rPr>
              <a:t>cùng</a:t>
            </a:r>
            <a:r>
              <a:rPr lang="en-US" sz="3200" dirty="0">
                <a:latin typeface="Times New Roman" pitchFamily="18" charset="0"/>
                <a:cs typeface="Times New Roman" pitchFamily="18" charset="0"/>
                <a:sym typeface="Wingdings"/>
              </a:rPr>
              <a:t> </a:t>
            </a:r>
            <a:r>
              <a:rPr lang="en-US" sz="3200" dirty="0" err="1">
                <a:latin typeface="Times New Roman" pitchFamily="18" charset="0"/>
                <a:cs typeface="Times New Roman" pitchFamily="18" charset="0"/>
                <a:sym typeface="Wingdings"/>
              </a:rPr>
              <a:t>phát</a:t>
            </a:r>
            <a:r>
              <a:rPr lang="en-US" sz="3200" dirty="0">
                <a:latin typeface="Times New Roman" pitchFamily="18" charset="0"/>
                <a:cs typeface="Times New Roman" pitchFamily="18" charset="0"/>
                <a:sym typeface="Wingdings"/>
              </a:rPr>
              <a:t> </a:t>
            </a:r>
            <a:r>
              <a:rPr lang="en-US" sz="3200" dirty="0" err="1">
                <a:latin typeface="Times New Roman" pitchFamily="18" charset="0"/>
                <a:cs typeface="Times New Roman" pitchFamily="18" charset="0"/>
                <a:sym typeface="Wingdings"/>
              </a:rPr>
              <a:t>triển</a:t>
            </a:r>
            <a:endParaRPr lang="en-US" sz="3200" dirty="0">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5"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fltVal val="0"/>
                                          </p:val>
                                        </p:tav>
                                        <p:tav tm="100000">
                                          <p:val>
                                            <p:strVal val="#ppt_w"/>
                                          </p:val>
                                        </p:tav>
                                      </p:tavLst>
                                    </p:anim>
                                    <p:anim calcmode="lin" valueType="num">
                                      <p:cBhvr>
                                        <p:cTn id="8" dur="1000" fill="hold"/>
                                        <p:tgtEl>
                                          <p:spTgt spid="2"/>
                                        </p:tgtEl>
                                        <p:attrNameLst>
                                          <p:attrName>ppt_h</p:attrName>
                                        </p:attrNameLst>
                                      </p:cBhvr>
                                      <p:tavLst>
                                        <p:tav tm="0">
                                          <p:val>
                                            <p:fltVal val="0"/>
                                          </p:val>
                                        </p:tav>
                                        <p:tav tm="100000">
                                          <p:val>
                                            <p:strVal val="#ppt_h"/>
                                          </p:val>
                                        </p:tav>
                                      </p:tavLst>
                                    </p:anim>
                                    <p:anim calcmode="lin" valueType="num">
                                      <p:cBhvr>
                                        <p:cTn id="9" dur="1000" fill="hold"/>
                                        <p:tgtEl>
                                          <p:spTgt spid="2"/>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2"/>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1" fill="hold">
                      <p:stCondLst>
                        <p:cond delay="indefinite"/>
                      </p:stCondLst>
                      <p:childTnLst>
                        <p:par>
                          <p:cTn id="12" fill="hold">
                            <p:stCondLst>
                              <p:cond delay="0"/>
                            </p:stCondLst>
                            <p:childTnLst>
                              <p:par>
                                <p:cTn id="13" presetID="15"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anim calcmode="lin" valueType="num">
                                      <p:cBhvr>
                                        <p:cTn id="15" dur="1000" fill="hold"/>
                                        <p:tgtEl>
                                          <p:spTgt spid="4"/>
                                        </p:tgtEl>
                                        <p:attrNameLst>
                                          <p:attrName>ppt_w</p:attrName>
                                        </p:attrNameLst>
                                      </p:cBhvr>
                                      <p:tavLst>
                                        <p:tav tm="0">
                                          <p:val>
                                            <p:fltVal val="0"/>
                                          </p:val>
                                        </p:tav>
                                        <p:tav tm="100000">
                                          <p:val>
                                            <p:strVal val="#ppt_w"/>
                                          </p:val>
                                        </p:tav>
                                      </p:tavLst>
                                    </p:anim>
                                    <p:anim calcmode="lin" valueType="num">
                                      <p:cBhvr>
                                        <p:cTn id="16" dur="1000" fill="hold"/>
                                        <p:tgtEl>
                                          <p:spTgt spid="4"/>
                                        </p:tgtEl>
                                        <p:attrNameLst>
                                          <p:attrName>ppt_h</p:attrName>
                                        </p:attrNameLst>
                                      </p:cBhvr>
                                      <p:tavLst>
                                        <p:tav tm="0">
                                          <p:val>
                                            <p:fltVal val="0"/>
                                          </p:val>
                                        </p:tav>
                                        <p:tav tm="100000">
                                          <p:val>
                                            <p:strVal val="#ppt_h"/>
                                          </p:val>
                                        </p:tav>
                                      </p:tavLst>
                                    </p:anim>
                                    <p:anim calcmode="lin" valueType="num">
                                      <p:cBhvr>
                                        <p:cTn id="17" dur="1000" fill="hold"/>
                                        <p:tgtEl>
                                          <p:spTgt spid="4"/>
                                        </p:tgtEl>
                                        <p:attrNameLst>
                                          <p:attrName>ppt_x</p:attrName>
                                        </p:attrNameLst>
                                      </p:cBhvr>
                                      <p:tavLst>
                                        <p:tav tm="0" fmla="#ppt_x+(cos(-2*pi*(1-$))*-#ppt_x-sin(-2*pi*(1-$))*(1-#ppt_y))*(1-$)">
                                          <p:val>
                                            <p:fltVal val="0"/>
                                          </p:val>
                                        </p:tav>
                                        <p:tav tm="100000">
                                          <p:val>
                                            <p:fltVal val="1"/>
                                          </p:val>
                                        </p:tav>
                                      </p:tavLst>
                                    </p:anim>
                                    <p:anim calcmode="lin" valueType="num">
                                      <p:cBhvr>
                                        <p:cTn id="18" dur="1000" fill="hold"/>
                                        <p:tgtEl>
                                          <p:spTgt spid="4"/>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9" fill="hold">
                      <p:stCondLst>
                        <p:cond delay="indefinite"/>
                      </p:stCondLst>
                      <p:childTnLst>
                        <p:par>
                          <p:cTn id="20" fill="hold">
                            <p:stCondLst>
                              <p:cond delay="0"/>
                            </p:stCondLst>
                            <p:childTnLst>
                              <p:par>
                                <p:cTn id="21" presetID="40" presetClass="entr" presetSubtype="0" fill="hold" grpId="0" nodeType="clickEffect">
                                  <p:stCondLst>
                                    <p:cond delay="0"/>
                                  </p:stCondLst>
                                  <p:iterate type="lt">
                                    <p:tmPct val="10000"/>
                                  </p:iterate>
                                  <p:childTnLst>
                                    <p:set>
                                      <p:cBhvr>
                                        <p:cTn id="22" dur="1" fill="hold">
                                          <p:stCondLst>
                                            <p:cond delay="0"/>
                                          </p:stCondLst>
                                        </p:cTn>
                                        <p:tgtEl>
                                          <p:spTgt spid="5"/>
                                        </p:tgtEl>
                                        <p:attrNameLst>
                                          <p:attrName>style.visibility</p:attrName>
                                        </p:attrNameLst>
                                      </p:cBhvr>
                                      <p:to>
                                        <p:strVal val="visible"/>
                                      </p:to>
                                    </p:set>
                                    <p:animEffect transition="in" filter="fade">
                                      <p:cBhvr>
                                        <p:cTn id="23" dur="1000"/>
                                        <p:tgtEl>
                                          <p:spTgt spid="5"/>
                                        </p:tgtEl>
                                      </p:cBhvr>
                                    </p:animEffect>
                                    <p:anim calcmode="lin" valueType="num">
                                      <p:cBhvr>
                                        <p:cTn id="24" dur="1000" fill="hold"/>
                                        <p:tgtEl>
                                          <p:spTgt spid="5"/>
                                        </p:tgtEl>
                                        <p:attrNameLst>
                                          <p:attrName>ppt_x</p:attrName>
                                        </p:attrNameLst>
                                      </p:cBhvr>
                                      <p:tavLst>
                                        <p:tav tm="0">
                                          <p:val>
                                            <p:strVal val="#ppt_x-.1"/>
                                          </p:val>
                                        </p:tav>
                                        <p:tav tm="100000">
                                          <p:val>
                                            <p:strVal val="#ppt_x"/>
                                          </p:val>
                                        </p:tav>
                                      </p:tavLst>
                                    </p:anim>
                                    <p:anim calcmode="lin" valueType="num">
                                      <p:cBhvr>
                                        <p:cTn id="25" dur="10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animBg="1"/>
      <p:bldP spid="5"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p:cNvSpPr/>
          <p:nvPr/>
        </p:nvSpPr>
        <p:spPr>
          <a:xfrm>
            <a:off x="0" y="0"/>
            <a:ext cx="1981200" cy="2057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err="1">
                <a:latin typeface="Times New Roman" pitchFamily="18" charset="0"/>
                <a:cs typeface="Times New Roman" pitchFamily="18" charset="0"/>
              </a:rPr>
              <a:t>Cơ</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sở</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pháp</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lý</a:t>
            </a:r>
            <a:endParaRPr lang="en-US" sz="3200" dirty="0">
              <a:latin typeface="Times New Roman" pitchFamily="18" charset="0"/>
              <a:cs typeface="Times New Roman" pitchFamily="18" charset="0"/>
            </a:endParaRPr>
          </a:p>
        </p:txBody>
      </p:sp>
      <p:sp>
        <p:nvSpPr>
          <p:cNvPr id="5" name="TextBox 4"/>
          <p:cNvSpPr txBox="1"/>
          <p:nvPr/>
        </p:nvSpPr>
        <p:spPr>
          <a:xfrm>
            <a:off x="2590800" y="914400"/>
            <a:ext cx="4724400" cy="646331"/>
          </a:xfrm>
          <a:prstGeom prst="rect">
            <a:avLst/>
          </a:prstGeom>
          <a:noFill/>
        </p:spPr>
        <p:txBody>
          <a:bodyPr wrap="square" rtlCol="0">
            <a:spAutoFit/>
          </a:bodyPr>
          <a:lstStyle/>
          <a:p>
            <a:r>
              <a:rPr lang="en-US" sz="3600" dirty="0" err="1">
                <a:latin typeface="Times New Roman" pitchFamily="18" charset="0"/>
                <a:cs typeface="Times New Roman" pitchFamily="18" charset="0"/>
              </a:rPr>
              <a:t>Điều</a:t>
            </a:r>
            <a:r>
              <a:rPr lang="en-US" sz="3600" dirty="0">
                <a:latin typeface="Times New Roman" pitchFamily="18" charset="0"/>
                <a:cs typeface="Times New Roman" pitchFamily="18" charset="0"/>
              </a:rPr>
              <a:t> 5 </a:t>
            </a:r>
            <a:r>
              <a:rPr lang="en-US" sz="3600" dirty="0" err="1">
                <a:latin typeface="Times New Roman" pitchFamily="18" charset="0"/>
                <a:cs typeface="Times New Roman" pitchFamily="18" charset="0"/>
              </a:rPr>
              <a:t>Hiến</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pháp</a:t>
            </a:r>
            <a:r>
              <a:rPr lang="en-US" sz="3600" dirty="0">
                <a:latin typeface="Times New Roman" pitchFamily="18" charset="0"/>
                <a:cs typeface="Times New Roman" pitchFamily="18" charset="0"/>
              </a:rPr>
              <a:t> 2013</a:t>
            </a:r>
          </a:p>
        </p:txBody>
      </p:sp>
      <p:sp>
        <p:nvSpPr>
          <p:cNvPr id="7" name="Rectangle 6"/>
          <p:cNvSpPr/>
          <p:nvPr/>
        </p:nvSpPr>
        <p:spPr>
          <a:xfrm>
            <a:off x="762000" y="2286000"/>
            <a:ext cx="8153400" cy="4154984"/>
          </a:xfrm>
          <a:prstGeom prst="rect">
            <a:avLst/>
          </a:prstGeom>
        </p:spPr>
        <p:txBody>
          <a:bodyPr wrap="square">
            <a:spAutoFit/>
          </a:bodyPr>
          <a:lstStyle/>
          <a:p>
            <a:pPr algn="just"/>
            <a:r>
              <a:rPr lang="vi-VN" sz="2400" b="1" dirty="0">
                <a:latin typeface="Times New Roman" pitchFamily="18" charset="0"/>
                <a:cs typeface="Times New Roman" pitchFamily="18" charset="0"/>
              </a:rPr>
              <a:t>Điều 5</a:t>
            </a:r>
            <a:endParaRPr lang="vi-VN" sz="2400" dirty="0">
              <a:latin typeface="Times New Roman" pitchFamily="18" charset="0"/>
              <a:cs typeface="Times New Roman" pitchFamily="18" charset="0"/>
            </a:endParaRPr>
          </a:p>
          <a:p>
            <a:pPr algn="just"/>
            <a:r>
              <a:rPr lang="vi-VN" sz="2400" dirty="0">
                <a:latin typeface="Times New Roman" pitchFamily="18" charset="0"/>
                <a:cs typeface="Times New Roman" pitchFamily="18" charset="0"/>
              </a:rPr>
              <a:t>1. Nước Cộng hoà xã hội chủ nghĩa Việt Nam là quốc gia thống nhất của các dân tộc cùng sinh sống trên đất nước Việt Nam.</a:t>
            </a:r>
          </a:p>
          <a:p>
            <a:pPr algn="just"/>
            <a:r>
              <a:rPr lang="vi-VN" sz="2400" dirty="0">
                <a:latin typeface="Times New Roman" pitchFamily="18" charset="0"/>
                <a:cs typeface="Times New Roman" pitchFamily="18" charset="0"/>
              </a:rPr>
              <a:t>2. Các dân tộc bình đẳng, đoàn kết, tôn trọng và giúp đỡ nhau cùng phát triển; nghiêm cấm mọi hành vi kỳ thị, chia rẽ dân tộc.</a:t>
            </a:r>
          </a:p>
          <a:p>
            <a:pPr algn="just"/>
            <a:r>
              <a:rPr lang="vi-VN" sz="2400" dirty="0">
                <a:latin typeface="Times New Roman" pitchFamily="18" charset="0"/>
                <a:cs typeface="Times New Roman" pitchFamily="18" charset="0"/>
              </a:rPr>
              <a:t>3. Ngôn ngữ quốc gia là tiếng Việt. Các dân tộc có quyền dùng tiếng nói, chữ viết, giữ gìn bản sắc dân tộc và phát huy những phong tục, tập quán, truyền thống và văn hoá tốt đẹp của mình.</a:t>
            </a:r>
          </a:p>
          <a:p>
            <a:pPr algn="just"/>
            <a:r>
              <a:rPr lang="vi-VN" sz="2400" dirty="0">
                <a:latin typeface="Times New Roman" pitchFamily="18" charset="0"/>
                <a:cs typeface="Times New Roman" pitchFamily="18" charset="0"/>
              </a:rPr>
              <a:t>4. Nhà nước thực hiện chính sách phát triển toàn diện và tạo điều kiện để tất cả các dân tộc thiểu số phát huy nội lực, hoà nhập vào sự phát triển chung của  đất nước.</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0" presetClass="entr" presetSubtype="0" fill="hold" grpId="0" nodeType="clickEffect">
                                  <p:stCondLst>
                                    <p:cond delay="0"/>
                                  </p:stCondLst>
                                  <p:iterate type="lt">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1"/>
                                          </p:val>
                                        </p:tav>
                                        <p:tav tm="100000">
                                          <p:val>
                                            <p:strVal val="#ppt_x"/>
                                          </p:val>
                                        </p:tav>
                                      </p:tavLst>
                                    </p:anim>
                                    <p:anim calcmode="lin" valueType="num">
                                      <p:cBhvr>
                                        <p:cTn id="9" dur="10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0"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wedge">
                                      <p:cBhvr>
                                        <p:cTn id="14" dur="2000"/>
                                        <p:tgtEl>
                                          <p:spTgt spid="5"/>
                                        </p:tgtEl>
                                      </p:cBhvr>
                                    </p:animEffect>
                                  </p:childTnLst>
                                </p:cTn>
                              </p:par>
                            </p:childTnLst>
                          </p:cTn>
                        </p:par>
                      </p:childTnLst>
                    </p:cTn>
                  </p:par>
                  <p:par>
                    <p:cTn id="15" fill="hold">
                      <p:stCondLst>
                        <p:cond delay="indefinite"/>
                      </p:stCondLst>
                      <p:childTnLst>
                        <p:par>
                          <p:cTn id="16" fill="hold">
                            <p:stCondLst>
                              <p:cond delay="0"/>
                            </p:stCondLst>
                            <p:childTnLst>
                              <p:par>
                                <p:cTn id="17" presetID="15"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p:cTn id="19" dur="1000" fill="hold"/>
                                        <p:tgtEl>
                                          <p:spTgt spid="7"/>
                                        </p:tgtEl>
                                        <p:attrNameLst>
                                          <p:attrName>ppt_w</p:attrName>
                                        </p:attrNameLst>
                                      </p:cBhvr>
                                      <p:tavLst>
                                        <p:tav tm="0">
                                          <p:val>
                                            <p:fltVal val="0"/>
                                          </p:val>
                                        </p:tav>
                                        <p:tav tm="100000">
                                          <p:val>
                                            <p:strVal val="#ppt_w"/>
                                          </p:val>
                                        </p:tav>
                                      </p:tavLst>
                                    </p:anim>
                                    <p:anim calcmode="lin" valueType="num">
                                      <p:cBhvr>
                                        <p:cTn id="20" dur="1000" fill="hold"/>
                                        <p:tgtEl>
                                          <p:spTgt spid="7"/>
                                        </p:tgtEl>
                                        <p:attrNameLst>
                                          <p:attrName>ppt_h</p:attrName>
                                        </p:attrNameLst>
                                      </p:cBhvr>
                                      <p:tavLst>
                                        <p:tav tm="0">
                                          <p:val>
                                            <p:fltVal val="0"/>
                                          </p:val>
                                        </p:tav>
                                        <p:tav tm="100000">
                                          <p:val>
                                            <p:strVal val="#ppt_h"/>
                                          </p:val>
                                        </p:tav>
                                      </p:tavLst>
                                    </p:anim>
                                    <p:anim calcmode="lin" valueType="num">
                                      <p:cBhvr>
                                        <p:cTn id="21" dur="1000" fill="hold"/>
                                        <p:tgtEl>
                                          <p:spTgt spid="7"/>
                                        </p:tgtEl>
                                        <p:attrNameLst>
                                          <p:attrName>ppt_x</p:attrName>
                                        </p:attrNameLst>
                                      </p:cBhvr>
                                      <p:tavLst>
                                        <p:tav tm="0" fmla="#ppt_x+(cos(-2*pi*(1-$))*-#ppt_x-sin(-2*pi*(1-$))*(1-#ppt_y))*(1-$)">
                                          <p:val>
                                            <p:fltVal val="0"/>
                                          </p:val>
                                        </p:tav>
                                        <p:tav tm="100000">
                                          <p:val>
                                            <p:fltVal val="1"/>
                                          </p:val>
                                        </p:tav>
                                      </p:tavLst>
                                    </p:anim>
                                    <p:anim calcmode="lin" valueType="num">
                                      <p:cBhvr>
                                        <p:cTn id="22" dur="1000" fill="hold"/>
                                        <p:tgtEl>
                                          <p:spTgt spid="7"/>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7"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400" b="1" dirty="0" err="1">
                <a:solidFill>
                  <a:schemeClr val="tx1"/>
                </a:solidFill>
                <a:latin typeface="Times New Roman" pitchFamily="18" charset="0"/>
                <a:cs typeface="Times New Roman" pitchFamily="18" charset="0"/>
              </a:rPr>
              <a:t>Nội</a:t>
            </a:r>
            <a:r>
              <a:rPr lang="en-US" sz="4400" b="1" dirty="0">
                <a:solidFill>
                  <a:schemeClr val="tx1"/>
                </a:solidFill>
                <a:latin typeface="Times New Roman" pitchFamily="18" charset="0"/>
                <a:cs typeface="Times New Roman" pitchFamily="18" charset="0"/>
              </a:rPr>
              <a:t> dung</a:t>
            </a:r>
          </a:p>
        </p:txBody>
      </p:sp>
      <p:sp>
        <p:nvSpPr>
          <p:cNvPr id="4" name="TextBox 3"/>
          <p:cNvSpPr txBox="1"/>
          <p:nvPr/>
        </p:nvSpPr>
        <p:spPr>
          <a:xfrm>
            <a:off x="762000" y="2093655"/>
            <a:ext cx="7924800" cy="2554545"/>
          </a:xfrm>
          <a:prstGeom prst="rect">
            <a:avLst/>
          </a:prstGeom>
          <a:noFill/>
        </p:spPr>
        <p:txBody>
          <a:bodyPr wrap="square" rtlCol="0">
            <a:spAutoFit/>
          </a:bodyPr>
          <a:lstStyle/>
          <a:p>
            <a:pPr algn="just"/>
            <a:r>
              <a:rPr lang="en-US" sz="3200" dirty="0" err="1">
                <a:latin typeface="Times New Roman" pitchFamily="18" charset="0"/>
                <a:cs typeface="Times New Roman" pitchFamily="18" charset="0"/>
              </a:rPr>
              <a:t>Đảm</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bảo</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để</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cho</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các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cơ</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quan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trong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bộ</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máy</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nhà</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nước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đặc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biệt</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là</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các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cơ</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quan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quyền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lực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nhà</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nước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Quốc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hội</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và</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Hội</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đồng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nhân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dân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có</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một</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số</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lượng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nhất</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định</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đại</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biểu</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là</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người</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dân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tộc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thiểu</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số</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vùng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cao</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biên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giới</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hải</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đảo</a:t>
            </a:r>
            <a:endParaRPr lang="en-US" sz="3200" dirty="0">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9" presetClass="entr" presetSubtype="0" accel="10000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ppt_h</p:attrName>
                                        </p:attrNameLst>
                                      </p:cBhvr>
                                      <p:tavLst>
                                        <p:tav tm="0">
                                          <p:val>
                                            <p:strVal val="#ppt_h/20"/>
                                          </p:val>
                                        </p:tav>
                                        <p:tav tm="50000">
                                          <p:val>
                                            <p:strVal val="#ppt_h/20"/>
                                          </p:val>
                                        </p:tav>
                                        <p:tav tm="100000">
                                          <p:val>
                                            <p:strVal val="#ppt_h"/>
                                          </p:val>
                                        </p:tav>
                                      </p:tavLst>
                                    </p:anim>
                                    <p:anim calcmode="lin" valueType="num">
                                      <p:cBhvr>
                                        <p:cTn id="8" dur="500" fill="hold"/>
                                        <p:tgtEl>
                                          <p:spTgt spid="2"/>
                                        </p:tgtEl>
                                        <p:attrNameLst>
                                          <p:attrName>ppt_w</p:attrName>
                                        </p:attrNameLst>
                                      </p:cBhvr>
                                      <p:tavLst>
                                        <p:tav tm="0">
                                          <p:val>
                                            <p:strVal val="#ppt_w+.3"/>
                                          </p:val>
                                        </p:tav>
                                        <p:tav tm="50000">
                                          <p:val>
                                            <p:strVal val="#ppt_w+.3"/>
                                          </p:val>
                                        </p:tav>
                                        <p:tav tm="100000">
                                          <p:val>
                                            <p:strVal val="#ppt_w"/>
                                          </p:val>
                                        </p:tav>
                                      </p:tavLst>
                                    </p:anim>
                                    <p:anim calcmode="lin" valueType="num">
                                      <p:cBhvr>
                                        <p:cTn id="9" dur="500" fill="hold"/>
                                        <p:tgtEl>
                                          <p:spTgt spid="2"/>
                                        </p:tgtEl>
                                        <p:attrNameLst>
                                          <p:attrName>ppt_x</p:attrName>
                                        </p:attrNameLst>
                                      </p:cBhvr>
                                      <p:tavLst>
                                        <p:tav tm="0">
                                          <p:val>
                                            <p:strVal val="#ppt_x-.3"/>
                                          </p:val>
                                        </p:tav>
                                        <p:tav tm="50000">
                                          <p:val>
                                            <p:strVal val="#ppt_x"/>
                                          </p:val>
                                        </p:tav>
                                        <p:tav tm="100000">
                                          <p:val>
                                            <p:strVal val="#ppt_x"/>
                                          </p:val>
                                        </p:tav>
                                      </p:tavLst>
                                    </p:anim>
                                    <p:anim calcmode="lin" valueType="num">
                                      <p:cBhvr>
                                        <p:cTn id="10"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11" fill="hold">
                      <p:stCondLst>
                        <p:cond delay="indefinite"/>
                      </p:stCondLst>
                      <p:childTnLst>
                        <p:par>
                          <p:cTn id="12" fill="hold">
                            <p:stCondLst>
                              <p:cond delay="0"/>
                            </p:stCondLst>
                            <p:childTnLst>
                              <p:par>
                                <p:cTn id="13" presetID="20"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wedge">
                                      <p:cBhvr>
                                        <p:cTn id="15"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92210" y="4303455"/>
            <a:ext cx="8423189" cy="2554545"/>
          </a:xfrm>
          <a:prstGeom prst="rect">
            <a:avLst/>
          </a:prstGeom>
          <a:noFill/>
        </p:spPr>
        <p:txBody>
          <a:bodyPr wrap="square" rtlCol="0">
            <a:spAutoFit/>
          </a:bodyPr>
          <a:lstStyle/>
          <a:p>
            <a:pPr algn="just"/>
            <a:r>
              <a:rPr lang="en-US" sz="3200" dirty="0" err="1">
                <a:latin typeface="Times New Roman" pitchFamily="18" charset="0"/>
                <a:cs typeface="Times New Roman" pitchFamily="18" charset="0"/>
              </a:rPr>
              <a:t>Nhà</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nước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thực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hiện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đoàn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kết</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bình</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đẳng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tương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trợ</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giúp</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đỡ</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lẫn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nhau</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nghiêm</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cấm</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mọi</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hành</a:t>
            </a:r>
            <a:r>
              <a:rPr lang="en-US" sz="3200" dirty="0">
                <a:latin typeface="Times New Roman" pitchFamily="18" charset="0"/>
                <a:cs typeface="Times New Roman" pitchFamily="18" charset="0"/>
              </a:rPr>
              <a:t> vi </a:t>
            </a:r>
            <a:r>
              <a:rPr lang="en-US" sz="3200" dirty="0" err="1">
                <a:latin typeface="Times New Roman" pitchFamily="18" charset="0"/>
                <a:cs typeface="Times New Roman" pitchFamily="18" charset="0"/>
              </a:rPr>
              <a:t>kỳ</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thị</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chia</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rẽ</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dân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tộc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tạo</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điều</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kiện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phát</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triển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mọi</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mặt</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nâng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cao</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đời</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sống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tinh</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thần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và</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vật</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chất</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cho</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nhân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dân</a:t>
            </a:r>
            <a:endParaRPr lang="en-US" sz="3200" dirty="0">
              <a:latin typeface="Times New Roman" pitchFamily="18" charset="0"/>
              <a:cs typeface="Times New Roman" pitchFamily="18" charset="0"/>
            </a:endParaRPr>
          </a:p>
        </p:txBody>
      </p:sp>
      <p:sp>
        <p:nvSpPr>
          <p:cNvPr id="3" name="TextBox 2"/>
          <p:cNvSpPr txBox="1"/>
          <p:nvPr/>
        </p:nvSpPr>
        <p:spPr>
          <a:xfrm>
            <a:off x="492210" y="1981200"/>
            <a:ext cx="8499389" cy="2062103"/>
          </a:xfrm>
          <a:prstGeom prst="rect">
            <a:avLst/>
          </a:prstGeom>
          <a:noFill/>
        </p:spPr>
        <p:txBody>
          <a:bodyPr wrap="square" rtlCol="0">
            <a:spAutoFit/>
          </a:bodyPr>
          <a:lstStyle/>
          <a:p>
            <a:pPr algn="just"/>
            <a:r>
              <a:rPr lang="en-US" sz="3200" dirty="0" err="1">
                <a:latin typeface="Times New Roman" pitchFamily="18" charset="0"/>
                <a:cs typeface="Times New Roman" pitchFamily="18" charset="0"/>
              </a:rPr>
              <a:t>Các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hình</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thức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tổ</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chức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và</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thực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hiện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quyền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lực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trong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các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cơ</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quan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nhà</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nước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thể</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hiện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tính</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dân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tộc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và</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tham</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gia</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quyết</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định</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các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chính</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sách</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liên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quan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đến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vấn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đề</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dân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tộc</a:t>
            </a:r>
            <a:endParaRPr lang="en-US" sz="3200" dirty="0">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5"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1000" fill="hold"/>
                                        <p:tgtEl>
                                          <p:spTgt spid="3"/>
                                        </p:tgtEl>
                                        <p:attrNameLst>
                                          <p:attrName>ppt_w</p:attrName>
                                        </p:attrNameLst>
                                      </p:cBhvr>
                                      <p:tavLst>
                                        <p:tav tm="0">
                                          <p:val>
                                            <p:fltVal val="0"/>
                                          </p:val>
                                        </p:tav>
                                        <p:tav tm="100000">
                                          <p:val>
                                            <p:strVal val="#ppt_w"/>
                                          </p:val>
                                        </p:tav>
                                      </p:tavLst>
                                    </p:anim>
                                    <p:anim calcmode="lin" valueType="num">
                                      <p:cBhvr>
                                        <p:cTn id="8" dur="1000" fill="hold"/>
                                        <p:tgtEl>
                                          <p:spTgt spid="3"/>
                                        </p:tgtEl>
                                        <p:attrNameLst>
                                          <p:attrName>ppt_h</p:attrName>
                                        </p:attrNameLst>
                                      </p:cBhvr>
                                      <p:tavLst>
                                        <p:tav tm="0">
                                          <p:val>
                                            <p:fltVal val="0"/>
                                          </p:val>
                                        </p:tav>
                                        <p:tav tm="100000">
                                          <p:val>
                                            <p:strVal val="#ppt_h"/>
                                          </p:val>
                                        </p:tav>
                                      </p:tavLst>
                                    </p:anim>
                                    <p:anim calcmode="lin" valueType="num">
                                      <p:cBhvr>
                                        <p:cTn id="9" dur="1000" fill="hold"/>
                                        <p:tgtEl>
                                          <p:spTgt spid="3"/>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3"/>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1" fill="hold">
                      <p:stCondLst>
                        <p:cond delay="indefinite"/>
                      </p:stCondLst>
                      <p:childTnLst>
                        <p:par>
                          <p:cTn id="12" fill="hold">
                            <p:stCondLst>
                              <p:cond delay="0"/>
                            </p:stCondLst>
                            <p:childTnLst>
                              <p:par>
                                <p:cTn id="13" presetID="53"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anim calcmode="lin" valueType="num">
                                      <p:cBhvr>
                                        <p:cTn id="15" dur="500" fill="hold"/>
                                        <p:tgtEl>
                                          <p:spTgt spid="2"/>
                                        </p:tgtEl>
                                        <p:attrNameLst>
                                          <p:attrName>ppt_w</p:attrName>
                                        </p:attrNameLst>
                                      </p:cBhvr>
                                      <p:tavLst>
                                        <p:tav tm="0">
                                          <p:val>
                                            <p:fltVal val="0"/>
                                          </p:val>
                                        </p:tav>
                                        <p:tav tm="100000">
                                          <p:val>
                                            <p:strVal val="#ppt_w"/>
                                          </p:val>
                                        </p:tav>
                                      </p:tavLst>
                                    </p:anim>
                                    <p:anim calcmode="lin" valueType="num">
                                      <p:cBhvr>
                                        <p:cTn id="16" dur="500" fill="hold"/>
                                        <p:tgtEl>
                                          <p:spTgt spid="2"/>
                                        </p:tgtEl>
                                        <p:attrNameLst>
                                          <p:attrName>ppt_h</p:attrName>
                                        </p:attrNameLst>
                                      </p:cBhvr>
                                      <p:tavLst>
                                        <p:tav tm="0">
                                          <p:val>
                                            <p:fltVal val="0"/>
                                          </p:val>
                                        </p:tav>
                                        <p:tav tm="100000">
                                          <p:val>
                                            <p:strVal val="#ppt_h"/>
                                          </p:val>
                                        </p:tav>
                                      </p:tavLst>
                                    </p:anim>
                                    <p:animEffect transition="in" filter="fade">
                                      <p:cBhvr>
                                        <p:cTn id="1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600200" y="2811959"/>
            <a:ext cx="5943600" cy="769441"/>
          </a:xfrm>
          <a:prstGeom prst="rect">
            <a:avLst/>
          </a:prstGeom>
          <a:noFill/>
        </p:spPr>
        <p:txBody>
          <a:bodyPr wrap="square" rtlCol="0">
            <a:spAutoFit/>
          </a:bodyPr>
          <a:lstStyle/>
          <a:p>
            <a:pPr algn="ctr"/>
            <a:r>
              <a:rPr lang="en-US" sz="4400" b="1" dirty="0">
                <a:latin typeface="Times New Roman" panose="02020603050405020304" pitchFamily="18" charset="0"/>
                <a:cs typeface="Times New Roman" panose="02020603050405020304" pitchFamily="18" charset="0"/>
              </a:rPr>
              <a:t>HẾT BÀI 2</a:t>
            </a:r>
          </a:p>
        </p:txBody>
      </p:sp>
    </p:spTree>
  </p:cSld>
  <p:clrMapOvr>
    <a:masterClrMapping/>
  </p:clrMapOvr>
</p:sld>
</file>

<file path=ppt/theme/theme1.xml><?xml version="1.0" encoding="utf-8"?>
<a:theme xmlns:a="http://schemas.openxmlformats.org/drawingml/2006/main" name="Berlin">
  <a:themeElements>
    <a:clrScheme name="Berlin">
      <a:dk1>
        <a:sysClr val="windowText" lastClr="000000"/>
      </a:dk1>
      <a:lt1>
        <a:sysClr val="window" lastClr="FFFFFF"/>
      </a:lt1>
      <a:dk2>
        <a:srgbClr val="9D360E"/>
      </a:dk2>
      <a:lt2>
        <a:srgbClr val="E7E6E6"/>
      </a:lt2>
      <a:accent1>
        <a:srgbClr val="F09415"/>
      </a:accent1>
      <a:accent2>
        <a:srgbClr val="C1B56B"/>
      </a:accent2>
      <a:accent3>
        <a:srgbClr val="4BAF73"/>
      </a:accent3>
      <a:accent4>
        <a:srgbClr val="5AA6C0"/>
      </a:accent4>
      <a:accent5>
        <a:srgbClr val="D17DF9"/>
      </a:accent5>
      <a:accent6>
        <a:srgbClr val="FA7E5C"/>
      </a:accent6>
      <a:hlink>
        <a:srgbClr val="FFAE3E"/>
      </a:hlink>
      <a:folHlink>
        <a:srgbClr val="FCC77E"/>
      </a:folHlink>
    </a:clrScheme>
    <a:fontScheme name="Berlin">
      <a:majorFont>
        <a:latin typeface="Trebuchet MS" panose="020B0603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rebuchet MS" panose="020B0603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erlin">
      <a:fillStyleLst>
        <a:solidFill>
          <a:schemeClr val="phClr"/>
        </a:solidFill>
        <a:gradFill rotWithShape="1">
          <a:gsLst>
            <a:gs pos="0">
              <a:schemeClr val="phClr">
                <a:tint val="60000"/>
                <a:satMod val="100000"/>
                <a:lumMod val="110000"/>
              </a:schemeClr>
            </a:gs>
            <a:gs pos="100000">
              <a:schemeClr val="phClr">
                <a:tint val="70000"/>
                <a:satMod val="100000"/>
                <a:lumMod val="100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6000"/>
                <a:shade val="100000"/>
                <a:hueMod val="270000"/>
                <a:satMod val="200000"/>
                <a:lumMod val="128000"/>
              </a:schemeClr>
            </a:gs>
            <a:gs pos="50000">
              <a:schemeClr val="phClr">
                <a:shade val="100000"/>
                <a:hueMod val="100000"/>
                <a:satMod val="110000"/>
                <a:lumMod val="130000"/>
              </a:schemeClr>
            </a:gs>
            <a:gs pos="100000">
              <a:schemeClr val="phClr">
                <a:shade val="78000"/>
                <a:hueMod val="44000"/>
                <a:satMod val="200000"/>
                <a:lumMod val="69000"/>
              </a:schemeClr>
            </a:gs>
          </a:gsLst>
          <a:lin ang="2520000" scaled="0"/>
        </a:gradFill>
      </a:bgFillStyleLst>
    </a:fmtScheme>
  </a:themeElements>
  <a:objectDefaults/>
  <a:extraClrSchemeLst/>
  <a:extLst>
    <a:ext uri="{05A4C25C-085E-4340-85A3-A5531E510DB2}">
      <thm15:themeFamily xmlns:thm15="http://schemas.microsoft.com/office/thememl/2012/main" name="Berlin" id="{7B5DBA9E-B069-418E-9360-A61BDD0615A4}" vid="{C0CBE056-4EF4-4D92-969E-947779DA7AAA}"/>
    </a:ext>
  </a:extLst>
</a:theme>
</file>

<file path=docProps/app.xml><?xml version="1.0" encoding="utf-8"?>
<Properties xmlns="http://schemas.openxmlformats.org/officeDocument/2006/extended-properties" xmlns:vt="http://schemas.openxmlformats.org/officeDocument/2006/docPropsVTypes">
  <Template/>
  <TotalTime>1674</TotalTime>
  <Words>2390</Words>
  <Application>Microsoft Macintosh PowerPoint</Application>
  <PresentationFormat>On-screen Show (4:3)</PresentationFormat>
  <Paragraphs>142</Paragraphs>
  <Slides>40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40</vt:i4>
      </vt:variant>
    </vt:vector>
  </HeadingPairs>
  <TitlesOfParts>
    <vt:vector size="44" baseType="lpstr">
      <vt:lpstr>Arial</vt:lpstr>
      <vt:lpstr>Times New Roman</vt:lpstr>
      <vt:lpstr>Trebuchet MS</vt:lpstr>
      <vt:lpstr>Berlin</vt:lpstr>
      <vt:lpstr>Bài 2  BỘ MÁY NHÀ NƯỚC CỘNG HÒA  XÃ HỘI CHỦ NGHĨA VIỆT NAM</vt:lpstr>
      <vt:lpstr>1. Bộ máy nhà nước</vt:lpstr>
      <vt:lpstr>PowerPoint Presentation</vt:lpstr>
      <vt:lpstr>Đặc trưng của cơ quan nhà nước</vt:lpstr>
      <vt:lpstr>PowerPoint Presentation</vt:lpstr>
      <vt:lpstr>2. Bộ máy Nhà nước Cộng hoà  xã hội chủ nghĩa Việt Nam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Cơ quan nhà nước trung ương</vt:lpstr>
      <vt:lpstr>Cơ quan nhà nước ở địa phương</vt:lpstr>
      <vt:lpstr>3. Các nguyên tắc tổ chức và hoạt động của Bộ máy Nhà nước</vt:lpstr>
      <vt:lpstr>Nguyên tắc đảm bảo quyền lực nhân dân trong tổ chức và hoạt động của Bộ máy nhà nước</vt:lpstr>
      <vt:lpstr>PowerPoint Presentation</vt:lpstr>
      <vt:lpstr>Nội dung nguyên tắc</vt:lpstr>
      <vt:lpstr>Nguyên tắc đảm bảo sự lãnh đạo của Đảng trong tổ chức và hoạt động của Bộ máy nhà nước</vt:lpstr>
      <vt:lpstr>PowerPoint Presentation</vt:lpstr>
      <vt:lpstr>Nội dung</vt:lpstr>
      <vt:lpstr>PowerPoint Presentation</vt:lpstr>
      <vt:lpstr>PowerPoint Presentation</vt:lpstr>
      <vt:lpstr>PowerPoint Presentation</vt:lpstr>
      <vt:lpstr>Nguyên tắc tập trung dân chủ</vt:lpstr>
      <vt:lpstr>PowerPoint Presentation</vt:lpstr>
      <vt:lpstr>Nội dung</vt:lpstr>
      <vt:lpstr>Yêu cầu</vt:lpstr>
      <vt:lpstr>4. Nguyên tắc pháp chế XHCN trong tổ chức và hoạt động của BMNN</vt:lpstr>
      <vt:lpstr>PowerPoint Presentation</vt:lpstr>
      <vt:lpstr>Nội dung</vt:lpstr>
      <vt:lpstr>Yêu cầu</vt:lpstr>
      <vt:lpstr>Yêu cầu</vt:lpstr>
      <vt:lpstr>5. Nguyên tắc bình đẳng giữa các dân tộc</vt:lpstr>
      <vt:lpstr>PowerPoint Presentation</vt:lpstr>
      <vt:lpstr>Nội dung</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Bài 2: BỘ MÁY NHÀ NƯỚC ViỆT NAM</dc:title>
  <dc:creator>Admin</dc:creator>
  <cp:lastModifiedBy>Liên Nguyễn</cp:lastModifiedBy>
  <cp:revision>96</cp:revision>
  <dcterms:created xsi:type="dcterms:W3CDTF">2014-09-30T05:41:57Z</dcterms:created>
  <dcterms:modified xsi:type="dcterms:W3CDTF">2025-09-22T08:04:30Z</dcterms:modified>
</cp:coreProperties>
</file>