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9"/>
  </p:notesMasterIdLst>
  <p:sldIdLst>
    <p:sldId id="257" r:id="rId2"/>
    <p:sldId id="258" r:id="rId3"/>
    <p:sldId id="259" r:id="rId4"/>
    <p:sldId id="280" r:id="rId5"/>
    <p:sldId id="282" r:id="rId6"/>
    <p:sldId id="264" r:id="rId7"/>
    <p:sldId id="269" r:id="rId8"/>
    <p:sldId id="270" r:id="rId9"/>
    <p:sldId id="283" r:id="rId10"/>
    <p:sldId id="284" r:id="rId11"/>
    <p:sldId id="285" r:id="rId12"/>
    <p:sldId id="273" r:id="rId13"/>
    <p:sldId id="274" r:id="rId14"/>
    <p:sldId id="286" r:id="rId15"/>
    <p:sldId id="276" r:id="rId16"/>
    <p:sldId id="287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7"/>
  </p:normalViewPr>
  <p:slideViewPr>
    <p:cSldViewPr>
      <p:cViewPr varScale="1">
        <p:scale>
          <a:sx n="103" d="100"/>
          <a:sy n="103" d="100"/>
        </p:scale>
        <p:origin x="5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2FF560-847A-4748-A813-ED6FD2CF5D6A}" type="doc">
      <dgm:prSet loTypeId="urn:microsoft.com/office/officeart/2005/8/layout/radial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44B384-5F16-354D-A5D7-E15DEA453217}">
      <dgm:prSet phldrT="[Text]" custT="1"/>
      <dgm:spPr/>
      <dgm:t>
        <a:bodyPr/>
        <a:lstStyle/>
        <a:p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thức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98BE02-9D2D-F845-AB1F-2DA3F58FEAA2}" type="parTrans" cxnId="{226735BE-E421-AE40-ABE9-A504DE59BA8F}">
      <dgm:prSet/>
      <dgm:spPr/>
      <dgm:t>
        <a:bodyPr/>
        <a:lstStyle/>
        <a:p>
          <a:endParaRPr lang="en-US"/>
        </a:p>
      </dgm:t>
    </dgm:pt>
    <dgm:pt modelId="{63F9FB82-7E2C-724F-9491-D911CD916333}" type="sibTrans" cxnId="{226735BE-E421-AE40-ABE9-A504DE59BA8F}">
      <dgm:prSet/>
      <dgm:spPr/>
      <dgm:t>
        <a:bodyPr/>
        <a:lstStyle/>
        <a:p>
          <a:endParaRPr lang="en-US"/>
        </a:p>
      </dgm:t>
    </dgm:pt>
    <dgm:pt modelId="{FEBB7437-2436-AE45-A409-F72BA215073A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Tuân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37F02C3-FC3F-6C43-9E07-E7B4E9D0A07D}" type="parTrans" cxnId="{5258512C-64E2-844B-B31B-C8D52F2C14AC}">
      <dgm:prSet/>
      <dgm:spPr/>
      <dgm:t>
        <a:bodyPr/>
        <a:lstStyle/>
        <a:p>
          <a:endParaRPr lang="en-US"/>
        </a:p>
      </dgm:t>
    </dgm:pt>
    <dgm:pt modelId="{DD0022A5-DD4C-6447-BDA5-3AA100BA3B8E}" type="sibTrans" cxnId="{5258512C-64E2-844B-B31B-C8D52F2C14AC}">
      <dgm:prSet/>
      <dgm:spPr/>
      <dgm:t>
        <a:bodyPr/>
        <a:lstStyle/>
        <a:p>
          <a:endParaRPr lang="en-US"/>
        </a:p>
      </dgm:t>
    </dgm:pt>
    <dgm:pt modelId="{7F50BF7A-4E3C-E24A-A4F2-BA8B29C5E8AC}">
      <dgm:prSet phldrT="[Text]" custT="1"/>
      <dgm:spPr/>
      <dgm:t>
        <a:bodyPr/>
        <a:lstStyle/>
        <a:p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hành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C67092-9CA9-9340-952B-E8D9CBF987E5}" type="parTrans" cxnId="{1B6C92FF-634A-3349-9D14-C530AA850038}">
      <dgm:prSet/>
      <dgm:spPr/>
      <dgm:t>
        <a:bodyPr/>
        <a:lstStyle/>
        <a:p>
          <a:endParaRPr lang="en-US"/>
        </a:p>
      </dgm:t>
    </dgm:pt>
    <dgm:pt modelId="{70ACFDD5-642F-8E4B-B574-5055ED84BA8C}" type="sibTrans" cxnId="{1B6C92FF-634A-3349-9D14-C530AA850038}">
      <dgm:prSet/>
      <dgm:spPr/>
      <dgm:t>
        <a:bodyPr/>
        <a:lstStyle/>
        <a:p>
          <a:endParaRPr lang="en-US"/>
        </a:p>
      </dgm:t>
    </dgm:pt>
    <dgm:pt modelId="{B4BA4A73-F6C0-3C48-BA62-398D1D405737}">
      <dgm:prSet phldrT="[Text]" custT="1"/>
      <dgm:spPr/>
      <dgm:t>
        <a:bodyPr/>
        <a:lstStyle/>
        <a:p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Sử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dụng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57327E-615F-1A41-9A06-46DA9548CDAF}" type="parTrans" cxnId="{1215F98E-D400-0A41-B1D5-87D6F4FFAC77}">
      <dgm:prSet/>
      <dgm:spPr/>
      <dgm:t>
        <a:bodyPr/>
        <a:lstStyle/>
        <a:p>
          <a:endParaRPr lang="en-US"/>
        </a:p>
      </dgm:t>
    </dgm:pt>
    <dgm:pt modelId="{BCACBDD3-9E46-FF4A-8693-8B896B562CB8}" type="sibTrans" cxnId="{1215F98E-D400-0A41-B1D5-87D6F4FFAC77}">
      <dgm:prSet/>
      <dgm:spPr/>
      <dgm:t>
        <a:bodyPr/>
        <a:lstStyle/>
        <a:p>
          <a:endParaRPr lang="en-US"/>
        </a:p>
      </dgm:t>
    </dgm:pt>
    <dgm:pt modelId="{E479AFED-19DA-E04C-B803-A60B4924D8EA}">
      <dgm:prSet phldrT="[Text]" custT="1"/>
      <dgm:spPr/>
      <dgm:t>
        <a:bodyPr/>
        <a:lstStyle/>
        <a:p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Áp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dụng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CF2B3F-F144-B54C-85B4-F6A647EA0F41}" type="parTrans" cxnId="{D3328DA0-396C-534F-AD95-952A63160039}">
      <dgm:prSet/>
      <dgm:spPr/>
      <dgm:t>
        <a:bodyPr/>
        <a:lstStyle/>
        <a:p>
          <a:endParaRPr lang="en-US"/>
        </a:p>
      </dgm:t>
    </dgm:pt>
    <dgm:pt modelId="{CD08A4B5-7880-C24B-B95A-1798E94F4205}" type="sibTrans" cxnId="{D3328DA0-396C-534F-AD95-952A63160039}">
      <dgm:prSet/>
      <dgm:spPr/>
      <dgm:t>
        <a:bodyPr/>
        <a:lstStyle/>
        <a:p>
          <a:endParaRPr lang="en-US"/>
        </a:p>
      </dgm:t>
    </dgm:pt>
    <dgm:pt modelId="{D1F8B267-CE2B-6F45-AEA5-ABA125BCA4A3}" type="pres">
      <dgm:prSet presAssocID="{A32FF560-847A-4748-A813-ED6FD2CF5D6A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E4728AF-D9AF-E144-BA2A-56D194632A03}" type="pres">
      <dgm:prSet presAssocID="{2544B384-5F16-354D-A5D7-E15DEA453217}" presName="centerShape" presStyleLbl="node0" presStyleIdx="0" presStyleCnt="1" custScaleX="105895"/>
      <dgm:spPr/>
    </dgm:pt>
    <dgm:pt modelId="{4516EB5D-33E1-904B-B873-8B88F5ECBD8A}" type="pres">
      <dgm:prSet presAssocID="{FEBB7437-2436-AE45-A409-F72BA215073A}" presName="node" presStyleLbl="node1" presStyleIdx="0" presStyleCnt="4" custScaleX="150792">
        <dgm:presLayoutVars>
          <dgm:bulletEnabled val="1"/>
        </dgm:presLayoutVars>
      </dgm:prSet>
      <dgm:spPr/>
    </dgm:pt>
    <dgm:pt modelId="{68A93502-55AD-2B47-87E8-FB82ABA8F6F4}" type="pres">
      <dgm:prSet presAssocID="{FEBB7437-2436-AE45-A409-F72BA215073A}" presName="dummy" presStyleCnt="0"/>
      <dgm:spPr/>
    </dgm:pt>
    <dgm:pt modelId="{8D31A057-9CAA-5E4F-BF59-C7F9C95E0E90}" type="pres">
      <dgm:prSet presAssocID="{DD0022A5-DD4C-6447-BDA5-3AA100BA3B8E}" presName="sibTrans" presStyleLbl="sibTrans2D1" presStyleIdx="0" presStyleCnt="4"/>
      <dgm:spPr/>
    </dgm:pt>
    <dgm:pt modelId="{F938DFA9-9126-2D41-BE46-882B2EFF17DA}" type="pres">
      <dgm:prSet presAssocID="{7F50BF7A-4E3C-E24A-A4F2-BA8B29C5E8AC}" presName="node" presStyleLbl="node1" presStyleIdx="1" presStyleCnt="4" custScaleX="150792">
        <dgm:presLayoutVars>
          <dgm:bulletEnabled val="1"/>
        </dgm:presLayoutVars>
      </dgm:prSet>
      <dgm:spPr/>
    </dgm:pt>
    <dgm:pt modelId="{A238F549-AA52-7C41-B636-6C3C8D853B12}" type="pres">
      <dgm:prSet presAssocID="{7F50BF7A-4E3C-E24A-A4F2-BA8B29C5E8AC}" presName="dummy" presStyleCnt="0"/>
      <dgm:spPr/>
    </dgm:pt>
    <dgm:pt modelId="{1347CA6A-944E-E245-BA55-896F297C3822}" type="pres">
      <dgm:prSet presAssocID="{70ACFDD5-642F-8E4B-B574-5055ED84BA8C}" presName="sibTrans" presStyleLbl="sibTrans2D1" presStyleIdx="1" presStyleCnt="4"/>
      <dgm:spPr/>
    </dgm:pt>
    <dgm:pt modelId="{8E816942-613B-9F47-A9A3-229D89D372F8}" type="pres">
      <dgm:prSet presAssocID="{B4BA4A73-F6C0-3C48-BA62-398D1D405737}" presName="node" presStyleLbl="node1" presStyleIdx="2" presStyleCnt="4" custScaleX="150792">
        <dgm:presLayoutVars>
          <dgm:bulletEnabled val="1"/>
        </dgm:presLayoutVars>
      </dgm:prSet>
      <dgm:spPr/>
    </dgm:pt>
    <dgm:pt modelId="{71CA047A-6D45-F04C-B69A-BC59D44DD7DD}" type="pres">
      <dgm:prSet presAssocID="{B4BA4A73-F6C0-3C48-BA62-398D1D405737}" presName="dummy" presStyleCnt="0"/>
      <dgm:spPr/>
    </dgm:pt>
    <dgm:pt modelId="{AB05604A-2669-B846-9017-15069DEF3527}" type="pres">
      <dgm:prSet presAssocID="{BCACBDD3-9E46-FF4A-8693-8B896B562CB8}" presName="sibTrans" presStyleLbl="sibTrans2D1" presStyleIdx="2" presStyleCnt="4"/>
      <dgm:spPr/>
    </dgm:pt>
    <dgm:pt modelId="{DB6BDF4D-AAFC-7D48-9873-8F13FDE021F6}" type="pres">
      <dgm:prSet presAssocID="{E479AFED-19DA-E04C-B803-A60B4924D8EA}" presName="node" presStyleLbl="node1" presStyleIdx="3" presStyleCnt="4" custScaleX="150792">
        <dgm:presLayoutVars>
          <dgm:bulletEnabled val="1"/>
        </dgm:presLayoutVars>
      </dgm:prSet>
      <dgm:spPr/>
    </dgm:pt>
    <dgm:pt modelId="{8C89AF44-9E6A-8745-8F67-DE27DEDCB2A8}" type="pres">
      <dgm:prSet presAssocID="{E479AFED-19DA-E04C-B803-A60B4924D8EA}" presName="dummy" presStyleCnt="0"/>
      <dgm:spPr/>
    </dgm:pt>
    <dgm:pt modelId="{A4A5A68E-2737-824D-B4A0-BF3DFA3D869A}" type="pres">
      <dgm:prSet presAssocID="{CD08A4B5-7880-C24B-B95A-1798E94F4205}" presName="sibTrans" presStyleLbl="sibTrans2D1" presStyleIdx="3" presStyleCnt="4"/>
      <dgm:spPr/>
    </dgm:pt>
  </dgm:ptLst>
  <dgm:cxnLst>
    <dgm:cxn modelId="{E5E25B09-6EF1-0048-97A6-71F48502077F}" type="presOf" srcId="{A32FF560-847A-4748-A813-ED6FD2CF5D6A}" destId="{D1F8B267-CE2B-6F45-AEA5-ABA125BCA4A3}" srcOrd="0" destOrd="0" presId="urn:microsoft.com/office/officeart/2005/8/layout/radial6"/>
    <dgm:cxn modelId="{5258512C-64E2-844B-B31B-C8D52F2C14AC}" srcId="{2544B384-5F16-354D-A5D7-E15DEA453217}" destId="{FEBB7437-2436-AE45-A409-F72BA215073A}" srcOrd="0" destOrd="0" parTransId="{C37F02C3-FC3F-6C43-9E07-E7B4E9D0A07D}" sibTransId="{DD0022A5-DD4C-6447-BDA5-3AA100BA3B8E}"/>
    <dgm:cxn modelId="{41ADF036-E5F1-A046-B878-43F2CBA8D783}" type="presOf" srcId="{B4BA4A73-F6C0-3C48-BA62-398D1D405737}" destId="{8E816942-613B-9F47-A9A3-229D89D372F8}" srcOrd="0" destOrd="0" presId="urn:microsoft.com/office/officeart/2005/8/layout/radial6"/>
    <dgm:cxn modelId="{1215F98E-D400-0A41-B1D5-87D6F4FFAC77}" srcId="{2544B384-5F16-354D-A5D7-E15DEA453217}" destId="{B4BA4A73-F6C0-3C48-BA62-398D1D405737}" srcOrd="2" destOrd="0" parTransId="{3F57327E-615F-1A41-9A06-46DA9548CDAF}" sibTransId="{BCACBDD3-9E46-FF4A-8693-8B896B562CB8}"/>
    <dgm:cxn modelId="{6696869E-3E5D-084D-8234-C297111660AA}" type="presOf" srcId="{CD08A4B5-7880-C24B-B95A-1798E94F4205}" destId="{A4A5A68E-2737-824D-B4A0-BF3DFA3D869A}" srcOrd="0" destOrd="0" presId="urn:microsoft.com/office/officeart/2005/8/layout/radial6"/>
    <dgm:cxn modelId="{D3328DA0-396C-534F-AD95-952A63160039}" srcId="{2544B384-5F16-354D-A5D7-E15DEA453217}" destId="{E479AFED-19DA-E04C-B803-A60B4924D8EA}" srcOrd="3" destOrd="0" parTransId="{FCCF2B3F-F144-B54C-85B4-F6A647EA0F41}" sibTransId="{CD08A4B5-7880-C24B-B95A-1798E94F4205}"/>
    <dgm:cxn modelId="{A648F7A2-7768-344A-ABDA-B6A532573BA8}" type="presOf" srcId="{DD0022A5-DD4C-6447-BDA5-3AA100BA3B8E}" destId="{8D31A057-9CAA-5E4F-BF59-C7F9C95E0E90}" srcOrd="0" destOrd="0" presId="urn:microsoft.com/office/officeart/2005/8/layout/radial6"/>
    <dgm:cxn modelId="{0FF680A9-12A2-6B45-9E8D-D05452889561}" type="presOf" srcId="{E479AFED-19DA-E04C-B803-A60B4924D8EA}" destId="{DB6BDF4D-AAFC-7D48-9873-8F13FDE021F6}" srcOrd="0" destOrd="0" presId="urn:microsoft.com/office/officeart/2005/8/layout/radial6"/>
    <dgm:cxn modelId="{134135BE-9942-DE4A-B9C5-5AEB5EACD29F}" type="presOf" srcId="{70ACFDD5-642F-8E4B-B574-5055ED84BA8C}" destId="{1347CA6A-944E-E245-BA55-896F297C3822}" srcOrd="0" destOrd="0" presId="urn:microsoft.com/office/officeart/2005/8/layout/radial6"/>
    <dgm:cxn modelId="{226735BE-E421-AE40-ABE9-A504DE59BA8F}" srcId="{A32FF560-847A-4748-A813-ED6FD2CF5D6A}" destId="{2544B384-5F16-354D-A5D7-E15DEA453217}" srcOrd="0" destOrd="0" parTransId="{DD98BE02-9D2D-F845-AB1F-2DA3F58FEAA2}" sibTransId="{63F9FB82-7E2C-724F-9491-D911CD916333}"/>
    <dgm:cxn modelId="{FDDA13D6-1A76-DD4A-AE91-66CE6145B17C}" type="presOf" srcId="{7F50BF7A-4E3C-E24A-A4F2-BA8B29C5E8AC}" destId="{F938DFA9-9126-2D41-BE46-882B2EFF17DA}" srcOrd="0" destOrd="0" presId="urn:microsoft.com/office/officeart/2005/8/layout/radial6"/>
    <dgm:cxn modelId="{C7D824E1-0A81-C743-A38A-5FDA730738FC}" type="presOf" srcId="{2544B384-5F16-354D-A5D7-E15DEA453217}" destId="{5E4728AF-D9AF-E144-BA2A-56D194632A03}" srcOrd="0" destOrd="0" presId="urn:microsoft.com/office/officeart/2005/8/layout/radial6"/>
    <dgm:cxn modelId="{4F1E54EB-510A-974A-8699-3772CD5643D9}" type="presOf" srcId="{BCACBDD3-9E46-FF4A-8693-8B896B562CB8}" destId="{AB05604A-2669-B846-9017-15069DEF3527}" srcOrd="0" destOrd="0" presId="urn:microsoft.com/office/officeart/2005/8/layout/radial6"/>
    <dgm:cxn modelId="{CD027CF3-FF6A-6A45-9F19-804A05B4778F}" type="presOf" srcId="{FEBB7437-2436-AE45-A409-F72BA215073A}" destId="{4516EB5D-33E1-904B-B873-8B88F5ECBD8A}" srcOrd="0" destOrd="0" presId="urn:microsoft.com/office/officeart/2005/8/layout/radial6"/>
    <dgm:cxn modelId="{1B6C92FF-634A-3349-9D14-C530AA850038}" srcId="{2544B384-5F16-354D-A5D7-E15DEA453217}" destId="{7F50BF7A-4E3C-E24A-A4F2-BA8B29C5E8AC}" srcOrd="1" destOrd="0" parTransId="{BCC67092-9CA9-9340-952B-E8D9CBF987E5}" sibTransId="{70ACFDD5-642F-8E4B-B574-5055ED84BA8C}"/>
    <dgm:cxn modelId="{D5AF5BDC-F2D5-D047-B1F1-D4462E551BEF}" type="presParOf" srcId="{D1F8B267-CE2B-6F45-AEA5-ABA125BCA4A3}" destId="{5E4728AF-D9AF-E144-BA2A-56D194632A03}" srcOrd="0" destOrd="0" presId="urn:microsoft.com/office/officeart/2005/8/layout/radial6"/>
    <dgm:cxn modelId="{5D11F5EC-CB56-8342-831D-81D6C6610CED}" type="presParOf" srcId="{D1F8B267-CE2B-6F45-AEA5-ABA125BCA4A3}" destId="{4516EB5D-33E1-904B-B873-8B88F5ECBD8A}" srcOrd="1" destOrd="0" presId="urn:microsoft.com/office/officeart/2005/8/layout/radial6"/>
    <dgm:cxn modelId="{6DDB8C22-ABA7-2644-9EE5-1C38C060F214}" type="presParOf" srcId="{D1F8B267-CE2B-6F45-AEA5-ABA125BCA4A3}" destId="{68A93502-55AD-2B47-87E8-FB82ABA8F6F4}" srcOrd="2" destOrd="0" presId="urn:microsoft.com/office/officeart/2005/8/layout/radial6"/>
    <dgm:cxn modelId="{800BBC27-D5D5-E043-83B1-58D8397ED545}" type="presParOf" srcId="{D1F8B267-CE2B-6F45-AEA5-ABA125BCA4A3}" destId="{8D31A057-9CAA-5E4F-BF59-C7F9C95E0E90}" srcOrd="3" destOrd="0" presId="urn:microsoft.com/office/officeart/2005/8/layout/radial6"/>
    <dgm:cxn modelId="{2B85AF96-B842-894C-A735-01CA34FB4E3F}" type="presParOf" srcId="{D1F8B267-CE2B-6F45-AEA5-ABA125BCA4A3}" destId="{F938DFA9-9126-2D41-BE46-882B2EFF17DA}" srcOrd="4" destOrd="0" presId="urn:microsoft.com/office/officeart/2005/8/layout/radial6"/>
    <dgm:cxn modelId="{B3FDCD91-1DFB-0C49-A3E0-FDE17EDF52D8}" type="presParOf" srcId="{D1F8B267-CE2B-6F45-AEA5-ABA125BCA4A3}" destId="{A238F549-AA52-7C41-B636-6C3C8D853B12}" srcOrd="5" destOrd="0" presId="urn:microsoft.com/office/officeart/2005/8/layout/radial6"/>
    <dgm:cxn modelId="{0AA1C21F-558A-D340-A15E-16A8E2918614}" type="presParOf" srcId="{D1F8B267-CE2B-6F45-AEA5-ABA125BCA4A3}" destId="{1347CA6A-944E-E245-BA55-896F297C3822}" srcOrd="6" destOrd="0" presId="urn:microsoft.com/office/officeart/2005/8/layout/radial6"/>
    <dgm:cxn modelId="{52D057E8-AD32-C444-A94D-8F1A69D31F04}" type="presParOf" srcId="{D1F8B267-CE2B-6F45-AEA5-ABA125BCA4A3}" destId="{8E816942-613B-9F47-A9A3-229D89D372F8}" srcOrd="7" destOrd="0" presId="urn:microsoft.com/office/officeart/2005/8/layout/radial6"/>
    <dgm:cxn modelId="{882E85F5-696D-4442-83E4-B9DDAEC22842}" type="presParOf" srcId="{D1F8B267-CE2B-6F45-AEA5-ABA125BCA4A3}" destId="{71CA047A-6D45-F04C-B69A-BC59D44DD7DD}" srcOrd="8" destOrd="0" presId="urn:microsoft.com/office/officeart/2005/8/layout/radial6"/>
    <dgm:cxn modelId="{43F362EC-25D5-5A4D-8B7B-FF7CE00C0537}" type="presParOf" srcId="{D1F8B267-CE2B-6F45-AEA5-ABA125BCA4A3}" destId="{AB05604A-2669-B846-9017-15069DEF3527}" srcOrd="9" destOrd="0" presId="urn:microsoft.com/office/officeart/2005/8/layout/radial6"/>
    <dgm:cxn modelId="{AE298571-975D-CB49-B8D4-712107106078}" type="presParOf" srcId="{D1F8B267-CE2B-6F45-AEA5-ABA125BCA4A3}" destId="{DB6BDF4D-AAFC-7D48-9873-8F13FDE021F6}" srcOrd="10" destOrd="0" presId="urn:microsoft.com/office/officeart/2005/8/layout/radial6"/>
    <dgm:cxn modelId="{AB44A62D-A125-BE4D-826E-B56D6B126699}" type="presParOf" srcId="{D1F8B267-CE2B-6F45-AEA5-ABA125BCA4A3}" destId="{8C89AF44-9E6A-8745-8F67-DE27DEDCB2A8}" srcOrd="11" destOrd="0" presId="urn:microsoft.com/office/officeart/2005/8/layout/radial6"/>
    <dgm:cxn modelId="{CEB4D02A-BB1F-3445-AEED-3F54B9AD23C9}" type="presParOf" srcId="{D1F8B267-CE2B-6F45-AEA5-ABA125BCA4A3}" destId="{A4A5A68E-2737-824D-B4A0-BF3DFA3D869A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529A5B-7F66-F645-A83B-6219E3D80B7A}" type="doc">
      <dgm:prSet loTypeId="urn:microsoft.com/office/officeart/2009/3/layout/HorizontalOrganizationChar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940C46-8CBD-0E4E-9150-CA8FA68D801C}">
      <dgm:prSet phldrT="[Text]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điểm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8801BE-3BDD-5F47-9E5C-411131B1A572}" type="parTrans" cxnId="{FCDDB207-8A09-6849-AF07-6224507C071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5A91CA-55A7-DA44-A99E-8F14F0653C77}" type="sibTrans" cxnId="{FCDDB207-8A09-6849-AF07-6224507C071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0EE13D1-262F-854B-9937-C62474AC2971}">
      <dgm:prSet phldrT="[Text]"/>
      <dgm:spPr>
        <a:pattFill prst="pct5">
          <a:fgClr>
            <a:schemeClr val="accent1">
              <a:hueOff val="0"/>
              <a:satOff val="0"/>
              <a:lumOff val="0"/>
            </a:schemeClr>
          </a:fgClr>
          <a:bgClr>
            <a:schemeClr val="accent4">
              <a:lumMod val="20000"/>
              <a:lumOff val="80000"/>
            </a:schemeClr>
          </a:bgClr>
        </a:patt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Hoạt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động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biệt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8A144B-36EF-FE4F-B8DE-C9E2D569DFC9}" type="parTrans" cxnId="{C08553C1-271A-9E41-9BA0-4883BA4E413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10DA33-4A7D-214F-9BDB-FA38BADFABB4}" type="sibTrans" cxnId="{C08553C1-271A-9E41-9BA0-4883BA4E413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E7B3A5-83ED-CE46-A2EE-29D9A0CA75EE}">
      <dgm:prSet phldrT="[Text]"/>
      <dgm:spPr>
        <a:pattFill prst="pct5">
          <a:fgClr>
            <a:schemeClr val="accent1">
              <a:hueOff val="0"/>
              <a:satOff val="0"/>
              <a:lumOff val="0"/>
            </a:schemeClr>
          </a:fgClr>
          <a:bgClr>
            <a:schemeClr val="accent4">
              <a:lumMod val="20000"/>
              <a:lumOff val="80000"/>
            </a:schemeClr>
          </a:bgClr>
        </a:patt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Hoạt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động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sáng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tạo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433700-C2D2-2E40-B837-8108147A9C5E}" type="parTrans" cxnId="{FCF87E9A-7217-3240-B7E7-0C653F4D355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75BA79-A3D4-8C4D-9881-ADAB02759F44}" type="sibTrans" cxnId="{FCF87E9A-7217-3240-B7E7-0C653F4D355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F986B2-CA03-8442-9454-6FA8261F41F6}">
      <dgm:prSet phldrT="[Text]"/>
      <dgm:spPr>
        <a:pattFill prst="pct5">
          <a:fgClr>
            <a:schemeClr val="accent1">
              <a:hueOff val="0"/>
              <a:satOff val="0"/>
              <a:lumOff val="0"/>
            </a:schemeClr>
          </a:fgClr>
          <a:bgClr>
            <a:schemeClr val="accent4">
              <a:lumMod val="20000"/>
              <a:lumOff val="80000"/>
            </a:schemeClr>
          </a:bgClr>
        </a:patt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quyền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lực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NN</a:t>
          </a:r>
        </a:p>
      </dgm:t>
    </dgm:pt>
    <dgm:pt modelId="{2D300699-1EC3-D04D-A08B-016BBD04876E}" type="parTrans" cxnId="{AA1E7E0B-2D4E-3143-8C72-3D52BEE605F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804B18-18DD-6947-B0E6-359C905251A2}" type="sibTrans" cxnId="{AA1E7E0B-2D4E-3143-8C72-3D52BEE605F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80752B-2FC0-3440-B424-E1435AD7EEE4}">
      <dgm:prSet phldrT="[Text]"/>
      <dgm:spPr>
        <a:pattFill prst="pct5">
          <a:fgClr>
            <a:schemeClr val="accent1">
              <a:hueOff val="0"/>
              <a:satOff val="0"/>
              <a:lumOff val="0"/>
            </a:schemeClr>
          </a:fgClr>
          <a:bgClr>
            <a:schemeClr val="accent4">
              <a:lumMod val="20000"/>
              <a:lumOff val="80000"/>
            </a:schemeClr>
          </a:bgClr>
        </a:patt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Tuân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tự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tục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chặt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chẽ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2E6D43-DAA9-7D47-8D0B-D4A51062B715}" type="parTrans" cxnId="{D06D4254-A967-5D40-9663-19D1064E5F2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0FC165-0FE1-B047-B9A7-31708C98A6BC}" type="sibTrans" cxnId="{D06D4254-A967-5D40-9663-19D1064E5F2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D5BBCB-88E8-2247-98E0-3E6F34DF18A5}" type="pres">
      <dgm:prSet presAssocID="{5A529A5B-7F66-F645-A83B-6219E3D80B7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D8BF977-0A52-9E41-8029-72F273F48222}" type="pres">
      <dgm:prSet presAssocID="{99940C46-8CBD-0E4E-9150-CA8FA68D801C}" presName="hierRoot1" presStyleCnt="0">
        <dgm:presLayoutVars>
          <dgm:hierBranch val="init"/>
        </dgm:presLayoutVars>
      </dgm:prSet>
      <dgm:spPr/>
    </dgm:pt>
    <dgm:pt modelId="{7B717D4B-0259-F743-9A26-9BFEC1B3FE87}" type="pres">
      <dgm:prSet presAssocID="{99940C46-8CBD-0E4E-9150-CA8FA68D801C}" presName="rootComposite1" presStyleCnt="0"/>
      <dgm:spPr/>
    </dgm:pt>
    <dgm:pt modelId="{6C0B1EF6-23BB-FB47-8611-3BC86517200B}" type="pres">
      <dgm:prSet presAssocID="{99940C46-8CBD-0E4E-9150-CA8FA68D801C}" presName="rootText1" presStyleLbl="node0" presStyleIdx="0" presStyleCnt="1">
        <dgm:presLayoutVars>
          <dgm:chPref val="3"/>
        </dgm:presLayoutVars>
      </dgm:prSet>
      <dgm:spPr/>
    </dgm:pt>
    <dgm:pt modelId="{5A39C96E-2949-C845-996B-80E7AC922A86}" type="pres">
      <dgm:prSet presAssocID="{99940C46-8CBD-0E4E-9150-CA8FA68D801C}" presName="rootConnector1" presStyleLbl="node1" presStyleIdx="0" presStyleCnt="0"/>
      <dgm:spPr/>
    </dgm:pt>
    <dgm:pt modelId="{9CFE6039-040C-B147-9DA4-1C63CD3EF5AA}" type="pres">
      <dgm:prSet presAssocID="{99940C46-8CBD-0E4E-9150-CA8FA68D801C}" presName="hierChild2" presStyleCnt="0"/>
      <dgm:spPr/>
    </dgm:pt>
    <dgm:pt modelId="{A3228725-146B-9644-B4F0-C14DCFB5862E}" type="pres">
      <dgm:prSet presAssocID="{968A144B-36EF-FE4F-B8DE-C9E2D569DFC9}" presName="Name64" presStyleLbl="parChTrans1D2" presStyleIdx="0" presStyleCnt="4"/>
      <dgm:spPr/>
    </dgm:pt>
    <dgm:pt modelId="{2E9AE29D-1288-274C-AA18-DF129C73E348}" type="pres">
      <dgm:prSet presAssocID="{40EE13D1-262F-854B-9937-C62474AC2971}" presName="hierRoot2" presStyleCnt="0">
        <dgm:presLayoutVars>
          <dgm:hierBranch val="init"/>
        </dgm:presLayoutVars>
      </dgm:prSet>
      <dgm:spPr/>
    </dgm:pt>
    <dgm:pt modelId="{A111FAEF-8C17-4748-8C7D-276EDD6F4E81}" type="pres">
      <dgm:prSet presAssocID="{40EE13D1-262F-854B-9937-C62474AC2971}" presName="rootComposite" presStyleCnt="0"/>
      <dgm:spPr/>
    </dgm:pt>
    <dgm:pt modelId="{AD5E45AC-64EF-5C40-A568-4A969EE2C6B5}" type="pres">
      <dgm:prSet presAssocID="{40EE13D1-262F-854B-9937-C62474AC2971}" presName="rootText" presStyleLbl="node2" presStyleIdx="0" presStyleCnt="4">
        <dgm:presLayoutVars>
          <dgm:chPref val="3"/>
        </dgm:presLayoutVars>
      </dgm:prSet>
      <dgm:spPr/>
    </dgm:pt>
    <dgm:pt modelId="{7AA82EC1-C0B3-264A-BAEA-C86BEF8554B4}" type="pres">
      <dgm:prSet presAssocID="{40EE13D1-262F-854B-9937-C62474AC2971}" presName="rootConnector" presStyleLbl="node2" presStyleIdx="0" presStyleCnt="4"/>
      <dgm:spPr/>
    </dgm:pt>
    <dgm:pt modelId="{2DADD230-3DC6-9D4B-8F31-772153D148EB}" type="pres">
      <dgm:prSet presAssocID="{40EE13D1-262F-854B-9937-C62474AC2971}" presName="hierChild4" presStyleCnt="0"/>
      <dgm:spPr/>
    </dgm:pt>
    <dgm:pt modelId="{22017808-6E12-A540-8FD9-1DCBAB71E9AD}" type="pres">
      <dgm:prSet presAssocID="{40EE13D1-262F-854B-9937-C62474AC2971}" presName="hierChild5" presStyleCnt="0"/>
      <dgm:spPr/>
    </dgm:pt>
    <dgm:pt modelId="{FCECE409-EE22-B248-8640-F54F74632581}" type="pres">
      <dgm:prSet presAssocID="{B3433700-C2D2-2E40-B837-8108147A9C5E}" presName="Name64" presStyleLbl="parChTrans1D2" presStyleIdx="1" presStyleCnt="4"/>
      <dgm:spPr/>
    </dgm:pt>
    <dgm:pt modelId="{1F0C28F9-EBD0-024A-9C35-10792A07A20B}" type="pres">
      <dgm:prSet presAssocID="{38E7B3A5-83ED-CE46-A2EE-29D9A0CA75EE}" presName="hierRoot2" presStyleCnt="0">
        <dgm:presLayoutVars>
          <dgm:hierBranch val="init"/>
        </dgm:presLayoutVars>
      </dgm:prSet>
      <dgm:spPr/>
    </dgm:pt>
    <dgm:pt modelId="{426495BB-0E86-2A48-BCD0-1DDE41E6066C}" type="pres">
      <dgm:prSet presAssocID="{38E7B3A5-83ED-CE46-A2EE-29D9A0CA75EE}" presName="rootComposite" presStyleCnt="0"/>
      <dgm:spPr/>
    </dgm:pt>
    <dgm:pt modelId="{D3F3B097-67AE-2C49-9751-B8115ABACA71}" type="pres">
      <dgm:prSet presAssocID="{38E7B3A5-83ED-CE46-A2EE-29D9A0CA75EE}" presName="rootText" presStyleLbl="node2" presStyleIdx="1" presStyleCnt="4">
        <dgm:presLayoutVars>
          <dgm:chPref val="3"/>
        </dgm:presLayoutVars>
      </dgm:prSet>
      <dgm:spPr/>
    </dgm:pt>
    <dgm:pt modelId="{2C4ED502-67BA-EB4F-B742-D8B8F0D4E3A1}" type="pres">
      <dgm:prSet presAssocID="{38E7B3A5-83ED-CE46-A2EE-29D9A0CA75EE}" presName="rootConnector" presStyleLbl="node2" presStyleIdx="1" presStyleCnt="4"/>
      <dgm:spPr/>
    </dgm:pt>
    <dgm:pt modelId="{0CC49360-BE2C-BF40-B471-B05FBE115065}" type="pres">
      <dgm:prSet presAssocID="{38E7B3A5-83ED-CE46-A2EE-29D9A0CA75EE}" presName="hierChild4" presStyleCnt="0"/>
      <dgm:spPr/>
    </dgm:pt>
    <dgm:pt modelId="{AF5CF68E-92E3-024B-9C04-E8E9D742909F}" type="pres">
      <dgm:prSet presAssocID="{38E7B3A5-83ED-CE46-A2EE-29D9A0CA75EE}" presName="hierChild5" presStyleCnt="0"/>
      <dgm:spPr/>
    </dgm:pt>
    <dgm:pt modelId="{AE6C1308-3AEE-A74E-944A-20710A8B4107}" type="pres">
      <dgm:prSet presAssocID="{2D300699-1EC3-D04D-A08B-016BBD04876E}" presName="Name64" presStyleLbl="parChTrans1D2" presStyleIdx="2" presStyleCnt="4"/>
      <dgm:spPr/>
    </dgm:pt>
    <dgm:pt modelId="{F89BA430-4023-964B-8B6B-99063967082F}" type="pres">
      <dgm:prSet presAssocID="{E3F986B2-CA03-8442-9454-6FA8261F41F6}" presName="hierRoot2" presStyleCnt="0">
        <dgm:presLayoutVars>
          <dgm:hierBranch val="init"/>
        </dgm:presLayoutVars>
      </dgm:prSet>
      <dgm:spPr/>
    </dgm:pt>
    <dgm:pt modelId="{46DB2062-5C18-A943-976E-39F78BF0CBB8}" type="pres">
      <dgm:prSet presAssocID="{E3F986B2-CA03-8442-9454-6FA8261F41F6}" presName="rootComposite" presStyleCnt="0"/>
      <dgm:spPr/>
    </dgm:pt>
    <dgm:pt modelId="{9DBC9F4F-F9E3-1D42-A42D-B44BDEAB4187}" type="pres">
      <dgm:prSet presAssocID="{E3F986B2-CA03-8442-9454-6FA8261F41F6}" presName="rootText" presStyleLbl="node2" presStyleIdx="2" presStyleCnt="4">
        <dgm:presLayoutVars>
          <dgm:chPref val="3"/>
        </dgm:presLayoutVars>
      </dgm:prSet>
      <dgm:spPr/>
    </dgm:pt>
    <dgm:pt modelId="{B30B1150-46C8-7840-A42C-59637B027852}" type="pres">
      <dgm:prSet presAssocID="{E3F986B2-CA03-8442-9454-6FA8261F41F6}" presName="rootConnector" presStyleLbl="node2" presStyleIdx="2" presStyleCnt="4"/>
      <dgm:spPr/>
    </dgm:pt>
    <dgm:pt modelId="{BA36C768-44E3-A14E-A263-2A30A01D213A}" type="pres">
      <dgm:prSet presAssocID="{E3F986B2-CA03-8442-9454-6FA8261F41F6}" presName="hierChild4" presStyleCnt="0"/>
      <dgm:spPr/>
    </dgm:pt>
    <dgm:pt modelId="{EA8B086D-3112-6F47-B1C7-CAEC2FDC0606}" type="pres">
      <dgm:prSet presAssocID="{E3F986B2-CA03-8442-9454-6FA8261F41F6}" presName="hierChild5" presStyleCnt="0"/>
      <dgm:spPr/>
    </dgm:pt>
    <dgm:pt modelId="{831C599F-6839-FB49-943C-2569CFF00FD1}" type="pres">
      <dgm:prSet presAssocID="{9F2E6D43-DAA9-7D47-8D0B-D4A51062B715}" presName="Name64" presStyleLbl="parChTrans1D2" presStyleIdx="3" presStyleCnt="4"/>
      <dgm:spPr/>
    </dgm:pt>
    <dgm:pt modelId="{5FAE5D22-0CB9-DD44-B6BD-85CD794FC8D8}" type="pres">
      <dgm:prSet presAssocID="{4C80752B-2FC0-3440-B424-E1435AD7EEE4}" presName="hierRoot2" presStyleCnt="0">
        <dgm:presLayoutVars>
          <dgm:hierBranch val="init"/>
        </dgm:presLayoutVars>
      </dgm:prSet>
      <dgm:spPr/>
    </dgm:pt>
    <dgm:pt modelId="{0D1CACAA-8FF0-8E40-AD7E-356457E9906D}" type="pres">
      <dgm:prSet presAssocID="{4C80752B-2FC0-3440-B424-E1435AD7EEE4}" presName="rootComposite" presStyleCnt="0"/>
      <dgm:spPr/>
    </dgm:pt>
    <dgm:pt modelId="{8611030E-42C8-2B4D-A670-F97662F2782D}" type="pres">
      <dgm:prSet presAssocID="{4C80752B-2FC0-3440-B424-E1435AD7EEE4}" presName="rootText" presStyleLbl="node2" presStyleIdx="3" presStyleCnt="4">
        <dgm:presLayoutVars>
          <dgm:chPref val="3"/>
        </dgm:presLayoutVars>
      </dgm:prSet>
      <dgm:spPr/>
    </dgm:pt>
    <dgm:pt modelId="{CF8AA367-0696-4D4A-8433-EA533903E512}" type="pres">
      <dgm:prSet presAssocID="{4C80752B-2FC0-3440-B424-E1435AD7EEE4}" presName="rootConnector" presStyleLbl="node2" presStyleIdx="3" presStyleCnt="4"/>
      <dgm:spPr/>
    </dgm:pt>
    <dgm:pt modelId="{350E5169-CED0-6445-ACF9-5B97B59E71CF}" type="pres">
      <dgm:prSet presAssocID="{4C80752B-2FC0-3440-B424-E1435AD7EEE4}" presName="hierChild4" presStyleCnt="0"/>
      <dgm:spPr/>
    </dgm:pt>
    <dgm:pt modelId="{7F5F78F6-226E-154A-9769-2808D2C36988}" type="pres">
      <dgm:prSet presAssocID="{4C80752B-2FC0-3440-B424-E1435AD7EEE4}" presName="hierChild5" presStyleCnt="0"/>
      <dgm:spPr/>
    </dgm:pt>
    <dgm:pt modelId="{48238A1F-A96A-7445-8F42-2F77032DC4A1}" type="pres">
      <dgm:prSet presAssocID="{99940C46-8CBD-0E4E-9150-CA8FA68D801C}" presName="hierChild3" presStyleCnt="0"/>
      <dgm:spPr/>
    </dgm:pt>
  </dgm:ptLst>
  <dgm:cxnLst>
    <dgm:cxn modelId="{FCDDB207-8A09-6849-AF07-6224507C0713}" srcId="{5A529A5B-7F66-F645-A83B-6219E3D80B7A}" destId="{99940C46-8CBD-0E4E-9150-CA8FA68D801C}" srcOrd="0" destOrd="0" parTransId="{F38801BE-3BDD-5F47-9E5C-411131B1A572}" sibTransId="{355A91CA-55A7-DA44-A99E-8F14F0653C77}"/>
    <dgm:cxn modelId="{AA1E7E0B-2D4E-3143-8C72-3D52BEE605F6}" srcId="{99940C46-8CBD-0E4E-9150-CA8FA68D801C}" destId="{E3F986B2-CA03-8442-9454-6FA8261F41F6}" srcOrd="2" destOrd="0" parTransId="{2D300699-1EC3-D04D-A08B-016BBD04876E}" sibTransId="{79804B18-18DD-6947-B0E6-359C905251A2}"/>
    <dgm:cxn modelId="{BA65EA17-424F-EE4D-B8D4-77A2E80FC2B1}" type="presOf" srcId="{38E7B3A5-83ED-CE46-A2EE-29D9A0CA75EE}" destId="{2C4ED502-67BA-EB4F-B742-D8B8F0D4E3A1}" srcOrd="1" destOrd="0" presId="urn:microsoft.com/office/officeart/2009/3/layout/HorizontalOrganizationChart"/>
    <dgm:cxn modelId="{1AEF3121-243F-1F47-A1D9-0F3339DA0565}" type="presOf" srcId="{99940C46-8CBD-0E4E-9150-CA8FA68D801C}" destId="{6C0B1EF6-23BB-FB47-8611-3BC86517200B}" srcOrd="0" destOrd="0" presId="urn:microsoft.com/office/officeart/2009/3/layout/HorizontalOrganizationChart"/>
    <dgm:cxn modelId="{7294F835-6027-B349-822E-2A9FAC2C0CE9}" type="presOf" srcId="{968A144B-36EF-FE4F-B8DE-C9E2D569DFC9}" destId="{A3228725-146B-9644-B4F0-C14DCFB5862E}" srcOrd="0" destOrd="0" presId="urn:microsoft.com/office/officeart/2009/3/layout/HorizontalOrganizationChart"/>
    <dgm:cxn modelId="{2D40D347-2EF2-5745-9EC9-70B9F80DB0D0}" type="presOf" srcId="{B3433700-C2D2-2E40-B837-8108147A9C5E}" destId="{FCECE409-EE22-B248-8640-F54F74632581}" srcOrd="0" destOrd="0" presId="urn:microsoft.com/office/officeart/2009/3/layout/HorizontalOrganizationChart"/>
    <dgm:cxn modelId="{D06D4254-A967-5D40-9663-19D1064E5F2B}" srcId="{99940C46-8CBD-0E4E-9150-CA8FA68D801C}" destId="{4C80752B-2FC0-3440-B424-E1435AD7EEE4}" srcOrd="3" destOrd="0" parTransId="{9F2E6D43-DAA9-7D47-8D0B-D4A51062B715}" sibTransId="{F80FC165-0FE1-B047-B9A7-31708C98A6BC}"/>
    <dgm:cxn modelId="{BD54C467-1537-2941-84DD-EB350F22F650}" type="presOf" srcId="{2D300699-1EC3-D04D-A08B-016BBD04876E}" destId="{AE6C1308-3AEE-A74E-944A-20710A8B4107}" srcOrd="0" destOrd="0" presId="urn:microsoft.com/office/officeart/2009/3/layout/HorizontalOrganizationChart"/>
    <dgm:cxn modelId="{933C7F6D-9988-DE4C-ABAC-D0F717092DF8}" type="presOf" srcId="{40EE13D1-262F-854B-9937-C62474AC2971}" destId="{7AA82EC1-C0B3-264A-BAEA-C86BEF8554B4}" srcOrd="1" destOrd="0" presId="urn:microsoft.com/office/officeart/2009/3/layout/HorizontalOrganizationChart"/>
    <dgm:cxn modelId="{27BA5A83-4A5C-7B49-80B9-6833CD1983E2}" type="presOf" srcId="{4C80752B-2FC0-3440-B424-E1435AD7EEE4}" destId="{CF8AA367-0696-4D4A-8433-EA533903E512}" srcOrd="1" destOrd="0" presId="urn:microsoft.com/office/officeart/2009/3/layout/HorizontalOrganizationChart"/>
    <dgm:cxn modelId="{CC3EA88C-B73B-C74B-A724-1707BF71BE87}" type="presOf" srcId="{40EE13D1-262F-854B-9937-C62474AC2971}" destId="{AD5E45AC-64EF-5C40-A568-4A969EE2C6B5}" srcOrd="0" destOrd="0" presId="urn:microsoft.com/office/officeart/2009/3/layout/HorizontalOrganizationChart"/>
    <dgm:cxn modelId="{FCF87E9A-7217-3240-B7E7-0C653F4D355F}" srcId="{99940C46-8CBD-0E4E-9150-CA8FA68D801C}" destId="{38E7B3A5-83ED-CE46-A2EE-29D9A0CA75EE}" srcOrd="1" destOrd="0" parTransId="{B3433700-C2D2-2E40-B837-8108147A9C5E}" sibTransId="{CD75BA79-A3D4-8C4D-9881-ADAB02759F44}"/>
    <dgm:cxn modelId="{F79AC3A7-009C-0A46-B6A7-28938B8A8B53}" type="presOf" srcId="{99940C46-8CBD-0E4E-9150-CA8FA68D801C}" destId="{5A39C96E-2949-C845-996B-80E7AC922A86}" srcOrd="1" destOrd="0" presId="urn:microsoft.com/office/officeart/2009/3/layout/HorizontalOrganizationChart"/>
    <dgm:cxn modelId="{5D518DB1-A229-2F48-9CAC-34638E8F7104}" type="presOf" srcId="{E3F986B2-CA03-8442-9454-6FA8261F41F6}" destId="{9DBC9F4F-F9E3-1D42-A42D-B44BDEAB4187}" srcOrd="0" destOrd="0" presId="urn:microsoft.com/office/officeart/2009/3/layout/HorizontalOrganizationChart"/>
    <dgm:cxn modelId="{72758FB9-1286-E14D-A6C9-E98988AE18BC}" type="presOf" srcId="{4C80752B-2FC0-3440-B424-E1435AD7EEE4}" destId="{8611030E-42C8-2B4D-A670-F97662F2782D}" srcOrd="0" destOrd="0" presId="urn:microsoft.com/office/officeart/2009/3/layout/HorizontalOrganizationChart"/>
    <dgm:cxn modelId="{C08553C1-271A-9E41-9BA0-4883BA4E4134}" srcId="{99940C46-8CBD-0E4E-9150-CA8FA68D801C}" destId="{40EE13D1-262F-854B-9937-C62474AC2971}" srcOrd="0" destOrd="0" parTransId="{968A144B-36EF-FE4F-B8DE-C9E2D569DFC9}" sibTransId="{0810DA33-4A7D-214F-9BDB-FA38BADFABB4}"/>
    <dgm:cxn modelId="{CA2B89D1-BDB7-1242-A6D0-B9AA19D73236}" type="presOf" srcId="{9F2E6D43-DAA9-7D47-8D0B-D4A51062B715}" destId="{831C599F-6839-FB49-943C-2569CFF00FD1}" srcOrd="0" destOrd="0" presId="urn:microsoft.com/office/officeart/2009/3/layout/HorizontalOrganizationChart"/>
    <dgm:cxn modelId="{21AFCBD6-0E9A-C347-9076-744A49102B01}" type="presOf" srcId="{E3F986B2-CA03-8442-9454-6FA8261F41F6}" destId="{B30B1150-46C8-7840-A42C-59637B027852}" srcOrd="1" destOrd="0" presId="urn:microsoft.com/office/officeart/2009/3/layout/HorizontalOrganizationChart"/>
    <dgm:cxn modelId="{85EA6FED-9796-EA41-8BC9-0EAE4B05121B}" type="presOf" srcId="{38E7B3A5-83ED-CE46-A2EE-29D9A0CA75EE}" destId="{D3F3B097-67AE-2C49-9751-B8115ABACA71}" srcOrd="0" destOrd="0" presId="urn:microsoft.com/office/officeart/2009/3/layout/HorizontalOrganizationChart"/>
    <dgm:cxn modelId="{E67B7AED-912D-6A4E-8828-516B48A0C466}" type="presOf" srcId="{5A529A5B-7F66-F645-A83B-6219E3D80B7A}" destId="{F5D5BBCB-88E8-2247-98E0-3E6F34DF18A5}" srcOrd="0" destOrd="0" presId="urn:microsoft.com/office/officeart/2009/3/layout/HorizontalOrganizationChart"/>
    <dgm:cxn modelId="{510A6841-FFC8-C14C-8EAC-13136E1288F6}" type="presParOf" srcId="{F5D5BBCB-88E8-2247-98E0-3E6F34DF18A5}" destId="{9D8BF977-0A52-9E41-8029-72F273F48222}" srcOrd="0" destOrd="0" presId="urn:microsoft.com/office/officeart/2009/3/layout/HorizontalOrganizationChart"/>
    <dgm:cxn modelId="{D972D4A5-59FF-C944-8AE7-9AAC46FDF592}" type="presParOf" srcId="{9D8BF977-0A52-9E41-8029-72F273F48222}" destId="{7B717D4B-0259-F743-9A26-9BFEC1B3FE87}" srcOrd="0" destOrd="0" presId="urn:microsoft.com/office/officeart/2009/3/layout/HorizontalOrganizationChart"/>
    <dgm:cxn modelId="{BDDFD95E-5A69-544A-BD2E-D5DB5963FD4B}" type="presParOf" srcId="{7B717D4B-0259-F743-9A26-9BFEC1B3FE87}" destId="{6C0B1EF6-23BB-FB47-8611-3BC86517200B}" srcOrd="0" destOrd="0" presId="urn:microsoft.com/office/officeart/2009/3/layout/HorizontalOrganizationChart"/>
    <dgm:cxn modelId="{5535A751-B637-F94F-9DA0-E0E7968EDF8F}" type="presParOf" srcId="{7B717D4B-0259-F743-9A26-9BFEC1B3FE87}" destId="{5A39C96E-2949-C845-996B-80E7AC922A86}" srcOrd="1" destOrd="0" presId="urn:microsoft.com/office/officeart/2009/3/layout/HorizontalOrganizationChart"/>
    <dgm:cxn modelId="{3A7B2E1C-57B8-554C-B678-57A2B6003E11}" type="presParOf" srcId="{9D8BF977-0A52-9E41-8029-72F273F48222}" destId="{9CFE6039-040C-B147-9DA4-1C63CD3EF5AA}" srcOrd="1" destOrd="0" presId="urn:microsoft.com/office/officeart/2009/3/layout/HorizontalOrganizationChart"/>
    <dgm:cxn modelId="{C8CAF735-0E6A-2444-91D9-B5166F668A31}" type="presParOf" srcId="{9CFE6039-040C-B147-9DA4-1C63CD3EF5AA}" destId="{A3228725-146B-9644-B4F0-C14DCFB5862E}" srcOrd="0" destOrd="0" presId="urn:microsoft.com/office/officeart/2009/3/layout/HorizontalOrganizationChart"/>
    <dgm:cxn modelId="{198774DF-7937-CB43-ABC8-EC751D4F7466}" type="presParOf" srcId="{9CFE6039-040C-B147-9DA4-1C63CD3EF5AA}" destId="{2E9AE29D-1288-274C-AA18-DF129C73E348}" srcOrd="1" destOrd="0" presId="urn:microsoft.com/office/officeart/2009/3/layout/HorizontalOrganizationChart"/>
    <dgm:cxn modelId="{74FF20BA-C6EE-2C40-8C85-776534B51DA7}" type="presParOf" srcId="{2E9AE29D-1288-274C-AA18-DF129C73E348}" destId="{A111FAEF-8C17-4748-8C7D-276EDD6F4E81}" srcOrd="0" destOrd="0" presId="urn:microsoft.com/office/officeart/2009/3/layout/HorizontalOrganizationChart"/>
    <dgm:cxn modelId="{D539204F-4230-D247-BB5A-A9540A15A298}" type="presParOf" srcId="{A111FAEF-8C17-4748-8C7D-276EDD6F4E81}" destId="{AD5E45AC-64EF-5C40-A568-4A969EE2C6B5}" srcOrd="0" destOrd="0" presId="urn:microsoft.com/office/officeart/2009/3/layout/HorizontalOrganizationChart"/>
    <dgm:cxn modelId="{5E09CCE8-73FF-FA4D-8932-7EEA6B7E14E6}" type="presParOf" srcId="{A111FAEF-8C17-4748-8C7D-276EDD6F4E81}" destId="{7AA82EC1-C0B3-264A-BAEA-C86BEF8554B4}" srcOrd="1" destOrd="0" presId="urn:microsoft.com/office/officeart/2009/3/layout/HorizontalOrganizationChart"/>
    <dgm:cxn modelId="{DB826DE0-482B-934D-91A4-DEFDFAEBD99D}" type="presParOf" srcId="{2E9AE29D-1288-274C-AA18-DF129C73E348}" destId="{2DADD230-3DC6-9D4B-8F31-772153D148EB}" srcOrd="1" destOrd="0" presId="urn:microsoft.com/office/officeart/2009/3/layout/HorizontalOrganizationChart"/>
    <dgm:cxn modelId="{8DE83117-D3EE-B743-B5E9-CD1DDFE3FF2D}" type="presParOf" srcId="{2E9AE29D-1288-274C-AA18-DF129C73E348}" destId="{22017808-6E12-A540-8FD9-1DCBAB71E9AD}" srcOrd="2" destOrd="0" presId="urn:microsoft.com/office/officeart/2009/3/layout/HorizontalOrganizationChart"/>
    <dgm:cxn modelId="{BEF20BB0-31AA-0E4C-B389-47F1BF65E832}" type="presParOf" srcId="{9CFE6039-040C-B147-9DA4-1C63CD3EF5AA}" destId="{FCECE409-EE22-B248-8640-F54F74632581}" srcOrd="2" destOrd="0" presId="urn:microsoft.com/office/officeart/2009/3/layout/HorizontalOrganizationChart"/>
    <dgm:cxn modelId="{6F6824D0-3863-3648-889B-6FEA0FB5A476}" type="presParOf" srcId="{9CFE6039-040C-B147-9DA4-1C63CD3EF5AA}" destId="{1F0C28F9-EBD0-024A-9C35-10792A07A20B}" srcOrd="3" destOrd="0" presId="urn:microsoft.com/office/officeart/2009/3/layout/HorizontalOrganizationChart"/>
    <dgm:cxn modelId="{70BA5BF4-8466-D248-B236-C060744ACBA8}" type="presParOf" srcId="{1F0C28F9-EBD0-024A-9C35-10792A07A20B}" destId="{426495BB-0E86-2A48-BCD0-1DDE41E6066C}" srcOrd="0" destOrd="0" presId="urn:microsoft.com/office/officeart/2009/3/layout/HorizontalOrganizationChart"/>
    <dgm:cxn modelId="{494DD700-F438-7D4B-AF88-5979848A67ED}" type="presParOf" srcId="{426495BB-0E86-2A48-BCD0-1DDE41E6066C}" destId="{D3F3B097-67AE-2C49-9751-B8115ABACA71}" srcOrd="0" destOrd="0" presId="urn:microsoft.com/office/officeart/2009/3/layout/HorizontalOrganizationChart"/>
    <dgm:cxn modelId="{B9C2BAFE-945B-1D47-A885-BF0F9553D0A1}" type="presParOf" srcId="{426495BB-0E86-2A48-BCD0-1DDE41E6066C}" destId="{2C4ED502-67BA-EB4F-B742-D8B8F0D4E3A1}" srcOrd="1" destOrd="0" presId="urn:microsoft.com/office/officeart/2009/3/layout/HorizontalOrganizationChart"/>
    <dgm:cxn modelId="{ACF2358A-4F9F-FE47-A228-D31B840AE012}" type="presParOf" srcId="{1F0C28F9-EBD0-024A-9C35-10792A07A20B}" destId="{0CC49360-BE2C-BF40-B471-B05FBE115065}" srcOrd="1" destOrd="0" presId="urn:microsoft.com/office/officeart/2009/3/layout/HorizontalOrganizationChart"/>
    <dgm:cxn modelId="{24047F8A-9D09-5547-BBBD-D3E10AD141D3}" type="presParOf" srcId="{1F0C28F9-EBD0-024A-9C35-10792A07A20B}" destId="{AF5CF68E-92E3-024B-9C04-E8E9D742909F}" srcOrd="2" destOrd="0" presId="urn:microsoft.com/office/officeart/2009/3/layout/HorizontalOrganizationChart"/>
    <dgm:cxn modelId="{6DD19CD8-0075-AD44-907B-28FB0ED6E04B}" type="presParOf" srcId="{9CFE6039-040C-B147-9DA4-1C63CD3EF5AA}" destId="{AE6C1308-3AEE-A74E-944A-20710A8B4107}" srcOrd="4" destOrd="0" presId="urn:microsoft.com/office/officeart/2009/3/layout/HorizontalOrganizationChart"/>
    <dgm:cxn modelId="{A8F3BCB8-DF45-4E4C-9285-1AAA26DF8766}" type="presParOf" srcId="{9CFE6039-040C-B147-9DA4-1C63CD3EF5AA}" destId="{F89BA430-4023-964B-8B6B-99063967082F}" srcOrd="5" destOrd="0" presId="urn:microsoft.com/office/officeart/2009/3/layout/HorizontalOrganizationChart"/>
    <dgm:cxn modelId="{466B5C51-E9A5-FD45-8F27-7B83BB784150}" type="presParOf" srcId="{F89BA430-4023-964B-8B6B-99063967082F}" destId="{46DB2062-5C18-A943-976E-39F78BF0CBB8}" srcOrd="0" destOrd="0" presId="urn:microsoft.com/office/officeart/2009/3/layout/HorizontalOrganizationChart"/>
    <dgm:cxn modelId="{734FC1F5-1741-5445-A0F5-EFDD7964E17D}" type="presParOf" srcId="{46DB2062-5C18-A943-976E-39F78BF0CBB8}" destId="{9DBC9F4F-F9E3-1D42-A42D-B44BDEAB4187}" srcOrd="0" destOrd="0" presId="urn:microsoft.com/office/officeart/2009/3/layout/HorizontalOrganizationChart"/>
    <dgm:cxn modelId="{A238F289-2B5A-2C4A-A539-DC8B7A9DD96E}" type="presParOf" srcId="{46DB2062-5C18-A943-976E-39F78BF0CBB8}" destId="{B30B1150-46C8-7840-A42C-59637B027852}" srcOrd="1" destOrd="0" presId="urn:microsoft.com/office/officeart/2009/3/layout/HorizontalOrganizationChart"/>
    <dgm:cxn modelId="{76D1158F-B6AD-334E-B30D-0B3FCD9677AF}" type="presParOf" srcId="{F89BA430-4023-964B-8B6B-99063967082F}" destId="{BA36C768-44E3-A14E-A263-2A30A01D213A}" srcOrd="1" destOrd="0" presId="urn:microsoft.com/office/officeart/2009/3/layout/HorizontalOrganizationChart"/>
    <dgm:cxn modelId="{A71D259D-BD41-4648-A4F9-C6716EC24A49}" type="presParOf" srcId="{F89BA430-4023-964B-8B6B-99063967082F}" destId="{EA8B086D-3112-6F47-B1C7-CAEC2FDC0606}" srcOrd="2" destOrd="0" presId="urn:microsoft.com/office/officeart/2009/3/layout/HorizontalOrganizationChart"/>
    <dgm:cxn modelId="{E9B78A58-D32A-3A40-9794-45CA56C6B0B8}" type="presParOf" srcId="{9CFE6039-040C-B147-9DA4-1C63CD3EF5AA}" destId="{831C599F-6839-FB49-943C-2569CFF00FD1}" srcOrd="6" destOrd="0" presId="urn:microsoft.com/office/officeart/2009/3/layout/HorizontalOrganizationChart"/>
    <dgm:cxn modelId="{80E5C6ED-2A8A-A848-A4B4-CB334ABB5ACA}" type="presParOf" srcId="{9CFE6039-040C-B147-9DA4-1C63CD3EF5AA}" destId="{5FAE5D22-0CB9-DD44-B6BD-85CD794FC8D8}" srcOrd="7" destOrd="0" presId="urn:microsoft.com/office/officeart/2009/3/layout/HorizontalOrganizationChart"/>
    <dgm:cxn modelId="{0FBBA4C3-70E0-6D46-A640-A046DDE0CB8D}" type="presParOf" srcId="{5FAE5D22-0CB9-DD44-B6BD-85CD794FC8D8}" destId="{0D1CACAA-8FF0-8E40-AD7E-356457E9906D}" srcOrd="0" destOrd="0" presId="urn:microsoft.com/office/officeart/2009/3/layout/HorizontalOrganizationChart"/>
    <dgm:cxn modelId="{807D79EA-C79E-9848-9B71-668AD4C8A4EF}" type="presParOf" srcId="{0D1CACAA-8FF0-8E40-AD7E-356457E9906D}" destId="{8611030E-42C8-2B4D-A670-F97662F2782D}" srcOrd="0" destOrd="0" presId="urn:microsoft.com/office/officeart/2009/3/layout/HorizontalOrganizationChart"/>
    <dgm:cxn modelId="{257DDF18-6DE1-BC4A-B51F-01417D7E792B}" type="presParOf" srcId="{0D1CACAA-8FF0-8E40-AD7E-356457E9906D}" destId="{CF8AA367-0696-4D4A-8433-EA533903E512}" srcOrd="1" destOrd="0" presId="urn:microsoft.com/office/officeart/2009/3/layout/HorizontalOrganizationChart"/>
    <dgm:cxn modelId="{15A3A1D8-671E-3D42-AC23-5CBE5D765014}" type="presParOf" srcId="{5FAE5D22-0CB9-DD44-B6BD-85CD794FC8D8}" destId="{350E5169-CED0-6445-ACF9-5B97B59E71CF}" srcOrd="1" destOrd="0" presId="urn:microsoft.com/office/officeart/2009/3/layout/HorizontalOrganizationChart"/>
    <dgm:cxn modelId="{0FDC4033-8D2C-E146-991F-18CD034205D6}" type="presParOf" srcId="{5FAE5D22-0CB9-DD44-B6BD-85CD794FC8D8}" destId="{7F5F78F6-226E-154A-9769-2808D2C36988}" srcOrd="2" destOrd="0" presId="urn:microsoft.com/office/officeart/2009/3/layout/HorizontalOrganizationChart"/>
    <dgm:cxn modelId="{B40DC54D-231B-1D40-AB9C-1138D49A941A}" type="presParOf" srcId="{9D8BF977-0A52-9E41-8029-72F273F48222}" destId="{48238A1F-A96A-7445-8F42-2F77032DC4A1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790520-0F60-F040-8995-D5B7E1949710}" type="doc">
      <dgm:prSet loTypeId="urn:microsoft.com/office/officeart/2005/8/layout/radial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18C875F-E37E-3C4D-851B-391BF73FB2E8}">
      <dgm:prSet phldrT="[Text]" custT="1"/>
      <dgm:spPr/>
      <dgm:t>
        <a:bodyPr/>
        <a:lstStyle/>
        <a:p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Cấu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VPPL</a:t>
          </a:r>
        </a:p>
      </dgm:t>
    </dgm:pt>
    <dgm:pt modelId="{8DB6BB80-E007-734E-AB74-7D1C2D166F7A}" type="parTrans" cxnId="{1F4993EE-CCE3-604C-8440-C9E3F0224612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8274EB-7F1A-3C47-BB2C-6D6B24EEF1D0}" type="sibTrans" cxnId="{1F4993EE-CCE3-604C-8440-C9E3F0224612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3D110D5-5C8F-1643-B079-748592804AE7}">
      <dgm:prSet phldrT="[Text]" custT="1"/>
      <dgm:spPr/>
      <dgm:t>
        <a:bodyPr/>
        <a:lstStyle/>
        <a:p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Chủ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06B210D-AF51-4241-A43F-53A8CD0B33B5}" type="parTrans" cxnId="{20F527F6-3B8B-C24F-8344-D67D17AC0154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38B567-8ADF-774C-BB87-09643F806937}" type="sibTrans" cxnId="{20F527F6-3B8B-C24F-8344-D67D17AC0154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C66FFC-763B-A44F-B8DA-EAEBEDE86BC9}">
      <dgm:prSet phldrT="[Text]" custT="1"/>
      <dgm:spPr/>
      <dgm:t>
        <a:bodyPr/>
        <a:lstStyle/>
        <a:p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801963-E52E-544A-A57D-CF4FC051984E}" type="parTrans" cxnId="{63B79A92-4600-AC44-8179-EE4BD73239DB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D0F4FA-F7AF-0B4B-B3F0-2F8FAA5DFB75}" type="sibTrans" cxnId="{63B79A92-4600-AC44-8179-EE4BD73239DB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CEBE1FC-084B-3640-8D86-B81FA5179F8E}">
      <dgm:prSet phldrT="[Text]" custT="1"/>
      <dgm:spPr/>
      <dgm:t>
        <a:bodyPr/>
        <a:lstStyle/>
        <a:p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Mặt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7C121F-EBB4-9747-A301-03FF0F5B472E}" type="parTrans" cxnId="{4814A575-20DB-A849-B896-2526F42BD173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E9C69C7-7766-0343-B9D2-5C01FE0F94BC}" type="sibTrans" cxnId="{4814A575-20DB-A849-B896-2526F42BD173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D11CF7-0C49-7348-897F-207BC7537F93}">
      <dgm:prSet phldrT="[Text]" custT="1"/>
      <dgm:spPr/>
      <dgm:t>
        <a:bodyPr/>
        <a:lstStyle/>
        <a:p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Mặt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chủ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D55FF3-5F63-2140-9A79-60FC75DF100D}" type="parTrans" cxnId="{F7C3BD0D-D80F-4A4B-BA50-9AC5AAC73985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8F77B7-1661-8E4D-968D-89B85CE9D3BE}" type="sibTrans" cxnId="{F7C3BD0D-D80F-4A4B-BA50-9AC5AAC73985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029143-BD3D-CF4E-8FF2-CB21B22E58D0}" type="pres">
      <dgm:prSet presAssocID="{34790520-0F60-F040-8995-D5B7E1949710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6DEC1BC-ABA1-2F4C-A1A4-CE588B8E1569}" type="pres">
      <dgm:prSet presAssocID="{118C875F-E37E-3C4D-851B-391BF73FB2E8}" presName="centerShape" presStyleLbl="node0" presStyleIdx="0" presStyleCnt="1"/>
      <dgm:spPr/>
    </dgm:pt>
    <dgm:pt modelId="{2FEC6B43-6365-294E-9A64-E16F0D710F61}" type="pres">
      <dgm:prSet presAssocID="{F06B210D-AF51-4241-A43F-53A8CD0B33B5}" presName="Name9" presStyleLbl="parChTrans1D2" presStyleIdx="0" presStyleCnt="4"/>
      <dgm:spPr/>
    </dgm:pt>
    <dgm:pt modelId="{79AC98AB-8FCB-DF48-B642-97608A5F442F}" type="pres">
      <dgm:prSet presAssocID="{F06B210D-AF51-4241-A43F-53A8CD0B33B5}" presName="connTx" presStyleLbl="parChTrans1D2" presStyleIdx="0" presStyleCnt="4"/>
      <dgm:spPr/>
    </dgm:pt>
    <dgm:pt modelId="{A6D1BD59-41CA-8841-85B5-71C5C3BC0CAC}" type="pres">
      <dgm:prSet presAssocID="{03D110D5-5C8F-1643-B079-748592804AE7}" presName="node" presStyleLbl="node1" presStyleIdx="0" presStyleCnt="4" custScaleX="211660">
        <dgm:presLayoutVars>
          <dgm:bulletEnabled val="1"/>
        </dgm:presLayoutVars>
      </dgm:prSet>
      <dgm:spPr/>
    </dgm:pt>
    <dgm:pt modelId="{7A61C74B-D7F6-1848-A2F4-344E7B86C824}" type="pres">
      <dgm:prSet presAssocID="{DF801963-E52E-544A-A57D-CF4FC051984E}" presName="Name9" presStyleLbl="parChTrans1D2" presStyleIdx="1" presStyleCnt="4"/>
      <dgm:spPr/>
    </dgm:pt>
    <dgm:pt modelId="{3A33BDAB-F302-5046-9570-BAAC4EFB3782}" type="pres">
      <dgm:prSet presAssocID="{DF801963-E52E-544A-A57D-CF4FC051984E}" presName="connTx" presStyleLbl="parChTrans1D2" presStyleIdx="1" presStyleCnt="4"/>
      <dgm:spPr/>
    </dgm:pt>
    <dgm:pt modelId="{8748FFC7-B3DF-AF4D-B0F7-A227FB62572D}" type="pres">
      <dgm:prSet presAssocID="{CDC66FFC-763B-A44F-B8DA-EAEBEDE86BC9}" presName="node" presStyleLbl="node1" presStyleIdx="1" presStyleCnt="4" custScaleX="127807">
        <dgm:presLayoutVars>
          <dgm:bulletEnabled val="1"/>
        </dgm:presLayoutVars>
      </dgm:prSet>
      <dgm:spPr/>
    </dgm:pt>
    <dgm:pt modelId="{5A7E76D0-FEFC-B54B-B8E9-5373D3DE6F1E}" type="pres">
      <dgm:prSet presAssocID="{C07C121F-EBB4-9747-A301-03FF0F5B472E}" presName="Name9" presStyleLbl="parChTrans1D2" presStyleIdx="2" presStyleCnt="4"/>
      <dgm:spPr/>
    </dgm:pt>
    <dgm:pt modelId="{01E059C9-ABA5-C749-BF0B-6457CDE84C56}" type="pres">
      <dgm:prSet presAssocID="{C07C121F-EBB4-9747-A301-03FF0F5B472E}" presName="connTx" presStyleLbl="parChTrans1D2" presStyleIdx="2" presStyleCnt="4"/>
      <dgm:spPr/>
    </dgm:pt>
    <dgm:pt modelId="{43866AD2-8997-2545-BA31-FA6F2C518131}" type="pres">
      <dgm:prSet presAssocID="{0CEBE1FC-084B-3640-8D86-B81FA5179F8E}" presName="node" presStyleLbl="node1" presStyleIdx="2" presStyleCnt="4" custScaleX="225276">
        <dgm:presLayoutVars>
          <dgm:bulletEnabled val="1"/>
        </dgm:presLayoutVars>
      </dgm:prSet>
      <dgm:spPr/>
    </dgm:pt>
    <dgm:pt modelId="{E0E0E72D-389D-474C-9841-F6E4D7E92339}" type="pres">
      <dgm:prSet presAssocID="{45D55FF3-5F63-2140-9A79-60FC75DF100D}" presName="Name9" presStyleLbl="parChTrans1D2" presStyleIdx="3" presStyleCnt="4"/>
      <dgm:spPr/>
    </dgm:pt>
    <dgm:pt modelId="{453D4B97-3A1F-6C4E-88DE-523A9A66FBA6}" type="pres">
      <dgm:prSet presAssocID="{45D55FF3-5F63-2140-9A79-60FC75DF100D}" presName="connTx" presStyleLbl="parChTrans1D2" presStyleIdx="3" presStyleCnt="4"/>
      <dgm:spPr/>
    </dgm:pt>
    <dgm:pt modelId="{5B9C1053-15B4-6840-BF55-72FC7E46D787}" type="pres">
      <dgm:prSet presAssocID="{1AD11CF7-0C49-7348-897F-207BC7537F93}" presName="node" presStyleLbl="node1" presStyleIdx="3" presStyleCnt="4" custScaleX="127045">
        <dgm:presLayoutVars>
          <dgm:bulletEnabled val="1"/>
        </dgm:presLayoutVars>
      </dgm:prSet>
      <dgm:spPr/>
    </dgm:pt>
  </dgm:ptLst>
  <dgm:cxnLst>
    <dgm:cxn modelId="{F7C3BD0D-D80F-4A4B-BA50-9AC5AAC73985}" srcId="{118C875F-E37E-3C4D-851B-391BF73FB2E8}" destId="{1AD11CF7-0C49-7348-897F-207BC7537F93}" srcOrd="3" destOrd="0" parTransId="{45D55FF3-5F63-2140-9A79-60FC75DF100D}" sibTransId="{1F8F77B7-1661-8E4D-968D-89B85CE9D3BE}"/>
    <dgm:cxn modelId="{F2017110-9F47-0A4A-8F13-BB893A1A9706}" type="presOf" srcId="{C07C121F-EBB4-9747-A301-03FF0F5B472E}" destId="{5A7E76D0-FEFC-B54B-B8E9-5373D3DE6F1E}" srcOrd="0" destOrd="0" presId="urn:microsoft.com/office/officeart/2005/8/layout/radial1"/>
    <dgm:cxn modelId="{EA0D4917-A24F-604F-A587-DB17928095D6}" type="presOf" srcId="{03D110D5-5C8F-1643-B079-748592804AE7}" destId="{A6D1BD59-41CA-8841-85B5-71C5C3BC0CAC}" srcOrd="0" destOrd="0" presId="urn:microsoft.com/office/officeart/2005/8/layout/radial1"/>
    <dgm:cxn modelId="{DAA76731-B215-2448-9D09-4ABA31B99FB4}" type="presOf" srcId="{45D55FF3-5F63-2140-9A79-60FC75DF100D}" destId="{453D4B97-3A1F-6C4E-88DE-523A9A66FBA6}" srcOrd="1" destOrd="0" presId="urn:microsoft.com/office/officeart/2005/8/layout/radial1"/>
    <dgm:cxn modelId="{B9CEA249-A630-1648-BE8B-78FF6408FA5C}" type="presOf" srcId="{DF801963-E52E-544A-A57D-CF4FC051984E}" destId="{3A33BDAB-F302-5046-9570-BAAC4EFB3782}" srcOrd="1" destOrd="0" presId="urn:microsoft.com/office/officeart/2005/8/layout/radial1"/>
    <dgm:cxn modelId="{9CEC4E5B-C922-6B48-9450-0381C4BFE687}" type="presOf" srcId="{34790520-0F60-F040-8995-D5B7E1949710}" destId="{1F029143-BD3D-CF4E-8FF2-CB21B22E58D0}" srcOrd="0" destOrd="0" presId="urn:microsoft.com/office/officeart/2005/8/layout/radial1"/>
    <dgm:cxn modelId="{4814A575-20DB-A849-B896-2526F42BD173}" srcId="{118C875F-E37E-3C4D-851B-391BF73FB2E8}" destId="{0CEBE1FC-084B-3640-8D86-B81FA5179F8E}" srcOrd="2" destOrd="0" parTransId="{C07C121F-EBB4-9747-A301-03FF0F5B472E}" sibTransId="{8E9C69C7-7766-0343-B9D2-5C01FE0F94BC}"/>
    <dgm:cxn modelId="{63B79A92-4600-AC44-8179-EE4BD73239DB}" srcId="{118C875F-E37E-3C4D-851B-391BF73FB2E8}" destId="{CDC66FFC-763B-A44F-B8DA-EAEBEDE86BC9}" srcOrd="1" destOrd="0" parTransId="{DF801963-E52E-544A-A57D-CF4FC051984E}" sibTransId="{64D0F4FA-F7AF-0B4B-B3F0-2F8FAA5DFB75}"/>
    <dgm:cxn modelId="{EBF85A95-8ED8-544C-B4CB-333D76DB71A6}" type="presOf" srcId="{DF801963-E52E-544A-A57D-CF4FC051984E}" destId="{7A61C74B-D7F6-1848-A2F4-344E7B86C824}" srcOrd="0" destOrd="0" presId="urn:microsoft.com/office/officeart/2005/8/layout/radial1"/>
    <dgm:cxn modelId="{3B1DDE97-0593-A04F-9B40-CEC3B16CE689}" type="presOf" srcId="{118C875F-E37E-3C4D-851B-391BF73FB2E8}" destId="{26DEC1BC-ABA1-2F4C-A1A4-CE588B8E1569}" srcOrd="0" destOrd="0" presId="urn:microsoft.com/office/officeart/2005/8/layout/radial1"/>
    <dgm:cxn modelId="{83FB7E9E-62FF-4B47-8530-423FD47C494B}" type="presOf" srcId="{1AD11CF7-0C49-7348-897F-207BC7537F93}" destId="{5B9C1053-15B4-6840-BF55-72FC7E46D787}" srcOrd="0" destOrd="0" presId="urn:microsoft.com/office/officeart/2005/8/layout/radial1"/>
    <dgm:cxn modelId="{46CBFCAD-DAF7-194E-880A-29741774DE33}" type="presOf" srcId="{45D55FF3-5F63-2140-9A79-60FC75DF100D}" destId="{E0E0E72D-389D-474C-9841-F6E4D7E92339}" srcOrd="0" destOrd="0" presId="urn:microsoft.com/office/officeart/2005/8/layout/radial1"/>
    <dgm:cxn modelId="{7CE155B5-59A1-D24D-92A5-2509ABCE9618}" type="presOf" srcId="{F06B210D-AF51-4241-A43F-53A8CD0B33B5}" destId="{2FEC6B43-6365-294E-9A64-E16F0D710F61}" srcOrd="0" destOrd="0" presId="urn:microsoft.com/office/officeart/2005/8/layout/radial1"/>
    <dgm:cxn modelId="{5173C5C3-5CD0-014F-BFF0-BB3A2433EDC8}" type="presOf" srcId="{C07C121F-EBB4-9747-A301-03FF0F5B472E}" destId="{01E059C9-ABA5-C749-BF0B-6457CDE84C56}" srcOrd="1" destOrd="0" presId="urn:microsoft.com/office/officeart/2005/8/layout/radial1"/>
    <dgm:cxn modelId="{9E1BF3CE-BEEB-B343-AEBE-53E2BC1B88BF}" type="presOf" srcId="{CDC66FFC-763B-A44F-B8DA-EAEBEDE86BC9}" destId="{8748FFC7-B3DF-AF4D-B0F7-A227FB62572D}" srcOrd="0" destOrd="0" presId="urn:microsoft.com/office/officeart/2005/8/layout/radial1"/>
    <dgm:cxn modelId="{A211AFE5-D0C6-5D45-A4AC-EE21EABFC4A2}" type="presOf" srcId="{0CEBE1FC-084B-3640-8D86-B81FA5179F8E}" destId="{43866AD2-8997-2545-BA31-FA6F2C518131}" srcOrd="0" destOrd="0" presId="urn:microsoft.com/office/officeart/2005/8/layout/radial1"/>
    <dgm:cxn modelId="{1F4993EE-CCE3-604C-8440-C9E3F0224612}" srcId="{34790520-0F60-F040-8995-D5B7E1949710}" destId="{118C875F-E37E-3C4D-851B-391BF73FB2E8}" srcOrd="0" destOrd="0" parTransId="{8DB6BB80-E007-734E-AB74-7D1C2D166F7A}" sibTransId="{AB8274EB-7F1A-3C47-BB2C-6D6B24EEF1D0}"/>
    <dgm:cxn modelId="{C19554F4-139E-CD4A-9B3D-5FED86E94C94}" type="presOf" srcId="{F06B210D-AF51-4241-A43F-53A8CD0B33B5}" destId="{79AC98AB-8FCB-DF48-B642-97608A5F442F}" srcOrd="1" destOrd="0" presId="urn:microsoft.com/office/officeart/2005/8/layout/radial1"/>
    <dgm:cxn modelId="{20F527F6-3B8B-C24F-8344-D67D17AC0154}" srcId="{118C875F-E37E-3C4D-851B-391BF73FB2E8}" destId="{03D110D5-5C8F-1643-B079-748592804AE7}" srcOrd="0" destOrd="0" parTransId="{F06B210D-AF51-4241-A43F-53A8CD0B33B5}" sibTransId="{DB38B567-8ADF-774C-BB87-09643F806937}"/>
    <dgm:cxn modelId="{B6254C91-B0E8-1D4E-90A1-99BF5D502B39}" type="presParOf" srcId="{1F029143-BD3D-CF4E-8FF2-CB21B22E58D0}" destId="{26DEC1BC-ABA1-2F4C-A1A4-CE588B8E1569}" srcOrd="0" destOrd="0" presId="urn:microsoft.com/office/officeart/2005/8/layout/radial1"/>
    <dgm:cxn modelId="{EACCDD41-5F5B-6848-AF33-22C31E287AB0}" type="presParOf" srcId="{1F029143-BD3D-CF4E-8FF2-CB21B22E58D0}" destId="{2FEC6B43-6365-294E-9A64-E16F0D710F61}" srcOrd="1" destOrd="0" presId="urn:microsoft.com/office/officeart/2005/8/layout/radial1"/>
    <dgm:cxn modelId="{74C9B5BD-06B4-1644-8996-92FF07567A46}" type="presParOf" srcId="{2FEC6B43-6365-294E-9A64-E16F0D710F61}" destId="{79AC98AB-8FCB-DF48-B642-97608A5F442F}" srcOrd="0" destOrd="0" presId="urn:microsoft.com/office/officeart/2005/8/layout/radial1"/>
    <dgm:cxn modelId="{593C19FC-801B-D349-A372-27FC214925C6}" type="presParOf" srcId="{1F029143-BD3D-CF4E-8FF2-CB21B22E58D0}" destId="{A6D1BD59-41CA-8841-85B5-71C5C3BC0CAC}" srcOrd="2" destOrd="0" presId="urn:microsoft.com/office/officeart/2005/8/layout/radial1"/>
    <dgm:cxn modelId="{DDE40A17-E168-0C4A-BFC0-0F19FEE6E80A}" type="presParOf" srcId="{1F029143-BD3D-CF4E-8FF2-CB21B22E58D0}" destId="{7A61C74B-D7F6-1848-A2F4-344E7B86C824}" srcOrd="3" destOrd="0" presId="urn:microsoft.com/office/officeart/2005/8/layout/radial1"/>
    <dgm:cxn modelId="{DD0A0420-63E8-054B-A6AC-7EA676D8564E}" type="presParOf" srcId="{7A61C74B-D7F6-1848-A2F4-344E7B86C824}" destId="{3A33BDAB-F302-5046-9570-BAAC4EFB3782}" srcOrd="0" destOrd="0" presId="urn:microsoft.com/office/officeart/2005/8/layout/radial1"/>
    <dgm:cxn modelId="{81DD94B2-5FF8-7347-83D5-A311903AE17B}" type="presParOf" srcId="{1F029143-BD3D-CF4E-8FF2-CB21B22E58D0}" destId="{8748FFC7-B3DF-AF4D-B0F7-A227FB62572D}" srcOrd="4" destOrd="0" presId="urn:microsoft.com/office/officeart/2005/8/layout/radial1"/>
    <dgm:cxn modelId="{B8F0357C-DD63-A646-AA94-5C0DF3534B5D}" type="presParOf" srcId="{1F029143-BD3D-CF4E-8FF2-CB21B22E58D0}" destId="{5A7E76D0-FEFC-B54B-B8E9-5373D3DE6F1E}" srcOrd="5" destOrd="0" presId="urn:microsoft.com/office/officeart/2005/8/layout/radial1"/>
    <dgm:cxn modelId="{1145D008-F2A4-3A43-A15E-B8F89A065A0A}" type="presParOf" srcId="{5A7E76D0-FEFC-B54B-B8E9-5373D3DE6F1E}" destId="{01E059C9-ABA5-C749-BF0B-6457CDE84C56}" srcOrd="0" destOrd="0" presId="urn:microsoft.com/office/officeart/2005/8/layout/radial1"/>
    <dgm:cxn modelId="{FB7D3A1E-8291-E447-A3A5-317EEB353857}" type="presParOf" srcId="{1F029143-BD3D-CF4E-8FF2-CB21B22E58D0}" destId="{43866AD2-8997-2545-BA31-FA6F2C518131}" srcOrd="6" destOrd="0" presId="urn:microsoft.com/office/officeart/2005/8/layout/radial1"/>
    <dgm:cxn modelId="{4E696881-81FA-4C4D-BC11-2B004091CA99}" type="presParOf" srcId="{1F029143-BD3D-CF4E-8FF2-CB21B22E58D0}" destId="{E0E0E72D-389D-474C-9841-F6E4D7E92339}" srcOrd="7" destOrd="0" presId="urn:microsoft.com/office/officeart/2005/8/layout/radial1"/>
    <dgm:cxn modelId="{A3ED960A-B733-DC43-9D61-37E1E0428682}" type="presParOf" srcId="{E0E0E72D-389D-474C-9841-F6E4D7E92339}" destId="{453D4B97-3A1F-6C4E-88DE-523A9A66FBA6}" srcOrd="0" destOrd="0" presId="urn:microsoft.com/office/officeart/2005/8/layout/radial1"/>
    <dgm:cxn modelId="{7924E1A4-31A0-7647-84E1-506791E16150}" type="presParOf" srcId="{1F029143-BD3D-CF4E-8FF2-CB21B22E58D0}" destId="{5B9C1053-15B4-6840-BF55-72FC7E46D787}" srcOrd="8" destOrd="0" presId="urn:microsoft.com/office/officeart/2005/8/layout/radial1"/>
  </dgm:cxnLst>
  <dgm:bg>
    <a:gradFill>
      <a:gsLst>
        <a:gs pos="0">
          <a:schemeClr val="accent5">
            <a:lumMod val="20000"/>
            <a:lumOff val="80000"/>
          </a:schemeClr>
        </a:gs>
        <a:gs pos="50000">
          <a:schemeClr val="bg2">
            <a:shade val="100000"/>
            <a:hueMod val="100000"/>
            <a:satMod val="110000"/>
            <a:lumMod val="130000"/>
          </a:schemeClr>
        </a:gs>
        <a:gs pos="100000">
          <a:schemeClr val="accent2">
            <a:lumMod val="20000"/>
            <a:lumOff val="80000"/>
          </a:schemeClr>
        </a:gs>
      </a:gsLst>
      <a:lin ang="2520000" scaled="0"/>
    </a:gra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E530D65-19B0-F34B-B38C-AD48493AB1EE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834F34-74D6-FB41-A659-9D6CF5C2A7AE}">
      <dgm:prSet phldrT="[Text]" custT="1"/>
      <dgm:spPr>
        <a:gradFill rotWithShape="0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dgm:spPr>
      <dgm:t>
        <a:bodyPr/>
        <a:lstStyle/>
        <a:p>
          <a:r>
            <a:rPr lang="en-US" sz="5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Chủ</a:t>
          </a:r>
          <a:r>
            <a:rPr lang="en-US" sz="5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5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endParaRPr lang="en-US" sz="5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8842FF-8F7A-7D48-A2B7-960972EC9A0A}" type="parTrans" cxnId="{37D20890-2DCC-F745-B252-D4DC3039BF0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6DDB01-BA11-B645-B199-120297B38D04}" type="sibTrans" cxnId="{37D20890-2DCC-F745-B252-D4DC3039BF0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9D841E-F59E-B540-B8A3-B167532DCBA1}">
      <dgm:prSet phldrT="[Text]"/>
      <dgm:spPr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6B23D1-403C-EC4C-A990-225F6C055453}" type="parTrans" cxnId="{00C92386-039D-734B-8F1C-2D82C2BD18B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CF466D-EEDA-5E47-AC20-BA1E9E8CB74B}" type="sibTrans" cxnId="{00C92386-039D-734B-8F1C-2D82C2BD18B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776688-4B32-BA41-A751-9BFA8EAFFDB6}">
      <dgm:prSet phldrT="[Text]"/>
      <dgm:spPr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chức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636E58-F660-6044-A762-B74F61019620}" type="parTrans" cxnId="{C88840A7-BEBA-6F4B-8B20-87002E72DF3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4C3DC4-2FAA-2F47-84A9-B693ACBF293D}" type="sibTrans" cxnId="{C88840A7-BEBA-6F4B-8B20-87002E72DF3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2D105E-D011-AF47-A234-27749437CAE3}" type="pres">
      <dgm:prSet presAssocID="{BE530D65-19B0-F34B-B38C-AD48493AB1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0DDFB76-C011-F341-8C76-B10EBFB27F36}" type="pres">
      <dgm:prSet presAssocID="{56834F34-74D6-FB41-A659-9D6CF5C2A7AE}" presName="root1" presStyleCnt="0"/>
      <dgm:spPr/>
    </dgm:pt>
    <dgm:pt modelId="{7DECAD72-303E-6540-9A65-27721B715838}" type="pres">
      <dgm:prSet presAssocID="{56834F34-74D6-FB41-A659-9D6CF5C2A7AE}" presName="LevelOneTextNode" presStyleLbl="node0" presStyleIdx="0" presStyleCnt="1">
        <dgm:presLayoutVars>
          <dgm:chPref val="3"/>
        </dgm:presLayoutVars>
      </dgm:prSet>
      <dgm:spPr/>
    </dgm:pt>
    <dgm:pt modelId="{E113B614-DD66-EE45-9B28-4F5FFD6AFA05}" type="pres">
      <dgm:prSet presAssocID="{56834F34-74D6-FB41-A659-9D6CF5C2A7AE}" presName="level2hierChild" presStyleCnt="0"/>
      <dgm:spPr/>
    </dgm:pt>
    <dgm:pt modelId="{A4800D99-10BB-694A-B075-A365FDB8AC4F}" type="pres">
      <dgm:prSet presAssocID="{8B6B23D1-403C-EC4C-A990-225F6C055453}" presName="conn2-1" presStyleLbl="parChTrans1D2" presStyleIdx="0" presStyleCnt="2"/>
      <dgm:spPr/>
    </dgm:pt>
    <dgm:pt modelId="{DC7FC744-C2B5-B644-8953-5774B0E37494}" type="pres">
      <dgm:prSet presAssocID="{8B6B23D1-403C-EC4C-A990-225F6C055453}" presName="connTx" presStyleLbl="parChTrans1D2" presStyleIdx="0" presStyleCnt="2"/>
      <dgm:spPr/>
    </dgm:pt>
    <dgm:pt modelId="{A8779D1A-BDEF-7346-88FC-CC8076469037}" type="pres">
      <dgm:prSet presAssocID="{319D841E-F59E-B540-B8A3-B167532DCBA1}" presName="root2" presStyleCnt="0"/>
      <dgm:spPr/>
    </dgm:pt>
    <dgm:pt modelId="{DB88B1E2-AE80-6546-8B57-0799E2A6B96E}" type="pres">
      <dgm:prSet presAssocID="{319D841E-F59E-B540-B8A3-B167532DCBA1}" presName="LevelTwoTextNode" presStyleLbl="node2" presStyleIdx="0" presStyleCnt="2">
        <dgm:presLayoutVars>
          <dgm:chPref val="3"/>
        </dgm:presLayoutVars>
      </dgm:prSet>
      <dgm:spPr/>
    </dgm:pt>
    <dgm:pt modelId="{F987EBFC-71F1-8F4E-AE7E-2671E3DBFC0D}" type="pres">
      <dgm:prSet presAssocID="{319D841E-F59E-B540-B8A3-B167532DCBA1}" presName="level3hierChild" presStyleCnt="0"/>
      <dgm:spPr/>
    </dgm:pt>
    <dgm:pt modelId="{2D3610B6-BF96-F044-8B3D-E6A721C1EBF1}" type="pres">
      <dgm:prSet presAssocID="{EB636E58-F660-6044-A762-B74F61019620}" presName="conn2-1" presStyleLbl="parChTrans1D2" presStyleIdx="1" presStyleCnt="2"/>
      <dgm:spPr/>
    </dgm:pt>
    <dgm:pt modelId="{E6ACA0D9-A231-6644-9E62-AD0C1C0522F3}" type="pres">
      <dgm:prSet presAssocID="{EB636E58-F660-6044-A762-B74F61019620}" presName="connTx" presStyleLbl="parChTrans1D2" presStyleIdx="1" presStyleCnt="2"/>
      <dgm:spPr/>
    </dgm:pt>
    <dgm:pt modelId="{2412B8AF-01E6-2B45-A2B3-ABBC5272ED7A}" type="pres">
      <dgm:prSet presAssocID="{48776688-4B32-BA41-A751-9BFA8EAFFDB6}" presName="root2" presStyleCnt="0"/>
      <dgm:spPr/>
    </dgm:pt>
    <dgm:pt modelId="{012CD85F-9F3E-3C40-AF71-09C6C9C94736}" type="pres">
      <dgm:prSet presAssocID="{48776688-4B32-BA41-A751-9BFA8EAFFDB6}" presName="LevelTwoTextNode" presStyleLbl="node2" presStyleIdx="1" presStyleCnt="2">
        <dgm:presLayoutVars>
          <dgm:chPref val="3"/>
        </dgm:presLayoutVars>
      </dgm:prSet>
      <dgm:spPr/>
    </dgm:pt>
    <dgm:pt modelId="{A144771F-6CCD-944C-AEE1-52AA555E80C3}" type="pres">
      <dgm:prSet presAssocID="{48776688-4B32-BA41-A751-9BFA8EAFFDB6}" presName="level3hierChild" presStyleCnt="0"/>
      <dgm:spPr/>
    </dgm:pt>
  </dgm:ptLst>
  <dgm:cxnLst>
    <dgm:cxn modelId="{FA547734-9238-224B-AF88-8AE92C8BF900}" type="presOf" srcId="{BE530D65-19B0-F34B-B38C-AD48493AB1EE}" destId="{A12D105E-D011-AF47-A234-27749437CAE3}" srcOrd="0" destOrd="0" presId="urn:microsoft.com/office/officeart/2005/8/layout/hierarchy2"/>
    <dgm:cxn modelId="{19CEF735-C073-B24E-81FD-F4939770CF1A}" type="presOf" srcId="{8B6B23D1-403C-EC4C-A990-225F6C055453}" destId="{DC7FC744-C2B5-B644-8953-5774B0E37494}" srcOrd="1" destOrd="0" presId="urn:microsoft.com/office/officeart/2005/8/layout/hierarchy2"/>
    <dgm:cxn modelId="{0BAD4541-2BA2-2D42-ADFD-BCFC8CB5383B}" type="presOf" srcId="{EB636E58-F660-6044-A762-B74F61019620}" destId="{E6ACA0D9-A231-6644-9E62-AD0C1C0522F3}" srcOrd="1" destOrd="0" presId="urn:microsoft.com/office/officeart/2005/8/layout/hierarchy2"/>
    <dgm:cxn modelId="{CF85A64A-8187-A64C-9FB8-D3CF97496E3D}" type="presOf" srcId="{56834F34-74D6-FB41-A659-9D6CF5C2A7AE}" destId="{7DECAD72-303E-6540-9A65-27721B715838}" srcOrd="0" destOrd="0" presId="urn:microsoft.com/office/officeart/2005/8/layout/hierarchy2"/>
    <dgm:cxn modelId="{5A16855F-9CB9-C44D-B9D9-A8D87559D6C7}" type="presOf" srcId="{319D841E-F59E-B540-B8A3-B167532DCBA1}" destId="{DB88B1E2-AE80-6546-8B57-0799E2A6B96E}" srcOrd="0" destOrd="0" presId="urn:microsoft.com/office/officeart/2005/8/layout/hierarchy2"/>
    <dgm:cxn modelId="{00C92386-039D-734B-8F1C-2D82C2BD18B1}" srcId="{56834F34-74D6-FB41-A659-9D6CF5C2A7AE}" destId="{319D841E-F59E-B540-B8A3-B167532DCBA1}" srcOrd="0" destOrd="0" parTransId="{8B6B23D1-403C-EC4C-A990-225F6C055453}" sibTransId="{AFCF466D-EEDA-5E47-AC20-BA1E9E8CB74B}"/>
    <dgm:cxn modelId="{37D20890-2DCC-F745-B252-D4DC3039BF01}" srcId="{BE530D65-19B0-F34B-B38C-AD48493AB1EE}" destId="{56834F34-74D6-FB41-A659-9D6CF5C2A7AE}" srcOrd="0" destOrd="0" parTransId="{F38842FF-8F7A-7D48-A2B7-960972EC9A0A}" sibTransId="{076DDB01-BA11-B645-B199-120297B38D04}"/>
    <dgm:cxn modelId="{C88840A7-BEBA-6F4B-8B20-87002E72DF39}" srcId="{56834F34-74D6-FB41-A659-9D6CF5C2A7AE}" destId="{48776688-4B32-BA41-A751-9BFA8EAFFDB6}" srcOrd="1" destOrd="0" parTransId="{EB636E58-F660-6044-A762-B74F61019620}" sibTransId="{484C3DC4-2FAA-2F47-84A9-B693ACBF293D}"/>
    <dgm:cxn modelId="{D6BA42BE-1898-6249-AA8C-7C4FB48480B5}" type="presOf" srcId="{EB636E58-F660-6044-A762-B74F61019620}" destId="{2D3610B6-BF96-F044-8B3D-E6A721C1EBF1}" srcOrd="0" destOrd="0" presId="urn:microsoft.com/office/officeart/2005/8/layout/hierarchy2"/>
    <dgm:cxn modelId="{80F45FD1-36FE-EA49-A71B-98CD6BE94DDE}" type="presOf" srcId="{8B6B23D1-403C-EC4C-A990-225F6C055453}" destId="{A4800D99-10BB-694A-B075-A365FDB8AC4F}" srcOrd="0" destOrd="0" presId="urn:microsoft.com/office/officeart/2005/8/layout/hierarchy2"/>
    <dgm:cxn modelId="{BFEEE9F8-0E95-634C-9167-35680847F1C3}" type="presOf" srcId="{48776688-4B32-BA41-A751-9BFA8EAFFDB6}" destId="{012CD85F-9F3E-3C40-AF71-09C6C9C94736}" srcOrd="0" destOrd="0" presId="urn:microsoft.com/office/officeart/2005/8/layout/hierarchy2"/>
    <dgm:cxn modelId="{80CF3087-34CA-DF45-B53D-2D50ECEDCDE8}" type="presParOf" srcId="{A12D105E-D011-AF47-A234-27749437CAE3}" destId="{20DDFB76-C011-F341-8C76-B10EBFB27F36}" srcOrd="0" destOrd="0" presId="urn:microsoft.com/office/officeart/2005/8/layout/hierarchy2"/>
    <dgm:cxn modelId="{2932CAA1-27A8-0942-93E3-98D4FDDD1575}" type="presParOf" srcId="{20DDFB76-C011-F341-8C76-B10EBFB27F36}" destId="{7DECAD72-303E-6540-9A65-27721B715838}" srcOrd="0" destOrd="0" presId="urn:microsoft.com/office/officeart/2005/8/layout/hierarchy2"/>
    <dgm:cxn modelId="{84D7A2CD-7EEE-1E41-9FD2-3C0367EB4632}" type="presParOf" srcId="{20DDFB76-C011-F341-8C76-B10EBFB27F36}" destId="{E113B614-DD66-EE45-9B28-4F5FFD6AFA05}" srcOrd="1" destOrd="0" presId="urn:microsoft.com/office/officeart/2005/8/layout/hierarchy2"/>
    <dgm:cxn modelId="{F35E9B8F-23FE-8E44-A1FA-A514495AAD6E}" type="presParOf" srcId="{E113B614-DD66-EE45-9B28-4F5FFD6AFA05}" destId="{A4800D99-10BB-694A-B075-A365FDB8AC4F}" srcOrd="0" destOrd="0" presId="urn:microsoft.com/office/officeart/2005/8/layout/hierarchy2"/>
    <dgm:cxn modelId="{A2AA9D22-5092-F149-9E8C-B753888E9357}" type="presParOf" srcId="{A4800D99-10BB-694A-B075-A365FDB8AC4F}" destId="{DC7FC744-C2B5-B644-8953-5774B0E37494}" srcOrd="0" destOrd="0" presId="urn:microsoft.com/office/officeart/2005/8/layout/hierarchy2"/>
    <dgm:cxn modelId="{88221F49-4FBD-D341-9AF6-99D13ECFE138}" type="presParOf" srcId="{E113B614-DD66-EE45-9B28-4F5FFD6AFA05}" destId="{A8779D1A-BDEF-7346-88FC-CC8076469037}" srcOrd="1" destOrd="0" presId="urn:microsoft.com/office/officeart/2005/8/layout/hierarchy2"/>
    <dgm:cxn modelId="{C14F3753-F111-714F-9B33-9053A7856C0F}" type="presParOf" srcId="{A8779D1A-BDEF-7346-88FC-CC8076469037}" destId="{DB88B1E2-AE80-6546-8B57-0799E2A6B96E}" srcOrd="0" destOrd="0" presId="urn:microsoft.com/office/officeart/2005/8/layout/hierarchy2"/>
    <dgm:cxn modelId="{3B6EA8DD-5CDA-924E-B85E-A5ADCB626BFF}" type="presParOf" srcId="{A8779D1A-BDEF-7346-88FC-CC8076469037}" destId="{F987EBFC-71F1-8F4E-AE7E-2671E3DBFC0D}" srcOrd="1" destOrd="0" presId="urn:microsoft.com/office/officeart/2005/8/layout/hierarchy2"/>
    <dgm:cxn modelId="{53BF2984-ABEC-0149-887D-AF56EDFABC31}" type="presParOf" srcId="{E113B614-DD66-EE45-9B28-4F5FFD6AFA05}" destId="{2D3610B6-BF96-F044-8B3D-E6A721C1EBF1}" srcOrd="2" destOrd="0" presId="urn:microsoft.com/office/officeart/2005/8/layout/hierarchy2"/>
    <dgm:cxn modelId="{04B922F8-6890-E449-9ABA-55A476F89658}" type="presParOf" srcId="{2D3610B6-BF96-F044-8B3D-E6A721C1EBF1}" destId="{E6ACA0D9-A231-6644-9E62-AD0C1C0522F3}" srcOrd="0" destOrd="0" presId="urn:microsoft.com/office/officeart/2005/8/layout/hierarchy2"/>
    <dgm:cxn modelId="{9D2A35A0-7519-AB44-84C8-FB31A4115C8C}" type="presParOf" srcId="{E113B614-DD66-EE45-9B28-4F5FFD6AFA05}" destId="{2412B8AF-01E6-2B45-A2B3-ABBC5272ED7A}" srcOrd="3" destOrd="0" presId="urn:microsoft.com/office/officeart/2005/8/layout/hierarchy2"/>
    <dgm:cxn modelId="{DAD2B68F-D27A-7B42-B8DE-4C10FB5BA944}" type="presParOf" srcId="{2412B8AF-01E6-2B45-A2B3-ABBC5272ED7A}" destId="{012CD85F-9F3E-3C40-AF71-09C6C9C94736}" srcOrd="0" destOrd="0" presId="urn:microsoft.com/office/officeart/2005/8/layout/hierarchy2"/>
    <dgm:cxn modelId="{C841AC9E-6A27-0846-8C4A-288B9AE845C5}" type="presParOf" srcId="{2412B8AF-01E6-2B45-A2B3-ABBC5272ED7A}" destId="{A144771F-6CCD-944C-AEE1-52AA555E80C3}" srcOrd="1" destOrd="0" presId="urn:microsoft.com/office/officeart/2005/8/layout/hierarchy2"/>
  </dgm:cxnLst>
  <dgm:bg>
    <a:blipFill>
      <a:blip xmlns:r="http://schemas.openxmlformats.org/officeDocument/2006/relationships" r:embed="rId1"/>
      <a:tile tx="0" ty="0" sx="100000" sy="100000" flip="none" algn="tl"/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E530D65-19B0-F34B-B38C-AD48493AB1EE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834F34-74D6-FB41-A659-9D6CF5C2A7AE}">
      <dgm:prSet phldrT="[Text]"/>
      <dgm:spPr>
        <a:gradFill rotWithShape="0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dgm:spPr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8842FF-8F7A-7D48-A2B7-960972EC9A0A}" type="parTrans" cxnId="{37D20890-2DCC-F745-B252-D4DC3039BF0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6DDB01-BA11-B645-B199-120297B38D04}" type="sibTrans" cxnId="{37D20890-2DCC-F745-B252-D4DC3039BF0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9D841E-F59E-B540-B8A3-B167532DCBA1}">
      <dgm:prSet phldrT="[Text]"/>
      <dgm:spPr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bị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xâm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phạm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6B23D1-403C-EC4C-A990-225F6C055453}" type="parTrans" cxnId="{00C92386-039D-734B-8F1C-2D82C2BD18B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CF466D-EEDA-5E47-AC20-BA1E9E8CB74B}" type="sibTrans" cxnId="{00C92386-039D-734B-8F1C-2D82C2BD18B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2D105E-D011-AF47-A234-27749437CAE3}" type="pres">
      <dgm:prSet presAssocID="{BE530D65-19B0-F34B-B38C-AD48493AB1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0DDFB76-C011-F341-8C76-B10EBFB27F36}" type="pres">
      <dgm:prSet presAssocID="{56834F34-74D6-FB41-A659-9D6CF5C2A7AE}" presName="root1" presStyleCnt="0"/>
      <dgm:spPr/>
    </dgm:pt>
    <dgm:pt modelId="{7DECAD72-303E-6540-9A65-27721B715838}" type="pres">
      <dgm:prSet presAssocID="{56834F34-74D6-FB41-A659-9D6CF5C2A7AE}" presName="LevelOneTextNode" presStyleLbl="node0" presStyleIdx="0" presStyleCnt="1">
        <dgm:presLayoutVars>
          <dgm:chPref val="3"/>
        </dgm:presLayoutVars>
      </dgm:prSet>
      <dgm:spPr/>
    </dgm:pt>
    <dgm:pt modelId="{E113B614-DD66-EE45-9B28-4F5FFD6AFA05}" type="pres">
      <dgm:prSet presAssocID="{56834F34-74D6-FB41-A659-9D6CF5C2A7AE}" presName="level2hierChild" presStyleCnt="0"/>
      <dgm:spPr/>
    </dgm:pt>
    <dgm:pt modelId="{A4800D99-10BB-694A-B075-A365FDB8AC4F}" type="pres">
      <dgm:prSet presAssocID="{8B6B23D1-403C-EC4C-A990-225F6C055453}" presName="conn2-1" presStyleLbl="parChTrans1D2" presStyleIdx="0" presStyleCnt="1"/>
      <dgm:spPr/>
    </dgm:pt>
    <dgm:pt modelId="{DC7FC744-C2B5-B644-8953-5774B0E37494}" type="pres">
      <dgm:prSet presAssocID="{8B6B23D1-403C-EC4C-A990-225F6C055453}" presName="connTx" presStyleLbl="parChTrans1D2" presStyleIdx="0" presStyleCnt="1"/>
      <dgm:spPr/>
    </dgm:pt>
    <dgm:pt modelId="{A8779D1A-BDEF-7346-88FC-CC8076469037}" type="pres">
      <dgm:prSet presAssocID="{319D841E-F59E-B540-B8A3-B167532DCBA1}" presName="root2" presStyleCnt="0"/>
      <dgm:spPr/>
    </dgm:pt>
    <dgm:pt modelId="{DB88B1E2-AE80-6546-8B57-0799E2A6B96E}" type="pres">
      <dgm:prSet presAssocID="{319D841E-F59E-B540-B8A3-B167532DCBA1}" presName="LevelTwoTextNode" presStyleLbl="node2" presStyleIdx="0" presStyleCnt="1">
        <dgm:presLayoutVars>
          <dgm:chPref val="3"/>
        </dgm:presLayoutVars>
      </dgm:prSet>
      <dgm:spPr/>
    </dgm:pt>
    <dgm:pt modelId="{F987EBFC-71F1-8F4E-AE7E-2671E3DBFC0D}" type="pres">
      <dgm:prSet presAssocID="{319D841E-F59E-B540-B8A3-B167532DCBA1}" presName="level3hierChild" presStyleCnt="0"/>
      <dgm:spPr/>
    </dgm:pt>
  </dgm:ptLst>
  <dgm:cxnLst>
    <dgm:cxn modelId="{FA547734-9238-224B-AF88-8AE92C8BF900}" type="presOf" srcId="{BE530D65-19B0-F34B-B38C-AD48493AB1EE}" destId="{A12D105E-D011-AF47-A234-27749437CAE3}" srcOrd="0" destOrd="0" presId="urn:microsoft.com/office/officeart/2005/8/layout/hierarchy2"/>
    <dgm:cxn modelId="{19CEF735-C073-B24E-81FD-F4939770CF1A}" type="presOf" srcId="{8B6B23D1-403C-EC4C-A990-225F6C055453}" destId="{DC7FC744-C2B5-B644-8953-5774B0E37494}" srcOrd="1" destOrd="0" presId="urn:microsoft.com/office/officeart/2005/8/layout/hierarchy2"/>
    <dgm:cxn modelId="{CF85A64A-8187-A64C-9FB8-D3CF97496E3D}" type="presOf" srcId="{56834F34-74D6-FB41-A659-9D6CF5C2A7AE}" destId="{7DECAD72-303E-6540-9A65-27721B715838}" srcOrd="0" destOrd="0" presId="urn:microsoft.com/office/officeart/2005/8/layout/hierarchy2"/>
    <dgm:cxn modelId="{5A16855F-9CB9-C44D-B9D9-A8D87559D6C7}" type="presOf" srcId="{319D841E-F59E-B540-B8A3-B167532DCBA1}" destId="{DB88B1E2-AE80-6546-8B57-0799E2A6B96E}" srcOrd="0" destOrd="0" presId="urn:microsoft.com/office/officeart/2005/8/layout/hierarchy2"/>
    <dgm:cxn modelId="{00C92386-039D-734B-8F1C-2D82C2BD18B1}" srcId="{56834F34-74D6-FB41-A659-9D6CF5C2A7AE}" destId="{319D841E-F59E-B540-B8A3-B167532DCBA1}" srcOrd="0" destOrd="0" parTransId="{8B6B23D1-403C-EC4C-A990-225F6C055453}" sibTransId="{AFCF466D-EEDA-5E47-AC20-BA1E9E8CB74B}"/>
    <dgm:cxn modelId="{37D20890-2DCC-F745-B252-D4DC3039BF01}" srcId="{BE530D65-19B0-F34B-B38C-AD48493AB1EE}" destId="{56834F34-74D6-FB41-A659-9D6CF5C2A7AE}" srcOrd="0" destOrd="0" parTransId="{F38842FF-8F7A-7D48-A2B7-960972EC9A0A}" sibTransId="{076DDB01-BA11-B645-B199-120297B38D04}"/>
    <dgm:cxn modelId="{80F45FD1-36FE-EA49-A71B-98CD6BE94DDE}" type="presOf" srcId="{8B6B23D1-403C-EC4C-A990-225F6C055453}" destId="{A4800D99-10BB-694A-B075-A365FDB8AC4F}" srcOrd="0" destOrd="0" presId="urn:microsoft.com/office/officeart/2005/8/layout/hierarchy2"/>
    <dgm:cxn modelId="{80CF3087-34CA-DF45-B53D-2D50ECEDCDE8}" type="presParOf" srcId="{A12D105E-D011-AF47-A234-27749437CAE3}" destId="{20DDFB76-C011-F341-8C76-B10EBFB27F36}" srcOrd="0" destOrd="0" presId="urn:microsoft.com/office/officeart/2005/8/layout/hierarchy2"/>
    <dgm:cxn modelId="{2932CAA1-27A8-0942-93E3-98D4FDDD1575}" type="presParOf" srcId="{20DDFB76-C011-F341-8C76-B10EBFB27F36}" destId="{7DECAD72-303E-6540-9A65-27721B715838}" srcOrd="0" destOrd="0" presId="urn:microsoft.com/office/officeart/2005/8/layout/hierarchy2"/>
    <dgm:cxn modelId="{84D7A2CD-7EEE-1E41-9FD2-3C0367EB4632}" type="presParOf" srcId="{20DDFB76-C011-F341-8C76-B10EBFB27F36}" destId="{E113B614-DD66-EE45-9B28-4F5FFD6AFA05}" srcOrd="1" destOrd="0" presId="urn:microsoft.com/office/officeart/2005/8/layout/hierarchy2"/>
    <dgm:cxn modelId="{F35E9B8F-23FE-8E44-A1FA-A514495AAD6E}" type="presParOf" srcId="{E113B614-DD66-EE45-9B28-4F5FFD6AFA05}" destId="{A4800D99-10BB-694A-B075-A365FDB8AC4F}" srcOrd="0" destOrd="0" presId="urn:microsoft.com/office/officeart/2005/8/layout/hierarchy2"/>
    <dgm:cxn modelId="{A2AA9D22-5092-F149-9E8C-B753888E9357}" type="presParOf" srcId="{A4800D99-10BB-694A-B075-A365FDB8AC4F}" destId="{DC7FC744-C2B5-B644-8953-5774B0E37494}" srcOrd="0" destOrd="0" presId="urn:microsoft.com/office/officeart/2005/8/layout/hierarchy2"/>
    <dgm:cxn modelId="{88221F49-4FBD-D341-9AF6-99D13ECFE138}" type="presParOf" srcId="{E113B614-DD66-EE45-9B28-4F5FFD6AFA05}" destId="{A8779D1A-BDEF-7346-88FC-CC8076469037}" srcOrd="1" destOrd="0" presId="urn:microsoft.com/office/officeart/2005/8/layout/hierarchy2"/>
    <dgm:cxn modelId="{C14F3753-F111-714F-9B33-9053A7856C0F}" type="presParOf" srcId="{A8779D1A-BDEF-7346-88FC-CC8076469037}" destId="{DB88B1E2-AE80-6546-8B57-0799E2A6B96E}" srcOrd="0" destOrd="0" presId="urn:microsoft.com/office/officeart/2005/8/layout/hierarchy2"/>
    <dgm:cxn modelId="{3B6EA8DD-5CDA-924E-B85E-A5ADCB626BFF}" type="presParOf" srcId="{A8779D1A-BDEF-7346-88FC-CC8076469037}" destId="{F987EBFC-71F1-8F4E-AE7E-2671E3DBFC0D}" srcOrd="1" destOrd="0" presId="urn:microsoft.com/office/officeart/2005/8/layout/hierarchy2"/>
  </dgm:cxnLst>
  <dgm:bg>
    <a:blipFill>
      <a:blip xmlns:r="http://schemas.openxmlformats.org/officeDocument/2006/relationships" r:embed="rId1"/>
      <a:tile tx="0" ty="0" sx="100000" sy="100000" flip="none" algn="tl"/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530D65-19B0-F34B-B38C-AD48493AB1EE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834F34-74D6-FB41-A659-9D6CF5C2A7AE}">
      <dgm:prSet phldrT="[Text]"/>
      <dgm:spPr>
        <a:gradFill rotWithShape="0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dgm:spPr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Mặt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8842FF-8F7A-7D48-A2B7-960972EC9A0A}" type="parTrans" cxnId="{37D20890-2DCC-F745-B252-D4DC3039BF0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6DDB01-BA11-B645-B199-120297B38D04}" type="sibTrans" cxnId="{37D20890-2DCC-F745-B252-D4DC3039BF0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9D841E-F59E-B540-B8A3-B167532DCBA1}">
      <dgm:prSet phldrT="[Text]"/>
      <dgm:spPr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Hành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vi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6B23D1-403C-EC4C-A990-225F6C055453}" type="parTrans" cxnId="{00C92386-039D-734B-8F1C-2D82C2BD18B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CF466D-EEDA-5E47-AC20-BA1E9E8CB74B}" type="sibTrans" cxnId="{00C92386-039D-734B-8F1C-2D82C2BD18B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776688-4B32-BA41-A751-9BFA8EAFFDB6}">
      <dgm:prSet phldrT="[Text]"/>
      <dgm:spPr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yếu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tố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636E58-F660-6044-A762-B74F61019620}" type="parTrans" cxnId="{C88840A7-BEBA-6F4B-8B20-87002E72DF3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4C3DC4-2FAA-2F47-84A9-B693ACBF293D}" type="sibTrans" cxnId="{C88840A7-BEBA-6F4B-8B20-87002E72DF3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1C0FF4-F5A6-814F-8F4F-DB4DFE7EB068}">
      <dgm:prSet phldrT="[Text]"/>
      <dgm:spPr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Hậu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quả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169E60F-85FD-BF4F-8ED8-1C467A573274}" type="parTrans" cxnId="{65D127DE-B014-6E4D-8CCE-20EAAF3C4246}">
      <dgm:prSet/>
      <dgm:spPr/>
      <dgm:t>
        <a:bodyPr/>
        <a:lstStyle/>
        <a:p>
          <a:endParaRPr lang="en-US"/>
        </a:p>
      </dgm:t>
    </dgm:pt>
    <dgm:pt modelId="{2119ACAF-967E-BB42-94C6-BE7EFB5F757C}" type="sibTrans" cxnId="{65D127DE-B014-6E4D-8CCE-20EAAF3C4246}">
      <dgm:prSet/>
      <dgm:spPr/>
      <dgm:t>
        <a:bodyPr/>
        <a:lstStyle/>
        <a:p>
          <a:endParaRPr lang="en-US"/>
        </a:p>
      </dgm:t>
    </dgm:pt>
    <dgm:pt modelId="{E91C1A1F-43B9-3448-AE34-22ECA8FCD191}">
      <dgm:prSet phldrT="[Text]"/>
      <dgm:spPr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</dgm:spPr>
      <dgm:t>
        <a:bodyPr/>
        <a:lstStyle/>
        <a:p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quả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07E53E-D46C-5C4E-A877-9E076921F882}" type="parTrans" cxnId="{61933D3E-4F7F-414D-ACFB-3D32797183F6}">
      <dgm:prSet/>
      <dgm:spPr/>
      <dgm:t>
        <a:bodyPr/>
        <a:lstStyle/>
        <a:p>
          <a:endParaRPr lang="en-US"/>
        </a:p>
      </dgm:t>
    </dgm:pt>
    <dgm:pt modelId="{CEF87816-9F93-3441-99D7-E0D7F2AF8DA9}" type="sibTrans" cxnId="{61933D3E-4F7F-414D-ACFB-3D32797183F6}">
      <dgm:prSet/>
      <dgm:spPr/>
      <dgm:t>
        <a:bodyPr/>
        <a:lstStyle/>
        <a:p>
          <a:endParaRPr lang="en-US"/>
        </a:p>
      </dgm:t>
    </dgm:pt>
    <dgm:pt modelId="{A12D105E-D011-AF47-A234-27749437CAE3}" type="pres">
      <dgm:prSet presAssocID="{BE530D65-19B0-F34B-B38C-AD48493AB1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0DDFB76-C011-F341-8C76-B10EBFB27F36}" type="pres">
      <dgm:prSet presAssocID="{56834F34-74D6-FB41-A659-9D6CF5C2A7AE}" presName="root1" presStyleCnt="0"/>
      <dgm:spPr/>
    </dgm:pt>
    <dgm:pt modelId="{7DECAD72-303E-6540-9A65-27721B715838}" type="pres">
      <dgm:prSet presAssocID="{56834F34-74D6-FB41-A659-9D6CF5C2A7AE}" presName="LevelOneTextNode" presStyleLbl="node0" presStyleIdx="0" presStyleCnt="1">
        <dgm:presLayoutVars>
          <dgm:chPref val="3"/>
        </dgm:presLayoutVars>
      </dgm:prSet>
      <dgm:spPr/>
    </dgm:pt>
    <dgm:pt modelId="{E113B614-DD66-EE45-9B28-4F5FFD6AFA05}" type="pres">
      <dgm:prSet presAssocID="{56834F34-74D6-FB41-A659-9D6CF5C2A7AE}" presName="level2hierChild" presStyleCnt="0"/>
      <dgm:spPr/>
    </dgm:pt>
    <dgm:pt modelId="{A4800D99-10BB-694A-B075-A365FDB8AC4F}" type="pres">
      <dgm:prSet presAssocID="{8B6B23D1-403C-EC4C-A990-225F6C055453}" presName="conn2-1" presStyleLbl="parChTrans1D2" presStyleIdx="0" presStyleCnt="4"/>
      <dgm:spPr/>
    </dgm:pt>
    <dgm:pt modelId="{DC7FC744-C2B5-B644-8953-5774B0E37494}" type="pres">
      <dgm:prSet presAssocID="{8B6B23D1-403C-EC4C-A990-225F6C055453}" presName="connTx" presStyleLbl="parChTrans1D2" presStyleIdx="0" presStyleCnt="4"/>
      <dgm:spPr/>
    </dgm:pt>
    <dgm:pt modelId="{A8779D1A-BDEF-7346-88FC-CC8076469037}" type="pres">
      <dgm:prSet presAssocID="{319D841E-F59E-B540-B8A3-B167532DCBA1}" presName="root2" presStyleCnt="0"/>
      <dgm:spPr/>
    </dgm:pt>
    <dgm:pt modelId="{DB88B1E2-AE80-6546-8B57-0799E2A6B96E}" type="pres">
      <dgm:prSet presAssocID="{319D841E-F59E-B540-B8A3-B167532DCBA1}" presName="LevelTwoTextNode" presStyleLbl="node2" presStyleIdx="0" presStyleCnt="4" custScaleX="214783">
        <dgm:presLayoutVars>
          <dgm:chPref val="3"/>
        </dgm:presLayoutVars>
      </dgm:prSet>
      <dgm:spPr/>
    </dgm:pt>
    <dgm:pt modelId="{F987EBFC-71F1-8F4E-AE7E-2671E3DBFC0D}" type="pres">
      <dgm:prSet presAssocID="{319D841E-F59E-B540-B8A3-B167532DCBA1}" presName="level3hierChild" presStyleCnt="0"/>
      <dgm:spPr/>
    </dgm:pt>
    <dgm:pt modelId="{3BD50537-BB38-C942-8F66-B4BDBDCB193D}" type="pres">
      <dgm:prSet presAssocID="{9169E60F-85FD-BF4F-8ED8-1C467A573274}" presName="conn2-1" presStyleLbl="parChTrans1D2" presStyleIdx="1" presStyleCnt="4"/>
      <dgm:spPr/>
    </dgm:pt>
    <dgm:pt modelId="{0BB42E36-3316-A540-B57A-D1C6F9599588}" type="pres">
      <dgm:prSet presAssocID="{9169E60F-85FD-BF4F-8ED8-1C467A573274}" presName="connTx" presStyleLbl="parChTrans1D2" presStyleIdx="1" presStyleCnt="4"/>
      <dgm:spPr/>
    </dgm:pt>
    <dgm:pt modelId="{D3723180-624D-E046-86DC-1BA028954ABC}" type="pres">
      <dgm:prSet presAssocID="{F51C0FF4-F5A6-814F-8F4F-DB4DFE7EB068}" presName="root2" presStyleCnt="0"/>
      <dgm:spPr/>
    </dgm:pt>
    <dgm:pt modelId="{42FF8D47-3457-524E-9B5A-7A6EDBF17A95}" type="pres">
      <dgm:prSet presAssocID="{F51C0FF4-F5A6-814F-8F4F-DB4DFE7EB068}" presName="LevelTwoTextNode" presStyleLbl="node2" presStyleIdx="1" presStyleCnt="4" custScaleX="214783">
        <dgm:presLayoutVars>
          <dgm:chPref val="3"/>
        </dgm:presLayoutVars>
      </dgm:prSet>
      <dgm:spPr/>
    </dgm:pt>
    <dgm:pt modelId="{8374E26A-C6B9-4942-BEC5-2245757E431A}" type="pres">
      <dgm:prSet presAssocID="{F51C0FF4-F5A6-814F-8F4F-DB4DFE7EB068}" presName="level3hierChild" presStyleCnt="0"/>
      <dgm:spPr/>
    </dgm:pt>
    <dgm:pt modelId="{9AB29A97-B002-C54F-AE71-AC57988714DC}" type="pres">
      <dgm:prSet presAssocID="{E207E53E-D46C-5C4E-A877-9E076921F882}" presName="conn2-1" presStyleLbl="parChTrans1D2" presStyleIdx="2" presStyleCnt="4"/>
      <dgm:spPr/>
    </dgm:pt>
    <dgm:pt modelId="{0149546B-8C37-4A49-B96A-17C0AB57B191}" type="pres">
      <dgm:prSet presAssocID="{E207E53E-D46C-5C4E-A877-9E076921F882}" presName="connTx" presStyleLbl="parChTrans1D2" presStyleIdx="2" presStyleCnt="4"/>
      <dgm:spPr/>
    </dgm:pt>
    <dgm:pt modelId="{6C9A1BAD-20A2-A743-8EE3-4B64818459A8}" type="pres">
      <dgm:prSet presAssocID="{E91C1A1F-43B9-3448-AE34-22ECA8FCD191}" presName="root2" presStyleCnt="0"/>
      <dgm:spPr/>
    </dgm:pt>
    <dgm:pt modelId="{A1229E04-663A-DE44-9220-0110F792CD3F}" type="pres">
      <dgm:prSet presAssocID="{E91C1A1F-43B9-3448-AE34-22ECA8FCD191}" presName="LevelTwoTextNode" presStyleLbl="node2" presStyleIdx="2" presStyleCnt="4" custScaleX="214783">
        <dgm:presLayoutVars>
          <dgm:chPref val="3"/>
        </dgm:presLayoutVars>
      </dgm:prSet>
      <dgm:spPr/>
    </dgm:pt>
    <dgm:pt modelId="{4E02464B-A2E4-EF49-8508-6CA537BEF8A0}" type="pres">
      <dgm:prSet presAssocID="{E91C1A1F-43B9-3448-AE34-22ECA8FCD191}" presName="level3hierChild" presStyleCnt="0"/>
      <dgm:spPr/>
    </dgm:pt>
    <dgm:pt modelId="{2D3610B6-BF96-F044-8B3D-E6A721C1EBF1}" type="pres">
      <dgm:prSet presAssocID="{EB636E58-F660-6044-A762-B74F61019620}" presName="conn2-1" presStyleLbl="parChTrans1D2" presStyleIdx="3" presStyleCnt="4"/>
      <dgm:spPr/>
    </dgm:pt>
    <dgm:pt modelId="{E6ACA0D9-A231-6644-9E62-AD0C1C0522F3}" type="pres">
      <dgm:prSet presAssocID="{EB636E58-F660-6044-A762-B74F61019620}" presName="connTx" presStyleLbl="parChTrans1D2" presStyleIdx="3" presStyleCnt="4"/>
      <dgm:spPr/>
    </dgm:pt>
    <dgm:pt modelId="{2412B8AF-01E6-2B45-A2B3-ABBC5272ED7A}" type="pres">
      <dgm:prSet presAssocID="{48776688-4B32-BA41-A751-9BFA8EAFFDB6}" presName="root2" presStyleCnt="0"/>
      <dgm:spPr/>
    </dgm:pt>
    <dgm:pt modelId="{012CD85F-9F3E-3C40-AF71-09C6C9C94736}" type="pres">
      <dgm:prSet presAssocID="{48776688-4B32-BA41-A751-9BFA8EAFFDB6}" presName="LevelTwoTextNode" presStyleLbl="node2" presStyleIdx="3" presStyleCnt="4" custScaleX="214783">
        <dgm:presLayoutVars>
          <dgm:chPref val="3"/>
        </dgm:presLayoutVars>
      </dgm:prSet>
      <dgm:spPr/>
    </dgm:pt>
    <dgm:pt modelId="{A144771F-6CCD-944C-AEE1-52AA555E80C3}" type="pres">
      <dgm:prSet presAssocID="{48776688-4B32-BA41-A751-9BFA8EAFFDB6}" presName="level3hierChild" presStyleCnt="0"/>
      <dgm:spPr/>
    </dgm:pt>
  </dgm:ptLst>
  <dgm:cxnLst>
    <dgm:cxn modelId="{FA547734-9238-224B-AF88-8AE92C8BF900}" type="presOf" srcId="{BE530D65-19B0-F34B-B38C-AD48493AB1EE}" destId="{A12D105E-D011-AF47-A234-27749437CAE3}" srcOrd="0" destOrd="0" presId="urn:microsoft.com/office/officeart/2005/8/layout/hierarchy2"/>
    <dgm:cxn modelId="{19CEF735-C073-B24E-81FD-F4939770CF1A}" type="presOf" srcId="{8B6B23D1-403C-EC4C-A990-225F6C055453}" destId="{DC7FC744-C2B5-B644-8953-5774B0E37494}" srcOrd="1" destOrd="0" presId="urn:microsoft.com/office/officeart/2005/8/layout/hierarchy2"/>
    <dgm:cxn modelId="{61933D3E-4F7F-414D-ACFB-3D32797183F6}" srcId="{56834F34-74D6-FB41-A659-9D6CF5C2A7AE}" destId="{E91C1A1F-43B9-3448-AE34-22ECA8FCD191}" srcOrd="2" destOrd="0" parTransId="{E207E53E-D46C-5C4E-A877-9E076921F882}" sibTransId="{CEF87816-9F93-3441-99D7-E0D7F2AF8DA9}"/>
    <dgm:cxn modelId="{0BAD4541-2BA2-2D42-ADFD-BCFC8CB5383B}" type="presOf" srcId="{EB636E58-F660-6044-A762-B74F61019620}" destId="{E6ACA0D9-A231-6644-9E62-AD0C1C0522F3}" srcOrd="1" destOrd="0" presId="urn:microsoft.com/office/officeart/2005/8/layout/hierarchy2"/>
    <dgm:cxn modelId="{D76DC045-98A0-D147-B755-040C0ECF6C2C}" type="presOf" srcId="{E207E53E-D46C-5C4E-A877-9E076921F882}" destId="{9AB29A97-B002-C54F-AE71-AC57988714DC}" srcOrd="0" destOrd="0" presId="urn:microsoft.com/office/officeart/2005/8/layout/hierarchy2"/>
    <dgm:cxn modelId="{CF85A64A-8187-A64C-9FB8-D3CF97496E3D}" type="presOf" srcId="{56834F34-74D6-FB41-A659-9D6CF5C2A7AE}" destId="{7DECAD72-303E-6540-9A65-27721B715838}" srcOrd="0" destOrd="0" presId="urn:microsoft.com/office/officeart/2005/8/layout/hierarchy2"/>
    <dgm:cxn modelId="{5A16855F-9CB9-C44D-B9D9-A8D87559D6C7}" type="presOf" srcId="{319D841E-F59E-B540-B8A3-B167532DCBA1}" destId="{DB88B1E2-AE80-6546-8B57-0799E2A6B96E}" srcOrd="0" destOrd="0" presId="urn:microsoft.com/office/officeart/2005/8/layout/hierarchy2"/>
    <dgm:cxn modelId="{DAF2C074-8131-4F48-8A13-1CA6C1ABE3C6}" type="presOf" srcId="{F51C0FF4-F5A6-814F-8F4F-DB4DFE7EB068}" destId="{42FF8D47-3457-524E-9B5A-7A6EDBF17A95}" srcOrd="0" destOrd="0" presId="urn:microsoft.com/office/officeart/2005/8/layout/hierarchy2"/>
    <dgm:cxn modelId="{00C92386-039D-734B-8F1C-2D82C2BD18B1}" srcId="{56834F34-74D6-FB41-A659-9D6CF5C2A7AE}" destId="{319D841E-F59E-B540-B8A3-B167532DCBA1}" srcOrd="0" destOrd="0" parTransId="{8B6B23D1-403C-EC4C-A990-225F6C055453}" sibTransId="{AFCF466D-EEDA-5E47-AC20-BA1E9E8CB74B}"/>
    <dgm:cxn modelId="{37D20890-2DCC-F745-B252-D4DC3039BF01}" srcId="{BE530D65-19B0-F34B-B38C-AD48493AB1EE}" destId="{56834F34-74D6-FB41-A659-9D6CF5C2A7AE}" srcOrd="0" destOrd="0" parTransId="{F38842FF-8F7A-7D48-A2B7-960972EC9A0A}" sibTransId="{076DDB01-BA11-B645-B199-120297B38D04}"/>
    <dgm:cxn modelId="{EDFA7FA4-1B6C-6442-907C-A06097722C6A}" type="presOf" srcId="{9169E60F-85FD-BF4F-8ED8-1C467A573274}" destId="{3BD50537-BB38-C942-8F66-B4BDBDCB193D}" srcOrd="0" destOrd="0" presId="urn:microsoft.com/office/officeart/2005/8/layout/hierarchy2"/>
    <dgm:cxn modelId="{C88840A7-BEBA-6F4B-8B20-87002E72DF39}" srcId="{56834F34-74D6-FB41-A659-9D6CF5C2A7AE}" destId="{48776688-4B32-BA41-A751-9BFA8EAFFDB6}" srcOrd="3" destOrd="0" parTransId="{EB636E58-F660-6044-A762-B74F61019620}" sibTransId="{484C3DC4-2FAA-2F47-84A9-B693ACBF293D}"/>
    <dgm:cxn modelId="{D6BA42BE-1898-6249-AA8C-7C4FB48480B5}" type="presOf" srcId="{EB636E58-F660-6044-A762-B74F61019620}" destId="{2D3610B6-BF96-F044-8B3D-E6A721C1EBF1}" srcOrd="0" destOrd="0" presId="urn:microsoft.com/office/officeart/2005/8/layout/hierarchy2"/>
    <dgm:cxn modelId="{80F45FD1-36FE-EA49-A71B-98CD6BE94DDE}" type="presOf" srcId="{8B6B23D1-403C-EC4C-A990-225F6C055453}" destId="{A4800D99-10BB-694A-B075-A365FDB8AC4F}" srcOrd="0" destOrd="0" presId="urn:microsoft.com/office/officeart/2005/8/layout/hierarchy2"/>
    <dgm:cxn modelId="{0CC6C9D3-3B42-8F4A-BDB6-BFE011869A83}" type="presOf" srcId="{E91C1A1F-43B9-3448-AE34-22ECA8FCD191}" destId="{A1229E04-663A-DE44-9220-0110F792CD3F}" srcOrd="0" destOrd="0" presId="urn:microsoft.com/office/officeart/2005/8/layout/hierarchy2"/>
    <dgm:cxn modelId="{D189D1D5-55D0-A54C-AFD1-E9F0948AD4D8}" type="presOf" srcId="{9169E60F-85FD-BF4F-8ED8-1C467A573274}" destId="{0BB42E36-3316-A540-B57A-D1C6F9599588}" srcOrd="1" destOrd="0" presId="urn:microsoft.com/office/officeart/2005/8/layout/hierarchy2"/>
    <dgm:cxn modelId="{65D127DE-B014-6E4D-8CCE-20EAAF3C4246}" srcId="{56834F34-74D6-FB41-A659-9D6CF5C2A7AE}" destId="{F51C0FF4-F5A6-814F-8F4F-DB4DFE7EB068}" srcOrd="1" destOrd="0" parTransId="{9169E60F-85FD-BF4F-8ED8-1C467A573274}" sibTransId="{2119ACAF-967E-BB42-94C6-BE7EFB5F757C}"/>
    <dgm:cxn modelId="{CE996DF6-0EB2-1A43-B96C-741247DC87AD}" type="presOf" srcId="{E207E53E-D46C-5C4E-A877-9E076921F882}" destId="{0149546B-8C37-4A49-B96A-17C0AB57B191}" srcOrd="1" destOrd="0" presId="urn:microsoft.com/office/officeart/2005/8/layout/hierarchy2"/>
    <dgm:cxn modelId="{BFEEE9F8-0E95-634C-9167-35680847F1C3}" type="presOf" srcId="{48776688-4B32-BA41-A751-9BFA8EAFFDB6}" destId="{012CD85F-9F3E-3C40-AF71-09C6C9C94736}" srcOrd="0" destOrd="0" presId="urn:microsoft.com/office/officeart/2005/8/layout/hierarchy2"/>
    <dgm:cxn modelId="{80CF3087-34CA-DF45-B53D-2D50ECEDCDE8}" type="presParOf" srcId="{A12D105E-D011-AF47-A234-27749437CAE3}" destId="{20DDFB76-C011-F341-8C76-B10EBFB27F36}" srcOrd="0" destOrd="0" presId="urn:microsoft.com/office/officeart/2005/8/layout/hierarchy2"/>
    <dgm:cxn modelId="{2932CAA1-27A8-0942-93E3-98D4FDDD1575}" type="presParOf" srcId="{20DDFB76-C011-F341-8C76-B10EBFB27F36}" destId="{7DECAD72-303E-6540-9A65-27721B715838}" srcOrd="0" destOrd="0" presId="urn:microsoft.com/office/officeart/2005/8/layout/hierarchy2"/>
    <dgm:cxn modelId="{84D7A2CD-7EEE-1E41-9FD2-3C0367EB4632}" type="presParOf" srcId="{20DDFB76-C011-F341-8C76-B10EBFB27F36}" destId="{E113B614-DD66-EE45-9B28-4F5FFD6AFA05}" srcOrd="1" destOrd="0" presId="urn:microsoft.com/office/officeart/2005/8/layout/hierarchy2"/>
    <dgm:cxn modelId="{F35E9B8F-23FE-8E44-A1FA-A514495AAD6E}" type="presParOf" srcId="{E113B614-DD66-EE45-9B28-4F5FFD6AFA05}" destId="{A4800D99-10BB-694A-B075-A365FDB8AC4F}" srcOrd="0" destOrd="0" presId="urn:microsoft.com/office/officeart/2005/8/layout/hierarchy2"/>
    <dgm:cxn modelId="{A2AA9D22-5092-F149-9E8C-B753888E9357}" type="presParOf" srcId="{A4800D99-10BB-694A-B075-A365FDB8AC4F}" destId="{DC7FC744-C2B5-B644-8953-5774B0E37494}" srcOrd="0" destOrd="0" presId="urn:microsoft.com/office/officeart/2005/8/layout/hierarchy2"/>
    <dgm:cxn modelId="{88221F49-4FBD-D341-9AF6-99D13ECFE138}" type="presParOf" srcId="{E113B614-DD66-EE45-9B28-4F5FFD6AFA05}" destId="{A8779D1A-BDEF-7346-88FC-CC8076469037}" srcOrd="1" destOrd="0" presId="urn:microsoft.com/office/officeart/2005/8/layout/hierarchy2"/>
    <dgm:cxn modelId="{C14F3753-F111-714F-9B33-9053A7856C0F}" type="presParOf" srcId="{A8779D1A-BDEF-7346-88FC-CC8076469037}" destId="{DB88B1E2-AE80-6546-8B57-0799E2A6B96E}" srcOrd="0" destOrd="0" presId="urn:microsoft.com/office/officeart/2005/8/layout/hierarchy2"/>
    <dgm:cxn modelId="{3B6EA8DD-5CDA-924E-B85E-A5ADCB626BFF}" type="presParOf" srcId="{A8779D1A-BDEF-7346-88FC-CC8076469037}" destId="{F987EBFC-71F1-8F4E-AE7E-2671E3DBFC0D}" srcOrd="1" destOrd="0" presId="urn:microsoft.com/office/officeart/2005/8/layout/hierarchy2"/>
    <dgm:cxn modelId="{4E20F8AD-9EEB-0B4A-A6E4-AF28AE673B00}" type="presParOf" srcId="{E113B614-DD66-EE45-9B28-4F5FFD6AFA05}" destId="{3BD50537-BB38-C942-8F66-B4BDBDCB193D}" srcOrd="2" destOrd="0" presId="urn:microsoft.com/office/officeart/2005/8/layout/hierarchy2"/>
    <dgm:cxn modelId="{ED4C716B-EE9D-404F-9420-765B1CCE4372}" type="presParOf" srcId="{3BD50537-BB38-C942-8F66-B4BDBDCB193D}" destId="{0BB42E36-3316-A540-B57A-D1C6F9599588}" srcOrd="0" destOrd="0" presId="urn:microsoft.com/office/officeart/2005/8/layout/hierarchy2"/>
    <dgm:cxn modelId="{5F802AD7-1F7B-3340-8509-CF9EC044803C}" type="presParOf" srcId="{E113B614-DD66-EE45-9B28-4F5FFD6AFA05}" destId="{D3723180-624D-E046-86DC-1BA028954ABC}" srcOrd="3" destOrd="0" presId="urn:microsoft.com/office/officeart/2005/8/layout/hierarchy2"/>
    <dgm:cxn modelId="{4D669768-09FE-314D-8E33-237E0BD062DE}" type="presParOf" srcId="{D3723180-624D-E046-86DC-1BA028954ABC}" destId="{42FF8D47-3457-524E-9B5A-7A6EDBF17A95}" srcOrd="0" destOrd="0" presId="urn:microsoft.com/office/officeart/2005/8/layout/hierarchy2"/>
    <dgm:cxn modelId="{67A67FFA-EA7D-1B4B-B9E5-E7392C9EC03F}" type="presParOf" srcId="{D3723180-624D-E046-86DC-1BA028954ABC}" destId="{8374E26A-C6B9-4942-BEC5-2245757E431A}" srcOrd="1" destOrd="0" presId="urn:microsoft.com/office/officeart/2005/8/layout/hierarchy2"/>
    <dgm:cxn modelId="{07796A9A-40A2-6E48-8DB2-CAD1AE1E5620}" type="presParOf" srcId="{E113B614-DD66-EE45-9B28-4F5FFD6AFA05}" destId="{9AB29A97-B002-C54F-AE71-AC57988714DC}" srcOrd="4" destOrd="0" presId="urn:microsoft.com/office/officeart/2005/8/layout/hierarchy2"/>
    <dgm:cxn modelId="{75725357-D142-7944-921D-9DCAE8B1F2C5}" type="presParOf" srcId="{9AB29A97-B002-C54F-AE71-AC57988714DC}" destId="{0149546B-8C37-4A49-B96A-17C0AB57B191}" srcOrd="0" destOrd="0" presId="urn:microsoft.com/office/officeart/2005/8/layout/hierarchy2"/>
    <dgm:cxn modelId="{DD61AE67-03A6-6E46-BB83-9803C6CAB47E}" type="presParOf" srcId="{E113B614-DD66-EE45-9B28-4F5FFD6AFA05}" destId="{6C9A1BAD-20A2-A743-8EE3-4B64818459A8}" srcOrd="5" destOrd="0" presId="urn:microsoft.com/office/officeart/2005/8/layout/hierarchy2"/>
    <dgm:cxn modelId="{C738B175-DC9F-4949-98C8-546B04B34CF2}" type="presParOf" srcId="{6C9A1BAD-20A2-A743-8EE3-4B64818459A8}" destId="{A1229E04-663A-DE44-9220-0110F792CD3F}" srcOrd="0" destOrd="0" presId="urn:microsoft.com/office/officeart/2005/8/layout/hierarchy2"/>
    <dgm:cxn modelId="{91C50C7B-4D94-2F4B-B63E-3A8E0BDF5A6D}" type="presParOf" srcId="{6C9A1BAD-20A2-A743-8EE3-4B64818459A8}" destId="{4E02464B-A2E4-EF49-8508-6CA537BEF8A0}" srcOrd="1" destOrd="0" presId="urn:microsoft.com/office/officeart/2005/8/layout/hierarchy2"/>
    <dgm:cxn modelId="{53BF2984-ABEC-0149-887D-AF56EDFABC31}" type="presParOf" srcId="{E113B614-DD66-EE45-9B28-4F5FFD6AFA05}" destId="{2D3610B6-BF96-F044-8B3D-E6A721C1EBF1}" srcOrd="6" destOrd="0" presId="urn:microsoft.com/office/officeart/2005/8/layout/hierarchy2"/>
    <dgm:cxn modelId="{04B922F8-6890-E449-9ABA-55A476F89658}" type="presParOf" srcId="{2D3610B6-BF96-F044-8B3D-E6A721C1EBF1}" destId="{E6ACA0D9-A231-6644-9E62-AD0C1C0522F3}" srcOrd="0" destOrd="0" presId="urn:microsoft.com/office/officeart/2005/8/layout/hierarchy2"/>
    <dgm:cxn modelId="{9D2A35A0-7519-AB44-84C8-FB31A4115C8C}" type="presParOf" srcId="{E113B614-DD66-EE45-9B28-4F5FFD6AFA05}" destId="{2412B8AF-01E6-2B45-A2B3-ABBC5272ED7A}" srcOrd="7" destOrd="0" presId="urn:microsoft.com/office/officeart/2005/8/layout/hierarchy2"/>
    <dgm:cxn modelId="{DAD2B68F-D27A-7B42-B8DE-4C10FB5BA944}" type="presParOf" srcId="{2412B8AF-01E6-2B45-A2B3-ABBC5272ED7A}" destId="{012CD85F-9F3E-3C40-AF71-09C6C9C94736}" srcOrd="0" destOrd="0" presId="urn:microsoft.com/office/officeart/2005/8/layout/hierarchy2"/>
    <dgm:cxn modelId="{C841AC9E-6A27-0846-8C4A-288B9AE845C5}" type="presParOf" srcId="{2412B8AF-01E6-2B45-A2B3-ABBC5272ED7A}" destId="{A144771F-6CCD-944C-AEE1-52AA555E80C3}" srcOrd="1" destOrd="0" presId="urn:microsoft.com/office/officeart/2005/8/layout/hierarchy2"/>
  </dgm:cxnLst>
  <dgm:bg>
    <a:blipFill>
      <a:blip xmlns:r="http://schemas.openxmlformats.org/officeDocument/2006/relationships" r:embed="rId1"/>
      <a:tile tx="0" ty="0" sx="100000" sy="100000" flip="none" algn="tl"/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E530D65-19B0-F34B-B38C-AD48493AB1EE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834F34-74D6-FB41-A659-9D6CF5C2A7AE}">
      <dgm:prSet phldrT="[Text]"/>
      <dgm:spPr>
        <a:gradFill rotWithShape="0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dgm:spPr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Mặt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chủ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8842FF-8F7A-7D48-A2B7-960972EC9A0A}" type="parTrans" cxnId="{37D20890-2DCC-F745-B252-D4DC3039BF0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6DDB01-BA11-B645-B199-120297B38D04}" type="sibTrans" cxnId="{37D20890-2DCC-F745-B252-D4DC3039BF0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19D841E-F59E-B540-B8A3-B167532DCBA1}">
      <dgm:prSet phldrT="[Text]"/>
      <dgm:spPr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Lỗi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6B23D1-403C-EC4C-A990-225F6C055453}" type="parTrans" cxnId="{00C92386-039D-734B-8F1C-2D82C2BD18B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CF466D-EEDA-5E47-AC20-BA1E9E8CB74B}" type="sibTrans" cxnId="{00C92386-039D-734B-8F1C-2D82C2BD18B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776688-4B32-BA41-A751-9BFA8EAFFDB6}">
      <dgm:prSet phldrT="[Text]"/>
      <dgm:spPr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Động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636E58-F660-6044-A762-B74F61019620}" type="parTrans" cxnId="{C88840A7-BEBA-6F4B-8B20-87002E72DF3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4C3DC4-2FAA-2F47-84A9-B693ACBF293D}" type="sibTrans" cxnId="{C88840A7-BEBA-6F4B-8B20-87002E72DF3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C83B0B-EA7F-9343-8369-D3F219175F24}">
      <dgm:prSet phldrT="[Text]"/>
      <dgm:spPr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Mục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đích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1118E0-9FFA-CD4F-B566-A27D2D258006}" type="parTrans" cxnId="{FBC4DB0C-136E-B74B-B946-ED9E5289A0D2}">
      <dgm:prSet/>
      <dgm:spPr/>
      <dgm:t>
        <a:bodyPr/>
        <a:lstStyle/>
        <a:p>
          <a:endParaRPr lang="en-US"/>
        </a:p>
      </dgm:t>
    </dgm:pt>
    <dgm:pt modelId="{8CCEC089-9068-DE4B-802B-710834BB9483}" type="sibTrans" cxnId="{FBC4DB0C-136E-B74B-B946-ED9E5289A0D2}">
      <dgm:prSet/>
      <dgm:spPr/>
      <dgm:t>
        <a:bodyPr/>
        <a:lstStyle/>
        <a:p>
          <a:endParaRPr lang="en-US"/>
        </a:p>
      </dgm:t>
    </dgm:pt>
    <dgm:pt modelId="{A12D105E-D011-AF47-A234-27749437CAE3}" type="pres">
      <dgm:prSet presAssocID="{BE530D65-19B0-F34B-B38C-AD48493AB1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0DDFB76-C011-F341-8C76-B10EBFB27F36}" type="pres">
      <dgm:prSet presAssocID="{56834F34-74D6-FB41-A659-9D6CF5C2A7AE}" presName="root1" presStyleCnt="0"/>
      <dgm:spPr/>
    </dgm:pt>
    <dgm:pt modelId="{7DECAD72-303E-6540-9A65-27721B715838}" type="pres">
      <dgm:prSet presAssocID="{56834F34-74D6-FB41-A659-9D6CF5C2A7AE}" presName="LevelOneTextNode" presStyleLbl="node0" presStyleIdx="0" presStyleCnt="1">
        <dgm:presLayoutVars>
          <dgm:chPref val="3"/>
        </dgm:presLayoutVars>
      </dgm:prSet>
      <dgm:spPr/>
    </dgm:pt>
    <dgm:pt modelId="{E113B614-DD66-EE45-9B28-4F5FFD6AFA05}" type="pres">
      <dgm:prSet presAssocID="{56834F34-74D6-FB41-A659-9D6CF5C2A7AE}" presName="level2hierChild" presStyleCnt="0"/>
      <dgm:spPr/>
    </dgm:pt>
    <dgm:pt modelId="{A4800D99-10BB-694A-B075-A365FDB8AC4F}" type="pres">
      <dgm:prSet presAssocID="{8B6B23D1-403C-EC4C-A990-225F6C055453}" presName="conn2-1" presStyleLbl="parChTrans1D2" presStyleIdx="0" presStyleCnt="3"/>
      <dgm:spPr/>
    </dgm:pt>
    <dgm:pt modelId="{DC7FC744-C2B5-B644-8953-5774B0E37494}" type="pres">
      <dgm:prSet presAssocID="{8B6B23D1-403C-EC4C-A990-225F6C055453}" presName="connTx" presStyleLbl="parChTrans1D2" presStyleIdx="0" presStyleCnt="3"/>
      <dgm:spPr/>
    </dgm:pt>
    <dgm:pt modelId="{A8779D1A-BDEF-7346-88FC-CC8076469037}" type="pres">
      <dgm:prSet presAssocID="{319D841E-F59E-B540-B8A3-B167532DCBA1}" presName="root2" presStyleCnt="0"/>
      <dgm:spPr/>
    </dgm:pt>
    <dgm:pt modelId="{DB88B1E2-AE80-6546-8B57-0799E2A6B96E}" type="pres">
      <dgm:prSet presAssocID="{319D841E-F59E-B540-B8A3-B167532DCBA1}" presName="LevelTwoTextNode" presStyleLbl="node2" presStyleIdx="0" presStyleCnt="3">
        <dgm:presLayoutVars>
          <dgm:chPref val="3"/>
        </dgm:presLayoutVars>
      </dgm:prSet>
      <dgm:spPr/>
    </dgm:pt>
    <dgm:pt modelId="{F987EBFC-71F1-8F4E-AE7E-2671E3DBFC0D}" type="pres">
      <dgm:prSet presAssocID="{319D841E-F59E-B540-B8A3-B167532DCBA1}" presName="level3hierChild" presStyleCnt="0"/>
      <dgm:spPr/>
    </dgm:pt>
    <dgm:pt modelId="{2D3610B6-BF96-F044-8B3D-E6A721C1EBF1}" type="pres">
      <dgm:prSet presAssocID="{EB636E58-F660-6044-A762-B74F61019620}" presName="conn2-1" presStyleLbl="parChTrans1D2" presStyleIdx="1" presStyleCnt="3"/>
      <dgm:spPr/>
    </dgm:pt>
    <dgm:pt modelId="{E6ACA0D9-A231-6644-9E62-AD0C1C0522F3}" type="pres">
      <dgm:prSet presAssocID="{EB636E58-F660-6044-A762-B74F61019620}" presName="connTx" presStyleLbl="parChTrans1D2" presStyleIdx="1" presStyleCnt="3"/>
      <dgm:spPr/>
    </dgm:pt>
    <dgm:pt modelId="{2412B8AF-01E6-2B45-A2B3-ABBC5272ED7A}" type="pres">
      <dgm:prSet presAssocID="{48776688-4B32-BA41-A751-9BFA8EAFFDB6}" presName="root2" presStyleCnt="0"/>
      <dgm:spPr/>
    </dgm:pt>
    <dgm:pt modelId="{012CD85F-9F3E-3C40-AF71-09C6C9C94736}" type="pres">
      <dgm:prSet presAssocID="{48776688-4B32-BA41-A751-9BFA8EAFFDB6}" presName="LevelTwoTextNode" presStyleLbl="node2" presStyleIdx="1" presStyleCnt="3">
        <dgm:presLayoutVars>
          <dgm:chPref val="3"/>
        </dgm:presLayoutVars>
      </dgm:prSet>
      <dgm:spPr/>
    </dgm:pt>
    <dgm:pt modelId="{A144771F-6CCD-944C-AEE1-52AA555E80C3}" type="pres">
      <dgm:prSet presAssocID="{48776688-4B32-BA41-A751-9BFA8EAFFDB6}" presName="level3hierChild" presStyleCnt="0"/>
      <dgm:spPr/>
    </dgm:pt>
    <dgm:pt modelId="{D83635D6-E520-DB4A-A506-91C820D10B46}" type="pres">
      <dgm:prSet presAssocID="{851118E0-9FFA-CD4F-B566-A27D2D258006}" presName="conn2-1" presStyleLbl="parChTrans1D2" presStyleIdx="2" presStyleCnt="3"/>
      <dgm:spPr/>
    </dgm:pt>
    <dgm:pt modelId="{EBF29178-8A32-5648-B4EE-28EF768EFF20}" type="pres">
      <dgm:prSet presAssocID="{851118E0-9FFA-CD4F-B566-A27D2D258006}" presName="connTx" presStyleLbl="parChTrans1D2" presStyleIdx="2" presStyleCnt="3"/>
      <dgm:spPr/>
    </dgm:pt>
    <dgm:pt modelId="{E1C2DC32-FA37-3D46-91FD-AF5F0867C71C}" type="pres">
      <dgm:prSet presAssocID="{37C83B0B-EA7F-9343-8369-D3F219175F24}" presName="root2" presStyleCnt="0"/>
      <dgm:spPr/>
    </dgm:pt>
    <dgm:pt modelId="{35D643D4-2F6D-6545-AF87-33D9E109799B}" type="pres">
      <dgm:prSet presAssocID="{37C83B0B-EA7F-9343-8369-D3F219175F24}" presName="LevelTwoTextNode" presStyleLbl="node2" presStyleIdx="2" presStyleCnt="3">
        <dgm:presLayoutVars>
          <dgm:chPref val="3"/>
        </dgm:presLayoutVars>
      </dgm:prSet>
      <dgm:spPr/>
    </dgm:pt>
    <dgm:pt modelId="{A1535862-FED5-EA4A-8886-67BD1A358C34}" type="pres">
      <dgm:prSet presAssocID="{37C83B0B-EA7F-9343-8369-D3F219175F24}" presName="level3hierChild" presStyleCnt="0"/>
      <dgm:spPr/>
    </dgm:pt>
  </dgm:ptLst>
  <dgm:cxnLst>
    <dgm:cxn modelId="{FBC4DB0C-136E-B74B-B946-ED9E5289A0D2}" srcId="{56834F34-74D6-FB41-A659-9D6CF5C2A7AE}" destId="{37C83B0B-EA7F-9343-8369-D3F219175F24}" srcOrd="2" destOrd="0" parTransId="{851118E0-9FFA-CD4F-B566-A27D2D258006}" sibTransId="{8CCEC089-9068-DE4B-802B-710834BB9483}"/>
    <dgm:cxn modelId="{09864623-376D-5242-AD6A-AF1C6050E8CA}" type="presOf" srcId="{851118E0-9FFA-CD4F-B566-A27D2D258006}" destId="{EBF29178-8A32-5648-B4EE-28EF768EFF20}" srcOrd="1" destOrd="0" presId="urn:microsoft.com/office/officeart/2005/8/layout/hierarchy2"/>
    <dgm:cxn modelId="{FA547734-9238-224B-AF88-8AE92C8BF900}" type="presOf" srcId="{BE530D65-19B0-F34B-B38C-AD48493AB1EE}" destId="{A12D105E-D011-AF47-A234-27749437CAE3}" srcOrd="0" destOrd="0" presId="urn:microsoft.com/office/officeart/2005/8/layout/hierarchy2"/>
    <dgm:cxn modelId="{19CEF735-C073-B24E-81FD-F4939770CF1A}" type="presOf" srcId="{8B6B23D1-403C-EC4C-A990-225F6C055453}" destId="{DC7FC744-C2B5-B644-8953-5774B0E37494}" srcOrd="1" destOrd="0" presId="urn:microsoft.com/office/officeart/2005/8/layout/hierarchy2"/>
    <dgm:cxn modelId="{0BAD4541-2BA2-2D42-ADFD-BCFC8CB5383B}" type="presOf" srcId="{EB636E58-F660-6044-A762-B74F61019620}" destId="{E6ACA0D9-A231-6644-9E62-AD0C1C0522F3}" srcOrd="1" destOrd="0" presId="urn:microsoft.com/office/officeart/2005/8/layout/hierarchy2"/>
    <dgm:cxn modelId="{CF85A64A-8187-A64C-9FB8-D3CF97496E3D}" type="presOf" srcId="{56834F34-74D6-FB41-A659-9D6CF5C2A7AE}" destId="{7DECAD72-303E-6540-9A65-27721B715838}" srcOrd="0" destOrd="0" presId="urn:microsoft.com/office/officeart/2005/8/layout/hierarchy2"/>
    <dgm:cxn modelId="{5A16855F-9CB9-C44D-B9D9-A8D87559D6C7}" type="presOf" srcId="{319D841E-F59E-B540-B8A3-B167532DCBA1}" destId="{DB88B1E2-AE80-6546-8B57-0799E2A6B96E}" srcOrd="0" destOrd="0" presId="urn:microsoft.com/office/officeart/2005/8/layout/hierarchy2"/>
    <dgm:cxn modelId="{74FDAD7C-B71C-214C-8F8B-70E24FE8EEAB}" type="presOf" srcId="{37C83B0B-EA7F-9343-8369-D3F219175F24}" destId="{35D643D4-2F6D-6545-AF87-33D9E109799B}" srcOrd="0" destOrd="0" presId="urn:microsoft.com/office/officeart/2005/8/layout/hierarchy2"/>
    <dgm:cxn modelId="{00C92386-039D-734B-8F1C-2D82C2BD18B1}" srcId="{56834F34-74D6-FB41-A659-9D6CF5C2A7AE}" destId="{319D841E-F59E-B540-B8A3-B167532DCBA1}" srcOrd="0" destOrd="0" parTransId="{8B6B23D1-403C-EC4C-A990-225F6C055453}" sibTransId="{AFCF466D-EEDA-5E47-AC20-BA1E9E8CB74B}"/>
    <dgm:cxn modelId="{37D20890-2DCC-F745-B252-D4DC3039BF01}" srcId="{BE530D65-19B0-F34B-B38C-AD48493AB1EE}" destId="{56834F34-74D6-FB41-A659-9D6CF5C2A7AE}" srcOrd="0" destOrd="0" parTransId="{F38842FF-8F7A-7D48-A2B7-960972EC9A0A}" sibTransId="{076DDB01-BA11-B645-B199-120297B38D04}"/>
    <dgm:cxn modelId="{C88840A7-BEBA-6F4B-8B20-87002E72DF39}" srcId="{56834F34-74D6-FB41-A659-9D6CF5C2A7AE}" destId="{48776688-4B32-BA41-A751-9BFA8EAFFDB6}" srcOrd="1" destOrd="0" parTransId="{EB636E58-F660-6044-A762-B74F61019620}" sibTransId="{484C3DC4-2FAA-2F47-84A9-B693ACBF293D}"/>
    <dgm:cxn modelId="{D6BA42BE-1898-6249-AA8C-7C4FB48480B5}" type="presOf" srcId="{EB636E58-F660-6044-A762-B74F61019620}" destId="{2D3610B6-BF96-F044-8B3D-E6A721C1EBF1}" srcOrd="0" destOrd="0" presId="urn:microsoft.com/office/officeart/2005/8/layout/hierarchy2"/>
    <dgm:cxn modelId="{80F45FD1-36FE-EA49-A71B-98CD6BE94DDE}" type="presOf" srcId="{8B6B23D1-403C-EC4C-A990-225F6C055453}" destId="{A4800D99-10BB-694A-B075-A365FDB8AC4F}" srcOrd="0" destOrd="0" presId="urn:microsoft.com/office/officeart/2005/8/layout/hierarchy2"/>
    <dgm:cxn modelId="{21C9BBF5-B88B-294D-850C-B33CAC7FE65C}" type="presOf" srcId="{851118E0-9FFA-CD4F-B566-A27D2D258006}" destId="{D83635D6-E520-DB4A-A506-91C820D10B46}" srcOrd="0" destOrd="0" presId="urn:microsoft.com/office/officeart/2005/8/layout/hierarchy2"/>
    <dgm:cxn modelId="{BFEEE9F8-0E95-634C-9167-35680847F1C3}" type="presOf" srcId="{48776688-4B32-BA41-A751-9BFA8EAFFDB6}" destId="{012CD85F-9F3E-3C40-AF71-09C6C9C94736}" srcOrd="0" destOrd="0" presId="urn:microsoft.com/office/officeart/2005/8/layout/hierarchy2"/>
    <dgm:cxn modelId="{80CF3087-34CA-DF45-B53D-2D50ECEDCDE8}" type="presParOf" srcId="{A12D105E-D011-AF47-A234-27749437CAE3}" destId="{20DDFB76-C011-F341-8C76-B10EBFB27F36}" srcOrd="0" destOrd="0" presId="urn:microsoft.com/office/officeart/2005/8/layout/hierarchy2"/>
    <dgm:cxn modelId="{2932CAA1-27A8-0942-93E3-98D4FDDD1575}" type="presParOf" srcId="{20DDFB76-C011-F341-8C76-B10EBFB27F36}" destId="{7DECAD72-303E-6540-9A65-27721B715838}" srcOrd="0" destOrd="0" presId="urn:microsoft.com/office/officeart/2005/8/layout/hierarchy2"/>
    <dgm:cxn modelId="{84D7A2CD-7EEE-1E41-9FD2-3C0367EB4632}" type="presParOf" srcId="{20DDFB76-C011-F341-8C76-B10EBFB27F36}" destId="{E113B614-DD66-EE45-9B28-4F5FFD6AFA05}" srcOrd="1" destOrd="0" presId="urn:microsoft.com/office/officeart/2005/8/layout/hierarchy2"/>
    <dgm:cxn modelId="{F35E9B8F-23FE-8E44-A1FA-A514495AAD6E}" type="presParOf" srcId="{E113B614-DD66-EE45-9B28-4F5FFD6AFA05}" destId="{A4800D99-10BB-694A-B075-A365FDB8AC4F}" srcOrd="0" destOrd="0" presId="urn:microsoft.com/office/officeart/2005/8/layout/hierarchy2"/>
    <dgm:cxn modelId="{A2AA9D22-5092-F149-9E8C-B753888E9357}" type="presParOf" srcId="{A4800D99-10BB-694A-B075-A365FDB8AC4F}" destId="{DC7FC744-C2B5-B644-8953-5774B0E37494}" srcOrd="0" destOrd="0" presId="urn:microsoft.com/office/officeart/2005/8/layout/hierarchy2"/>
    <dgm:cxn modelId="{88221F49-4FBD-D341-9AF6-99D13ECFE138}" type="presParOf" srcId="{E113B614-DD66-EE45-9B28-4F5FFD6AFA05}" destId="{A8779D1A-BDEF-7346-88FC-CC8076469037}" srcOrd="1" destOrd="0" presId="urn:microsoft.com/office/officeart/2005/8/layout/hierarchy2"/>
    <dgm:cxn modelId="{C14F3753-F111-714F-9B33-9053A7856C0F}" type="presParOf" srcId="{A8779D1A-BDEF-7346-88FC-CC8076469037}" destId="{DB88B1E2-AE80-6546-8B57-0799E2A6B96E}" srcOrd="0" destOrd="0" presId="urn:microsoft.com/office/officeart/2005/8/layout/hierarchy2"/>
    <dgm:cxn modelId="{3B6EA8DD-5CDA-924E-B85E-A5ADCB626BFF}" type="presParOf" srcId="{A8779D1A-BDEF-7346-88FC-CC8076469037}" destId="{F987EBFC-71F1-8F4E-AE7E-2671E3DBFC0D}" srcOrd="1" destOrd="0" presId="urn:microsoft.com/office/officeart/2005/8/layout/hierarchy2"/>
    <dgm:cxn modelId="{53BF2984-ABEC-0149-887D-AF56EDFABC31}" type="presParOf" srcId="{E113B614-DD66-EE45-9B28-4F5FFD6AFA05}" destId="{2D3610B6-BF96-F044-8B3D-E6A721C1EBF1}" srcOrd="2" destOrd="0" presId="urn:microsoft.com/office/officeart/2005/8/layout/hierarchy2"/>
    <dgm:cxn modelId="{04B922F8-6890-E449-9ABA-55A476F89658}" type="presParOf" srcId="{2D3610B6-BF96-F044-8B3D-E6A721C1EBF1}" destId="{E6ACA0D9-A231-6644-9E62-AD0C1C0522F3}" srcOrd="0" destOrd="0" presId="urn:microsoft.com/office/officeart/2005/8/layout/hierarchy2"/>
    <dgm:cxn modelId="{9D2A35A0-7519-AB44-84C8-FB31A4115C8C}" type="presParOf" srcId="{E113B614-DD66-EE45-9B28-4F5FFD6AFA05}" destId="{2412B8AF-01E6-2B45-A2B3-ABBC5272ED7A}" srcOrd="3" destOrd="0" presId="urn:microsoft.com/office/officeart/2005/8/layout/hierarchy2"/>
    <dgm:cxn modelId="{DAD2B68F-D27A-7B42-B8DE-4C10FB5BA944}" type="presParOf" srcId="{2412B8AF-01E6-2B45-A2B3-ABBC5272ED7A}" destId="{012CD85F-9F3E-3C40-AF71-09C6C9C94736}" srcOrd="0" destOrd="0" presId="urn:microsoft.com/office/officeart/2005/8/layout/hierarchy2"/>
    <dgm:cxn modelId="{C841AC9E-6A27-0846-8C4A-288B9AE845C5}" type="presParOf" srcId="{2412B8AF-01E6-2B45-A2B3-ABBC5272ED7A}" destId="{A144771F-6CCD-944C-AEE1-52AA555E80C3}" srcOrd="1" destOrd="0" presId="urn:microsoft.com/office/officeart/2005/8/layout/hierarchy2"/>
    <dgm:cxn modelId="{B519FBDA-00D8-624F-8D20-7EC6B79CE3EB}" type="presParOf" srcId="{E113B614-DD66-EE45-9B28-4F5FFD6AFA05}" destId="{D83635D6-E520-DB4A-A506-91C820D10B46}" srcOrd="4" destOrd="0" presId="urn:microsoft.com/office/officeart/2005/8/layout/hierarchy2"/>
    <dgm:cxn modelId="{65119D36-3BB4-DB42-81F8-BEC82E976599}" type="presParOf" srcId="{D83635D6-E520-DB4A-A506-91C820D10B46}" destId="{EBF29178-8A32-5648-B4EE-28EF768EFF20}" srcOrd="0" destOrd="0" presId="urn:microsoft.com/office/officeart/2005/8/layout/hierarchy2"/>
    <dgm:cxn modelId="{9011FCF8-5635-BB4A-A4ED-1A2C335B70FE}" type="presParOf" srcId="{E113B614-DD66-EE45-9B28-4F5FFD6AFA05}" destId="{E1C2DC32-FA37-3D46-91FD-AF5F0867C71C}" srcOrd="5" destOrd="0" presId="urn:microsoft.com/office/officeart/2005/8/layout/hierarchy2"/>
    <dgm:cxn modelId="{2729B44A-5065-C543-A5C5-B81FB6883341}" type="presParOf" srcId="{E1C2DC32-FA37-3D46-91FD-AF5F0867C71C}" destId="{35D643D4-2F6D-6545-AF87-33D9E109799B}" srcOrd="0" destOrd="0" presId="urn:microsoft.com/office/officeart/2005/8/layout/hierarchy2"/>
    <dgm:cxn modelId="{8878FE5C-5298-6549-9368-88B05774961B}" type="presParOf" srcId="{E1C2DC32-FA37-3D46-91FD-AF5F0867C71C}" destId="{A1535862-FED5-EA4A-8886-67BD1A358C34}" srcOrd="1" destOrd="0" presId="urn:microsoft.com/office/officeart/2005/8/layout/hierarchy2"/>
  </dgm:cxnLst>
  <dgm:bg>
    <a:blipFill>
      <a:blip xmlns:r="http://schemas.openxmlformats.org/officeDocument/2006/relationships" r:embed="rId1"/>
      <a:tile tx="0" ty="0" sx="100000" sy="100000" flip="none" algn="tl"/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EF77638-3639-EF48-893B-EF2CD866A615}" type="doc">
      <dgm:prSet loTypeId="urn:microsoft.com/office/officeart/2005/8/layout/cycle6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40151E-57B2-8243-B1E7-0AB1AA4018B1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933846-DF72-C447-98CE-16A488F8F3B5}" type="parTrans" cxnId="{6D2C2D6B-57CD-EB4B-B487-B7D4E2AEE45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CBFF24-C21F-C54E-A353-2334375EBDD4}" type="sibTrans" cxnId="{6D2C2D6B-57CD-EB4B-B487-B7D4E2AEE45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BA0739-C2F4-D14D-948B-491EF1FB67ED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B0EE60-B7AF-FB4E-B6E0-6592342D08FD}" type="parTrans" cxnId="{B0AA26A0-7B05-C647-B467-8942E317A76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76EB14-21E8-9D44-B30A-672DD46AADEA}" type="sibTrans" cxnId="{B0AA26A0-7B05-C647-B467-8942E317A76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85B16D-C5E4-AD48-8614-7F62DE68802D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Kỷ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040044-0938-1242-81B3-AAC85C8C1892}" type="parTrans" cxnId="{7C757B44-F1BA-9146-93C3-A6E3A46FCD2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7280034-C85F-5842-B159-2C6FB34767B7}" type="sibTrans" cxnId="{7C757B44-F1BA-9146-93C3-A6E3A46FCD2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1A8C4C-199F-6C4D-8EF1-8212E6D66F68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Hành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chính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A3A846-AC33-FF43-B614-0F94279A8108}" type="parTrans" cxnId="{209326A2-07F5-6447-BAB0-6310C334113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6E2F63-3095-9B42-AE34-81C7CE389363}" type="sibTrans" cxnId="{209326A2-07F5-6447-BAB0-6310C3341132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CC656A-790B-A74B-99C5-5227C4486B05}" type="pres">
      <dgm:prSet presAssocID="{8EF77638-3639-EF48-893B-EF2CD866A615}" presName="cycle" presStyleCnt="0">
        <dgm:presLayoutVars>
          <dgm:dir/>
          <dgm:resizeHandles val="exact"/>
        </dgm:presLayoutVars>
      </dgm:prSet>
      <dgm:spPr/>
    </dgm:pt>
    <dgm:pt modelId="{AF8C0DA8-4334-E546-AD20-DC5D3903A359}" type="pres">
      <dgm:prSet presAssocID="{CC40151E-57B2-8243-B1E7-0AB1AA4018B1}" presName="node" presStyleLbl="node1" presStyleIdx="0" presStyleCnt="4">
        <dgm:presLayoutVars>
          <dgm:bulletEnabled val="1"/>
        </dgm:presLayoutVars>
      </dgm:prSet>
      <dgm:spPr/>
    </dgm:pt>
    <dgm:pt modelId="{5ABD80A3-9D2E-CA48-8721-AD54A74EE78B}" type="pres">
      <dgm:prSet presAssocID="{CC40151E-57B2-8243-B1E7-0AB1AA4018B1}" presName="spNode" presStyleCnt="0"/>
      <dgm:spPr/>
    </dgm:pt>
    <dgm:pt modelId="{98902A06-5DA5-EC40-82A7-C6A688BCDE8A}" type="pres">
      <dgm:prSet presAssocID="{5CCBFF24-C21F-C54E-A353-2334375EBDD4}" presName="sibTrans" presStyleLbl="sibTrans1D1" presStyleIdx="0" presStyleCnt="4"/>
      <dgm:spPr/>
    </dgm:pt>
    <dgm:pt modelId="{BB371E39-7D69-8643-BD55-BCA23F1A63BF}" type="pres">
      <dgm:prSet presAssocID="{06BA0739-C2F4-D14D-948B-491EF1FB67ED}" presName="node" presStyleLbl="node1" presStyleIdx="1" presStyleCnt="4">
        <dgm:presLayoutVars>
          <dgm:bulletEnabled val="1"/>
        </dgm:presLayoutVars>
      </dgm:prSet>
      <dgm:spPr/>
    </dgm:pt>
    <dgm:pt modelId="{270D557F-D8D9-3644-BC6E-038C2CB2D38F}" type="pres">
      <dgm:prSet presAssocID="{06BA0739-C2F4-D14D-948B-491EF1FB67ED}" presName="spNode" presStyleCnt="0"/>
      <dgm:spPr/>
    </dgm:pt>
    <dgm:pt modelId="{25D8E2BE-C84F-2343-96BD-6BFFCA1D5EBD}" type="pres">
      <dgm:prSet presAssocID="{2D76EB14-21E8-9D44-B30A-672DD46AADEA}" presName="sibTrans" presStyleLbl="sibTrans1D1" presStyleIdx="1" presStyleCnt="4"/>
      <dgm:spPr/>
    </dgm:pt>
    <dgm:pt modelId="{B255D8C6-AD6F-DC4F-86E5-BC91B21E3178}" type="pres">
      <dgm:prSet presAssocID="{9B85B16D-C5E4-AD48-8614-7F62DE68802D}" presName="node" presStyleLbl="node1" presStyleIdx="2" presStyleCnt="4">
        <dgm:presLayoutVars>
          <dgm:bulletEnabled val="1"/>
        </dgm:presLayoutVars>
      </dgm:prSet>
      <dgm:spPr/>
    </dgm:pt>
    <dgm:pt modelId="{DD2973E5-A73F-EB4E-BFC9-06B86444E3CA}" type="pres">
      <dgm:prSet presAssocID="{9B85B16D-C5E4-AD48-8614-7F62DE68802D}" presName="spNode" presStyleCnt="0"/>
      <dgm:spPr/>
    </dgm:pt>
    <dgm:pt modelId="{10749794-0DB4-094A-A457-8D594828D4F5}" type="pres">
      <dgm:prSet presAssocID="{87280034-C85F-5842-B159-2C6FB34767B7}" presName="sibTrans" presStyleLbl="sibTrans1D1" presStyleIdx="2" presStyleCnt="4"/>
      <dgm:spPr/>
    </dgm:pt>
    <dgm:pt modelId="{062BEAFE-1404-CB47-A5E3-48C8AB81AF42}" type="pres">
      <dgm:prSet presAssocID="{2D1A8C4C-199F-6C4D-8EF1-8212E6D66F68}" presName="node" presStyleLbl="node1" presStyleIdx="3" presStyleCnt="4">
        <dgm:presLayoutVars>
          <dgm:bulletEnabled val="1"/>
        </dgm:presLayoutVars>
      </dgm:prSet>
      <dgm:spPr/>
    </dgm:pt>
    <dgm:pt modelId="{B544882C-EE9A-3044-B171-ACF0F4487DE2}" type="pres">
      <dgm:prSet presAssocID="{2D1A8C4C-199F-6C4D-8EF1-8212E6D66F68}" presName="spNode" presStyleCnt="0"/>
      <dgm:spPr/>
    </dgm:pt>
    <dgm:pt modelId="{ED7A1CA8-B295-4C4F-A6A5-AFCFB31E3165}" type="pres">
      <dgm:prSet presAssocID="{3E6E2F63-3095-9B42-AE34-81C7CE389363}" presName="sibTrans" presStyleLbl="sibTrans1D1" presStyleIdx="3" presStyleCnt="4"/>
      <dgm:spPr/>
    </dgm:pt>
  </dgm:ptLst>
  <dgm:cxnLst>
    <dgm:cxn modelId="{2C518802-1750-A54D-BC78-CA6DA4BB4631}" type="presOf" srcId="{2D1A8C4C-199F-6C4D-8EF1-8212E6D66F68}" destId="{062BEAFE-1404-CB47-A5E3-48C8AB81AF42}" srcOrd="0" destOrd="0" presId="urn:microsoft.com/office/officeart/2005/8/layout/cycle6"/>
    <dgm:cxn modelId="{FFB1842D-0C07-8547-981B-1F0434B73A97}" type="presOf" srcId="{5CCBFF24-C21F-C54E-A353-2334375EBDD4}" destId="{98902A06-5DA5-EC40-82A7-C6A688BCDE8A}" srcOrd="0" destOrd="0" presId="urn:microsoft.com/office/officeart/2005/8/layout/cycle6"/>
    <dgm:cxn modelId="{6061AE35-6F71-2C40-A6C9-16E3BD3548BB}" type="presOf" srcId="{8EF77638-3639-EF48-893B-EF2CD866A615}" destId="{30CC656A-790B-A74B-99C5-5227C4486B05}" srcOrd="0" destOrd="0" presId="urn:microsoft.com/office/officeart/2005/8/layout/cycle6"/>
    <dgm:cxn modelId="{7C757B44-F1BA-9146-93C3-A6E3A46FCD28}" srcId="{8EF77638-3639-EF48-893B-EF2CD866A615}" destId="{9B85B16D-C5E4-AD48-8614-7F62DE68802D}" srcOrd="2" destOrd="0" parTransId="{13040044-0938-1242-81B3-AAC85C8C1892}" sibTransId="{87280034-C85F-5842-B159-2C6FB34767B7}"/>
    <dgm:cxn modelId="{6D2C2D6B-57CD-EB4B-B487-B7D4E2AEE450}" srcId="{8EF77638-3639-EF48-893B-EF2CD866A615}" destId="{CC40151E-57B2-8243-B1E7-0AB1AA4018B1}" srcOrd="0" destOrd="0" parTransId="{2D933846-DF72-C447-98CE-16A488F8F3B5}" sibTransId="{5CCBFF24-C21F-C54E-A353-2334375EBDD4}"/>
    <dgm:cxn modelId="{B0AA26A0-7B05-C647-B467-8942E317A769}" srcId="{8EF77638-3639-EF48-893B-EF2CD866A615}" destId="{06BA0739-C2F4-D14D-948B-491EF1FB67ED}" srcOrd="1" destOrd="0" parTransId="{90B0EE60-B7AF-FB4E-B6E0-6592342D08FD}" sibTransId="{2D76EB14-21E8-9D44-B30A-672DD46AADEA}"/>
    <dgm:cxn modelId="{209326A2-07F5-6447-BAB0-6310C3341132}" srcId="{8EF77638-3639-EF48-893B-EF2CD866A615}" destId="{2D1A8C4C-199F-6C4D-8EF1-8212E6D66F68}" srcOrd="3" destOrd="0" parTransId="{42A3A846-AC33-FF43-B614-0F94279A8108}" sibTransId="{3E6E2F63-3095-9B42-AE34-81C7CE389363}"/>
    <dgm:cxn modelId="{4ACEE4AF-D0A6-5240-8B5B-7B3A232C6F0E}" type="presOf" srcId="{3E6E2F63-3095-9B42-AE34-81C7CE389363}" destId="{ED7A1CA8-B295-4C4F-A6A5-AFCFB31E3165}" srcOrd="0" destOrd="0" presId="urn:microsoft.com/office/officeart/2005/8/layout/cycle6"/>
    <dgm:cxn modelId="{496464C6-A359-F24A-AA94-A5C94ABB929C}" type="presOf" srcId="{9B85B16D-C5E4-AD48-8614-7F62DE68802D}" destId="{B255D8C6-AD6F-DC4F-86E5-BC91B21E3178}" srcOrd="0" destOrd="0" presId="urn:microsoft.com/office/officeart/2005/8/layout/cycle6"/>
    <dgm:cxn modelId="{50BBD7C9-2DE1-8A45-B6F3-70B9E1C4CA21}" type="presOf" srcId="{06BA0739-C2F4-D14D-948B-491EF1FB67ED}" destId="{BB371E39-7D69-8643-BD55-BCA23F1A63BF}" srcOrd="0" destOrd="0" presId="urn:microsoft.com/office/officeart/2005/8/layout/cycle6"/>
    <dgm:cxn modelId="{111A79D7-CE35-4740-9655-6B1B9D67A913}" type="presOf" srcId="{2D76EB14-21E8-9D44-B30A-672DD46AADEA}" destId="{25D8E2BE-C84F-2343-96BD-6BFFCA1D5EBD}" srcOrd="0" destOrd="0" presId="urn:microsoft.com/office/officeart/2005/8/layout/cycle6"/>
    <dgm:cxn modelId="{B98C52EF-D9D9-3B4E-B993-FA06C71E851B}" type="presOf" srcId="{CC40151E-57B2-8243-B1E7-0AB1AA4018B1}" destId="{AF8C0DA8-4334-E546-AD20-DC5D3903A359}" srcOrd="0" destOrd="0" presId="urn:microsoft.com/office/officeart/2005/8/layout/cycle6"/>
    <dgm:cxn modelId="{4D7B03FB-4ACB-1D41-85A0-249BF5F11A23}" type="presOf" srcId="{87280034-C85F-5842-B159-2C6FB34767B7}" destId="{10749794-0DB4-094A-A457-8D594828D4F5}" srcOrd="0" destOrd="0" presId="urn:microsoft.com/office/officeart/2005/8/layout/cycle6"/>
    <dgm:cxn modelId="{81336D87-ED8E-2E43-AE44-86CA25242356}" type="presParOf" srcId="{30CC656A-790B-A74B-99C5-5227C4486B05}" destId="{AF8C0DA8-4334-E546-AD20-DC5D3903A359}" srcOrd="0" destOrd="0" presId="urn:microsoft.com/office/officeart/2005/8/layout/cycle6"/>
    <dgm:cxn modelId="{44905393-AA3C-4648-BF44-0E497A2496F5}" type="presParOf" srcId="{30CC656A-790B-A74B-99C5-5227C4486B05}" destId="{5ABD80A3-9D2E-CA48-8721-AD54A74EE78B}" srcOrd="1" destOrd="0" presId="urn:microsoft.com/office/officeart/2005/8/layout/cycle6"/>
    <dgm:cxn modelId="{4ADBA5F8-B5E9-A243-B1F8-3416B350DB42}" type="presParOf" srcId="{30CC656A-790B-A74B-99C5-5227C4486B05}" destId="{98902A06-5DA5-EC40-82A7-C6A688BCDE8A}" srcOrd="2" destOrd="0" presId="urn:microsoft.com/office/officeart/2005/8/layout/cycle6"/>
    <dgm:cxn modelId="{25DE7887-A3BD-B247-B3D8-F0D61B4F8E5E}" type="presParOf" srcId="{30CC656A-790B-A74B-99C5-5227C4486B05}" destId="{BB371E39-7D69-8643-BD55-BCA23F1A63BF}" srcOrd="3" destOrd="0" presId="urn:microsoft.com/office/officeart/2005/8/layout/cycle6"/>
    <dgm:cxn modelId="{48EF2738-718A-9F41-BE8E-963208606B54}" type="presParOf" srcId="{30CC656A-790B-A74B-99C5-5227C4486B05}" destId="{270D557F-D8D9-3644-BC6E-038C2CB2D38F}" srcOrd="4" destOrd="0" presId="urn:microsoft.com/office/officeart/2005/8/layout/cycle6"/>
    <dgm:cxn modelId="{4155CF33-8DCA-9E44-AFCA-D363EA11AF88}" type="presParOf" srcId="{30CC656A-790B-A74B-99C5-5227C4486B05}" destId="{25D8E2BE-C84F-2343-96BD-6BFFCA1D5EBD}" srcOrd="5" destOrd="0" presId="urn:microsoft.com/office/officeart/2005/8/layout/cycle6"/>
    <dgm:cxn modelId="{FB7B4271-B704-BA40-8DF6-50C7F168D3AB}" type="presParOf" srcId="{30CC656A-790B-A74B-99C5-5227C4486B05}" destId="{B255D8C6-AD6F-DC4F-86E5-BC91B21E3178}" srcOrd="6" destOrd="0" presId="urn:microsoft.com/office/officeart/2005/8/layout/cycle6"/>
    <dgm:cxn modelId="{4B0F8A18-89C2-FF4C-B2CB-06D0E5903170}" type="presParOf" srcId="{30CC656A-790B-A74B-99C5-5227C4486B05}" destId="{DD2973E5-A73F-EB4E-BFC9-06B86444E3CA}" srcOrd="7" destOrd="0" presId="urn:microsoft.com/office/officeart/2005/8/layout/cycle6"/>
    <dgm:cxn modelId="{759242DD-414F-E847-84DF-C7FBB9C19C6D}" type="presParOf" srcId="{30CC656A-790B-A74B-99C5-5227C4486B05}" destId="{10749794-0DB4-094A-A457-8D594828D4F5}" srcOrd="8" destOrd="0" presId="urn:microsoft.com/office/officeart/2005/8/layout/cycle6"/>
    <dgm:cxn modelId="{F79E318B-5042-B94E-AE9E-C3C05D432329}" type="presParOf" srcId="{30CC656A-790B-A74B-99C5-5227C4486B05}" destId="{062BEAFE-1404-CB47-A5E3-48C8AB81AF42}" srcOrd="9" destOrd="0" presId="urn:microsoft.com/office/officeart/2005/8/layout/cycle6"/>
    <dgm:cxn modelId="{DB4D21AF-3392-0646-88A3-15A505580FDF}" type="presParOf" srcId="{30CC656A-790B-A74B-99C5-5227C4486B05}" destId="{B544882C-EE9A-3044-B171-ACF0F4487DE2}" srcOrd="10" destOrd="0" presId="urn:microsoft.com/office/officeart/2005/8/layout/cycle6"/>
    <dgm:cxn modelId="{95668191-8F40-1F4D-9ECC-807064DB4BF3}" type="presParOf" srcId="{30CC656A-790B-A74B-99C5-5227C4486B05}" destId="{ED7A1CA8-B295-4C4F-A6A5-AFCFB31E3165}" srcOrd="11" destOrd="0" presId="urn:microsoft.com/office/officeart/2005/8/layout/cycle6"/>
  </dgm:cxnLst>
  <dgm:bg>
    <a:gradFill flip="none" rotWithShape="1">
      <a:gsLst>
        <a:gs pos="0">
          <a:schemeClr val="bg2">
            <a:tint val="96000"/>
            <a:shade val="100000"/>
            <a:hueMod val="270000"/>
            <a:satMod val="200000"/>
            <a:lumMod val="128000"/>
          </a:schemeClr>
        </a:gs>
        <a:gs pos="50000">
          <a:schemeClr val="bg2">
            <a:shade val="100000"/>
            <a:hueMod val="100000"/>
            <a:satMod val="110000"/>
            <a:lumMod val="130000"/>
          </a:schemeClr>
        </a:gs>
        <a:gs pos="100000">
          <a:schemeClr val="accent4">
            <a:lumMod val="40000"/>
            <a:lumOff val="60000"/>
          </a:schemeClr>
        </a:gs>
      </a:gsLst>
      <a:lin ang="5400000" scaled="1"/>
      <a:tileRect/>
    </a:gra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B9F5962-22F9-AA46-9481-AA8DC2438B70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5FBAD2-5BE5-2646-A6E3-61AAE75B1050}">
      <dgm:prSet phldrT="[Text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điểm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F7DBF1-5BD2-6547-B4DA-E8323290C5FF}" type="parTrans" cxnId="{43845AAA-9797-5D43-A7E2-B0D387DF187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2117E4A-5EE6-FC45-9959-478670AAC501}" type="sibTrans" cxnId="{43845AAA-9797-5D43-A7E2-B0D387DF187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A353AE-D23A-734A-BF88-3FA20D1C0A6B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sở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TNPL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VPPL</a:t>
          </a:r>
        </a:p>
      </dgm:t>
    </dgm:pt>
    <dgm:pt modelId="{1C7538F4-3EB2-784D-8A9C-364E96AEAB5D}" type="parTrans" cxnId="{65E455E6-0F7F-C547-A50B-98D3A33E4AE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FEDA0C-162E-9144-BE22-4E2C2A2C5194}" type="sibTrans" cxnId="{65E455E6-0F7F-C547-A50B-98D3A33E4AE9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171EE5-8554-8744-9A40-D04BB139A89E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NN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VPPL</a:t>
          </a:r>
        </a:p>
      </dgm:t>
    </dgm:pt>
    <dgm:pt modelId="{8D429D5E-6EF4-9C47-A1FF-BAE798F0913D}" type="parTrans" cxnId="{73967792-9745-5E45-BB36-E1750BAA7E9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8C7527-508F-6C4A-B132-E40AD17A5632}" type="sibTrans" cxnId="{73967792-9745-5E45-BB36-E1750BAA7E9F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B05948-5747-F14F-A4DE-04E528CBAAFE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Biện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cưỡng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chế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do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thẩm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quyền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áp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dụng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4CD290-E48D-6B4C-8359-4F38269A152A}" type="parTrans" cxnId="{08485840-17DB-0F44-B6D6-CF5642FE520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491931-546C-CC4C-8FD4-E651135D9167}" type="sibTrans" cxnId="{08485840-17DB-0F44-B6D6-CF5642FE5204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E8AE6C-1C2D-1B48-9D41-C653F0B2A8DE}">
      <dgm:prSet phldrT="[Text]"/>
      <dgm:spPr>
        <a:solidFill>
          <a:srgbClr val="FFFF0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dựa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quyết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CQNN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thẩm</a:t>
          </a:r>
          <a:r>
            <a: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quyền</a:t>
          </a:r>
          <a:endParaRPr lang="en-US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F4711F5-56C5-BA45-B7DF-2C0E3AE64D49}" type="parTrans" cxnId="{92442DBC-CD79-0646-84B1-E1EDC168DB0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455F4B-7690-1D44-B40E-86AFF74FA82B}" type="sibTrans" cxnId="{92442DBC-CD79-0646-84B1-E1EDC168DB00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8C5C71-76F3-8A46-BF6A-3C1791FD5B56}" type="pres">
      <dgm:prSet presAssocID="{5B9F5962-22F9-AA46-9481-AA8DC2438B7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28EB56F-6424-494B-9676-F4BE616B25C9}" type="pres">
      <dgm:prSet presAssocID="{E35FBAD2-5BE5-2646-A6E3-61AAE75B1050}" presName="hierRoot1" presStyleCnt="0">
        <dgm:presLayoutVars>
          <dgm:hierBranch val="init"/>
        </dgm:presLayoutVars>
      </dgm:prSet>
      <dgm:spPr/>
    </dgm:pt>
    <dgm:pt modelId="{7A05FC70-E901-5F4D-B16B-622C22DFF86F}" type="pres">
      <dgm:prSet presAssocID="{E35FBAD2-5BE5-2646-A6E3-61AAE75B1050}" presName="rootComposite1" presStyleCnt="0"/>
      <dgm:spPr/>
    </dgm:pt>
    <dgm:pt modelId="{4D712137-7C46-7B48-ABF6-581D993F5F97}" type="pres">
      <dgm:prSet presAssocID="{E35FBAD2-5BE5-2646-A6E3-61AAE75B1050}" presName="rootText1" presStyleLbl="node0" presStyleIdx="0" presStyleCnt="1">
        <dgm:presLayoutVars>
          <dgm:chPref val="3"/>
        </dgm:presLayoutVars>
      </dgm:prSet>
      <dgm:spPr/>
    </dgm:pt>
    <dgm:pt modelId="{8F21A18A-8A45-CF42-868C-041D33914E7D}" type="pres">
      <dgm:prSet presAssocID="{E35FBAD2-5BE5-2646-A6E3-61AAE75B1050}" presName="rootConnector1" presStyleLbl="node1" presStyleIdx="0" presStyleCnt="0"/>
      <dgm:spPr/>
    </dgm:pt>
    <dgm:pt modelId="{EA1B35E5-B568-9848-B1AE-361736867B76}" type="pres">
      <dgm:prSet presAssocID="{E35FBAD2-5BE5-2646-A6E3-61AAE75B1050}" presName="hierChild2" presStyleCnt="0"/>
      <dgm:spPr/>
    </dgm:pt>
    <dgm:pt modelId="{F582CEF3-78D3-2748-96D8-3C9650510A59}" type="pres">
      <dgm:prSet presAssocID="{1C7538F4-3EB2-784D-8A9C-364E96AEAB5D}" presName="Name37" presStyleLbl="parChTrans1D2" presStyleIdx="0" presStyleCnt="4"/>
      <dgm:spPr/>
    </dgm:pt>
    <dgm:pt modelId="{E90D50E0-6F50-6F40-931F-4BCF8D39263C}" type="pres">
      <dgm:prSet presAssocID="{50A353AE-D23A-734A-BF88-3FA20D1C0A6B}" presName="hierRoot2" presStyleCnt="0">
        <dgm:presLayoutVars>
          <dgm:hierBranch val="init"/>
        </dgm:presLayoutVars>
      </dgm:prSet>
      <dgm:spPr/>
    </dgm:pt>
    <dgm:pt modelId="{21565F14-9356-7741-A6F0-94CD782F31B0}" type="pres">
      <dgm:prSet presAssocID="{50A353AE-D23A-734A-BF88-3FA20D1C0A6B}" presName="rootComposite" presStyleCnt="0"/>
      <dgm:spPr/>
    </dgm:pt>
    <dgm:pt modelId="{32035CF2-AE02-0642-88F2-813E1BBCE0C4}" type="pres">
      <dgm:prSet presAssocID="{50A353AE-D23A-734A-BF88-3FA20D1C0A6B}" presName="rootText" presStyleLbl="node2" presStyleIdx="0" presStyleCnt="4" custScaleY="269982">
        <dgm:presLayoutVars>
          <dgm:chPref val="3"/>
        </dgm:presLayoutVars>
      </dgm:prSet>
      <dgm:spPr/>
    </dgm:pt>
    <dgm:pt modelId="{1113070D-0295-D54E-A1CD-927BFDD74AD4}" type="pres">
      <dgm:prSet presAssocID="{50A353AE-D23A-734A-BF88-3FA20D1C0A6B}" presName="rootConnector" presStyleLbl="node2" presStyleIdx="0" presStyleCnt="4"/>
      <dgm:spPr/>
    </dgm:pt>
    <dgm:pt modelId="{3AD822A3-9D21-B249-B545-9748A7A2FFDF}" type="pres">
      <dgm:prSet presAssocID="{50A353AE-D23A-734A-BF88-3FA20D1C0A6B}" presName="hierChild4" presStyleCnt="0"/>
      <dgm:spPr/>
    </dgm:pt>
    <dgm:pt modelId="{C5C8F948-FA60-5A40-93F1-08B905A17759}" type="pres">
      <dgm:prSet presAssocID="{50A353AE-D23A-734A-BF88-3FA20D1C0A6B}" presName="hierChild5" presStyleCnt="0"/>
      <dgm:spPr/>
    </dgm:pt>
    <dgm:pt modelId="{2DF93F43-A814-D44A-8B12-342D90628B02}" type="pres">
      <dgm:prSet presAssocID="{8D429D5E-6EF4-9C47-A1FF-BAE798F0913D}" presName="Name37" presStyleLbl="parChTrans1D2" presStyleIdx="1" presStyleCnt="4"/>
      <dgm:spPr/>
    </dgm:pt>
    <dgm:pt modelId="{AEE6968E-FE7C-5A49-ACF0-A97DCD556EA6}" type="pres">
      <dgm:prSet presAssocID="{AC171EE5-8554-8744-9A40-D04BB139A89E}" presName="hierRoot2" presStyleCnt="0">
        <dgm:presLayoutVars>
          <dgm:hierBranch val="init"/>
        </dgm:presLayoutVars>
      </dgm:prSet>
      <dgm:spPr/>
    </dgm:pt>
    <dgm:pt modelId="{852359E6-C189-C044-8BC6-5BC0E1BC9F81}" type="pres">
      <dgm:prSet presAssocID="{AC171EE5-8554-8744-9A40-D04BB139A89E}" presName="rootComposite" presStyleCnt="0"/>
      <dgm:spPr/>
    </dgm:pt>
    <dgm:pt modelId="{85E02287-A9E8-5643-856D-5A4114977721}" type="pres">
      <dgm:prSet presAssocID="{AC171EE5-8554-8744-9A40-D04BB139A89E}" presName="rootText" presStyleLbl="node2" presStyleIdx="1" presStyleCnt="4" custScaleY="269982">
        <dgm:presLayoutVars>
          <dgm:chPref val="3"/>
        </dgm:presLayoutVars>
      </dgm:prSet>
      <dgm:spPr/>
    </dgm:pt>
    <dgm:pt modelId="{D9DD594B-D863-AA4F-8AD8-21A4793C02A6}" type="pres">
      <dgm:prSet presAssocID="{AC171EE5-8554-8744-9A40-D04BB139A89E}" presName="rootConnector" presStyleLbl="node2" presStyleIdx="1" presStyleCnt="4"/>
      <dgm:spPr/>
    </dgm:pt>
    <dgm:pt modelId="{E094AF6C-F123-0A4F-92F5-3FAAF19F48DE}" type="pres">
      <dgm:prSet presAssocID="{AC171EE5-8554-8744-9A40-D04BB139A89E}" presName="hierChild4" presStyleCnt="0"/>
      <dgm:spPr/>
    </dgm:pt>
    <dgm:pt modelId="{0673DE01-8B12-7B45-B59C-5F5DA8347BEB}" type="pres">
      <dgm:prSet presAssocID="{AC171EE5-8554-8744-9A40-D04BB139A89E}" presName="hierChild5" presStyleCnt="0"/>
      <dgm:spPr/>
    </dgm:pt>
    <dgm:pt modelId="{9FE6770B-C335-884F-B423-5C05778298EF}" type="pres">
      <dgm:prSet presAssocID="{5C4CD290-E48D-6B4C-8359-4F38269A152A}" presName="Name37" presStyleLbl="parChTrans1D2" presStyleIdx="2" presStyleCnt="4"/>
      <dgm:spPr/>
    </dgm:pt>
    <dgm:pt modelId="{8FD9D6E3-A4F9-0647-B277-18F65102DFCA}" type="pres">
      <dgm:prSet presAssocID="{70B05948-5747-F14F-A4DE-04E528CBAAFE}" presName="hierRoot2" presStyleCnt="0">
        <dgm:presLayoutVars>
          <dgm:hierBranch val="init"/>
        </dgm:presLayoutVars>
      </dgm:prSet>
      <dgm:spPr/>
    </dgm:pt>
    <dgm:pt modelId="{698404F4-11D0-B549-9549-22F94008E0D6}" type="pres">
      <dgm:prSet presAssocID="{70B05948-5747-F14F-A4DE-04E528CBAAFE}" presName="rootComposite" presStyleCnt="0"/>
      <dgm:spPr/>
    </dgm:pt>
    <dgm:pt modelId="{762E443F-0514-BE41-9A20-8ED6A4D478E8}" type="pres">
      <dgm:prSet presAssocID="{70B05948-5747-F14F-A4DE-04E528CBAAFE}" presName="rootText" presStyleLbl="node2" presStyleIdx="2" presStyleCnt="4" custScaleY="269982">
        <dgm:presLayoutVars>
          <dgm:chPref val="3"/>
        </dgm:presLayoutVars>
      </dgm:prSet>
      <dgm:spPr/>
    </dgm:pt>
    <dgm:pt modelId="{A7FDA620-D000-E54C-9BA7-3639D6077883}" type="pres">
      <dgm:prSet presAssocID="{70B05948-5747-F14F-A4DE-04E528CBAAFE}" presName="rootConnector" presStyleLbl="node2" presStyleIdx="2" presStyleCnt="4"/>
      <dgm:spPr/>
    </dgm:pt>
    <dgm:pt modelId="{374AFCAE-6124-724C-B6A7-2A14ECAC0462}" type="pres">
      <dgm:prSet presAssocID="{70B05948-5747-F14F-A4DE-04E528CBAAFE}" presName="hierChild4" presStyleCnt="0"/>
      <dgm:spPr/>
    </dgm:pt>
    <dgm:pt modelId="{181840BC-E7CC-1B4C-9B5A-838748B6AF95}" type="pres">
      <dgm:prSet presAssocID="{70B05948-5747-F14F-A4DE-04E528CBAAFE}" presName="hierChild5" presStyleCnt="0"/>
      <dgm:spPr/>
    </dgm:pt>
    <dgm:pt modelId="{F957AF65-5369-734C-86C3-15E530D9D0E9}" type="pres">
      <dgm:prSet presAssocID="{3F4711F5-56C5-BA45-B7DF-2C0E3AE64D49}" presName="Name37" presStyleLbl="parChTrans1D2" presStyleIdx="3" presStyleCnt="4"/>
      <dgm:spPr/>
    </dgm:pt>
    <dgm:pt modelId="{E8E2508F-989E-7E4A-812E-658E34072E31}" type="pres">
      <dgm:prSet presAssocID="{49E8AE6C-1C2D-1B48-9D41-C653F0B2A8DE}" presName="hierRoot2" presStyleCnt="0">
        <dgm:presLayoutVars>
          <dgm:hierBranch val="init"/>
        </dgm:presLayoutVars>
      </dgm:prSet>
      <dgm:spPr/>
    </dgm:pt>
    <dgm:pt modelId="{B562EB5D-9469-8A4A-9C30-27C14D5C776F}" type="pres">
      <dgm:prSet presAssocID="{49E8AE6C-1C2D-1B48-9D41-C653F0B2A8DE}" presName="rootComposite" presStyleCnt="0"/>
      <dgm:spPr/>
    </dgm:pt>
    <dgm:pt modelId="{2FA87980-434B-E746-9C55-F2C1C8E3C852}" type="pres">
      <dgm:prSet presAssocID="{49E8AE6C-1C2D-1B48-9D41-C653F0B2A8DE}" presName="rootText" presStyleLbl="node2" presStyleIdx="3" presStyleCnt="4" custScaleY="291784">
        <dgm:presLayoutVars>
          <dgm:chPref val="3"/>
        </dgm:presLayoutVars>
      </dgm:prSet>
      <dgm:spPr/>
    </dgm:pt>
    <dgm:pt modelId="{9D0B138A-8CDA-1643-83F5-67587392A3BC}" type="pres">
      <dgm:prSet presAssocID="{49E8AE6C-1C2D-1B48-9D41-C653F0B2A8DE}" presName="rootConnector" presStyleLbl="node2" presStyleIdx="3" presStyleCnt="4"/>
      <dgm:spPr/>
    </dgm:pt>
    <dgm:pt modelId="{BA0E2E30-6E89-0D49-BF31-2486F79A8AA3}" type="pres">
      <dgm:prSet presAssocID="{49E8AE6C-1C2D-1B48-9D41-C653F0B2A8DE}" presName="hierChild4" presStyleCnt="0"/>
      <dgm:spPr/>
    </dgm:pt>
    <dgm:pt modelId="{34EAAD3F-D556-E846-BA06-D3FB84A765A4}" type="pres">
      <dgm:prSet presAssocID="{49E8AE6C-1C2D-1B48-9D41-C653F0B2A8DE}" presName="hierChild5" presStyleCnt="0"/>
      <dgm:spPr/>
    </dgm:pt>
    <dgm:pt modelId="{15EFA40E-96A1-6D4C-A1BF-E4B9FC04C701}" type="pres">
      <dgm:prSet presAssocID="{E35FBAD2-5BE5-2646-A6E3-61AAE75B1050}" presName="hierChild3" presStyleCnt="0"/>
      <dgm:spPr/>
    </dgm:pt>
  </dgm:ptLst>
  <dgm:cxnLst>
    <dgm:cxn modelId="{90530C14-3320-A249-9297-2A552FF7C376}" type="presOf" srcId="{49E8AE6C-1C2D-1B48-9D41-C653F0B2A8DE}" destId="{2FA87980-434B-E746-9C55-F2C1C8E3C852}" srcOrd="0" destOrd="0" presId="urn:microsoft.com/office/officeart/2005/8/layout/orgChart1"/>
    <dgm:cxn modelId="{E30A3714-C998-C841-9439-BA69A622817D}" type="presOf" srcId="{E35FBAD2-5BE5-2646-A6E3-61AAE75B1050}" destId="{4D712137-7C46-7B48-ABF6-581D993F5F97}" srcOrd="0" destOrd="0" presId="urn:microsoft.com/office/officeart/2005/8/layout/orgChart1"/>
    <dgm:cxn modelId="{BD8F0C1C-C6EF-4D48-816D-7EBB09CA08C9}" type="presOf" srcId="{1C7538F4-3EB2-784D-8A9C-364E96AEAB5D}" destId="{F582CEF3-78D3-2748-96D8-3C9650510A59}" srcOrd="0" destOrd="0" presId="urn:microsoft.com/office/officeart/2005/8/layout/orgChart1"/>
    <dgm:cxn modelId="{E45BB71E-A40B-1E40-B3D3-1465F3A9B38F}" type="presOf" srcId="{5C4CD290-E48D-6B4C-8359-4F38269A152A}" destId="{9FE6770B-C335-884F-B423-5C05778298EF}" srcOrd="0" destOrd="0" presId="urn:microsoft.com/office/officeart/2005/8/layout/orgChart1"/>
    <dgm:cxn modelId="{EFC54E32-6A2C-644B-818E-8AC220614A92}" type="presOf" srcId="{AC171EE5-8554-8744-9A40-D04BB139A89E}" destId="{85E02287-A9E8-5643-856D-5A4114977721}" srcOrd="0" destOrd="0" presId="urn:microsoft.com/office/officeart/2005/8/layout/orgChart1"/>
    <dgm:cxn modelId="{D4105233-02E7-D04B-A132-58EB8312424C}" type="presOf" srcId="{3F4711F5-56C5-BA45-B7DF-2C0E3AE64D49}" destId="{F957AF65-5369-734C-86C3-15E530D9D0E9}" srcOrd="0" destOrd="0" presId="urn:microsoft.com/office/officeart/2005/8/layout/orgChart1"/>
    <dgm:cxn modelId="{0E1CC837-AA79-D34C-B854-B917ACA517D7}" type="presOf" srcId="{70B05948-5747-F14F-A4DE-04E528CBAAFE}" destId="{762E443F-0514-BE41-9A20-8ED6A4D478E8}" srcOrd="0" destOrd="0" presId="urn:microsoft.com/office/officeart/2005/8/layout/orgChart1"/>
    <dgm:cxn modelId="{08485840-17DB-0F44-B6D6-CF5642FE5204}" srcId="{E35FBAD2-5BE5-2646-A6E3-61AAE75B1050}" destId="{70B05948-5747-F14F-A4DE-04E528CBAAFE}" srcOrd="2" destOrd="0" parTransId="{5C4CD290-E48D-6B4C-8359-4F38269A152A}" sibTransId="{14491931-546C-CC4C-8FD4-E651135D9167}"/>
    <dgm:cxn modelId="{73967792-9745-5E45-BB36-E1750BAA7E9F}" srcId="{E35FBAD2-5BE5-2646-A6E3-61AAE75B1050}" destId="{AC171EE5-8554-8744-9A40-D04BB139A89E}" srcOrd="1" destOrd="0" parTransId="{8D429D5E-6EF4-9C47-A1FF-BAE798F0913D}" sibTransId="{ED8C7527-508F-6C4A-B132-E40AD17A5632}"/>
    <dgm:cxn modelId="{A9068295-A71D-ED4E-9A1E-80EB16BA262D}" type="presOf" srcId="{49E8AE6C-1C2D-1B48-9D41-C653F0B2A8DE}" destId="{9D0B138A-8CDA-1643-83F5-67587392A3BC}" srcOrd="1" destOrd="0" presId="urn:microsoft.com/office/officeart/2005/8/layout/orgChart1"/>
    <dgm:cxn modelId="{58B65AA1-6C75-9641-9281-114646ACF035}" type="presOf" srcId="{50A353AE-D23A-734A-BF88-3FA20D1C0A6B}" destId="{32035CF2-AE02-0642-88F2-813E1BBCE0C4}" srcOrd="0" destOrd="0" presId="urn:microsoft.com/office/officeart/2005/8/layout/orgChart1"/>
    <dgm:cxn modelId="{43845AAA-9797-5D43-A7E2-B0D387DF1876}" srcId="{5B9F5962-22F9-AA46-9481-AA8DC2438B70}" destId="{E35FBAD2-5BE5-2646-A6E3-61AAE75B1050}" srcOrd="0" destOrd="0" parTransId="{36F7DBF1-5BD2-6547-B4DA-E8323290C5FF}" sibTransId="{42117E4A-5EE6-FC45-9959-478670AAC501}"/>
    <dgm:cxn modelId="{92442DBC-CD79-0646-84B1-E1EDC168DB00}" srcId="{E35FBAD2-5BE5-2646-A6E3-61AAE75B1050}" destId="{49E8AE6C-1C2D-1B48-9D41-C653F0B2A8DE}" srcOrd="3" destOrd="0" parTransId="{3F4711F5-56C5-BA45-B7DF-2C0E3AE64D49}" sibTransId="{EB455F4B-7690-1D44-B40E-86AFF74FA82B}"/>
    <dgm:cxn modelId="{81E350CD-CAA3-1747-9223-A99AC2CBEBF1}" type="presOf" srcId="{70B05948-5747-F14F-A4DE-04E528CBAAFE}" destId="{A7FDA620-D000-E54C-9BA7-3639D6077883}" srcOrd="1" destOrd="0" presId="urn:microsoft.com/office/officeart/2005/8/layout/orgChart1"/>
    <dgm:cxn modelId="{18D873D8-F466-6A4E-ABDE-5E304A20187B}" type="presOf" srcId="{8D429D5E-6EF4-9C47-A1FF-BAE798F0913D}" destId="{2DF93F43-A814-D44A-8B12-342D90628B02}" srcOrd="0" destOrd="0" presId="urn:microsoft.com/office/officeart/2005/8/layout/orgChart1"/>
    <dgm:cxn modelId="{65E455E6-0F7F-C547-A50B-98D3A33E4AE9}" srcId="{E35FBAD2-5BE5-2646-A6E3-61AAE75B1050}" destId="{50A353AE-D23A-734A-BF88-3FA20D1C0A6B}" srcOrd="0" destOrd="0" parTransId="{1C7538F4-3EB2-784D-8A9C-364E96AEAB5D}" sibTransId="{65FEDA0C-162E-9144-BE22-4E2C2A2C5194}"/>
    <dgm:cxn modelId="{40E1FAEE-324F-064B-BF21-1E156F797B14}" type="presOf" srcId="{E35FBAD2-5BE5-2646-A6E3-61AAE75B1050}" destId="{8F21A18A-8A45-CF42-868C-041D33914E7D}" srcOrd="1" destOrd="0" presId="urn:microsoft.com/office/officeart/2005/8/layout/orgChart1"/>
    <dgm:cxn modelId="{2D4E95F4-022D-A24A-A7B1-9C2D16EF2CE4}" type="presOf" srcId="{50A353AE-D23A-734A-BF88-3FA20D1C0A6B}" destId="{1113070D-0295-D54E-A1CD-927BFDD74AD4}" srcOrd="1" destOrd="0" presId="urn:microsoft.com/office/officeart/2005/8/layout/orgChart1"/>
    <dgm:cxn modelId="{DF3178FB-6D48-014F-BB8B-E0804EDA4B44}" type="presOf" srcId="{5B9F5962-22F9-AA46-9481-AA8DC2438B70}" destId="{728C5C71-76F3-8A46-BF6A-3C1791FD5B56}" srcOrd="0" destOrd="0" presId="urn:microsoft.com/office/officeart/2005/8/layout/orgChart1"/>
    <dgm:cxn modelId="{2A45FFFB-6DE0-FA4F-9A7D-2D257330059B}" type="presOf" srcId="{AC171EE5-8554-8744-9A40-D04BB139A89E}" destId="{D9DD594B-D863-AA4F-8AD8-21A4793C02A6}" srcOrd="1" destOrd="0" presId="urn:microsoft.com/office/officeart/2005/8/layout/orgChart1"/>
    <dgm:cxn modelId="{5F814A7D-B863-0E4E-9BB2-CACE15A8CE96}" type="presParOf" srcId="{728C5C71-76F3-8A46-BF6A-3C1791FD5B56}" destId="{628EB56F-6424-494B-9676-F4BE616B25C9}" srcOrd="0" destOrd="0" presId="urn:microsoft.com/office/officeart/2005/8/layout/orgChart1"/>
    <dgm:cxn modelId="{3F76330B-CB98-E64C-B112-BEE7EAD6D2F5}" type="presParOf" srcId="{628EB56F-6424-494B-9676-F4BE616B25C9}" destId="{7A05FC70-E901-5F4D-B16B-622C22DFF86F}" srcOrd="0" destOrd="0" presId="urn:microsoft.com/office/officeart/2005/8/layout/orgChart1"/>
    <dgm:cxn modelId="{6C45B6C9-B3A0-E14C-B411-F8501103F0EC}" type="presParOf" srcId="{7A05FC70-E901-5F4D-B16B-622C22DFF86F}" destId="{4D712137-7C46-7B48-ABF6-581D993F5F97}" srcOrd="0" destOrd="0" presId="urn:microsoft.com/office/officeart/2005/8/layout/orgChart1"/>
    <dgm:cxn modelId="{0DCFFC9B-9850-4D4F-BB92-1B9AADB34AFB}" type="presParOf" srcId="{7A05FC70-E901-5F4D-B16B-622C22DFF86F}" destId="{8F21A18A-8A45-CF42-868C-041D33914E7D}" srcOrd="1" destOrd="0" presId="urn:microsoft.com/office/officeart/2005/8/layout/orgChart1"/>
    <dgm:cxn modelId="{8D7C35B8-5641-0D43-ABC8-0A77E5703018}" type="presParOf" srcId="{628EB56F-6424-494B-9676-F4BE616B25C9}" destId="{EA1B35E5-B568-9848-B1AE-361736867B76}" srcOrd="1" destOrd="0" presId="urn:microsoft.com/office/officeart/2005/8/layout/orgChart1"/>
    <dgm:cxn modelId="{D17A0B6D-358A-354F-A16D-5C1F88821D25}" type="presParOf" srcId="{EA1B35E5-B568-9848-B1AE-361736867B76}" destId="{F582CEF3-78D3-2748-96D8-3C9650510A59}" srcOrd="0" destOrd="0" presId="urn:microsoft.com/office/officeart/2005/8/layout/orgChart1"/>
    <dgm:cxn modelId="{6D0FC0C7-FE7F-9541-8584-96EE504E966E}" type="presParOf" srcId="{EA1B35E5-B568-9848-B1AE-361736867B76}" destId="{E90D50E0-6F50-6F40-931F-4BCF8D39263C}" srcOrd="1" destOrd="0" presId="urn:microsoft.com/office/officeart/2005/8/layout/orgChart1"/>
    <dgm:cxn modelId="{E90BCA4E-FDED-D441-BD4B-43CAEAFD68AA}" type="presParOf" srcId="{E90D50E0-6F50-6F40-931F-4BCF8D39263C}" destId="{21565F14-9356-7741-A6F0-94CD782F31B0}" srcOrd="0" destOrd="0" presId="urn:microsoft.com/office/officeart/2005/8/layout/orgChart1"/>
    <dgm:cxn modelId="{EA1C47ED-603B-A241-B63B-482384791FA4}" type="presParOf" srcId="{21565F14-9356-7741-A6F0-94CD782F31B0}" destId="{32035CF2-AE02-0642-88F2-813E1BBCE0C4}" srcOrd="0" destOrd="0" presId="urn:microsoft.com/office/officeart/2005/8/layout/orgChart1"/>
    <dgm:cxn modelId="{39AD772E-96F9-DE4C-838B-8E4CFDF1A6A9}" type="presParOf" srcId="{21565F14-9356-7741-A6F0-94CD782F31B0}" destId="{1113070D-0295-D54E-A1CD-927BFDD74AD4}" srcOrd="1" destOrd="0" presId="urn:microsoft.com/office/officeart/2005/8/layout/orgChart1"/>
    <dgm:cxn modelId="{4B6B5BF1-8A21-CC4C-96BD-D231C5683558}" type="presParOf" srcId="{E90D50E0-6F50-6F40-931F-4BCF8D39263C}" destId="{3AD822A3-9D21-B249-B545-9748A7A2FFDF}" srcOrd="1" destOrd="0" presId="urn:microsoft.com/office/officeart/2005/8/layout/orgChart1"/>
    <dgm:cxn modelId="{D090EDF1-B0DC-B14B-83EA-9FEE14AD587D}" type="presParOf" srcId="{E90D50E0-6F50-6F40-931F-4BCF8D39263C}" destId="{C5C8F948-FA60-5A40-93F1-08B905A17759}" srcOrd="2" destOrd="0" presId="urn:microsoft.com/office/officeart/2005/8/layout/orgChart1"/>
    <dgm:cxn modelId="{D8585B18-1E81-1947-ABF1-8BB0BCCCEAC9}" type="presParOf" srcId="{EA1B35E5-B568-9848-B1AE-361736867B76}" destId="{2DF93F43-A814-D44A-8B12-342D90628B02}" srcOrd="2" destOrd="0" presId="urn:microsoft.com/office/officeart/2005/8/layout/orgChart1"/>
    <dgm:cxn modelId="{007E8656-5E67-1249-95FD-E6CB74A0E0CE}" type="presParOf" srcId="{EA1B35E5-B568-9848-B1AE-361736867B76}" destId="{AEE6968E-FE7C-5A49-ACF0-A97DCD556EA6}" srcOrd="3" destOrd="0" presId="urn:microsoft.com/office/officeart/2005/8/layout/orgChart1"/>
    <dgm:cxn modelId="{09094A59-0A88-4943-82A7-FC0E0FE37B21}" type="presParOf" srcId="{AEE6968E-FE7C-5A49-ACF0-A97DCD556EA6}" destId="{852359E6-C189-C044-8BC6-5BC0E1BC9F81}" srcOrd="0" destOrd="0" presId="urn:microsoft.com/office/officeart/2005/8/layout/orgChart1"/>
    <dgm:cxn modelId="{6A276F82-6559-CE40-9A9A-F4A9BF62E3D7}" type="presParOf" srcId="{852359E6-C189-C044-8BC6-5BC0E1BC9F81}" destId="{85E02287-A9E8-5643-856D-5A4114977721}" srcOrd="0" destOrd="0" presId="urn:microsoft.com/office/officeart/2005/8/layout/orgChart1"/>
    <dgm:cxn modelId="{C252655E-9F0C-DF43-A0FB-D38836345A23}" type="presParOf" srcId="{852359E6-C189-C044-8BC6-5BC0E1BC9F81}" destId="{D9DD594B-D863-AA4F-8AD8-21A4793C02A6}" srcOrd="1" destOrd="0" presId="urn:microsoft.com/office/officeart/2005/8/layout/orgChart1"/>
    <dgm:cxn modelId="{9992B9A5-1562-8044-BD84-443FF2AA6A10}" type="presParOf" srcId="{AEE6968E-FE7C-5A49-ACF0-A97DCD556EA6}" destId="{E094AF6C-F123-0A4F-92F5-3FAAF19F48DE}" srcOrd="1" destOrd="0" presId="urn:microsoft.com/office/officeart/2005/8/layout/orgChart1"/>
    <dgm:cxn modelId="{07B54080-9DFB-5440-99FB-630280E2E263}" type="presParOf" srcId="{AEE6968E-FE7C-5A49-ACF0-A97DCD556EA6}" destId="{0673DE01-8B12-7B45-B59C-5F5DA8347BEB}" srcOrd="2" destOrd="0" presId="urn:microsoft.com/office/officeart/2005/8/layout/orgChart1"/>
    <dgm:cxn modelId="{66B6A1F6-E050-EF4D-ABD2-E2DDC1D705C4}" type="presParOf" srcId="{EA1B35E5-B568-9848-B1AE-361736867B76}" destId="{9FE6770B-C335-884F-B423-5C05778298EF}" srcOrd="4" destOrd="0" presId="urn:microsoft.com/office/officeart/2005/8/layout/orgChart1"/>
    <dgm:cxn modelId="{A9E82F56-433A-A145-94CA-AF2E9A498FEB}" type="presParOf" srcId="{EA1B35E5-B568-9848-B1AE-361736867B76}" destId="{8FD9D6E3-A4F9-0647-B277-18F65102DFCA}" srcOrd="5" destOrd="0" presId="urn:microsoft.com/office/officeart/2005/8/layout/orgChart1"/>
    <dgm:cxn modelId="{0AD76468-8412-314D-9BC5-4E9AD1B7C91B}" type="presParOf" srcId="{8FD9D6E3-A4F9-0647-B277-18F65102DFCA}" destId="{698404F4-11D0-B549-9549-22F94008E0D6}" srcOrd="0" destOrd="0" presId="urn:microsoft.com/office/officeart/2005/8/layout/orgChart1"/>
    <dgm:cxn modelId="{EF2B62C4-4798-2344-BD5E-1EFD7723FD06}" type="presParOf" srcId="{698404F4-11D0-B549-9549-22F94008E0D6}" destId="{762E443F-0514-BE41-9A20-8ED6A4D478E8}" srcOrd="0" destOrd="0" presId="urn:microsoft.com/office/officeart/2005/8/layout/orgChart1"/>
    <dgm:cxn modelId="{91C0DBDF-C77A-014B-B8BD-7C8B53C8F5FC}" type="presParOf" srcId="{698404F4-11D0-B549-9549-22F94008E0D6}" destId="{A7FDA620-D000-E54C-9BA7-3639D6077883}" srcOrd="1" destOrd="0" presId="urn:microsoft.com/office/officeart/2005/8/layout/orgChart1"/>
    <dgm:cxn modelId="{A4608E59-2307-9F41-A0D5-6936653D7D55}" type="presParOf" srcId="{8FD9D6E3-A4F9-0647-B277-18F65102DFCA}" destId="{374AFCAE-6124-724C-B6A7-2A14ECAC0462}" srcOrd="1" destOrd="0" presId="urn:microsoft.com/office/officeart/2005/8/layout/orgChart1"/>
    <dgm:cxn modelId="{C5D8970B-0D69-1740-957D-64240B21CBD8}" type="presParOf" srcId="{8FD9D6E3-A4F9-0647-B277-18F65102DFCA}" destId="{181840BC-E7CC-1B4C-9B5A-838748B6AF95}" srcOrd="2" destOrd="0" presId="urn:microsoft.com/office/officeart/2005/8/layout/orgChart1"/>
    <dgm:cxn modelId="{BFB71F9F-C5CE-CE4C-A24B-E77F86E17815}" type="presParOf" srcId="{EA1B35E5-B568-9848-B1AE-361736867B76}" destId="{F957AF65-5369-734C-86C3-15E530D9D0E9}" srcOrd="6" destOrd="0" presId="urn:microsoft.com/office/officeart/2005/8/layout/orgChart1"/>
    <dgm:cxn modelId="{F0186395-3306-CF40-A7A4-34EFC6353AC6}" type="presParOf" srcId="{EA1B35E5-B568-9848-B1AE-361736867B76}" destId="{E8E2508F-989E-7E4A-812E-658E34072E31}" srcOrd="7" destOrd="0" presId="urn:microsoft.com/office/officeart/2005/8/layout/orgChart1"/>
    <dgm:cxn modelId="{ED550D62-D657-EF4A-8D6C-FF3BDF883178}" type="presParOf" srcId="{E8E2508F-989E-7E4A-812E-658E34072E31}" destId="{B562EB5D-9469-8A4A-9C30-27C14D5C776F}" srcOrd="0" destOrd="0" presId="urn:microsoft.com/office/officeart/2005/8/layout/orgChart1"/>
    <dgm:cxn modelId="{19830D80-37DC-5344-A119-632452E3BDC2}" type="presParOf" srcId="{B562EB5D-9469-8A4A-9C30-27C14D5C776F}" destId="{2FA87980-434B-E746-9C55-F2C1C8E3C852}" srcOrd="0" destOrd="0" presId="urn:microsoft.com/office/officeart/2005/8/layout/orgChart1"/>
    <dgm:cxn modelId="{DC7EB057-0F33-A14D-9E33-2371EF8544F2}" type="presParOf" srcId="{B562EB5D-9469-8A4A-9C30-27C14D5C776F}" destId="{9D0B138A-8CDA-1643-83F5-67587392A3BC}" srcOrd="1" destOrd="0" presId="urn:microsoft.com/office/officeart/2005/8/layout/orgChart1"/>
    <dgm:cxn modelId="{78000088-CDF2-1A4D-AA0D-6A4BD332CDBA}" type="presParOf" srcId="{E8E2508F-989E-7E4A-812E-658E34072E31}" destId="{BA0E2E30-6E89-0D49-BF31-2486F79A8AA3}" srcOrd="1" destOrd="0" presId="urn:microsoft.com/office/officeart/2005/8/layout/orgChart1"/>
    <dgm:cxn modelId="{8924D66D-0C72-F14C-9DC6-310EC91A4177}" type="presParOf" srcId="{E8E2508F-989E-7E4A-812E-658E34072E31}" destId="{34EAAD3F-D556-E846-BA06-D3FB84A765A4}" srcOrd="2" destOrd="0" presId="urn:microsoft.com/office/officeart/2005/8/layout/orgChart1"/>
    <dgm:cxn modelId="{CF64A3C9-C8A6-E940-A9A5-4AC47DB6A381}" type="presParOf" srcId="{628EB56F-6424-494B-9676-F4BE616B25C9}" destId="{15EFA40E-96A1-6D4C-A1BF-E4B9FC04C701}" srcOrd="2" destOrd="0" presId="urn:microsoft.com/office/officeart/2005/8/layout/orgChart1"/>
  </dgm:cxnLst>
  <dgm:bg>
    <a:gradFill flip="none" rotWithShape="1">
      <a:gsLst>
        <a:gs pos="0">
          <a:schemeClr val="bg2">
            <a:tint val="96000"/>
            <a:shade val="100000"/>
            <a:hueMod val="270000"/>
            <a:satMod val="200000"/>
            <a:lumMod val="128000"/>
          </a:schemeClr>
        </a:gs>
        <a:gs pos="50000">
          <a:schemeClr val="bg2">
            <a:shade val="100000"/>
            <a:hueMod val="100000"/>
            <a:satMod val="110000"/>
            <a:lumMod val="130000"/>
          </a:schemeClr>
        </a:gs>
        <a:gs pos="100000">
          <a:schemeClr val="bg2">
            <a:shade val="78000"/>
            <a:hueMod val="44000"/>
            <a:satMod val="200000"/>
            <a:lumMod val="69000"/>
          </a:schemeClr>
        </a:gs>
      </a:gsLst>
      <a:lin ang="2520000" scaled="0"/>
      <a:tileRect/>
    </a:gra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C90F0FE-C944-4047-A58E-E883FAEF00B2}" type="doc">
      <dgm:prSet loTypeId="urn:microsoft.com/office/officeart/2005/8/layout/ven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0C4ED7-8203-454E-ADE5-F5FFDD9204D0}">
      <dgm:prSet phldrT="[Text]" custT="1"/>
      <dgm:spPr>
        <a:gradFill rotWithShape="0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</a:gradFill>
      </dgm:spPr>
      <dgm:t>
        <a:bodyPr/>
        <a:lstStyle/>
        <a:p>
          <a:r>
            <a:rPr lang="en-US" sz="24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Kỷ</a:t>
          </a:r>
          <a:r>
            <a: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4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A4828F-7738-6348-B9DB-80E7B259792A}" type="parTrans" cxnId="{3A3B5AA2-AD1B-9342-B81B-1DC9E374802C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367873-C022-E64F-945D-A146F89B87B9}" type="sibTrans" cxnId="{3A3B5AA2-AD1B-9342-B81B-1DC9E374802C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D5BE201-2881-504F-8AC6-63DED32B87D4}">
      <dgm:prSet phldrT="[Text]" custT="1"/>
      <dgm:spPr/>
      <dgm:t>
        <a:bodyPr/>
        <a:lstStyle/>
        <a:p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9E1594-1C4A-2B41-BB19-D3EEA32791B6}" type="parTrans" cxnId="{DE775261-2A48-DC45-BC69-82BFF0840DCA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CA6405-DCFC-4B46-A9EF-DD06391346AF}" type="sibTrans" cxnId="{DE775261-2A48-DC45-BC69-82BFF0840DCA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034C3D0-98DF-3744-A658-368F85A1ED08}">
      <dgm:prSet phldrT="[Text]" custT="1"/>
      <dgm:sp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</dgm:spPr>
      <dgm:t>
        <a:bodyPr/>
        <a:lstStyle/>
        <a:p>
          <a:r>
            <a:rPr lang="en-US" sz="24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endParaRPr lang="en-US" sz="24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C73B27-524B-3D4B-960A-A65CB7AA8B33}" type="parTrans" cxnId="{488E16E1-E646-7344-A828-35ABAD651256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8076F0-470C-EC46-AACD-78FD403AE5E9}" type="sibTrans" cxnId="{488E16E1-E646-7344-A828-35ABAD651256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A06356-D29D-B546-8BD3-4A9C01801ED4}">
      <dgm:prSet phldrT="[Text]" custT="1"/>
      <dgm:spPr/>
      <dgm:t>
        <a:bodyPr/>
        <a:lstStyle/>
        <a:p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Hành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chính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946E2C-28EA-C74F-AF56-F5BC52AC9371}" type="parTrans" cxnId="{DC44F44D-2CA5-EE4A-819D-0F0E1A6D0194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DE220C-02E0-5C4F-95B6-9FF3C4DBFDAA}" type="sibTrans" cxnId="{DC44F44D-2CA5-EE4A-819D-0F0E1A6D0194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C85927-D397-5441-B317-56201DD66A4A}" type="pres">
      <dgm:prSet presAssocID="{6C90F0FE-C944-4047-A58E-E883FAEF00B2}" presName="Name0" presStyleCnt="0">
        <dgm:presLayoutVars>
          <dgm:chMax val="7"/>
          <dgm:resizeHandles val="exact"/>
        </dgm:presLayoutVars>
      </dgm:prSet>
      <dgm:spPr/>
    </dgm:pt>
    <dgm:pt modelId="{8403C5D1-FEC2-D149-917C-AA4A71E1A135}" type="pres">
      <dgm:prSet presAssocID="{6C90F0FE-C944-4047-A58E-E883FAEF00B2}" presName="comp1" presStyleCnt="0"/>
      <dgm:spPr/>
    </dgm:pt>
    <dgm:pt modelId="{27808109-1E96-7C4A-A351-1851885BC224}" type="pres">
      <dgm:prSet presAssocID="{6C90F0FE-C944-4047-A58E-E883FAEF00B2}" presName="circle1" presStyleLbl="node1" presStyleIdx="0" presStyleCnt="4"/>
      <dgm:spPr/>
    </dgm:pt>
    <dgm:pt modelId="{FE28511E-9F12-594D-B860-9CCA79E87AC0}" type="pres">
      <dgm:prSet presAssocID="{6C90F0FE-C944-4047-A58E-E883FAEF00B2}" presName="c1text" presStyleLbl="node1" presStyleIdx="0" presStyleCnt="4">
        <dgm:presLayoutVars>
          <dgm:bulletEnabled val="1"/>
        </dgm:presLayoutVars>
      </dgm:prSet>
      <dgm:spPr/>
    </dgm:pt>
    <dgm:pt modelId="{C116EE70-2BD6-2D4F-A869-C6F608CE442A}" type="pres">
      <dgm:prSet presAssocID="{6C90F0FE-C944-4047-A58E-E883FAEF00B2}" presName="comp2" presStyleCnt="0"/>
      <dgm:spPr/>
    </dgm:pt>
    <dgm:pt modelId="{AD63FDA8-A124-D54D-A3B7-EF40888C7A72}" type="pres">
      <dgm:prSet presAssocID="{6C90F0FE-C944-4047-A58E-E883FAEF00B2}" presName="circle2" presStyleLbl="node1" presStyleIdx="1" presStyleCnt="4"/>
      <dgm:spPr/>
    </dgm:pt>
    <dgm:pt modelId="{9A463E35-74FE-E240-8CEA-549C71B79B75}" type="pres">
      <dgm:prSet presAssocID="{6C90F0FE-C944-4047-A58E-E883FAEF00B2}" presName="c2text" presStyleLbl="node1" presStyleIdx="1" presStyleCnt="4">
        <dgm:presLayoutVars>
          <dgm:bulletEnabled val="1"/>
        </dgm:presLayoutVars>
      </dgm:prSet>
      <dgm:spPr/>
    </dgm:pt>
    <dgm:pt modelId="{BF3A203E-B2E9-6A46-A01A-880AFD722D38}" type="pres">
      <dgm:prSet presAssocID="{6C90F0FE-C944-4047-A58E-E883FAEF00B2}" presName="comp3" presStyleCnt="0"/>
      <dgm:spPr/>
    </dgm:pt>
    <dgm:pt modelId="{96EC560B-F012-FB4B-9E7C-BDA5C616AD19}" type="pres">
      <dgm:prSet presAssocID="{6C90F0FE-C944-4047-A58E-E883FAEF00B2}" presName="circle3" presStyleLbl="node1" presStyleIdx="2" presStyleCnt="4"/>
      <dgm:spPr/>
    </dgm:pt>
    <dgm:pt modelId="{0F9011E6-DB29-DB40-A821-EF359E7AEB6A}" type="pres">
      <dgm:prSet presAssocID="{6C90F0FE-C944-4047-A58E-E883FAEF00B2}" presName="c3text" presStyleLbl="node1" presStyleIdx="2" presStyleCnt="4">
        <dgm:presLayoutVars>
          <dgm:bulletEnabled val="1"/>
        </dgm:presLayoutVars>
      </dgm:prSet>
      <dgm:spPr/>
    </dgm:pt>
    <dgm:pt modelId="{9A14F4A3-624A-7E46-9F51-5F045DDABC4E}" type="pres">
      <dgm:prSet presAssocID="{6C90F0FE-C944-4047-A58E-E883FAEF00B2}" presName="comp4" presStyleCnt="0"/>
      <dgm:spPr/>
    </dgm:pt>
    <dgm:pt modelId="{75CEFA75-51A9-2648-98DD-C8A70C665BF0}" type="pres">
      <dgm:prSet presAssocID="{6C90F0FE-C944-4047-A58E-E883FAEF00B2}" presName="circle4" presStyleLbl="node1" presStyleIdx="3" presStyleCnt="4"/>
      <dgm:spPr/>
    </dgm:pt>
    <dgm:pt modelId="{39132CE8-13D5-D341-8D80-E90B7BB9AD4A}" type="pres">
      <dgm:prSet presAssocID="{6C90F0FE-C944-4047-A58E-E883FAEF00B2}" presName="c4text" presStyleLbl="node1" presStyleIdx="3" presStyleCnt="4">
        <dgm:presLayoutVars>
          <dgm:bulletEnabled val="1"/>
        </dgm:presLayoutVars>
      </dgm:prSet>
      <dgm:spPr/>
    </dgm:pt>
  </dgm:ptLst>
  <dgm:cxnLst>
    <dgm:cxn modelId="{31DA1D0E-FD0B-2F41-BDC2-FDF14197ED0E}" type="presOf" srcId="{1034C3D0-98DF-3744-A658-368F85A1ED08}" destId="{0F9011E6-DB29-DB40-A821-EF359E7AEB6A}" srcOrd="1" destOrd="0" presId="urn:microsoft.com/office/officeart/2005/8/layout/venn2"/>
    <dgm:cxn modelId="{7327141E-0039-934B-B2A9-CDF124B19C63}" type="presOf" srcId="{67A06356-D29D-B546-8BD3-4A9C01801ED4}" destId="{39132CE8-13D5-D341-8D80-E90B7BB9AD4A}" srcOrd="1" destOrd="0" presId="urn:microsoft.com/office/officeart/2005/8/layout/venn2"/>
    <dgm:cxn modelId="{01464623-3D36-274E-9162-50CFDCF50EBA}" type="presOf" srcId="{6C90F0FE-C944-4047-A58E-E883FAEF00B2}" destId="{2CC85927-D397-5441-B317-56201DD66A4A}" srcOrd="0" destOrd="0" presId="urn:microsoft.com/office/officeart/2005/8/layout/venn2"/>
    <dgm:cxn modelId="{DC44F44D-2CA5-EE4A-819D-0F0E1A6D0194}" srcId="{6C90F0FE-C944-4047-A58E-E883FAEF00B2}" destId="{67A06356-D29D-B546-8BD3-4A9C01801ED4}" srcOrd="3" destOrd="0" parTransId="{C0946E2C-28EA-C74F-AF56-F5BC52AC9371}" sibTransId="{99DE220C-02E0-5C4F-95B6-9FF3C4DBFDAA}"/>
    <dgm:cxn modelId="{E4AE8C56-1B90-0B43-BF7D-5481DE065435}" type="presOf" srcId="{FD5BE201-2881-504F-8AC6-63DED32B87D4}" destId="{9A463E35-74FE-E240-8CEA-549C71B79B75}" srcOrd="1" destOrd="0" presId="urn:microsoft.com/office/officeart/2005/8/layout/venn2"/>
    <dgm:cxn modelId="{DE775261-2A48-DC45-BC69-82BFF0840DCA}" srcId="{6C90F0FE-C944-4047-A58E-E883FAEF00B2}" destId="{FD5BE201-2881-504F-8AC6-63DED32B87D4}" srcOrd="1" destOrd="0" parTransId="{EC9E1594-1C4A-2B41-BB19-D3EEA32791B6}" sibTransId="{57CA6405-DCFC-4B46-A9EF-DD06391346AF}"/>
    <dgm:cxn modelId="{BE3352A1-C0B1-CC4C-AEB7-30967F3598FF}" type="presOf" srcId="{020C4ED7-8203-454E-ADE5-F5FFDD9204D0}" destId="{FE28511E-9F12-594D-B860-9CCA79E87AC0}" srcOrd="1" destOrd="0" presId="urn:microsoft.com/office/officeart/2005/8/layout/venn2"/>
    <dgm:cxn modelId="{3A3B5AA2-AD1B-9342-B81B-1DC9E374802C}" srcId="{6C90F0FE-C944-4047-A58E-E883FAEF00B2}" destId="{020C4ED7-8203-454E-ADE5-F5FFDD9204D0}" srcOrd="0" destOrd="0" parTransId="{99A4828F-7738-6348-B9DB-80E7B259792A}" sibTransId="{20367873-C022-E64F-945D-A146F89B87B9}"/>
    <dgm:cxn modelId="{2C4FEAC0-98CE-734F-8180-9FE04C450268}" type="presOf" srcId="{020C4ED7-8203-454E-ADE5-F5FFDD9204D0}" destId="{27808109-1E96-7C4A-A351-1851885BC224}" srcOrd="0" destOrd="0" presId="urn:microsoft.com/office/officeart/2005/8/layout/venn2"/>
    <dgm:cxn modelId="{488E16E1-E646-7344-A828-35ABAD651256}" srcId="{6C90F0FE-C944-4047-A58E-E883FAEF00B2}" destId="{1034C3D0-98DF-3744-A658-368F85A1ED08}" srcOrd="2" destOrd="0" parTransId="{D0C73B27-524B-3D4B-960A-A65CB7AA8B33}" sibTransId="{BB8076F0-470C-EC46-AACD-78FD403AE5E9}"/>
    <dgm:cxn modelId="{B7C0E5E8-2208-E449-BC9E-76B082378C57}" type="presOf" srcId="{1034C3D0-98DF-3744-A658-368F85A1ED08}" destId="{96EC560B-F012-FB4B-9E7C-BDA5C616AD19}" srcOrd="0" destOrd="0" presId="urn:microsoft.com/office/officeart/2005/8/layout/venn2"/>
    <dgm:cxn modelId="{37268DED-136D-A241-A52C-52C35195C2EC}" type="presOf" srcId="{67A06356-D29D-B546-8BD3-4A9C01801ED4}" destId="{75CEFA75-51A9-2648-98DD-C8A70C665BF0}" srcOrd="0" destOrd="0" presId="urn:microsoft.com/office/officeart/2005/8/layout/venn2"/>
    <dgm:cxn modelId="{E90F8CF5-1399-2544-A51D-81C1123DF57A}" type="presOf" srcId="{FD5BE201-2881-504F-8AC6-63DED32B87D4}" destId="{AD63FDA8-A124-D54D-A3B7-EF40888C7A72}" srcOrd="0" destOrd="0" presId="urn:microsoft.com/office/officeart/2005/8/layout/venn2"/>
    <dgm:cxn modelId="{3AA45E1D-3EF2-204D-81B4-568D495C57A6}" type="presParOf" srcId="{2CC85927-D397-5441-B317-56201DD66A4A}" destId="{8403C5D1-FEC2-D149-917C-AA4A71E1A135}" srcOrd="0" destOrd="0" presId="urn:microsoft.com/office/officeart/2005/8/layout/venn2"/>
    <dgm:cxn modelId="{F6A197E1-421C-F748-8522-8D0B25B1FCBD}" type="presParOf" srcId="{8403C5D1-FEC2-D149-917C-AA4A71E1A135}" destId="{27808109-1E96-7C4A-A351-1851885BC224}" srcOrd="0" destOrd="0" presId="urn:microsoft.com/office/officeart/2005/8/layout/venn2"/>
    <dgm:cxn modelId="{BE7998D3-80E6-4845-A63A-8EA1EA2FAC5C}" type="presParOf" srcId="{8403C5D1-FEC2-D149-917C-AA4A71E1A135}" destId="{FE28511E-9F12-594D-B860-9CCA79E87AC0}" srcOrd="1" destOrd="0" presId="urn:microsoft.com/office/officeart/2005/8/layout/venn2"/>
    <dgm:cxn modelId="{0AA91973-A884-094E-A2F7-59DCD0536814}" type="presParOf" srcId="{2CC85927-D397-5441-B317-56201DD66A4A}" destId="{C116EE70-2BD6-2D4F-A869-C6F608CE442A}" srcOrd="1" destOrd="0" presId="urn:microsoft.com/office/officeart/2005/8/layout/venn2"/>
    <dgm:cxn modelId="{66D2838B-7B7B-0142-AECE-E2AF64E7FDDE}" type="presParOf" srcId="{C116EE70-2BD6-2D4F-A869-C6F608CE442A}" destId="{AD63FDA8-A124-D54D-A3B7-EF40888C7A72}" srcOrd="0" destOrd="0" presId="urn:microsoft.com/office/officeart/2005/8/layout/venn2"/>
    <dgm:cxn modelId="{D325F192-7C6E-7F4E-A26A-37A0A718CA35}" type="presParOf" srcId="{C116EE70-2BD6-2D4F-A869-C6F608CE442A}" destId="{9A463E35-74FE-E240-8CEA-549C71B79B75}" srcOrd="1" destOrd="0" presId="urn:microsoft.com/office/officeart/2005/8/layout/venn2"/>
    <dgm:cxn modelId="{79F092EB-C5C8-324C-952F-56A52AA32B31}" type="presParOf" srcId="{2CC85927-D397-5441-B317-56201DD66A4A}" destId="{BF3A203E-B2E9-6A46-A01A-880AFD722D38}" srcOrd="2" destOrd="0" presId="urn:microsoft.com/office/officeart/2005/8/layout/venn2"/>
    <dgm:cxn modelId="{CEC87B69-1471-1A41-A931-5BAA16C0B7D6}" type="presParOf" srcId="{BF3A203E-B2E9-6A46-A01A-880AFD722D38}" destId="{96EC560B-F012-FB4B-9E7C-BDA5C616AD19}" srcOrd="0" destOrd="0" presId="urn:microsoft.com/office/officeart/2005/8/layout/venn2"/>
    <dgm:cxn modelId="{7D8799D4-369F-B740-A7BD-2F7DA528A412}" type="presParOf" srcId="{BF3A203E-B2E9-6A46-A01A-880AFD722D38}" destId="{0F9011E6-DB29-DB40-A821-EF359E7AEB6A}" srcOrd="1" destOrd="0" presId="urn:microsoft.com/office/officeart/2005/8/layout/venn2"/>
    <dgm:cxn modelId="{1DBD13C0-4C86-E140-83CC-593ABE9E75E8}" type="presParOf" srcId="{2CC85927-D397-5441-B317-56201DD66A4A}" destId="{9A14F4A3-624A-7E46-9F51-5F045DDABC4E}" srcOrd="3" destOrd="0" presId="urn:microsoft.com/office/officeart/2005/8/layout/venn2"/>
    <dgm:cxn modelId="{9D36A15A-6849-CA4E-9EC2-0AF4D36B2AF7}" type="presParOf" srcId="{9A14F4A3-624A-7E46-9F51-5F045DDABC4E}" destId="{75CEFA75-51A9-2648-98DD-C8A70C665BF0}" srcOrd="0" destOrd="0" presId="urn:microsoft.com/office/officeart/2005/8/layout/venn2"/>
    <dgm:cxn modelId="{6D07DBB8-3B15-4C49-AAFB-66EEC35F7007}" type="presParOf" srcId="{9A14F4A3-624A-7E46-9F51-5F045DDABC4E}" destId="{39132CE8-13D5-D341-8D80-E90B7BB9AD4A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A5A68E-2737-824D-B4A0-BF3DFA3D869A}">
      <dsp:nvSpPr>
        <dsp:cNvPr id="0" name=""/>
        <dsp:cNvSpPr/>
      </dsp:nvSpPr>
      <dsp:spPr>
        <a:xfrm>
          <a:off x="1485285" y="469285"/>
          <a:ext cx="3125428" cy="3125428"/>
        </a:xfrm>
        <a:prstGeom prst="blockArc">
          <a:avLst>
            <a:gd name="adj1" fmla="val 10800000"/>
            <a:gd name="adj2" fmla="val 16200000"/>
            <a:gd name="adj3" fmla="val 464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5604A-2669-B846-9017-15069DEF3527}">
      <dsp:nvSpPr>
        <dsp:cNvPr id="0" name=""/>
        <dsp:cNvSpPr/>
      </dsp:nvSpPr>
      <dsp:spPr>
        <a:xfrm>
          <a:off x="1485285" y="469285"/>
          <a:ext cx="3125428" cy="3125428"/>
        </a:xfrm>
        <a:prstGeom prst="blockArc">
          <a:avLst>
            <a:gd name="adj1" fmla="val 5400000"/>
            <a:gd name="adj2" fmla="val 10800000"/>
            <a:gd name="adj3" fmla="val 464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7CA6A-944E-E245-BA55-896F297C3822}">
      <dsp:nvSpPr>
        <dsp:cNvPr id="0" name=""/>
        <dsp:cNvSpPr/>
      </dsp:nvSpPr>
      <dsp:spPr>
        <a:xfrm>
          <a:off x="1485285" y="469285"/>
          <a:ext cx="3125428" cy="3125428"/>
        </a:xfrm>
        <a:prstGeom prst="blockArc">
          <a:avLst>
            <a:gd name="adj1" fmla="val 0"/>
            <a:gd name="adj2" fmla="val 5400000"/>
            <a:gd name="adj3" fmla="val 464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31A057-9CAA-5E4F-BF59-C7F9C95E0E90}">
      <dsp:nvSpPr>
        <dsp:cNvPr id="0" name=""/>
        <dsp:cNvSpPr/>
      </dsp:nvSpPr>
      <dsp:spPr>
        <a:xfrm>
          <a:off x="1485285" y="469285"/>
          <a:ext cx="3125428" cy="3125428"/>
        </a:xfrm>
        <a:prstGeom prst="blockArc">
          <a:avLst>
            <a:gd name="adj1" fmla="val 16200000"/>
            <a:gd name="adj2" fmla="val 0"/>
            <a:gd name="adj3" fmla="val 464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4728AF-D9AF-E144-BA2A-56D194632A03}">
      <dsp:nvSpPr>
        <dsp:cNvPr id="0" name=""/>
        <dsp:cNvSpPr/>
      </dsp:nvSpPr>
      <dsp:spPr>
        <a:xfrm>
          <a:off x="2285996" y="1312416"/>
          <a:ext cx="1524006" cy="14391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thức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09182" y="1523177"/>
        <a:ext cx="1077634" cy="1017645"/>
      </dsp:txXfrm>
    </dsp:sp>
    <dsp:sp modelId="{4516EB5D-33E1-904B-B873-8B88F5ECBD8A}">
      <dsp:nvSpPr>
        <dsp:cNvPr id="0" name=""/>
        <dsp:cNvSpPr/>
      </dsp:nvSpPr>
      <dsp:spPr>
        <a:xfrm>
          <a:off x="2288447" y="1843"/>
          <a:ext cx="1519105" cy="10074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Tuân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10915" y="149376"/>
        <a:ext cx="1074169" cy="712351"/>
      </dsp:txXfrm>
    </dsp:sp>
    <dsp:sp modelId="{F938DFA9-9126-2D41-BE46-882B2EFF17DA}">
      <dsp:nvSpPr>
        <dsp:cNvPr id="0" name=""/>
        <dsp:cNvSpPr/>
      </dsp:nvSpPr>
      <dsp:spPr>
        <a:xfrm>
          <a:off x="3814894" y="1528291"/>
          <a:ext cx="1519105" cy="10074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Thi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hành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37362" y="1675824"/>
        <a:ext cx="1074169" cy="712351"/>
      </dsp:txXfrm>
    </dsp:sp>
    <dsp:sp modelId="{8E816942-613B-9F47-A9A3-229D89D372F8}">
      <dsp:nvSpPr>
        <dsp:cNvPr id="0" name=""/>
        <dsp:cNvSpPr/>
      </dsp:nvSpPr>
      <dsp:spPr>
        <a:xfrm>
          <a:off x="2288447" y="3054738"/>
          <a:ext cx="1519105" cy="10074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Sử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dụng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510915" y="3202271"/>
        <a:ext cx="1074169" cy="712351"/>
      </dsp:txXfrm>
    </dsp:sp>
    <dsp:sp modelId="{DB6BDF4D-AAFC-7D48-9873-8F13FDE021F6}">
      <dsp:nvSpPr>
        <dsp:cNvPr id="0" name=""/>
        <dsp:cNvSpPr/>
      </dsp:nvSpPr>
      <dsp:spPr>
        <a:xfrm>
          <a:off x="761999" y="1528291"/>
          <a:ext cx="1519105" cy="10074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Áp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dụng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84467" y="1675824"/>
        <a:ext cx="1074169" cy="7123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1C599F-6839-FB49-943C-2569CFF00FD1}">
      <dsp:nvSpPr>
        <dsp:cNvPr id="0" name=""/>
        <dsp:cNvSpPr/>
      </dsp:nvSpPr>
      <dsp:spPr>
        <a:xfrm>
          <a:off x="2793503" y="2032000"/>
          <a:ext cx="508992" cy="16414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4496" y="0"/>
              </a:lnTo>
              <a:lnTo>
                <a:pt x="254496" y="1641499"/>
              </a:lnTo>
              <a:lnTo>
                <a:pt x="508992" y="164149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6C1308-3AEE-A74E-944A-20710A8B4107}">
      <dsp:nvSpPr>
        <dsp:cNvPr id="0" name=""/>
        <dsp:cNvSpPr/>
      </dsp:nvSpPr>
      <dsp:spPr>
        <a:xfrm>
          <a:off x="2793503" y="2032000"/>
          <a:ext cx="508992" cy="5471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4496" y="0"/>
              </a:lnTo>
              <a:lnTo>
                <a:pt x="254496" y="547166"/>
              </a:lnTo>
              <a:lnTo>
                <a:pt x="508992" y="54716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ECE409-EE22-B248-8640-F54F74632581}">
      <dsp:nvSpPr>
        <dsp:cNvPr id="0" name=""/>
        <dsp:cNvSpPr/>
      </dsp:nvSpPr>
      <dsp:spPr>
        <a:xfrm>
          <a:off x="2793503" y="1484833"/>
          <a:ext cx="508992" cy="547166"/>
        </a:xfrm>
        <a:custGeom>
          <a:avLst/>
          <a:gdLst/>
          <a:ahLst/>
          <a:cxnLst/>
          <a:rect l="0" t="0" r="0" b="0"/>
          <a:pathLst>
            <a:path>
              <a:moveTo>
                <a:pt x="0" y="547166"/>
              </a:moveTo>
              <a:lnTo>
                <a:pt x="254496" y="547166"/>
              </a:lnTo>
              <a:lnTo>
                <a:pt x="254496" y="0"/>
              </a:lnTo>
              <a:lnTo>
                <a:pt x="50899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228725-146B-9644-B4F0-C14DCFB5862E}">
      <dsp:nvSpPr>
        <dsp:cNvPr id="0" name=""/>
        <dsp:cNvSpPr/>
      </dsp:nvSpPr>
      <dsp:spPr>
        <a:xfrm>
          <a:off x="2793503" y="390500"/>
          <a:ext cx="508992" cy="1641499"/>
        </a:xfrm>
        <a:custGeom>
          <a:avLst/>
          <a:gdLst/>
          <a:ahLst/>
          <a:cxnLst/>
          <a:rect l="0" t="0" r="0" b="0"/>
          <a:pathLst>
            <a:path>
              <a:moveTo>
                <a:pt x="0" y="1641499"/>
              </a:moveTo>
              <a:lnTo>
                <a:pt x="254496" y="1641499"/>
              </a:lnTo>
              <a:lnTo>
                <a:pt x="254496" y="0"/>
              </a:lnTo>
              <a:lnTo>
                <a:pt x="50899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0B1EF6-23BB-FB47-8611-3BC86517200B}">
      <dsp:nvSpPr>
        <dsp:cNvPr id="0" name=""/>
        <dsp:cNvSpPr/>
      </dsp:nvSpPr>
      <dsp:spPr>
        <a:xfrm>
          <a:off x="248542" y="1643893"/>
          <a:ext cx="2544960" cy="776213"/>
        </a:xfrm>
        <a:prstGeom prst="rect">
          <a:avLst/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điểm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8542" y="1643893"/>
        <a:ext cx="2544960" cy="776213"/>
      </dsp:txXfrm>
    </dsp:sp>
    <dsp:sp modelId="{AD5E45AC-64EF-5C40-A568-4A969EE2C6B5}">
      <dsp:nvSpPr>
        <dsp:cNvPr id="0" name=""/>
        <dsp:cNvSpPr/>
      </dsp:nvSpPr>
      <dsp:spPr>
        <a:xfrm>
          <a:off x="3302496" y="2393"/>
          <a:ext cx="2544960" cy="776213"/>
        </a:xfrm>
        <a:prstGeom prst="rect">
          <a:avLst/>
        </a:prstGeom>
        <a:pattFill prst="pct5">
          <a:fgClr>
            <a:schemeClr val="accent1">
              <a:hueOff val="0"/>
              <a:satOff val="0"/>
              <a:lumOff val="0"/>
            </a:schemeClr>
          </a:fgClr>
          <a:bgClr>
            <a:schemeClr val="accent4">
              <a:lumMod val="20000"/>
              <a:lumOff val="80000"/>
            </a:schemeClr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Hoạt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động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biệt</a:t>
          </a:r>
          <a:endParaRPr lang="en-US" sz="28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02496" y="2393"/>
        <a:ext cx="2544960" cy="776213"/>
      </dsp:txXfrm>
    </dsp:sp>
    <dsp:sp modelId="{D3F3B097-67AE-2C49-9751-B8115ABACA71}">
      <dsp:nvSpPr>
        <dsp:cNvPr id="0" name=""/>
        <dsp:cNvSpPr/>
      </dsp:nvSpPr>
      <dsp:spPr>
        <a:xfrm>
          <a:off x="3302496" y="1096726"/>
          <a:ext cx="2544960" cy="776213"/>
        </a:xfrm>
        <a:prstGeom prst="rect">
          <a:avLst/>
        </a:prstGeom>
        <a:pattFill prst="pct5">
          <a:fgClr>
            <a:schemeClr val="accent1">
              <a:hueOff val="0"/>
              <a:satOff val="0"/>
              <a:lumOff val="0"/>
            </a:schemeClr>
          </a:fgClr>
          <a:bgClr>
            <a:schemeClr val="accent4">
              <a:lumMod val="20000"/>
              <a:lumOff val="80000"/>
            </a:schemeClr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Hoạt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động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sáng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tạo</a:t>
          </a:r>
          <a:endParaRPr lang="en-US" sz="28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02496" y="1096726"/>
        <a:ext cx="2544960" cy="776213"/>
      </dsp:txXfrm>
    </dsp:sp>
    <dsp:sp modelId="{9DBC9F4F-F9E3-1D42-A42D-B44BDEAB4187}">
      <dsp:nvSpPr>
        <dsp:cNvPr id="0" name=""/>
        <dsp:cNvSpPr/>
      </dsp:nvSpPr>
      <dsp:spPr>
        <a:xfrm>
          <a:off x="3302496" y="2191060"/>
          <a:ext cx="2544960" cy="776213"/>
        </a:xfrm>
        <a:prstGeom prst="rect">
          <a:avLst/>
        </a:prstGeom>
        <a:pattFill prst="pct5">
          <a:fgClr>
            <a:schemeClr val="accent1">
              <a:hueOff val="0"/>
              <a:satOff val="0"/>
              <a:lumOff val="0"/>
            </a:schemeClr>
          </a:fgClr>
          <a:bgClr>
            <a:schemeClr val="accent4">
              <a:lumMod val="20000"/>
              <a:lumOff val="80000"/>
            </a:schemeClr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hiện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tính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quyền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lực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NN</a:t>
          </a:r>
        </a:p>
      </dsp:txBody>
      <dsp:txXfrm>
        <a:off x="3302496" y="2191060"/>
        <a:ext cx="2544960" cy="776213"/>
      </dsp:txXfrm>
    </dsp:sp>
    <dsp:sp modelId="{8611030E-42C8-2B4D-A670-F97662F2782D}">
      <dsp:nvSpPr>
        <dsp:cNvPr id="0" name=""/>
        <dsp:cNvSpPr/>
      </dsp:nvSpPr>
      <dsp:spPr>
        <a:xfrm>
          <a:off x="3302496" y="3285393"/>
          <a:ext cx="2544960" cy="776213"/>
        </a:xfrm>
        <a:prstGeom prst="rect">
          <a:avLst/>
        </a:prstGeom>
        <a:pattFill prst="pct5">
          <a:fgClr>
            <a:schemeClr val="accent1">
              <a:hueOff val="0"/>
              <a:satOff val="0"/>
              <a:lumOff val="0"/>
            </a:schemeClr>
          </a:fgClr>
          <a:bgClr>
            <a:schemeClr val="accent4">
              <a:lumMod val="20000"/>
              <a:lumOff val="80000"/>
            </a:schemeClr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Tuân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trình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tự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,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thủ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tục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chặt</a:t>
          </a:r>
          <a:r>
            <a:rPr lang="en-US" sz="2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chẽ</a:t>
          </a:r>
          <a:endParaRPr lang="en-US" sz="28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02496" y="3285393"/>
        <a:ext cx="2544960" cy="7762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DEC1BC-ABA1-2F4C-A1A4-CE588B8E1569}">
      <dsp:nvSpPr>
        <dsp:cNvPr id="0" name=""/>
        <dsp:cNvSpPr/>
      </dsp:nvSpPr>
      <dsp:spPr>
        <a:xfrm>
          <a:off x="2486215" y="1472348"/>
          <a:ext cx="1119303" cy="111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Cấu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VPPL</a:t>
          </a:r>
        </a:p>
      </dsp:txBody>
      <dsp:txXfrm>
        <a:off x="2650133" y="1636266"/>
        <a:ext cx="791467" cy="791467"/>
      </dsp:txXfrm>
    </dsp:sp>
    <dsp:sp modelId="{2FEC6B43-6365-294E-9A64-E16F0D710F61}">
      <dsp:nvSpPr>
        <dsp:cNvPr id="0" name=""/>
        <dsp:cNvSpPr/>
      </dsp:nvSpPr>
      <dsp:spPr>
        <a:xfrm rot="16200000">
          <a:off x="2876642" y="1286598"/>
          <a:ext cx="338449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338449" y="165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37406" y="1294661"/>
        <a:ext cx="16922" cy="16922"/>
      </dsp:txXfrm>
    </dsp:sp>
    <dsp:sp modelId="{A6D1BD59-41CA-8841-85B5-71C5C3BC0CAC}">
      <dsp:nvSpPr>
        <dsp:cNvPr id="0" name=""/>
        <dsp:cNvSpPr/>
      </dsp:nvSpPr>
      <dsp:spPr>
        <a:xfrm>
          <a:off x="1861308" y="14594"/>
          <a:ext cx="2369118" cy="111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Chủ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08257" y="178512"/>
        <a:ext cx="1675220" cy="791467"/>
      </dsp:txXfrm>
    </dsp:sp>
    <dsp:sp modelId="{7A61C74B-D7F6-1848-A2F4-344E7B86C824}">
      <dsp:nvSpPr>
        <dsp:cNvPr id="0" name=""/>
        <dsp:cNvSpPr/>
      </dsp:nvSpPr>
      <dsp:spPr>
        <a:xfrm>
          <a:off x="3605519" y="2015474"/>
          <a:ext cx="182827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182827" y="165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92362" y="2027429"/>
        <a:ext cx="9141" cy="9141"/>
      </dsp:txXfrm>
    </dsp:sp>
    <dsp:sp modelId="{8748FFC7-B3DF-AF4D-B0F7-A227FB62572D}">
      <dsp:nvSpPr>
        <dsp:cNvPr id="0" name=""/>
        <dsp:cNvSpPr/>
      </dsp:nvSpPr>
      <dsp:spPr>
        <a:xfrm>
          <a:off x="3788347" y="1472348"/>
          <a:ext cx="1430548" cy="111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97846" y="1636266"/>
        <a:ext cx="1011550" cy="791467"/>
      </dsp:txXfrm>
    </dsp:sp>
    <dsp:sp modelId="{5A7E76D0-FEFC-B54B-B8E9-5373D3DE6F1E}">
      <dsp:nvSpPr>
        <dsp:cNvPr id="0" name=""/>
        <dsp:cNvSpPr/>
      </dsp:nvSpPr>
      <dsp:spPr>
        <a:xfrm rot="5400000">
          <a:off x="2876642" y="2744351"/>
          <a:ext cx="338449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338449" y="165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37406" y="2752415"/>
        <a:ext cx="16922" cy="16922"/>
      </dsp:txXfrm>
    </dsp:sp>
    <dsp:sp modelId="{43866AD2-8997-2545-BA31-FA6F2C518131}">
      <dsp:nvSpPr>
        <dsp:cNvPr id="0" name=""/>
        <dsp:cNvSpPr/>
      </dsp:nvSpPr>
      <dsp:spPr>
        <a:xfrm>
          <a:off x="1785106" y="2930101"/>
          <a:ext cx="2521522" cy="111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Mặt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54374" y="3094019"/>
        <a:ext cx="1782986" cy="791467"/>
      </dsp:txXfrm>
    </dsp:sp>
    <dsp:sp modelId="{E0E0E72D-389D-474C-9841-F6E4D7E92339}">
      <dsp:nvSpPr>
        <dsp:cNvPr id="0" name=""/>
        <dsp:cNvSpPr/>
      </dsp:nvSpPr>
      <dsp:spPr>
        <a:xfrm rot="10800000">
          <a:off x="2299123" y="2015474"/>
          <a:ext cx="187091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187091" y="1652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387992" y="2027322"/>
        <a:ext cx="9354" cy="9354"/>
      </dsp:txXfrm>
    </dsp:sp>
    <dsp:sp modelId="{5B9C1053-15B4-6840-BF55-72FC7E46D787}">
      <dsp:nvSpPr>
        <dsp:cNvPr id="0" name=""/>
        <dsp:cNvSpPr/>
      </dsp:nvSpPr>
      <dsp:spPr>
        <a:xfrm>
          <a:off x="877104" y="1472348"/>
          <a:ext cx="1422019" cy="111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Mặt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chủ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85354" y="1636266"/>
        <a:ext cx="1005519" cy="7914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CAD72-303E-6540-9A65-27721B715838}">
      <dsp:nvSpPr>
        <dsp:cNvPr id="0" name=""/>
        <dsp:cNvSpPr/>
      </dsp:nvSpPr>
      <dsp:spPr>
        <a:xfrm>
          <a:off x="0" y="1262062"/>
          <a:ext cx="3079749" cy="15398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Chủ</a:t>
          </a:r>
          <a:r>
            <a:rPr lang="en-US" sz="5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5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endParaRPr lang="en-US" sz="5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101" y="1307163"/>
        <a:ext cx="2989547" cy="1449672"/>
      </dsp:txXfrm>
    </dsp:sp>
    <dsp:sp modelId="{A4800D99-10BB-694A-B075-A365FDB8AC4F}">
      <dsp:nvSpPr>
        <dsp:cNvPr id="0" name=""/>
        <dsp:cNvSpPr/>
      </dsp:nvSpPr>
      <dsp:spPr>
        <a:xfrm rot="19457599">
          <a:off x="2937155" y="1555184"/>
          <a:ext cx="1517089" cy="68203"/>
        </a:xfrm>
        <a:custGeom>
          <a:avLst/>
          <a:gdLst/>
          <a:ahLst/>
          <a:cxnLst/>
          <a:rect l="0" t="0" r="0" b="0"/>
          <a:pathLst>
            <a:path>
              <a:moveTo>
                <a:pt x="0" y="34101"/>
              </a:moveTo>
              <a:lnTo>
                <a:pt x="1517089" y="341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57772" y="1551358"/>
        <a:ext cx="75854" cy="75854"/>
      </dsp:txXfrm>
    </dsp:sp>
    <dsp:sp modelId="{DB88B1E2-AE80-6546-8B57-0799E2A6B96E}">
      <dsp:nvSpPr>
        <dsp:cNvPr id="0" name=""/>
        <dsp:cNvSpPr/>
      </dsp:nvSpPr>
      <dsp:spPr>
        <a:xfrm>
          <a:off x="4311650" y="376634"/>
          <a:ext cx="3079749" cy="1539874"/>
        </a:xfrm>
        <a:prstGeom prst="roundRect">
          <a:avLst>
            <a:gd name="adj" fmla="val 10000"/>
          </a:avLst>
        </a:prstGeom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</a:t>
          </a:r>
          <a:r>
            <a:rPr lang="en-US" sz="6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6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endParaRPr lang="en-US" sz="65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56751" y="421735"/>
        <a:ext cx="2989547" cy="1449672"/>
      </dsp:txXfrm>
    </dsp:sp>
    <dsp:sp modelId="{2D3610B6-BF96-F044-8B3D-E6A721C1EBF1}">
      <dsp:nvSpPr>
        <dsp:cNvPr id="0" name=""/>
        <dsp:cNvSpPr/>
      </dsp:nvSpPr>
      <dsp:spPr>
        <a:xfrm rot="2142401">
          <a:off x="2937155" y="2440612"/>
          <a:ext cx="1517089" cy="68203"/>
        </a:xfrm>
        <a:custGeom>
          <a:avLst/>
          <a:gdLst/>
          <a:ahLst/>
          <a:cxnLst/>
          <a:rect l="0" t="0" r="0" b="0"/>
          <a:pathLst>
            <a:path>
              <a:moveTo>
                <a:pt x="0" y="34101"/>
              </a:moveTo>
              <a:lnTo>
                <a:pt x="1517089" y="341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57772" y="2436786"/>
        <a:ext cx="75854" cy="75854"/>
      </dsp:txXfrm>
    </dsp:sp>
    <dsp:sp modelId="{012CD85F-9F3E-3C40-AF71-09C6C9C94736}">
      <dsp:nvSpPr>
        <dsp:cNvPr id="0" name=""/>
        <dsp:cNvSpPr/>
      </dsp:nvSpPr>
      <dsp:spPr>
        <a:xfrm>
          <a:off x="4311650" y="2147490"/>
          <a:ext cx="3079749" cy="1539874"/>
        </a:xfrm>
        <a:prstGeom prst="roundRect">
          <a:avLst>
            <a:gd name="adj" fmla="val 10000"/>
          </a:avLst>
        </a:prstGeom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Tổ</a:t>
          </a:r>
          <a:r>
            <a:rPr lang="en-US" sz="6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6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chức</a:t>
          </a:r>
          <a:endParaRPr lang="en-US" sz="65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56751" y="2192591"/>
        <a:ext cx="2989547" cy="14496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CAD72-303E-6540-9A65-27721B715838}">
      <dsp:nvSpPr>
        <dsp:cNvPr id="0" name=""/>
        <dsp:cNvSpPr/>
      </dsp:nvSpPr>
      <dsp:spPr>
        <a:xfrm>
          <a:off x="0" y="1262062"/>
          <a:ext cx="3079749" cy="153987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3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8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thể</a:t>
          </a:r>
          <a:endParaRPr lang="en-US" sz="3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101" y="1307163"/>
        <a:ext cx="2989547" cy="1449672"/>
      </dsp:txXfrm>
    </dsp:sp>
    <dsp:sp modelId="{A4800D99-10BB-694A-B075-A365FDB8AC4F}">
      <dsp:nvSpPr>
        <dsp:cNvPr id="0" name=""/>
        <dsp:cNvSpPr/>
      </dsp:nvSpPr>
      <dsp:spPr>
        <a:xfrm>
          <a:off x="3079750" y="1997898"/>
          <a:ext cx="1231899" cy="68203"/>
        </a:xfrm>
        <a:custGeom>
          <a:avLst/>
          <a:gdLst/>
          <a:ahLst/>
          <a:cxnLst/>
          <a:rect l="0" t="0" r="0" b="0"/>
          <a:pathLst>
            <a:path>
              <a:moveTo>
                <a:pt x="0" y="34101"/>
              </a:moveTo>
              <a:lnTo>
                <a:pt x="1231899" y="341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64902" y="2001202"/>
        <a:ext cx="61594" cy="61594"/>
      </dsp:txXfrm>
    </dsp:sp>
    <dsp:sp modelId="{DB88B1E2-AE80-6546-8B57-0799E2A6B96E}">
      <dsp:nvSpPr>
        <dsp:cNvPr id="0" name=""/>
        <dsp:cNvSpPr/>
      </dsp:nvSpPr>
      <dsp:spPr>
        <a:xfrm>
          <a:off x="4311650" y="1262062"/>
          <a:ext cx="3079749" cy="1539874"/>
        </a:xfrm>
        <a:prstGeom prst="roundRect">
          <a:avLst>
            <a:gd name="adj" fmla="val 10000"/>
          </a:avLst>
        </a:prstGeom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 </a:t>
          </a:r>
          <a:r>
            <a:rPr lang="en-US" sz="3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3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xã</a:t>
          </a:r>
          <a:r>
            <a:rPr lang="en-US" sz="3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hội</a:t>
          </a:r>
          <a:r>
            <a:rPr lang="en-US" sz="3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bị</a:t>
          </a:r>
          <a:r>
            <a:rPr lang="en-US" sz="3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xâm</a:t>
          </a:r>
          <a:r>
            <a:rPr lang="en-US" sz="38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8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phạm</a:t>
          </a:r>
          <a:endParaRPr lang="en-US" sz="38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56751" y="1307163"/>
        <a:ext cx="2989547" cy="14496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CAD72-303E-6540-9A65-27721B715838}">
      <dsp:nvSpPr>
        <dsp:cNvPr id="0" name=""/>
        <dsp:cNvSpPr/>
      </dsp:nvSpPr>
      <dsp:spPr>
        <a:xfrm>
          <a:off x="457196" y="1575593"/>
          <a:ext cx="1825625" cy="9128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Mặt</a:t>
          </a: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sz="3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83931" y="1602328"/>
        <a:ext cx="1772155" cy="859342"/>
      </dsp:txXfrm>
    </dsp:sp>
    <dsp:sp modelId="{A4800D99-10BB-694A-B075-A365FDB8AC4F}">
      <dsp:nvSpPr>
        <dsp:cNvPr id="0" name=""/>
        <dsp:cNvSpPr/>
      </dsp:nvSpPr>
      <dsp:spPr>
        <a:xfrm rot="17692822">
          <a:off x="1780099" y="1224484"/>
          <a:ext cx="173569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735694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04554" y="1201306"/>
        <a:ext cx="86784" cy="86784"/>
      </dsp:txXfrm>
    </dsp:sp>
    <dsp:sp modelId="{DB88B1E2-AE80-6546-8B57-0799E2A6B96E}">
      <dsp:nvSpPr>
        <dsp:cNvPr id="0" name=""/>
        <dsp:cNvSpPr/>
      </dsp:nvSpPr>
      <dsp:spPr>
        <a:xfrm>
          <a:off x="3013071" y="992"/>
          <a:ext cx="3921132" cy="912812"/>
        </a:xfrm>
        <a:prstGeom prst="roundRect">
          <a:avLst>
            <a:gd name="adj" fmla="val 10000"/>
          </a:avLst>
        </a:prstGeom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Hành</a:t>
          </a:r>
          <a:r>
            <a:rPr lang="en-US" sz="3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vi </a:t>
          </a:r>
          <a:r>
            <a:rPr lang="en-US" sz="31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khách</a:t>
          </a:r>
          <a:r>
            <a:rPr lang="en-US" sz="3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sz="3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39806" y="27727"/>
        <a:ext cx="3867662" cy="859342"/>
      </dsp:txXfrm>
    </dsp:sp>
    <dsp:sp modelId="{3BD50537-BB38-C942-8F66-B4BDBDCB193D}">
      <dsp:nvSpPr>
        <dsp:cNvPr id="0" name=""/>
        <dsp:cNvSpPr/>
      </dsp:nvSpPr>
      <dsp:spPr>
        <a:xfrm rot="19457599">
          <a:off x="2198293" y="1749351"/>
          <a:ext cx="89930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99305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5463" y="1747083"/>
        <a:ext cx="44965" cy="44965"/>
      </dsp:txXfrm>
    </dsp:sp>
    <dsp:sp modelId="{42FF8D47-3457-524E-9B5A-7A6EDBF17A95}">
      <dsp:nvSpPr>
        <dsp:cNvPr id="0" name=""/>
        <dsp:cNvSpPr/>
      </dsp:nvSpPr>
      <dsp:spPr>
        <a:xfrm>
          <a:off x="3013071" y="1050726"/>
          <a:ext cx="3921132" cy="912812"/>
        </a:xfrm>
        <a:prstGeom prst="roundRect">
          <a:avLst>
            <a:gd name="adj" fmla="val 10000"/>
          </a:avLst>
        </a:prstGeom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Hậu </a:t>
          </a:r>
          <a:r>
            <a:rPr lang="en-US" sz="31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quả</a:t>
          </a:r>
          <a:endParaRPr lang="en-US" sz="3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39806" y="1077461"/>
        <a:ext cx="3867662" cy="859342"/>
      </dsp:txXfrm>
    </dsp:sp>
    <dsp:sp modelId="{9AB29A97-B002-C54F-AE71-AC57988714DC}">
      <dsp:nvSpPr>
        <dsp:cNvPr id="0" name=""/>
        <dsp:cNvSpPr/>
      </dsp:nvSpPr>
      <dsp:spPr>
        <a:xfrm rot="2142401">
          <a:off x="2198293" y="2274218"/>
          <a:ext cx="89930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99305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5463" y="2271950"/>
        <a:ext cx="44965" cy="44965"/>
      </dsp:txXfrm>
    </dsp:sp>
    <dsp:sp modelId="{A1229E04-663A-DE44-9220-0110F792CD3F}">
      <dsp:nvSpPr>
        <dsp:cNvPr id="0" name=""/>
        <dsp:cNvSpPr/>
      </dsp:nvSpPr>
      <dsp:spPr>
        <a:xfrm>
          <a:off x="3013071" y="2100460"/>
          <a:ext cx="3921132" cy="912812"/>
        </a:xfrm>
        <a:prstGeom prst="roundRect">
          <a:avLst>
            <a:gd name="adj" fmla="val 10000"/>
          </a:avLst>
        </a:prstGeom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 </a:t>
          </a:r>
          <a:r>
            <a:rPr lang="en-US" sz="31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hệ</a:t>
          </a:r>
          <a:r>
            <a:rPr lang="en-US" sz="3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nhân</a:t>
          </a:r>
          <a:r>
            <a:rPr lang="en-US" sz="3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quả</a:t>
          </a:r>
          <a:endParaRPr lang="en-US" sz="3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39806" y="2127195"/>
        <a:ext cx="3867662" cy="859342"/>
      </dsp:txXfrm>
    </dsp:sp>
    <dsp:sp modelId="{2D3610B6-BF96-F044-8B3D-E6A721C1EBF1}">
      <dsp:nvSpPr>
        <dsp:cNvPr id="0" name=""/>
        <dsp:cNvSpPr/>
      </dsp:nvSpPr>
      <dsp:spPr>
        <a:xfrm rot="3907178">
          <a:off x="1780099" y="2799085"/>
          <a:ext cx="173569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735694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04554" y="2775908"/>
        <a:ext cx="86784" cy="86784"/>
      </dsp:txXfrm>
    </dsp:sp>
    <dsp:sp modelId="{012CD85F-9F3E-3C40-AF71-09C6C9C94736}">
      <dsp:nvSpPr>
        <dsp:cNvPr id="0" name=""/>
        <dsp:cNvSpPr/>
      </dsp:nvSpPr>
      <dsp:spPr>
        <a:xfrm>
          <a:off x="3013071" y="3150195"/>
          <a:ext cx="3921132" cy="912812"/>
        </a:xfrm>
        <a:prstGeom prst="roundRect">
          <a:avLst>
            <a:gd name="adj" fmla="val 10000"/>
          </a:avLst>
        </a:prstGeom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 </a:t>
          </a:r>
          <a:r>
            <a:rPr lang="en-US" sz="31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yếu</a:t>
          </a:r>
          <a:r>
            <a:rPr lang="en-US" sz="3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tố</a:t>
          </a:r>
          <a:r>
            <a:rPr lang="en-US" sz="31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31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khác</a:t>
          </a:r>
          <a:endParaRPr lang="en-US" sz="31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39806" y="3176930"/>
        <a:ext cx="3867662" cy="8593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ECAD72-303E-6540-9A65-27721B715838}">
      <dsp:nvSpPr>
        <dsp:cNvPr id="0" name=""/>
        <dsp:cNvSpPr/>
      </dsp:nvSpPr>
      <dsp:spPr>
        <a:xfrm>
          <a:off x="742949" y="1416843"/>
          <a:ext cx="2460625" cy="12303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Mặt</a:t>
          </a:r>
          <a:r>
            <a:rPr lang="en-US" sz="4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chủ</a:t>
          </a:r>
          <a:r>
            <a:rPr lang="en-US" sz="4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endParaRPr lang="en-US" sz="4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78984" y="1452878"/>
        <a:ext cx="2388555" cy="1158242"/>
      </dsp:txXfrm>
    </dsp:sp>
    <dsp:sp modelId="{A4800D99-10BB-694A-B075-A365FDB8AC4F}">
      <dsp:nvSpPr>
        <dsp:cNvPr id="0" name=""/>
        <dsp:cNvSpPr/>
      </dsp:nvSpPr>
      <dsp:spPr>
        <a:xfrm rot="18289469">
          <a:off x="2833932" y="1297324"/>
          <a:ext cx="172353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23535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52611" y="1281481"/>
        <a:ext cx="86176" cy="86176"/>
      </dsp:txXfrm>
    </dsp:sp>
    <dsp:sp modelId="{DB88B1E2-AE80-6546-8B57-0799E2A6B96E}">
      <dsp:nvSpPr>
        <dsp:cNvPr id="0" name=""/>
        <dsp:cNvSpPr/>
      </dsp:nvSpPr>
      <dsp:spPr>
        <a:xfrm>
          <a:off x="4187825" y="1984"/>
          <a:ext cx="2460625" cy="1230312"/>
        </a:xfrm>
        <a:prstGeom prst="roundRect">
          <a:avLst>
            <a:gd name="adj" fmla="val 10000"/>
          </a:avLst>
        </a:prstGeom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Lỗi</a:t>
          </a:r>
          <a:endParaRPr lang="en-US" sz="43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23860" y="38019"/>
        <a:ext cx="2388555" cy="1158242"/>
      </dsp:txXfrm>
    </dsp:sp>
    <dsp:sp modelId="{2D3610B6-BF96-F044-8B3D-E6A721C1EBF1}">
      <dsp:nvSpPr>
        <dsp:cNvPr id="0" name=""/>
        <dsp:cNvSpPr/>
      </dsp:nvSpPr>
      <dsp:spPr>
        <a:xfrm>
          <a:off x="3203575" y="2004753"/>
          <a:ext cx="984250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984250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71093" y="2007393"/>
        <a:ext cx="49212" cy="49212"/>
      </dsp:txXfrm>
    </dsp:sp>
    <dsp:sp modelId="{012CD85F-9F3E-3C40-AF71-09C6C9C94736}">
      <dsp:nvSpPr>
        <dsp:cNvPr id="0" name=""/>
        <dsp:cNvSpPr/>
      </dsp:nvSpPr>
      <dsp:spPr>
        <a:xfrm>
          <a:off x="4187825" y="1416843"/>
          <a:ext cx="2460625" cy="1230312"/>
        </a:xfrm>
        <a:prstGeom prst="roundRect">
          <a:avLst>
            <a:gd name="adj" fmla="val 10000"/>
          </a:avLst>
        </a:prstGeom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Động</a:t>
          </a:r>
          <a:r>
            <a:rPr lang="en-US" sz="43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3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endParaRPr lang="en-US" sz="43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23860" y="1452878"/>
        <a:ext cx="2388555" cy="1158242"/>
      </dsp:txXfrm>
    </dsp:sp>
    <dsp:sp modelId="{D83635D6-E520-DB4A-A506-91C820D10B46}">
      <dsp:nvSpPr>
        <dsp:cNvPr id="0" name=""/>
        <dsp:cNvSpPr/>
      </dsp:nvSpPr>
      <dsp:spPr>
        <a:xfrm rot="3310531">
          <a:off x="2833932" y="2712183"/>
          <a:ext cx="1723535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23535" y="272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652611" y="2696341"/>
        <a:ext cx="86176" cy="86176"/>
      </dsp:txXfrm>
    </dsp:sp>
    <dsp:sp modelId="{35D643D4-2F6D-6545-AF87-33D9E109799B}">
      <dsp:nvSpPr>
        <dsp:cNvPr id="0" name=""/>
        <dsp:cNvSpPr/>
      </dsp:nvSpPr>
      <dsp:spPr>
        <a:xfrm>
          <a:off x="4187825" y="2831703"/>
          <a:ext cx="2460625" cy="1230312"/>
        </a:xfrm>
        <a:prstGeom prst="roundRect">
          <a:avLst>
            <a:gd name="adj" fmla="val 10000"/>
          </a:avLst>
        </a:prstGeom>
        <a:pattFill prst="pct90">
          <a:fgClr>
            <a:schemeClr val="accent6">
              <a:lumMod val="60000"/>
              <a:lumOff val="40000"/>
            </a:schemeClr>
          </a:fgClr>
          <a:bgClr>
            <a:schemeClr val="bg1"/>
          </a:bgClr>
        </a:patt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05" tIns="27305" rIns="27305" bIns="2730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Mục</a:t>
          </a:r>
          <a:r>
            <a:rPr lang="en-US" sz="43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43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đích</a:t>
          </a:r>
          <a:endParaRPr lang="en-US" sz="43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23860" y="2867738"/>
        <a:ext cx="2388555" cy="11582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C0DA8-4334-E546-AD20-DC5D3903A359}">
      <dsp:nvSpPr>
        <dsp:cNvPr id="0" name=""/>
        <dsp:cNvSpPr/>
      </dsp:nvSpPr>
      <dsp:spPr>
        <a:xfrm>
          <a:off x="2321718" y="174"/>
          <a:ext cx="1452562" cy="944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67808" y="46264"/>
        <a:ext cx="1360382" cy="851985"/>
      </dsp:txXfrm>
    </dsp:sp>
    <dsp:sp modelId="{98902A06-5DA5-EC40-82A7-C6A688BCDE8A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2296485" y="184967"/>
              </a:moveTo>
              <a:arcTo wR="1559742" hR="1559742" stAng="17891212" swAng="262561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371E39-7D69-8643-BD55-BCA23F1A63BF}">
      <dsp:nvSpPr>
        <dsp:cNvPr id="0" name=""/>
        <dsp:cNvSpPr/>
      </dsp:nvSpPr>
      <dsp:spPr>
        <a:xfrm>
          <a:off x="3881461" y="1559917"/>
          <a:ext cx="1452562" cy="944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27551" y="1606007"/>
        <a:ext cx="1360382" cy="851985"/>
      </dsp:txXfrm>
    </dsp:sp>
    <dsp:sp modelId="{25D8E2BE-C84F-2343-96BD-6BFFCA1D5EBD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3042700" y="2043101"/>
              </a:moveTo>
              <a:arcTo wR="1559742" hR="1559742" stAng="1083178" swAng="262561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55D8C6-AD6F-DC4F-86E5-BC91B21E3178}">
      <dsp:nvSpPr>
        <dsp:cNvPr id="0" name=""/>
        <dsp:cNvSpPr/>
      </dsp:nvSpPr>
      <dsp:spPr>
        <a:xfrm>
          <a:off x="2321718" y="3119659"/>
          <a:ext cx="1452562" cy="944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Kỷ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67808" y="3165749"/>
        <a:ext cx="1360382" cy="851985"/>
      </dsp:txXfrm>
    </dsp:sp>
    <dsp:sp modelId="{10749794-0DB4-094A-A457-8D594828D4F5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823000" y="2934518"/>
              </a:moveTo>
              <a:arcTo wR="1559742" hR="1559742" stAng="7091212" swAng="262561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2BEAFE-1404-CB47-A5E3-48C8AB81AF42}">
      <dsp:nvSpPr>
        <dsp:cNvPr id="0" name=""/>
        <dsp:cNvSpPr/>
      </dsp:nvSpPr>
      <dsp:spPr>
        <a:xfrm>
          <a:off x="761975" y="1559917"/>
          <a:ext cx="1452562" cy="9441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Hành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chính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08065" y="1606007"/>
        <a:ext cx="1360382" cy="851985"/>
      </dsp:txXfrm>
    </dsp:sp>
    <dsp:sp modelId="{ED7A1CA8-B295-4C4F-A6A5-AFCFB31E3165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76785" y="1076384"/>
              </a:moveTo>
              <a:arcTo wR="1559742" hR="1559742" stAng="11883178" swAng="2625610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7AF65-5369-734C-86C3-15E530D9D0E9}">
      <dsp:nvSpPr>
        <dsp:cNvPr id="0" name=""/>
        <dsp:cNvSpPr/>
      </dsp:nvSpPr>
      <dsp:spPr>
        <a:xfrm>
          <a:off x="3543300" y="1417760"/>
          <a:ext cx="2775134" cy="3210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44"/>
              </a:lnTo>
              <a:lnTo>
                <a:pt x="2775134" y="160544"/>
              </a:lnTo>
              <a:lnTo>
                <a:pt x="2775134" y="3210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E6770B-C335-884F-B423-5C05778298EF}">
      <dsp:nvSpPr>
        <dsp:cNvPr id="0" name=""/>
        <dsp:cNvSpPr/>
      </dsp:nvSpPr>
      <dsp:spPr>
        <a:xfrm>
          <a:off x="3543300" y="1417760"/>
          <a:ext cx="925044" cy="3210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544"/>
              </a:lnTo>
              <a:lnTo>
                <a:pt x="925044" y="160544"/>
              </a:lnTo>
              <a:lnTo>
                <a:pt x="925044" y="3210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F93F43-A814-D44A-8B12-342D90628B02}">
      <dsp:nvSpPr>
        <dsp:cNvPr id="0" name=""/>
        <dsp:cNvSpPr/>
      </dsp:nvSpPr>
      <dsp:spPr>
        <a:xfrm>
          <a:off x="2618255" y="1417760"/>
          <a:ext cx="925044" cy="321089"/>
        </a:xfrm>
        <a:custGeom>
          <a:avLst/>
          <a:gdLst/>
          <a:ahLst/>
          <a:cxnLst/>
          <a:rect l="0" t="0" r="0" b="0"/>
          <a:pathLst>
            <a:path>
              <a:moveTo>
                <a:pt x="925044" y="0"/>
              </a:moveTo>
              <a:lnTo>
                <a:pt x="925044" y="160544"/>
              </a:lnTo>
              <a:lnTo>
                <a:pt x="0" y="160544"/>
              </a:lnTo>
              <a:lnTo>
                <a:pt x="0" y="3210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82CEF3-78D3-2748-96D8-3C9650510A59}">
      <dsp:nvSpPr>
        <dsp:cNvPr id="0" name=""/>
        <dsp:cNvSpPr/>
      </dsp:nvSpPr>
      <dsp:spPr>
        <a:xfrm>
          <a:off x="768165" y="1417760"/>
          <a:ext cx="2775134" cy="321089"/>
        </a:xfrm>
        <a:custGeom>
          <a:avLst/>
          <a:gdLst/>
          <a:ahLst/>
          <a:cxnLst/>
          <a:rect l="0" t="0" r="0" b="0"/>
          <a:pathLst>
            <a:path>
              <a:moveTo>
                <a:pt x="2775134" y="0"/>
              </a:moveTo>
              <a:lnTo>
                <a:pt x="2775134" y="160544"/>
              </a:lnTo>
              <a:lnTo>
                <a:pt x="0" y="160544"/>
              </a:lnTo>
              <a:lnTo>
                <a:pt x="0" y="3210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712137-7C46-7B48-ABF6-581D993F5F97}">
      <dsp:nvSpPr>
        <dsp:cNvPr id="0" name=""/>
        <dsp:cNvSpPr/>
      </dsp:nvSpPr>
      <dsp:spPr>
        <a:xfrm>
          <a:off x="2778800" y="653260"/>
          <a:ext cx="1528999" cy="7644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Đặc</a:t>
          </a:r>
          <a:r>
            <a:rPr lang="en-US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điểm</a:t>
          </a:r>
          <a:endParaRPr lang="en-US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78800" y="653260"/>
        <a:ext cx="1528999" cy="764499"/>
      </dsp:txXfrm>
    </dsp:sp>
    <dsp:sp modelId="{32035CF2-AE02-0642-88F2-813E1BBCE0C4}">
      <dsp:nvSpPr>
        <dsp:cNvPr id="0" name=""/>
        <dsp:cNvSpPr/>
      </dsp:nvSpPr>
      <dsp:spPr>
        <a:xfrm>
          <a:off x="3665" y="1738850"/>
          <a:ext cx="1528999" cy="2064011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sở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TNPL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là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VPPL</a:t>
          </a:r>
        </a:p>
      </dsp:txBody>
      <dsp:txXfrm>
        <a:off x="3665" y="1738850"/>
        <a:ext cx="1528999" cy="2064011"/>
      </dsp:txXfrm>
    </dsp:sp>
    <dsp:sp modelId="{85E02287-A9E8-5643-856D-5A4114977721}">
      <dsp:nvSpPr>
        <dsp:cNvPr id="0" name=""/>
        <dsp:cNvSpPr/>
      </dsp:nvSpPr>
      <dsp:spPr>
        <a:xfrm>
          <a:off x="1853755" y="1738850"/>
          <a:ext cx="1528999" cy="2064011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Phản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ứng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NN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với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VPPL</a:t>
          </a:r>
        </a:p>
      </dsp:txBody>
      <dsp:txXfrm>
        <a:off x="1853755" y="1738850"/>
        <a:ext cx="1528999" cy="2064011"/>
      </dsp:txXfrm>
    </dsp:sp>
    <dsp:sp modelId="{762E443F-0514-BE41-9A20-8ED6A4D478E8}">
      <dsp:nvSpPr>
        <dsp:cNvPr id="0" name=""/>
        <dsp:cNvSpPr/>
      </dsp:nvSpPr>
      <dsp:spPr>
        <a:xfrm>
          <a:off x="3703844" y="1738850"/>
          <a:ext cx="1528999" cy="2064011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Biện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pháp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cưỡng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chế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do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cơ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thẩm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quyền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áp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dụng</a:t>
          </a:r>
          <a:endParaRPr lang="en-US" sz="25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03844" y="1738850"/>
        <a:ext cx="1528999" cy="2064011"/>
      </dsp:txXfrm>
    </dsp:sp>
    <dsp:sp modelId="{2FA87980-434B-E746-9C55-F2C1C8E3C852}">
      <dsp:nvSpPr>
        <dsp:cNvPr id="0" name=""/>
        <dsp:cNvSpPr/>
      </dsp:nvSpPr>
      <dsp:spPr>
        <a:xfrm>
          <a:off x="5553934" y="1738850"/>
          <a:ext cx="1528999" cy="2230688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thành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dựa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trên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các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quyết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định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của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CQNN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có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thẩm</a:t>
          </a:r>
          <a:r>
            <a:rPr lang="en-US" sz="25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5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quyền</a:t>
          </a:r>
          <a:endParaRPr lang="en-US" sz="25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53934" y="1738850"/>
        <a:ext cx="1528999" cy="223068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808109-1E96-7C4A-A351-1851885BC224}">
      <dsp:nvSpPr>
        <dsp:cNvPr id="0" name=""/>
        <dsp:cNvSpPr/>
      </dsp:nvSpPr>
      <dsp:spPr>
        <a:xfrm>
          <a:off x="1016000" y="0"/>
          <a:ext cx="4064000" cy="4064000"/>
        </a:xfrm>
        <a:prstGeom prst="ellipse">
          <a:avLst/>
        </a:prstGeom>
        <a:gradFill rotWithShape="0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Kỷ</a:t>
          </a:r>
          <a:r>
            <a:rPr lang="en-US" sz="24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luật</a:t>
          </a:r>
          <a:endParaRPr lang="en-US" sz="24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79852" y="203199"/>
        <a:ext cx="1136294" cy="609600"/>
      </dsp:txXfrm>
    </dsp:sp>
    <dsp:sp modelId="{AD63FDA8-A124-D54D-A3B7-EF40888C7A72}">
      <dsp:nvSpPr>
        <dsp:cNvPr id="0" name=""/>
        <dsp:cNvSpPr/>
      </dsp:nvSpPr>
      <dsp:spPr>
        <a:xfrm>
          <a:off x="1422400" y="812799"/>
          <a:ext cx="3251200" cy="32512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Hình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79852" y="1007871"/>
        <a:ext cx="1136294" cy="585216"/>
      </dsp:txXfrm>
    </dsp:sp>
    <dsp:sp modelId="{96EC560B-F012-FB4B-9E7C-BDA5C616AD19}">
      <dsp:nvSpPr>
        <dsp:cNvPr id="0" name=""/>
        <dsp:cNvSpPr/>
      </dsp:nvSpPr>
      <dsp:spPr>
        <a:xfrm>
          <a:off x="1828800" y="1625599"/>
          <a:ext cx="2438400" cy="2438400"/>
        </a:xfrm>
        <a:prstGeom prst="ellipse">
          <a:avLst/>
        </a:prstGeom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Dân</a:t>
          </a:r>
          <a:r>
            <a:rPr lang="en-US" sz="24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sự</a:t>
          </a:r>
          <a:endParaRPr lang="en-US" sz="24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79852" y="1808479"/>
        <a:ext cx="1136294" cy="548640"/>
      </dsp:txXfrm>
    </dsp:sp>
    <dsp:sp modelId="{75CEFA75-51A9-2648-98DD-C8A70C665BF0}">
      <dsp:nvSpPr>
        <dsp:cNvPr id="0" name=""/>
        <dsp:cNvSpPr/>
      </dsp:nvSpPr>
      <dsp:spPr>
        <a:xfrm>
          <a:off x="2235200" y="2438399"/>
          <a:ext cx="1625600" cy="16256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Hành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chính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73263" y="2844799"/>
        <a:ext cx="1149472" cy="812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E5555-17EB-4F62-BD8B-04AAF2818B03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725EE-7A73-4FB2-9463-3ECD0929CE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61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1725EE-7A73-4FB2-9463-3ECD0929CE8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21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2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6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4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1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8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19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58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88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45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65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655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1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06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312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35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8A7D0-95A4-44FF-8020-9AB806A61429}" type="datetimeFigureOut">
              <a:rPr lang="en-US" smtClean="0"/>
              <a:pPr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54A37-CF17-4FB7-8687-3BE16B5B36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066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200" y="2514119"/>
            <a:ext cx="7772400" cy="1829761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BÀI 5</a:t>
            </a:r>
            <a:br>
              <a:rPr lang="en-US" sz="3600" b="1" i="1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THỰC HIỆN PHÁP LUẬT</a:t>
            </a: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VI PHẠM PHÁP LUẬT </a:t>
            </a: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TRÁCH NHIỆM PHÁP LÝ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luật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817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81000" y="2505456"/>
            <a:ext cx="8153400" cy="3599316"/>
          </a:xfrm>
        </p:spPr>
        <p:txBody>
          <a:bodyPr>
            <a:normAutofit/>
          </a:bodyPr>
          <a:lstStyle/>
          <a:p>
            <a:pPr marL="0" indent="0" algn="just" eaLnBrk="1" hangingPunct="1">
              <a:buNone/>
              <a:defRPr/>
            </a:pPr>
            <a:r>
              <a:rPr lang="en-US" sz="3600" b="1" i="1" dirty="0" err="1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sz="36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b="1" i="1" dirty="0" err="1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sz="3600" b="1" i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đích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PL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tiễn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đời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sống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luật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609600" indent="-609600" algn="just" eaLnBrk="1" hangingPunct="1">
              <a:buFont typeface="Wingdings" pitchFamily="2" charset="2"/>
              <a:buNone/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8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8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8" grpId="0"/>
      <p:bldP spid="17817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8994" y="685800"/>
            <a:ext cx="76962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Các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luật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C361DAE-1650-FED8-8A12-6520B72C6D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6045633"/>
              </p:ext>
            </p:extLst>
          </p:nvPr>
        </p:nvGraphicFramePr>
        <p:xfrm>
          <a:off x="1371600" y="2132914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02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336873"/>
            <a:ext cx="8077200" cy="3599316"/>
          </a:xfrm>
        </p:spPr>
        <p:txBody>
          <a:bodyPr>
            <a:noAutofit/>
          </a:bodyPr>
          <a:lstStyle/>
          <a:p>
            <a:pPr algn="just"/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Xác định đặc trưng pháp lý, tầm quan trọng của những tình tiết cụ thể của sự việc cần giải quyết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Lựa chọn quy phạm pháp luật thích hợp để áp dụng và làm sáng tỏ nội dung tư tưởng của quy phạm đó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Soạn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quuyết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311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2F48B83-BEF2-BE43-135E-3F1984B04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pPr algn="ctr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F27A0C2-0D70-3F2E-961B-588E9A94F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7460820"/>
              </p:ext>
            </p:extLst>
          </p:nvPr>
        </p:nvGraphicFramePr>
        <p:xfrm>
          <a:off x="1344530" y="2209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900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-609600" y="68580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2. Vi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luật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534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52400" y="2362200"/>
            <a:ext cx="8686800" cy="5486400"/>
          </a:xfrm>
        </p:spPr>
        <p:txBody>
          <a:bodyPr>
            <a:noAutofit/>
          </a:bodyPr>
          <a:lstStyle/>
          <a:p>
            <a:pPr marL="0" indent="0" algn="just" eaLnBrk="1" hangingPunct="1">
              <a:buNone/>
              <a:defRPr/>
            </a:pP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sz="2800" i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Vi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tổ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chức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cụ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lực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trách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nhiệm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hành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PL,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lỗi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gây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thiệt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xã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QHXH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NN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vệ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/>
      <p:bldP spid="18534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Cấu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luật</a:t>
            </a: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D6D5827-F082-2BFE-08C6-95BA8B7B73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9311436"/>
              </p:ext>
            </p:extLst>
          </p:nvPr>
        </p:nvGraphicFramePr>
        <p:xfrm>
          <a:off x="1332173" y="2286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BE4C105-D727-6FF7-9903-39DC63233A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19494"/>
              </p:ext>
            </p:extLst>
          </p:nvPr>
        </p:nvGraphicFramePr>
        <p:xfrm>
          <a:off x="609600" y="2209800"/>
          <a:ext cx="7391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76A190-5D2B-864B-9405-69C044BE24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304870"/>
              </p:ext>
            </p:extLst>
          </p:nvPr>
        </p:nvGraphicFramePr>
        <p:xfrm>
          <a:off x="609600" y="2209800"/>
          <a:ext cx="7391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565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6004205-0E51-8964-8B74-31DBED641F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8378482"/>
              </p:ext>
            </p:extLst>
          </p:nvPr>
        </p:nvGraphicFramePr>
        <p:xfrm>
          <a:off x="609600" y="2209800"/>
          <a:ext cx="7391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8314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42A1BD0-E1BB-4630-9BAA-F30204FC95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7101594"/>
              </p:ext>
            </p:extLst>
          </p:nvPr>
        </p:nvGraphicFramePr>
        <p:xfrm>
          <a:off x="609600" y="2209800"/>
          <a:ext cx="7391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777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76200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VPPL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2BC69CD-D3D6-A7F8-077F-335D5F3993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2844942"/>
              </p:ext>
            </p:extLst>
          </p:nvPr>
        </p:nvGraphicFramePr>
        <p:xfrm>
          <a:off x="1524000" y="2209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909454"/>
            <a:ext cx="6896534" cy="108093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Trách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nhiệm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dirty="0" err="1">
                <a:latin typeface="Times New Roman" pitchFamily="18" charset="0"/>
                <a:cs typeface="Times New Roman" pitchFamily="18" charset="0"/>
              </a:rPr>
              <a:t>lý</a:t>
            </a:r>
            <a:br>
              <a:rPr lang="en-US" sz="4000" b="1" dirty="0">
                <a:latin typeface="Times New Roman" pitchFamily="18" charset="0"/>
                <a:cs typeface="Times New Roman" pitchFamily="18" charset="0"/>
              </a:rPr>
            </a:b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558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Trách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nhiệm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lý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QHPL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đặc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biệt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NN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VPPL,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VPPL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gánh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chịu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hậu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bất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lợi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biện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cưỡng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NN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47A5B5B-408F-1BD9-9282-6AFD7F5421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244575"/>
              </p:ext>
            </p:extLst>
          </p:nvPr>
        </p:nvGraphicFramePr>
        <p:xfrm>
          <a:off x="1524000" y="1397000"/>
          <a:ext cx="7086600" cy="462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8746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Căn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cứ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truy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trách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nhiệm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lý</a:t>
            </a:r>
            <a:endParaRPr lang="en-US" sz="32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763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08985" y="2438400"/>
            <a:ext cx="8007350" cy="3962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Vi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PL</a:t>
            </a:r>
          </a:p>
          <a:p>
            <a:pPr eaLnBrk="1" hangingPunct="1">
              <a:defRPr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truy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TNPL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76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7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7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20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20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4" grpId="0"/>
      <p:bldP spid="19763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E4E1470-6421-8398-72BF-B69C34FAC8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2440494"/>
              </p:ext>
            </p:extLst>
          </p:nvPr>
        </p:nvGraphicFramePr>
        <p:xfrm>
          <a:off x="1524000" y="24384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E6B4BB8B-CEB7-0489-D1F0-9AB618ADB9A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trách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nhiệm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latin typeface="Times New Roman" pitchFamily="18" charset="0"/>
                <a:cs typeface="Times New Roman" pitchFamily="18" charset="0"/>
              </a:rPr>
              <a:t>lý</a:t>
            </a:r>
            <a:endParaRPr lang="en-US" sz="3200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17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IEN\Desktop\the-en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770</TotalTime>
  <Words>452</Words>
  <Application>Microsoft Macintosh PowerPoint</Application>
  <PresentationFormat>On-screen Show (4:3)</PresentationFormat>
  <Paragraphs>65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Times New Roman</vt:lpstr>
      <vt:lpstr>Trebuchet MS</vt:lpstr>
      <vt:lpstr>Wingdings</vt:lpstr>
      <vt:lpstr>Berlin</vt:lpstr>
      <vt:lpstr>BÀI 5  THỰC HIỆN PHÁP LUẬT VI PHẠM PHÁP LUẬT  TRÁCH NHIỆM PHÁP LÝ</vt:lpstr>
      <vt:lpstr>1. Thực hiện pháp luật</vt:lpstr>
      <vt:lpstr>Các hình thức thực hiện pháp luật</vt:lpstr>
      <vt:lpstr>Các giai đoạn  áp dụng pháp luật</vt:lpstr>
      <vt:lpstr>Đặc điểm của hoạt động áp dụng pháp luật</vt:lpstr>
      <vt:lpstr>2. Vi phạm pháp luật</vt:lpstr>
      <vt:lpstr>Cấu thành vi phạm pháp luật</vt:lpstr>
      <vt:lpstr>PowerPoint Presentation</vt:lpstr>
      <vt:lpstr>PowerPoint Presentation</vt:lpstr>
      <vt:lpstr>PowerPoint Presentation</vt:lpstr>
      <vt:lpstr>PowerPoint Presentation</vt:lpstr>
      <vt:lpstr>Phân loại VPPL</vt:lpstr>
      <vt:lpstr>3. Trách nhiệm pháp lý </vt:lpstr>
      <vt:lpstr>PowerPoint Presentation</vt:lpstr>
      <vt:lpstr>Căn cứ để truy cứu trách nhiệm pháp lý</vt:lpstr>
      <vt:lpstr>Phân loại trách nhiệm pháp lý</vt:lpstr>
      <vt:lpstr>PowerPoint Presentation</vt:lpstr>
    </vt:vector>
  </TitlesOfParts>
  <Company>Sky123.Org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6:  THỰC HIỆN PHÁP LUẬT VI PHẠM PHÁP LUẬT  TRÁCH NHIỆM PHÁP LÝ</dc:title>
  <dc:creator>LIEN</dc:creator>
  <cp:lastModifiedBy>Liên Nguyễn</cp:lastModifiedBy>
  <cp:revision>49</cp:revision>
  <dcterms:created xsi:type="dcterms:W3CDTF">2014-10-19T08:55:10Z</dcterms:created>
  <dcterms:modified xsi:type="dcterms:W3CDTF">2025-09-23T02:11:42Z</dcterms:modified>
</cp:coreProperties>
</file>