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4"/>
  </p:notesMasterIdLst>
  <p:sldIdLst>
    <p:sldId id="257" r:id="rId2"/>
    <p:sldId id="258" r:id="rId3"/>
    <p:sldId id="259" r:id="rId4"/>
    <p:sldId id="280" r:id="rId5"/>
    <p:sldId id="282" r:id="rId6"/>
    <p:sldId id="288" r:id="rId7"/>
    <p:sldId id="264" r:id="rId8"/>
    <p:sldId id="269" r:id="rId9"/>
    <p:sldId id="270" r:id="rId10"/>
    <p:sldId id="283" r:id="rId11"/>
    <p:sldId id="284" r:id="rId12"/>
    <p:sldId id="278"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646"/>
  </p:normalViewPr>
  <p:slideViewPr>
    <p:cSldViewPr>
      <p:cViewPr varScale="1">
        <p:scale>
          <a:sx n="103" d="100"/>
          <a:sy n="103" d="100"/>
        </p:scale>
        <p:origin x="167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1" Type="http://schemas.openxmlformats.org/officeDocument/2006/relationships/image" Target="../media/image4.png"/></Relationships>
</file>

<file path=ppt/diagrams/_rels/data4.xml.rels><?xml version="1.0" encoding="UTF-8" standalone="yes"?>
<Relationships xmlns="http://schemas.openxmlformats.org/package/2006/relationships"><Relationship Id="rId1" Type="http://schemas.openxmlformats.org/officeDocument/2006/relationships/image" Target="../media/image4.png"/></Relationships>
</file>

<file path=ppt/diagrams/_rels/data7.xml.rels><?xml version="1.0" encoding="UTF-8" standalone="yes"?>
<Relationships xmlns="http://schemas.openxmlformats.org/package/2006/relationships"><Relationship Id="rId1" Type="http://schemas.openxmlformats.org/officeDocument/2006/relationships/image" Target="../media/image4.png"/></Relationships>
</file>

<file path=ppt/diagrams/_rels/data8.xml.rels><?xml version="1.0" encoding="UTF-8" standalone="yes"?>
<Relationships xmlns="http://schemas.openxmlformats.org/package/2006/relationships"><Relationship Id="rId1" Type="http://schemas.openxmlformats.org/officeDocument/2006/relationships/image" Target="../media/image4.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png"/></Relationships>
</file>

<file path=ppt/diagrams/_rels/drawing4.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31AA77-7EE4-EE48-B878-7CC804538970}" type="doc">
      <dgm:prSet loTypeId="urn:microsoft.com/office/officeart/2009/3/layout/HorizontalOrganizationChart" loCatId="" qsTypeId="urn:microsoft.com/office/officeart/2005/8/quickstyle/simple1" qsCatId="simple" csTypeId="urn:microsoft.com/office/officeart/2005/8/colors/accent1_2" csCatId="accent1" phldr="1"/>
      <dgm:spPr/>
      <dgm:t>
        <a:bodyPr/>
        <a:lstStyle/>
        <a:p>
          <a:endParaRPr lang="en-US"/>
        </a:p>
      </dgm:t>
    </dgm:pt>
    <dgm:pt modelId="{7E2550B2-6204-A443-9AF1-7363645DFD38}">
      <dgm:prSet phldrT="[Text]"/>
      <dgm:spPr/>
      <dgm:t>
        <a:bodyPr/>
        <a:lstStyle/>
        <a:p>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trưng</a:t>
          </a:r>
          <a:endParaRPr lang="en-US" dirty="0">
            <a:latin typeface="Times New Roman" panose="02020603050405020304" pitchFamily="18" charset="0"/>
            <a:cs typeface="Times New Roman" panose="02020603050405020304" pitchFamily="18" charset="0"/>
          </a:endParaRPr>
        </a:p>
      </dgm:t>
    </dgm:pt>
    <dgm:pt modelId="{4D0C0476-9D42-6B4D-94A8-D327D7D68317}" type="parTrans" cxnId="{5E11178A-ACEE-C640-9851-E7772C316474}">
      <dgm:prSet/>
      <dgm:spPr/>
      <dgm:t>
        <a:bodyPr/>
        <a:lstStyle/>
        <a:p>
          <a:endParaRPr lang="en-US">
            <a:latin typeface="Times New Roman" panose="02020603050405020304" pitchFamily="18" charset="0"/>
            <a:cs typeface="Times New Roman" panose="02020603050405020304" pitchFamily="18" charset="0"/>
          </a:endParaRPr>
        </a:p>
      </dgm:t>
    </dgm:pt>
    <dgm:pt modelId="{AE1C5481-E983-E048-A815-7BED3E8DBFAA}" type="sibTrans" cxnId="{5E11178A-ACEE-C640-9851-E7772C316474}">
      <dgm:prSet/>
      <dgm:spPr/>
      <dgm:t>
        <a:bodyPr/>
        <a:lstStyle/>
        <a:p>
          <a:endParaRPr lang="en-US">
            <a:latin typeface="Times New Roman" panose="02020603050405020304" pitchFamily="18" charset="0"/>
            <a:cs typeface="Times New Roman" panose="02020603050405020304" pitchFamily="18" charset="0"/>
          </a:endParaRPr>
        </a:p>
      </dgm:t>
    </dgm:pt>
    <dgm:pt modelId="{4373F1DB-D6F6-4C43-B591-696816C51EBD}">
      <dgm:prSet phldrT="[Text]"/>
      <dgm:spPr/>
      <dgm:t>
        <a:bodyPr/>
        <a:lstStyle/>
        <a:p>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dân</a:t>
          </a:r>
          <a:endParaRPr lang="en-US" dirty="0">
            <a:latin typeface="Times New Roman" panose="02020603050405020304" pitchFamily="18" charset="0"/>
            <a:cs typeface="Times New Roman" panose="02020603050405020304" pitchFamily="18" charset="0"/>
          </a:endParaRPr>
        </a:p>
      </dgm:t>
    </dgm:pt>
    <dgm:pt modelId="{135FE3FA-F218-0346-850F-052438604D9D}" type="parTrans" cxnId="{C9F8B8ED-744B-534C-8CF0-CA5F261AB829}">
      <dgm:prSet/>
      <dgm:spPr/>
      <dgm:t>
        <a:bodyPr/>
        <a:lstStyle/>
        <a:p>
          <a:endParaRPr lang="en-US">
            <a:latin typeface="Times New Roman" panose="02020603050405020304" pitchFamily="18" charset="0"/>
            <a:cs typeface="Times New Roman" panose="02020603050405020304" pitchFamily="18" charset="0"/>
          </a:endParaRPr>
        </a:p>
      </dgm:t>
    </dgm:pt>
    <dgm:pt modelId="{5659169C-DC15-0344-BCE8-F9D6B3C5DC7D}" type="sibTrans" cxnId="{C9F8B8ED-744B-534C-8CF0-CA5F261AB829}">
      <dgm:prSet/>
      <dgm:spPr/>
      <dgm:t>
        <a:bodyPr/>
        <a:lstStyle/>
        <a:p>
          <a:endParaRPr lang="en-US">
            <a:latin typeface="Times New Roman" panose="02020603050405020304" pitchFamily="18" charset="0"/>
            <a:cs typeface="Times New Roman" panose="02020603050405020304" pitchFamily="18" charset="0"/>
          </a:endParaRPr>
        </a:p>
      </dgm:t>
    </dgm:pt>
    <dgm:pt modelId="{DEEB3D75-2976-CC43-BA29-08153D62A948}">
      <dgm:prSet phldrT="[Text]"/>
      <dgm:spPr/>
      <dgm:t>
        <a:bodyPr/>
        <a:lstStyle/>
        <a:p>
          <a:r>
            <a:rPr lang="en-US" dirty="0">
              <a:latin typeface="Times New Roman" panose="02020603050405020304" pitchFamily="18" charset="0"/>
              <a:cs typeface="Times New Roman" panose="02020603050405020304" pitchFamily="18" charset="0"/>
            </a:rPr>
            <a:t>VB </a:t>
          </a:r>
          <a:r>
            <a:rPr lang="en-US" dirty="0" err="1">
              <a:latin typeface="Times New Roman" panose="02020603050405020304" pitchFamily="18" charset="0"/>
              <a:cs typeface="Times New Roman" panose="02020603050405020304" pitchFamily="18" charset="0"/>
            </a:rPr>
            <a:t>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NN</a:t>
          </a:r>
        </a:p>
      </dgm:t>
    </dgm:pt>
    <dgm:pt modelId="{11CA1DA5-4012-C141-B870-F6EF4FAA7D09}" type="parTrans" cxnId="{05E40C33-D0D9-014E-833A-7D0047D4ECE6}">
      <dgm:prSet/>
      <dgm:spPr/>
      <dgm:t>
        <a:bodyPr/>
        <a:lstStyle/>
        <a:p>
          <a:endParaRPr lang="en-US">
            <a:latin typeface="Times New Roman" panose="02020603050405020304" pitchFamily="18" charset="0"/>
            <a:cs typeface="Times New Roman" panose="02020603050405020304" pitchFamily="18" charset="0"/>
          </a:endParaRPr>
        </a:p>
      </dgm:t>
    </dgm:pt>
    <dgm:pt modelId="{8E19379C-56CB-D34D-B98C-3EE19AFD12B7}" type="sibTrans" cxnId="{05E40C33-D0D9-014E-833A-7D0047D4ECE6}">
      <dgm:prSet/>
      <dgm:spPr/>
      <dgm:t>
        <a:bodyPr/>
        <a:lstStyle/>
        <a:p>
          <a:endParaRPr lang="en-US">
            <a:latin typeface="Times New Roman" panose="02020603050405020304" pitchFamily="18" charset="0"/>
            <a:cs typeface="Times New Roman" panose="02020603050405020304" pitchFamily="18" charset="0"/>
          </a:endParaRPr>
        </a:p>
      </dgm:t>
    </dgm:pt>
    <dgm:pt modelId="{EC495321-1F53-7840-94E2-A2F566F1E563}">
      <dgm:prSet phldrT="[Text]"/>
      <dgm:spPr/>
      <dgm:t>
        <a:bodyPr/>
        <a:lstStyle/>
        <a:p>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endParaRPr lang="en-US" dirty="0">
            <a:latin typeface="Times New Roman" panose="02020603050405020304" pitchFamily="18" charset="0"/>
            <a:cs typeface="Times New Roman" panose="02020603050405020304" pitchFamily="18" charset="0"/>
          </a:endParaRPr>
        </a:p>
      </dgm:t>
    </dgm:pt>
    <dgm:pt modelId="{FDDA3E14-4530-EE4D-9876-4C999FE956F0}" type="parTrans" cxnId="{52768F9C-9EE8-6340-9887-0174829C4587}">
      <dgm:prSet/>
      <dgm:spPr/>
      <dgm:t>
        <a:bodyPr/>
        <a:lstStyle/>
        <a:p>
          <a:endParaRPr lang="en-US">
            <a:latin typeface="Times New Roman" panose="02020603050405020304" pitchFamily="18" charset="0"/>
            <a:cs typeface="Times New Roman" panose="02020603050405020304" pitchFamily="18" charset="0"/>
          </a:endParaRPr>
        </a:p>
      </dgm:t>
    </dgm:pt>
    <dgm:pt modelId="{3F6886FF-373F-2448-9819-7CE75A43C9AA}" type="sibTrans" cxnId="{52768F9C-9EE8-6340-9887-0174829C4587}">
      <dgm:prSet/>
      <dgm:spPr/>
      <dgm:t>
        <a:bodyPr/>
        <a:lstStyle/>
        <a:p>
          <a:endParaRPr lang="en-US">
            <a:latin typeface="Times New Roman" panose="02020603050405020304" pitchFamily="18" charset="0"/>
            <a:cs typeface="Times New Roman" panose="02020603050405020304" pitchFamily="18" charset="0"/>
          </a:endParaRPr>
        </a:p>
      </dgm:t>
    </dgm:pt>
    <dgm:pt modelId="{2D8BBC88-269C-CB48-BCEB-BA0E28FC4D9B}">
      <dgm:prSet phldrT="[Text]"/>
      <dgm:spPr/>
      <dgm:t>
        <a:bodyPr/>
        <a:lstStyle/>
        <a:p>
          <a:r>
            <a:rPr lang="en-US" dirty="0">
              <a:latin typeface="Times New Roman" panose="02020603050405020304" pitchFamily="18" charset="0"/>
              <a:cs typeface="Times New Roman" panose="02020603050405020304" pitchFamily="18" charset="0"/>
            </a:rPr>
            <a:t>VB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endParaRPr lang="en-US" dirty="0">
            <a:latin typeface="Times New Roman" panose="02020603050405020304" pitchFamily="18" charset="0"/>
            <a:cs typeface="Times New Roman" panose="02020603050405020304" pitchFamily="18" charset="0"/>
          </a:endParaRPr>
        </a:p>
      </dgm:t>
    </dgm:pt>
    <dgm:pt modelId="{61D9F343-F3C8-8846-B616-0AB82E5B3844}" type="parTrans" cxnId="{3DA3D91E-914A-9D4B-97A0-04AF7F2F8F43}">
      <dgm:prSet/>
      <dgm:spPr/>
      <dgm:t>
        <a:bodyPr/>
        <a:lstStyle/>
        <a:p>
          <a:endParaRPr lang="en-US">
            <a:latin typeface="Times New Roman" panose="02020603050405020304" pitchFamily="18" charset="0"/>
            <a:cs typeface="Times New Roman" panose="02020603050405020304" pitchFamily="18" charset="0"/>
          </a:endParaRPr>
        </a:p>
      </dgm:t>
    </dgm:pt>
    <dgm:pt modelId="{34A832A4-321E-9D41-B866-76556AADF14C}" type="sibTrans" cxnId="{3DA3D91E-914A-9D4B-97A0-04AF7F2F8F43}">
      <dgm:prSet/>
      <dgm:spPr/>
      <dgm:t>
        <a:bodyPr/>
        <a:lstStyle/>
        <a:p>
          <a:endParaRPr lang="en-US">
            <a:latin typeface="Times New Roman" panose="02020603050405020304" pitchFamily="18" charset="0"/>
            <a:cs typeface="Times New Roman" panose="02020603050405020304" pitchFamily="18" charset="0"/>
          </a:endParaRPr>
        </a:p>
      </dgm:t>
    </dgm:pt>
    <dgm:pt modelId="{2D8485CD-CCC0-3446-B406-F1F0A669892D}" type="pres">
      <dgm:prSet presAssocID="{0631AA77-7EE4-EE48-B878-7CC804538970}" presName="hierChild1" presStyleCnt="0">
        <dgm:presLayoutVars>
          <dgm:orgChart val="1"/>
          <dgm:chPref val="1"/>
          <dgm:dir/>
          <dgm:animOne val="branch"/>
          <dgm:animLvl val="lvl"/>
          <dgm:resizeHandles/>
        </dgm:presLayoutVars>
      </dgm:prSet>
      <dgm:spPr/>
    </dgm:pt>
    <dgm:pt modelId="{1913C01A-8E0F-934C-8C68-A330F38E0273}" type="pres">
      <dgm:prSet presAssocID="{7E2550B2-6204-A443-9AF1-7363645DFD38}" presName="hierRoot1" presStyleCnt="0">
        <dgm:presLayoutVars>
          <dgm:hierBranch val="init"/>
        </dgm:presLayoutVars>
      </dgm:prSet>
      <dgm:spPr/>
    </dgm:pt>
    <dgm:pt modelId="{41FB769E-2505-5C40-BBD7-5A49DB4A12B9}" type="pres">
      <dgm:prSet presAssocID="{7E2550B2-6204-A443-9AF1-7363645DFD38}" presName="rootComposite1" presStyleCnt="0"/>
      <dgm:spPr/>
    </dgm:pt>
    <dgm:pt modelId="{35D46846-D750-444C-B28F-CEC63BF3BEE6}" type="pres">
      <dgm:prSet presAssocID="{7E2550B2-6204-A443-9AF1-7363645DFD38}" presName="rootText1" presStyleLbl="node0" presStyleIdx="0" presStyleCnt="1">
        <dgm:presLayoutVars>
          <dgm:chPref val="3"/>
        </dgm:presLayoutVars>
      </dgm:prSet>
      <dgm:spPr/>
    </dgm:pt>
    <dgm:pt modelId="{22FF64CA-DADE-F04A-A15D-113AFF295456}" type="pres">
      <dgm:prSet presAssocID="{7E2550B2-6204-A443-9AF1-7363645DFD38}" presName="rootConnector1" presStyleLbl="node1" presStyleIdx="0" presStyleCnt="0"/>
      <dgm:spPr/>
    </dgm:pt>
    <dgm:pt modelId="{07960F83-AE99-BE4B-B960-814B0552E218}" type="pres">
      <dgm:prSet presAssocID="{7E2550B2-6204-A443-9AF1-7363645DFD38}" presName="hierChild2" presStyleCnt="0"/>
      <dgm:spPr/>
    </dgm:pt>
    <dgm:pt modelId="{F77EA72E-0222-9645-8988-296ADD460320}" type="pres">
      <dgm:prSet presAssocID="{135FE3FA-F218-0346-850F-052438604D9D}" presName="Name64" presStyleLbl="parChTrans1D2" presStyleIdx="0" presStyleCnt="4"/>
      <dgm:spPr/>
    </dgm:pt>
    <dgm:pt modelId="{043BAC69-F06E-CF48-B6C5-856B29FB6852}" type="pres">
      <dgm:prSet presAssocID="{4373F1DB-D6F6-4C43-B591-696816C51EBD}" presName="hierRoot2" presStyleCnt="0">
        <dgm:presLayoutVars>
          <dgm:hierBranch val="init"/>
        </dgm:presLayoutVars>
      </dgm:prSet>
      <dgm:spPr/>
    </dgm:pt>
    <dgm:pt modelId="{0087FDCF-88B8-F14F-93F1-2076BD47BCFC}" type="pres">
      <dgm:prSet presAssocID="{4373F1DB-D6F6-4C43-B591-696816C51EBD}" presName="rootComposite" presStyleCnt="0"/>
      <dgm:spPr/>
    </dgm:pt>
    <dgm:pt modelId="{ED18D410-20B5-4C4A-BA6A-0885265E1E12}" type="pres">
      <dgm:prSet presAssocID="{4373F1DB-D6F6-4C43-B591-696816C51EBD}" presName="rootText" presStyleLbl="node2" presStyleIdx="0" presStyleCnt="4" custScaleX="149533">
        <dgm:presLayoutVars>
          <dgm:chPref val="3"/>
        </dgm:presLayoutVars>
      </dgm:prSet>
      <dgm:spPr/>
    </dgm:pt>
    <dgm:pt modelId="{2436E5C6-07B7-5A47-93AC-A45676AD8CB9}" type="pres">
      <dgm:prSet presAssocID="{4373F1DB-D6F6-4C43-B591-696816C51EBD}" presName="rootConnector" presStyleLbl="node2" presStyleIdx="0" presStyleCnt="4"/>
      <dgm:spPr/>
    </dgm:pt>
    <dgm:pt modelId="{449A0C1D-9AB8-2B48-B45B-E69534AFC67A}" type="pres">
      <dgm:prSet presAssocID="{4373F1DB-D6F6-4C43-B591-696816C51EBD}" presName="hierChild4" presStyleCnt="0"/>
      <dgm:spPr/>
    </dgm:pt>
    <dgm:pt modelId="{2E7821BE-668B-DC41-A761-DF0A6EA4BFB9}" type="pres">
      <dgm:prSet presAssocID="{4373F1DB-D6F6-4C43-B591-696816C51EBD}" presName="hierChild5" presStyleCnt="0"/>
      <dgm:spPr/>
    </dgm:pt>
    <dgm:pt modelId="{B28170CD-7806-B84E-B535-C500805A786C}" type="pres">
      <dgm:prSet presAssocID="{11CA1DA5-4012-C141-B870-F6EF4FAA7D09}" presName="Name64" presStyleLbl="parChTrans1D2" presStyleIdx="1" presStyleCnt="4"/>
      <dgm:spPr/>
    </dgm:pt>
    <dgm:pt modelId="{EDF9AC39-2FB1-A44B-A7C6-D0179B13DADC}" type="pres">
      <dgm:prSet presAssocID="{DEEB3D75-2976-CC43-BA29-08153D62A948}" presName="hierRoot2" presStyleCnt="0">
        <dgm:presLayoutVars>
          <dgm:hierBranch val="init"/>
        </dgm:presLayoutVars>
      </dgm:prSet>
      <dgm:spPr/>
    </dgm:pt>
    <dgm:pt modelId="{2B3EDF2F-36BF-A547-82B7-89E178A6DFD6}" type="pres">
      <dgm:prSet presAssocID="{DEEB3D75-2976-CC43-BA29-08153D62A948}" presName="rootComposite" presStyleCnt="0"/>
      <dgm:spPr/>
    </dgm:pt>
    <dgm:pt modelId="{B61F582B-AB68-4040-925D-649BB19EEFEE}" type="pres">
      <dgm:prSet presAssocID="{DEEB3D75-2976-CC43-BA29-08153D62A948}" presName="rootText" presStyleLbl="node2" presStyleIdx="1" presStyleCnt="4" custScaleX="149533">
        <dgm:presLayoutVars>
          <dgm:chPref val="3"/>
        </dgm:presLayoutVars>
      </dgm:prSet>
      <dgm:spPr/>
    </dgm:pt>
    <dgm:pt modelId="{A6C44AA5-479B-454B-825D-6AA6B20040AE}" type="pres">
      <dgm:prSet presAssocID="{DEEB3D75-2976-CC43-BA29-08153D62A948}" presName="rootConnector" presStyleLbl="node2" presStyleIdx="1" presStyleCnt="4"/>
      <dgm:spPr/>
    </dgm:pt>
    <dgm:pt modelId="{8178A574-4FDF-9245-9F23-9E871DF63B35}" type="pres">
      <dgm:prSet presAssocID="{DEEB3D75-2976-CC43-BA29-08153D62A948}" presName="hierChild4" presStyleCnt="0"/>
      <dgm:spPr/>
    </dgm:pt>
    <dgm:pt modelId="{2E754F38-7576-BA45-92C7-1E48F2DE3A47}" type="pres">
      <dgm:prSet presAssocID="{DEEB3D75-2976-CC43-BA29-08153D62A948}" presName="hierChild5" presStyleCnt="0"/>
      <dgm:spPr/>
    </dgm:pt>
    <dgm:pt modelId="{BC271A4C-4312-4149-A575-8A13944E6003}" type="pres">
      <dgm:prSet presAssocID="{FDDA3E14-4530-EE4D-9876-4C999FE956F0}" presName="Name64" presStyleLbl="parChTrans1D2" presStyleIdx="2" presStyleCnt="4"/>
      <dgm:spPr/>
    </dgm:pt>
    <dgm:pt modelId="{1F0D155C-BA3D-1343-A976-1BA6B1BDDE49}" type="pres">
      <dgm:prSet presAssocID="{EC495321-1F53-7840-94E2-A2F566F1E563}" presName="hierRoot2" presStyleCnt="0">
        <dgm:presLayoutVars>
          <dgm:hierBranch val="init"/>
        </dgm:presLayoutVars>
      </dgm:prSet>
      <dgm:spPr/>
    </dgm:pt>
    <dgm:pt modelId="{CC8748C4-13D1-C547-8A16-16AB6F05CCF2}" type="pres">
      <dgm:prSet presAssocID="{EC495321-1F53-7840-94E2-A2F566F1E563}" presName="rootComposite" presStyleCnt="0"/>
      <dgm:spPr/>
    </dgm:pt>
    <dgm:pt modelId="{97080022-74C4-E244-9475-F62B71F72F00}" type="pres">
      <dgm:prSet presAssocID="{EC495321-1F53-7840-94E2-A2F566F1E563}" presName="rootText" presStyleLbl="node2" presStyleIdx="2" presStyleCnt="4" custScaleX="149533">
        <dgm:presLayoutVars>
          <dgm:chPref val="3"/>
        </dgm:presLayoutVars>
      </dgm:prSet>
      <dgm:spPr/>
    </dgm:pt>
    <dgm:pt modelId="{D6DF1CCA-F35F-FD48-B5AB-809A81158839}" type="pres">
      <dgm:prSet presAssocID="{EC495321-1F53-7840-94E2-A2F566F1E563}" presName="rootConnector" presStyleLbl="node2" presStyleIdx="2" presStyleCnt="4"/>
      <dgm:spPr/>
    </dgm:pt>
    <dgm:pt modelId="{D53A94C9-2937-2240-ACDC-D90AD51EFF34}" type="pres">
      <dgm:prSet presAssocID="{EC495321-1F53-7840-94E2-A2F566F1E563}" presName="hierChild4" presStyleCnt="0"/>
      <dgm:spPr/>
    </dgm:pt>
    <dgm:pt modelId="{EC7A6AED-2055-F74E-B322-2E9AD17C60F8}" type="pres">
      <dgm:prSet presAssocID="{EC495321-1F53-7840-94E2-A2F566F1E563}" presName="hierChild5" presStyleCnt="0"/>
      <dgm:spPr/>
    </dgm:pt>
    <dgm:pt modelId="{B3B1EA03-91DC-BA47-AD8E-3508E94E4230}" type="pres">
      <dgm:prSet presAssocID="{61D9F343-F3C8-8846-B616-0AB82E5B3844}" presName="Name64" presStyleLbl="parChTrans1D2" presStyleIdx="3" presStyleCnt="4"/>
      <dgm:spPr/>
    </dgm:pt>
    <dgm:pt modelId="{BDDA7E5A-B8E7-4D48-AAE7-2A59864F622D}" type="pres">
      <dgm:prSet presAssocID="{2D8BBC88-269C-CB48-BCEB-BA0E28FC4D9B}" presName="hierRoot2" presStyleCnt="0">
        <dgm:presLayoutVars>
          <dgm:hierBranch val="init"/>
        </dgm:presLayoutVars>
      </dgm:prSet>
      <dgm:spPr/>
    </dgm:pt>
    <dgm:pt modelId="{17EDE1CF-41D0-374B-9890-7E9B5A43D799}" type="pres">
      <dgm:prSet presAssocID="{2D8BBC88-269C-CB48-BCEB-BA0E28FC4D9B}" presName="rootComposite" presStyleCnt="0"/>
      <dgm:spPr/>
    </dgm:pt>
    <dgm:pt modelId="{FE4783CA-2DE1-8840-8419-B4120FC05DB2}" type="pres">
      <dgm:prSet presAssocID="{2D8BBC88-269C-CB48-BCEB-BA0E28FC4D9B}" presName="rootText" presStyleLbl="node2" presStyleIdx="3" presStyleCnt="4" custScaleX="149533">
        <dgm:presLayoutVars>
          <dgm:chPref val="3"/>
        </dgm:presLayoutVars>
      </dgm:prSet>
      <dgm:spPr/>
    </dgm:pt>
    <dgm:pt modelId="{BB8B21FA-B355-BB4C-8B7A-121027DAA2A0}" type="pres">
      <dgm:prSet presAssocID="{2D8BBC88-269C-CB48-BCEB-BA0E28FC4D9B}" presName="rootConnector" presStyleLbl="node2" presStyleIdx="3" presStyleCnt="4"/>
      <dgm:spPr/>
    </dgm:pt>
    <dgm:pt modelId="{FF3D831C-D541-BD4A-A07D-31B90B47097F}" type="pres">
      <dgm:prSet presAssocID="{2D8BBC88-269C-CB48-BCEB-BA0E28FC4D9B}" presName="hierChild4" presStyleCnt="0"/>
      <dgm:spPr/>
    </dgm:pt>
    <dgm:pt modelId="{9092CDE2-6E2E-9142-BFE0-4ABB1238D075}" type="pres">
      <dgm:prSet presAssocID="{2D8BBC88-269C-CB48-BCEB-BA0E28FC4D9B}" presName="hierChild5" presStyleCnt="0"/>
      <dgm:spPr/>
    </dgm:pt>
    <dgm:pt modelId="{86765EBF-4233-B140-9709-4A1348ADE979}" type="pres">
      <dgm:prSet presAssocID="{7E2550B2-6204-A443-9AF1-7363645DFD38}" presName="hierChild3" presStyleCnt="0"/>
      <dgm:spPr/>
    </dgm:pt>
  </dgm:ptLst>
  <dgm:cxnLst>
    <dgm:cxn modelId="{B7EC4B13-A230-7B4F-A8A2-027659D779D9}" type="presOf" srcId="{0631AA77-7EE4-EE48-B878-7CC804538970}" destId="{2D8485CD-CCC0-3446-B406-F1F0A669892D}" srcOrd="0" destOrd="0" presId="urn:microsoft.com/office/officeart/2009/3/layout/HorizontalOrganizationChart"/>
    <dgm:cxn modelId="{815A5E1B-C6FC-CF4A-8552-BD066A625BD8}" type="presOf" srcId="{135FE3FA-F218-0346-850F-052438604D9D}" destId="{F77EA72E-0222-9645-8988-296ADD460320}" srcOrd="0" destOrd="0" presId="urn:microsoft.com/office/officeart/2009/3/layout/HorizontalOrganizationChart"/>
    <dgm:cxn modelId="{3DA3D91E-914A-9D4B-97A0-04AF7F2F8F43}" srcId="{7E2550B2-6204-A443-9AF1-7363645DFD38}" destId="{2D8BBC88-269C-CB48-BCEB-BA0E28FC4D9B}" srcOrd="3" destOrd="0" parTransId="{61D9F343-F3C8-8846-B616-0AB82E5B3844}" sibTransId="{34A832A4-321E-9D41-B866-76556AADF14C}"/>
    <dgm:cxn modelId="{32270A2A-3EED-CB4D-8290-7B6CB3F8A129}" type="presOf" srcId="{EC495321-1F53-7840-94E2-A2F566F1E563}" destId="{97080022-74C4-E244-9475-F62B71F72F00}" srcOrd="0" destOrd="0" presId="urn:microsoft.com/office/officeart/2009/3/layout/HorizontalOrganizationChart"/>
    <dgm:cxn modelId="{C3022632-7C90-7A4F-A400-861EE53A869B}" type="presOf" srcId="{DEEB3D75-2976-CC43-BA29-08153D62A948}" destId="{A6C44AA5-479B-454B-825D-6AA6B20040AE}" srcOrd="1" destOrd="0" presId="urn:microsoft.com/office/officeart/2009/3/layout/HorizontalOrganizationChart"/>
    <dgm:cxn modelId="{05E40C33-D0D9-014E-833A-7D0047D4ECE6}" srcId="{7E2550B2-6204-A443-9AF1-7363645DFD38}" destId="{DEEB3D75-2976-CC43-BA29-08153D62A948}" srcOrd="1" destOrd="0" parTransId="{11CA1DA5-4012-C141-B870-F6EF4FAA7D09}" sibTransId="{8E19379C-56CB-D34D-B98C-3EE19AFD12B7}"/>
    <dgm:cxn modelId="{01B32837-0F58-4A48-A624-162F76467D8C}" type="presOf" srcId="{7E2550B2-6204-A443-9AF1-7363645DFD38}" destId="{35D46846-D750-444C-B28F-CEC63BF3BEE6}" srcOrd="0" destOrd="0" presId="urn:microsoft.com/office/officeart/2009/3/layout/HorizontalOrganizationChart"/>
    <dgm:cxn modelId="{ECD61455-7B92-9346-9D53-527A2EEEF863}" type="presOf" srcId="{4373F1DB-D6F6-4C43-B591-696816C51EBD}" destId="{2436E5C6-07B7-5A47-93AC-A45676AD8CB9}" srcOrd="1" destOrd="0" presId="urn:microsoft.com/office/officeart/2009/3/layout/HorizontalOrganizationChart"/>
    <dgm:cxn modelId="{0C120859-EB25-7441-8E93-E682435B35C9}" type="presOf" srcId="{EC495321-1F53-7840-94E2-A2F566F1E563}" destId="{D6DF1CCA-F35F-FD48-B5AB-809A81158839}" srcOrd="1" destOrd="0" presId="urn:microsoft.com/office/officeart/2009/3/layout/HorizontalOrganizationChart"/>
    <dgm:cxn modelId="{6E14C787-0D8D-8E4C-B466-D7EB7A67897F}" type="presOf" srcId="{FDDA3E14-4530-EE4D-9876-4C999FE956F0}" destId="{BC271A4C-4312-4149-A575-8A13944E6003}" srcOrd="0" destOrd="0" presId="urn:microsoft.com/office/officeart/2009/3/layout/HorizontalOrganizationChart"/>
    <dgm:cxn modelId="{5E11178A-ACEE-C640-9851-E7772C316474}" srcId="{0631AA77-7EE4-EE48-B878-7CC804538970}" destId="{7E2550B2-6204-A443-9AF1-7363645DFD38}" srcOrd="0" destOrd="0" parTransId="{4D0C0476-9D42-6B4D-94A8-D327D7D68317}" sibTransId="{AE1C5481-E983-E048-A815-7BED3E8DBFAA}"/>
    <dgm:cxn modelId="{52768F9C-9EE8-6340-9887-0174829C4587}" srcId="{7E2550B2-6204-A443-9AF1-7363645DFD38}" destId="{EC495321-1F53-7840-94E2-A2F566F1E563}" srcOrd="2" destOrd="0" parTransId="{FDDA3E14-4530-EE4D-9876-4C999FE956F0}" sibTransId="{3F6886FF-373F-2448-9819-7CE75A43C9AA}"/>
    <dgm:cxn modelId="{D22C7AA4-3D3B-E74E-9CDE-820D2ADEF148}" type="presOf" srcId="{4373F1DB-D6F6-4C43-B591-696816C51EBD}" destId="{ED18D410-20B5-4C4A-BA6A-0885265E1E12}" srcOrd="0" destOrd="0" presId="urn:microsoft.com/office/officeart/2009/3/layout/HorizontalOrganizationChart"/>
    <dgm:cxn modelId="{A288ADCE-E125-CF4E-A29B-ABBBE3BE19D9}" type="presOf" srcId="{2D8BBC88-269C-CB48-BCEB-BA0E28FC4D9B}" destId="{BB8B21FA-B355-BB4C-8B7A-121027DAA2A0}" srcOrd="1" destOrd="0" presId="urn:microsoft.com/office/officeart/2009/3/layout/HorizontalOrganizationChart"/>
    <dgm:cxn modelId="{CD53EAD1-7542-0340-8F71-D2FE1011C38D}" type="presOf" srcId="{7E2550B2-6204-A443-9AF1-7363645DFD38}" destId="{22FF64CA-DADE-F04A-A15D-113AFF295456}" srcOrd="1" destOrd="0" presId="urn:microsoft.com/office/officeart/2009/3/layout/HorizontalOrganizationChart"/>
    <dgm:cxn modelId="{2B8CDBDD-9BA1-A947-A3C1-620EE17CEEBE}" type="presOf" srcId="{61D9F343-F3C8-8846-B616-0AB82E5B3844}" destId="{B3B1EA03-91DC-BA47-AD8E-3508E94E4230}" srcOrd="0" destOrd="0" presId="urn:microsoft.com/office/officeart/2009/3/layout/HorizontalOrganizationChart"/>
    <dgm:cxn modelId="{66F09DE6-129F-1045-9397-05F581EE9E51}" type="presOf" srcId="{DEEB3D75-2976-CC43-BA29-08153D62A948}" destId="{B61F582B-AB68-4040-925D-649BB19EEFEE}" srcOrd="0" destOrd="0" presId="urn:microsoft.com/office/officeart/2009/3/layout/HorizontalOrganizationChart"/>
    <dgm:cxn modelId="{ABA753EA-B335-2B43-A941-004F3516EDA7}" type="presOf" srcId="{2D8BBC88-269C-CB48-BCEB-BA0E28FC4D9B}" destId="{FE4783CA-2DE1-8840-8419-B4120FC05DB2}" srcOrd="0" destOrd="0" presId="urn:microsoft.com/office/officeart/2009/3/layout/HorizontalOrganizationChart"/>
    <dgm:cxn modelId="{C9F8B8ED-744B-534C-8CF0-CA5F261AB829}" srcId="{7E2550B2-6204-A443-9AF1-7363645DFD38}" destId="{4373F1DB-D6F6-4C43-B591-696816C51EBD}" srcOrd="0" destOrd="0" parTransId="{135FE3FA-F218-0346-850F-052438604D9D}" sibTransId="{5659169C-DC15-0344-BCE8-F9D6B3C5DC7D}"/>
    <dgm:cxn modelId="{361CC4ED-5460-4444-B009-5AAE54E2A4D0}" type="presOf" srcId="{11CA1DA5-4012-C141-B870-F6EF4FAA7D09}" destId="{B28170CD-7806-B84E-B535-C500805A786C}" srcOrd="0" destOrd="0" presId="urn:microsoft.com/office/officeart/2009/3/layout/HorizontalOrganizationChart"/>
    <dgm:cxn modelId="{36DEF393-B178-534C-8BC4-C9A764EB5B8F}" type="presParOf" srcId="{2D8485CD-CCC0-3446-B406-F1F0A669892D}" destId="{1913C01A-8E0F-934C-8C68-A330F38E0273}" srcOrd="0" destOrd="0" presId="urn:microsoft.com/office/officeart/2009/3/layout/HorizontalOrganizationChart"/>
    <dgm:cxn modelId="{889A124D-EB31-0E4E-88B9-333F133C9A2F}" type="presParOf" srcId="{1913C01A-8E0F-934C-8C68-A330F38E0273}" destId="{41FB769E-2505-5C40-BBD7-5A49DB4A12B9}" srcOrd="0" destOrd="0" presId="urn:microsoft.com/office/officeart/2009/3/layout/HorizontalOrganizationChart"/>
    <dgm:cxn modelId="{9ED06042-1CA6-A94B-ADD7-A57D4B824528}" type="presParOf" srcId="{41FB769E-2505-5C40-BBD7-5A49DB4A12B9}" destId="{35D46846-D750-444C-B28F-CEC63BF3BEE6}" srcOrd="0" destOrd="0" presId="urn:microsoft.com/office/officeart/2009/3/layout/HorizontalOrganizationChart"/>
    <dgm:cxn modelId="{1453014D-DFE0-184E-8DB6-831C400BE45C}" type="presParOf" srcId="{41FB769E-2505-5C40-BBD7-5A49DB4A12B9}" destId="{22FF64CA-DADE-F04A-A15D-113AFF295456}" srcOrd="1" destOrd="0" presId="urn:microsoft.com/office/officeart/2009/3/layout/HorizontalOrganizationChart"/>
    <dgm:cxn modelId="{1DE62ACB-41C7-E642-AE9C-884726DB8242}" type="presParOf" srcId="{1913C01A-8E0F-934C-8C68-A330F38E0273}" destId="{07960F83-AE99-BE4B-B960-814B0552E218}" srcOrd="1" destOrd="0" presId="urn:microsoft.com/office/officeart/2009/3/layout/HorizontalOrganizationChart"/>
    <dgm:cxn modelId="{CDB9D5DD-15C2-0748-9AE5-FDB4B7E07A97}" type="presParOf" srcId="{07960F83-AE99-BE4B-B960-814B0552E218}" destId="{F77EA72E-0222-9645-8988-296ADD460320}" srcOrd="0" destOrd="0" presId="urn:microsoft.com/office/officeart/2009/3/layout/HorizontalOrganizationChart"/>
    <dgm:cxn modelId="{733FF41B-A3BA-8F4C-942C-B0300941AD41}" type="presParOf" srcId="{07960F83-AE99-BE4B-B960-814B0552E218}" destId="{043BAC69-F06E-CF48-B6C5-856B29FB6852}" srcOrd="1" destOrd="0" presId="urn:microsoft.com/office/officeart/2009/3/layout/HorizontalOrganizationChart"/>
    <dgm:cxn modelId="{E443693F-776F-2B4B-8E4E-896C8FA2C1C1}" type="presParOf" srcId="{043BAC69-F06E-CF48-B6C5-856B29FB6852}" destId="{0087FDCF-88B8-F14F-93F1-2076BD47BCFC}" srcOrd="0" destOrd="0" presId="urn:microsoft.com/office/officeart/2009/3/layout/HorizontalOrganizationChart"/>
    <dgm:cxn modelId="{595AA119-91D6-4F4B-9ED0-6B80C3B06059}" type="presParOf" srcId="{0087FDCF-88B8-F14F-93F1-2076BD47BCFC}" destId="{ED18D410-20B5-4C4A-BA6A-0885265E1E12}" srcOrd="0" destOrd="0" presId="urn:microsoft.com/office/officeart/2009/3/layout/HorizontalOrganizationChart"/>
    <dgm:cxn modelId="{23476292-87F2-7B44-9F7B-02472952D6EB}" type="presParOf" srcId="{0087FDCF-88B8-F14F-93F1-2076BD47BCFC}" destId="{2436E5C6-07B7-5A47-93AC-A45676AD8CB9}" srcOrd="1" destOrd="0" presId="urn:microsoft.com/office/officeart/2009/3/layout/HorizontalOrganizationChart"/>
    <dgm:cxn modelId="{4A9FC8BA-1896-3E43-A8C5-107DFEB58A79}" type="presParOf" srcId="{043BAC69-F06E-CF48-B6C5-856B29FB6852}" destId="{449A0C1D-9AB8-2B48-B45B-E69534AFC67A}" srcOrd="1" destOrd="0" presId="urn:microsoft.com/office/officeart/2009/3/layout/HorizontalOrganizationChart"/>
    <dgm:cxn modelId="{4D1312A9-12C5-6D49-80AC-FF121C4468D6}" type="presParOf" srcId="{043BAC69-F06E-CF48-B6C5-856B29FB6852}" destId="{2E7821BE-668B-DC41-A761-DF0A6EA4BFB9}" srcOrd="2" destOrd="0" presId="urn:microsoft.com/office/officeart/2009/3/layout/HorizontalOrganizationChart"/>
    <dgm:cxn modelId="{707A584F-597B-6646-98BF-897FF5779183}" type="presParOf" srcId="{07960F83-AE99-BE4B-B960-814B0552E218}" destId="{B28170CD-7806-B84E-B535-C500805A786C}" srcOrd="2" destOrd="0" presId="urn:microsoft.com/office/officeart/2009/3/layout/HorizontalOrganizationChart"/>
    <dgm:cxn modelId="{EA5A6265-E3EB-FB48-8E07-6CBA24208F3D}" type="presParOf" srcId="{07960F83-AE99-BE4B-B960-814B0552E218}" destId="{EDF9AC39-2FB1-A44B-A7C6-D0179B13DADC}" srcOrd="3" destOrd="0" presId="urn:microsoft.com/office/officeart/2009/3/layout/HorizontalOrganizationChart"/>
    <dgm:cxn modelId="{47E32DEE-BD92-C540-881D-D3931A7C81A6}" type="presParOf" srcId="{EDF9AC39-2FB1-A44B-A7C6-D0179B13DADC}" destId="{2B3EDF2F-36BF-A547-82B7-89E178A6DFD6}" srcOrd="0" destOrd="0" presId="urn:microsoft.com/office/officeart/2009/3/layout/HorizontalOrganizationChart"/>
    <dgm:cxn modelId="{BFB59770-A61B-FD4C-8483-1F8B24E53CC8}" type="presParOf" srcId="{2B3EDF2F-36BF-A547-82B7-89E178A6DFD6}" destId="{B61F582B-AB68-4040-925D-649BB19EEFEE}" srcOrd="0" destOrd="0" presId="urn:microsoft.com/office/officeart/2009/3/layout/HorizontalOrganizationChart"/>
    <dgm:cxn modelId="{0A3567C0-FAA0-2241-ABA2-BD8ED66916BE}" type="presParOf" srcId="{2B3EDF2F-36BF-A547-82B7-89E178A6DFD6}" destId="{A6C44AA5-479B-454B-825D-6AA6B20040AE}" srcOrd="1" destOrd="0" presId="urn:microsoft.com/office/officeart/2009/3/layout/HorizontalOrganizationChart"/>
    <dgm:cxn modelId="{19EDFFAA-FF79-584D-8E6B-C8F7D0F59747}" type="presParOf" srcId="{EDF9AC39-2FB1-A44B-A7C6-D0179B13DADC}" destId="{8178A574-4FDF-9245-9F23-9E871DF63B35}" srcOrd="1" destOrd="0" presId="urn:microsoft.com/office/officeart/2009/3/layout/HorizontalOrganizationChart"/>
    <dgm:cxn modelId="{72FD4FAE-0EA6-6645-A70D-1874E498BEAB}" type="presParOf" srcId="{EDF9AC39-2FB1-A44B-A7C6-D0179B13DADC}" destId="{2E754F38-7576-BA45-92C7-1E48F2DE3A47}" srcOrd="2" destOrd="0" presId="urn:microsoft.com/office/officeart/2009/3/layout/HorizontalOrganizationChart"/>
    <dgm:cxn modelId="{C28E0A56-BC1D-B444-977E-7C6CD7265020}" type="presParOf" srcId="{07960F83-AE99-BE4B-B960-814B0552E218}" destId="{BC271A4C-4312-4149-A575-8A13944E6003}" srcOrd="4" destOrd="0" presId="urn:microsoft.com/office/officeart/2009/3/layout/HorizontalOrganizationChart"/>
    <dgm:cxn modelId="{E9F990C5-6355-B649-B9BF-ED1983E46AE9}" type="presParOf" srcId="{07960F83-AE99-BE4B-B960-814B0552E218}" destId="{1F0D155C-BA3D-1343-A976-1BA6B1BDDE49}" srcOrd="5" destOrd="0" presId="urn:microsoft.com/office/officeart/2009/3/layout/HorizontalOrganizationChart"/>
    <dgm:cxn modelId="{6C1E5BDE-D0CB-3940-B393-BE3384B379D1}" type="presParOf" srcId="{1F0D155C-BA3D-1343-A976-1BA6B1BDDE49}" destId="{CC8748C4-13D1-C547-8A16-16AB6F05CCF2}" srcOrd="0" destOrd="0" presId="urn:microsoft.com/office/officeart/2009/3/layout/HorizontalOrganizationChart"/>
    <dgm:cxn modelId="{B5BEE01F-6FE7-E04D-95C3-9B1BF994F2B6}" type="presParOf" srcId="{CC8748C4-13D1-C547-8A16-16AB6F05CCF2}" destId="{97080022-74C4-E244-9475-F62B71F72F00}" srcOrd="0" destOrd="0" presId="urn:microsoft.com/office/officeart/2009/3/layout/HorizontalOrganizationChart"/>
    <dgm:cxn modelId="{1256E2F8-C2F1-E641-BD8C-8A1CBDEC132E}" type="presParOf" srcId="{CC8748C4-13D1-C547-8A16-16AB6F05CCF2}" destId="{D6DF1CCA-F35F-FD48-B5AB-809A81158839}" srcOrd="1" destOrd="0" presId="urn:microsoft.com/office/officeart/2009/3/layout/HorizontalOrganizationChart"/>
    <dgm:cxn modelId="{E29FC046-A36E-EC40-BC31-262654F25E22}" type="presParOf" srcId="{1F0D155C-BA3D-1343-A976-1BA6B1BDDE49}" destId="{D53A94C9-2937-2240-ACDC-D90AD51EFF34}" srcOrd="1" destOrd="0" presId="urn:microsoft.com/office/officeart/2009/3/layout/HorizontalOrganizationChart"/>
    <dgm:cxn modelId="{8D12C4CD-8391-D741-B1B8-17095CFB5D84}" type="presParOf" srcId="{1F0D155C-BA3D-1343-A976-1BA6B1BDDE49}" destId="{EC7A6AED-2055-F74E-B322-2E9AD17C60F8}" srcOrd="2" destOrd="0" presId="urn:microsoft.com/office/officeart/2009/3/layout/HorizontalOrganizationChart"/>
    <dgm:cxn modelId="{26F885FD-0B03-0C4C-A0B5-B1822576C161}" type="presParOf" srcId="{07960F83-AE99-BE4B-B960-814B0552E218}" destId="{B3B1EA03-91DC-BA47-AD8E-3508E94E4230}" srcOrd="6" destOrd="0" presId="urn:microsoft.com/office/officeart/2009/3/layout/HorizontalOrganizationChart"/>
    <dgm:cxn modelId="{9B0F7138-E1A2-E24F-A334-F3D0E307A0F0}" type="presParOf" srcId="{07960F83-AE99-BE4B-B960-814B0552E218}" destId="{BDDA7E5A-B8E7-4D48-AAE7-2A59864F622D}" srcOrd="7" destOrd="0" presId="urn:microsoft.com/office/officeart/2009/3/layout/HorizontalOrganizationChart"/>
    <dgm:cxn modelId="{D3034270-ADA4-414F-A0C0-93306136EEF0}" type="presParOf" srcId="{BDDA7E5A-B8E7-4D48-AAE7-2A59864F622D}" destId="{17EDE1CF-41D0-374B-9890-7E9B5A43D799}" srcOrd="0" destOrd="0" presId="urn:microsoft.com/office/officeart/2009/3/layout/HorizontalOrganizationChart"/>
    <dgm:cxn modelId="{D81CE675-4B09-5444-9D4B-1F5B94B05213}" type="presParOf" srcId="{17EDE1CF-41D0-374B-9890-7E9B5A43D799}" destId="{FE4783CA-2DE1-8840-8419-B4120FC05DB2}" srcOrd="0" destOrd="0" presId="urn:microsoft.com/office/officeart/2009/3/layout/HorizontalOrganizationChart"/>
    <dgm:cxn modelId="{53D27AA5-6238-9B40-9489-AF14BADE2B34}" type="presParOf" srcId="{17EDE1CF-41D0-374B-9890-7E9B5A43D799}" destId="{BB8B21FA-B355-BB4C-8B7A-121027DAA2A0}" srcOrd="1" destOrd="0" presId="urn:microsoft.com/office/officeart/2009/3/layout/HorizontalOrganizationChart"/>
    <dgm:cxn modelId="{FFF73C1D-C947-D94D-8587-4D6E9AA58F10}" type="presParOf" srcId="{BDDA7E5A-B8E7-4D48-AAE7-2A59864F622D}" destId="{FF3D831C-D541-BD4A-A07D-31B90B47097F}" srcOrd="1" destOrd="0" presId="urn:microsoft.com/office/officeart/2009/3/layout/HorizontalOrganizationChart"/>
    <dgm:cxn modelId="{0E03C54C-345A-C246-AD05-371F925F3BFC}" type="presParOf" srcId="{BDDA7E5A-B8E7-4D48-AAE7-2A59864F622D}" destId="{9092CDE2-6E2E-9142-BFE0-4ABB1238D075}" srcOrd="2" destOrd="0" presId="urn:microsoft.com/office/officeart/2009/3/layout/HorizontalOrganizationChart"/>
    <dgm:cxn modelId="{F69AB939-A7AA-574E-B619-675BA16AF680}" type="presParOf" srcId="{1913C01A-8E0F-934C-8C68-A330F38E0273}" destId="{86765EBF-4233-B140-9709-4A1348ADE979}"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10B44E-9A45-ED49-BAFC-76DB5E09CBEA}" type="doc">
      <dgm:prSet loTypeId="urn:microsoft.com/office/officeart/2005/8/layout/hProcess4" loCatId="" qsTypeId="urn:microsoft.com/office/officeart/2005/8/quickstyle/simple1" qsCatId="simple" csTypeId="urn:microsoft.com/office/officeart/2005/8/colors/accent1_2" csCatId="accent1" phldr="1"/>
      <dgm:spPr/>
      <dgm:t>
        <a:bodyPr/>
        <a:lstStyle/>
        <a:p>
          <a:endParaRPr lang="en-US"/>
        </a:p>
      </dgm:t>
    </dgm:pt>
    <dgm:pt modelId="{5ABACF92-5D24-6D4E-8BCE-EDEA2A543BC6}">
      <dgm:prSet phldrT="[Text]" custT="1"/>
      <dgm:spPr/>
      <dgm:t>
        <a:bodyPr/>
        <a:lstStyle/>
        <a:p>
          <a:pPr algn="just"/>
          <a:r>
            <a:rPr lang="en-US" sz="1600" dirty="0" err="1">
              <a:latin typeface="Times New Roman" panose="02020603050405020304" pitchFamily="18" charset="0"/>
              <a:cs typeface="Times New Roman" panose="02020603050405020304" pitchFamily="18" charset="0"/>
            </a:rPr>
            <a:t>Bước</a:t>
          </a:r>
          <a:r>
            <a:rPr lang="en-US" sz="1600" dirty="0">
              <a:latin typeface="Times New Roman" panose="02020603050405020304" pitchFamily="18" charset="0"/>
              <a:cs typeface="Times New Roman" panose="02020603050405020304" pitchFamily="18" charset="0"/>
            </a:rPr>
            <a:t> 1</a:t>
          </a:r>
        </a:p>
      </dgm:t>
    </dgm:pt>
    <dgm:pt modelId="{84E61777-9C4A-1D49-B680-22380C692744}" type="parTrans" cxnId="{4E062A9E-03AE-D64D-A6B1-3B7FBC29069F}">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7811B54B-9B4A-FC42-AF86-375B407F94C2}" type="sibTrans" cxnId="{4E062A9E-03AE-D64D-A6B1-3B7FBC29069F}">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24CFF304-CEAE-2D45-97A3-08202A3D085C}">
      <dgm:prSet phldrT="[Text]" custT="1"/>
      <dgm:spPr/>
      <dgm:t>
        <a:bodyPr/>
        <a:lstStyle/>
        <a:p>
          <a:pPr algn="just">
            <a:buNone/>
          </a:pPr>
          <a:r>
            <a:rPr lang="en-US" sz="1100" dirty="0">
              <a:latin typeface="Times New Roman" panose="02020603050405020304" pitchFamily="18" charset="0"/>
              <a:cs typeface="Times New Roman" panose="02020603050405020304" pitchFamily="18" charset="0"/>
            </a:rPr>
            <a:t>QH THÀNH LẬP UBDTHP HOẶC QH LẬP HIẾN</a:t>
          </a:r>
        </a:p>
      </dgm:t>
    </dgm:pt>
    <dgm:pt modelId="{A0E8CE4C-0B11-ED42-B8D0-92AA783E6F7D}" type="parTrans" cxnId="{7FB5F741-1B9F-A047-87DF-BED65704034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074EA374-C32E-794B-99D4-6E8CAC41E057}" type="sibTrans" cxnId="{7FB5F741-1B9F-A047-87DF-BED65704034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AA654C33-87BC-B04D-AF43-CA6AB92ABB8F}">
      <dgm:prSet phldrT="[Text]" custT="1"/>
      <dgm:spPr/>
      <dgm:t>
        <a:bodyPr/>
        <a:lstStyle/>
        <a:p>
          <a:pPr algn="just"/>
          <a:r>
            <a:rPr lang="en-US" sz="1600" dirty="0" err="1">
              <a:latin typeface="Times New Roman" panose="02020603050405020304" pitchFamily="18" charset="0"/>
              <a:cs typeface="Times New Roman" panose="02020603050405020304" pitchFamily="18" charset="0"/>
            </a:rPr>
            <a:t>Bước</a:t>
          </a:r>
          <a:r>
            <a:rPr lang="en-US" sz="1600" dirty="0">
              <a:latin typeface="Times New Roman" panose="02020603050405020304" pitchFamily="18" charset="0"/>
              <a:cs typeface="Times New Roman" panose="02020603050405020304" pitchFamily="18" charset="0"/>
            </a:rPr>
            <a:t> 2</a:t>
          </a:r>
        </a:p>
      </dgm:t>
    </dgm:pt>
    <dgm:pt modelId="{D8F1656F-CA5C-C842-AEE9-C887EFE9C010}" type="parTrans" cxnId="{5F8E610F-F8A3-2B43-B9D4-80AE5F30E159}">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C4FAF748-0285-4D46-9B5A-6E0E98B8E917}" type="sibTrans" cxnId="{5F8E610F-F8A3-2B43-B9D4-80AE5F30E159}">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5D08A22E-E7BE-E24F-96BF-7ACA31D77E93}">
      <dgm:prSet phldrT="[Text]" custT="1"/>
      <dgm:spPr/>
      <dgm:t>
        <a:bodyPr/>
        <a:lstStyle/>
        <a:p>
          <a:pPr algn="just">
            <a:buNone/>
          </a:pPr>
          <a:r>
            <a:rPr lang="en-US" sz="1100" dirty="0">
              <a:latin typeface="Times New Roman" panose="02020603050405020304" pitchFamily="18" charset="0"/>
              <a:cs typeface="Times New Roman" panose="02020603050405020304" pitchFamily="18" charset="0"/>
            </a:rPr>
            <a:t>UỶ BAN DỰ THẢO HP HOẶC QH SOẠN THẢO HIẾN PHÁP</a:t>
          </a:r>
        </a:p>
      </dgm:t>
    </dgm:pt>
    <dgm:pt modelId="{721520B6-FC5C-0148-87F2-2C6C37E65738}" type="parTrans" cxnId="{91A0F874-1B3C-8A45-9470-61B323B407B6}">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B6D4B217-42B4-5D41-AE2B-49DE80CEE1E5}" type="sibTrans" cxnId="{91A0F874-1B3C-8A45-9470-61B323B407B6}">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7D11CD65-22CE-E145-BD3E-78D4B5E74B4F}">
      <dgm:prSet phldrT="[Text]" custT="1"/>
      <dgm:spPr/>
      <dgm:t>
        <a:bodyPr/>
        <a:lstStyle/>
        <a:p>
          <a:pPr algn="just"/>
          <a:r>
            <a:rPr lang="en-US" sz="1600" dirty="0" err="1">
              <a:latin typeface="Times New Roman" panose="02020603050405020304" pitchFamily="18" charset="0"/>
              <a:cs typeface="Times New Roman" panose="02020603050405020304" pitchFamily="18" charset="0"/>
            </a:rPr>
            <a:t>Bước</a:t>
          </a:r>
          <a:r>
            <a:rPr lang="en-US" sz="1600" dirty="0">
              <a:latin typeface="Times New Roman" panose="02020603050405020304" pitchFamily="18" charset="0"/>
              <a:cs typeface="Times New Roman" panose="02020603050405020304" pitchFamily="18" charset="0"/>
            </a:rPr>
            <a:t> 3</a:t>
          </a:r>
        </a:p>
      </dgm:t>
    </dgm:pt>
    <dgm:pt modelId="{EAC30D2F-5D05-7B4F-A42F-BABAECB65855}" type="parTrans" cxnId="{F620AAA4-FF3E-AF4D-9E0D-FED4C95C097C}">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1D747738-BB99-904B-95C7-51CF671B3BB7}" type="sibTrans" cxnId="{F620AAA4-FF3E-AF4D-9E0D-FED4C95C097C}">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B8486F09-3319-9D4F-9B2C-4BE0A2512910}">
      <dgm:prSet phldrT="[Text]" custT="1"/>
      <dgm:spPr/>
      <dgm:t>
        <a:bodyPr/>
        <a:lstStyle/>
        <a:p>
          <a:pPr algn="just">
            <a:buNone/>
          </a:pPr>
          <a:r>
            <a:rPr lang="en-US" sz="1100" dirty="0">
              <a:latin typeface="Times New Roman" panose="02020603050405020304" pitchFamily="18" charset="0"/>
              <a:cs typeface="Times New Roman" panose="02020603050405020304" pitchFamily="18" charset="0"/>
            </a:rPr>
            <a:t>TỔ CHỨC THẢO LUẬN TOÀN DÂN VỀ DỰ THẢP HP VÀ TỔNG HỢP </a:t>
          </a:r>
          <a:r>
            <a:rPr lang="en-US" sz="1100" dirty="0" err="1">
              <a:latin typeface="Times New Roman" panose="02020603050405020304" pitchFamily="18" charset="0"/>
              <a:cs typeface="Times New Roman" panose="02020603050405020304" pitchFamily="18" charset="0"/>
            </a:rPr>
            <a:t>Ý</a:t>
          </a:r>
          <a:r>
            <a:rPr lang="en-US" sz="1100" dirty="0">
              <a:latin typeface="Times New Roman" panose="02020603050405020304" pitchFamily="18" charset="0"/>
              <a:cs typeface="Times New Roman" panose="02020603050405020304" pitchFamily="18" charset="0"/>
            </a:rPr>
            <a:t> KIẾN ĐÓNG GÓP</a:t>
          </a:r>
        </a:p>
      </dgm:t>
    </dgm:pt>
    <dgm:pt modelId="{31CCC664-6D96-E64C-BE44-7C8CE15F9AA8}" type="parTrans" cxnId="{F7861345-4591-094C-A483-3830D8C8072C}">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93D82546-969C-BB42-9CD7-2F73FB8F7FE0}" type="sibTrans" cxnId="{F7861345-4591-094C-A483-3830D8C8072C}">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3CA09F97-5DC9-3C48-8F72-AE9A2BD7EB59}">
      <dgm:prSet phldrT="[Text]" custT="1"/>
      <dgm:spPr/>
      <dgm:t>
        <a:bodyPr/>
        <a:lstStyle/>
        <a:p>
          <a:pPr algn="just"/>
          <a:r>
            <a:rPr lang="en-US" sz="1600" dirty="0" err="1">
              <a:latin typeface="Times New Roman" panose="02020603050405020304" pitchFamily="18" charset="0"/>
              <a:cs typeface="Times New Roman" panose="02020603050405020304" pitchFamily="18" charset="0"/>
            </a:rPr>
            <a:t>Bước</a:t>
          </a:r>
          <a:r>
            <a:rPr lang="en-US" sz="1600" dirty="0">
              <a:latin typeface="Times New Roman" panose="02020603050405020304" pitchFamily="18" charset="0"/>
              <a:cs typeface="Times New Roman" panose="02020603050405020304" pitchFamily="18" charset="0"/>
            </a:rPr>
            <a:t> 4</a:t>
          </a:r>
        </a:p>
      </dgm:t>
    </dgm:pt>
    <dgm:pt modelId="{EC6FE827-AA4D-BD4D-9E1F-FB290F86916A}" type="parTrans" cxnId="{A8D1DA0F-E1A4-0447-9A15-80110ECE3F25}">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619C899A-6CCB-1947-B27E-494409AB1DF3}" type="sibTrans" cxnId="{A8D1DA0F-E1A4-0447-9A15-80110ECE3F25}">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CE329517-2187-C04E-A9BD-AF54A47B9E71}">
      <dgm:prSet custT="1"/>
      <dgm:spPr/>
      <dgm:t>
        <a:bodyPr/>
        <a:lstStyle/>
        <a:p>
          <a:pPr algn="just">
            <a:buNone/>
          </a:pPr>
          <a:r>
            <a:rPr lang="en-US" sz="1100" dirty="0">
              <a:latin typeface="Times New Roman" panose="02020603050405020304" pitchFamily="18" charset="0"/>
              <a:cs typeface="Times New Roman" panose="02020603050405020304" pitchFamily="18" charset="0"/>
            </a:rPr>
            <a:t>QH CHỈNH LÝ VÀ THÔNG QUA DỰ THẢO CHÍNH THỨC</a:t>
          </a:r>
        </a:p>
      </dgm:t>
    </dgm:pt>
    <dgm:pt modelId="{497C2009-AFD3-C845-B493-43F51C19436A}" type="parTrans" cxnId="{066DE1C7-24A7-1946-A46F-BFBCF1E3924F}">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63AD45A9-D59A-5643-9971-51F898AF0EAE}" type="sibTrans" cxnId="{066DE1C7-24A7-1946-A46F-BFBCF1E3924F}">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573ED733-27A8-2E4B-9EC7-CE1FCA625262}">
      <dgm:prSet phldrT="[Text]" custT="1"/>
      <dgm:spPr/>
      <dgm:t>
        <a:bodyPr/>
        <a:lstStyle/>
        <a:p>
          <a:pPr algn="just"/>
          <a:r>
            <a:rPr lang="en-US" sz="1600" dirty="0" err="1">
              <a:latin typeface="Times New Roman" panose="02020603050405020304" pitchFamily="18" charset="0"/>
              <a:cs typeface="Times New Roman" panose="02020603050405020304" pitchFamily="18" charset="0"/>
            </a:rPr>
            <a:t>Bước</a:t>
          </a:r>
          <a:r>
            <a:rPr lang="en-US" sz="1600" dirty="0">
              <a:latin typeface="Times New Roman" panose="02020603050405020304" pitchFamily="18" charset="0"/>
              <a:cs typeface="Times New Roman" panose="02020603050405020304" pitchFamily="18" charset="0"/>
            </a:rPr>
            <a:t> 5</a:t>
          </a:r>
        </a:p>
      </dgm:t>
    </dgm:pt>
    <dgm:pt modelId="{C8A3B48D-87EE-8241-8515-5E8657523CFA}" type="parTrans" cxnId="{65D049A1-6619-8D41-8795-C3E7B61DC8F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4AAFDC1A-5E83-CC4B-A157-076CC35C8617}" type="sibTrans" cxnId="{65D049A1-6619-8D41-8795-C3E7B61DC8F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01B2A021-6C33-4D43-8C8F-2D36EA02F72B}">
      <dgm:prSet custT="1"/>
      <dgm:spPr/>
      <dgm:t>
        <a:bodyPr/>
        <a:lstStyle/>
        <a:p>
          <a:pPr algn="just">
            <a:buNone/>
          </a:pPr>
          <a:r>
            <a:rPr lang="vi-VN" sz="1100" dirty="0">
              <a:latin typeface="Times New Roman" panose="02020603050405020304" pitchFamily="18" charset="0"/>
              <a:cs typeface="Times New Roman" panose="02020603050405020304" pitchFamily="18" charset="0"/>
            </a:rPr>
            <a:t>TỔ CHỨC TRƯNG CẦU Ý DÂN ĐỂ QUYẾT ĐỊNH</a:t>
          </a:r>
          <a:endParaRPr lang="en-US" sz="1100" dirty="0">
            <a:latin typeface="Times New Roman" panose="02020603050405020304" pitchFamily="18" charset="0"/>
            <a:cs typeface="Times New Roman" panose="02020603050405020304" pitchFamily="18" charset="0"/>
          </a:endParaRPr>
        </a:p>
      </dgm:t>
    </dgm:pt>
    <dgm:pt modelId="{354E57B1-D211-B64C-BDCE-54B8648F0449}" type="parTrans" cxnId="{CF398F59-1DDF-884A-89CC-C05E670AFFB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EFEE5413-A4FC-7544-8A49-5D4F4E9C3067}" type="sibTrans" cxnId="{CF398F59-1DDF-884A-89CC-C05E670AFFB3}">
      <dgm:prSet/>
      <dgm:spPr/>
      <dgm:t>
        <a:bodyPr/>
        <a:lstStyle/>
        <a:p>
          <a:pPr algn="just"/>
          <a:endParaRPr lang="en-US" sz="1100">
            <a:latin typeface="Times New Roman" panose="02020603050405020304" pitchFamily="18" charset="0"/>
            <a:cs typeface="Times New Roman" panose="02020603050405020304" pitchFamily="18" charset="0"/>
          </a:endParaRPr>
        </a:p>
      </dgm:t>
    </dgm:pt>
    <dgm:pt modelId="{346087F2-FAE6-A143-8BB1-27806F07185A}" type="pres">
      <dgm:prSet presAssocID="{4110B44E-9A45-ED49-BAFC-76DB5E09CBEA}" presName="Name0" presStyleCnt="0">
        <dgm:presLayoutVars>
          <dgm:dir/>
          <dgm:animLvl val="lvl"/>
          <dgm:resizeHandles val="exact"/>
        </dgm:presLayoutVars>
      </dgm:prSet>
      <dgm:spPr/>
    </dgm:pt>
    <dgm:pt modelId="{0E2AD694-9BA1-DC40-9273-9CA39D5622BC}" type="pres">
      <dgm:prSet presAssocID="{4110B44E-9A45-ED49-BAFC-76DB5E09CBEA}" presName="tSp" presStyleCnt="0"/>
      <dgm:spPr/>
    </dgm:pt>
    <dgm:pt modelId="{C6D15FDD-C1A4-3E4C-AA73-147CE64078F7}" type="pres">
      <dgm:prSet presAssocID="{4110B44E-9A45-ED49-BAFC-76DB5E09CBEA}" presName="bSp" presStyleCnt="0"/>
      <dgm:spPr/>
    </dgm:pt>
    <dgm:pt modelId="{A6A57CF4-BB28-3F4B-8D83-4B7CCEC7D204}" type="pres">
      <dgm:prSet presAssocID="{4110B44E-9A45-ED49-BAFC-76DB5E09CBEA}" presName="process" presStyleCnt="0"/>
      <dgm:spPr/>
    </dgm:pt>
    <dgm:pt modelId="{C51BA05B-77EF-3C49-8798-34DADA28E164}" type="pres">
      <dgm:prSet presAssocID="{5ABACF92-5D24-6D4E-8BCE-EDEA2A543BC6}" presName="composite1" presStyleCnt="0"/>
      <dgm:spPr/>
    </dgm:pt>
    <dgm:pt modelId="{585715A7-AC93-EE4B-9B7A-687E76FC3535}" type="pres">
      <dgm:prSet presAssocID="{5ABACF92-5D24-6D4E-8BCE-EDEA2A543BC6}" presName="dummyNode1" presStyleLbl="node1" presStyleIdx="0" presStyleCnt="5"/>
      <dgm:spPr/>
    </dgm:pt>
    <dgm:pt modelId="{3D6388FB-1575-6F4D-B5F4-880D56410D60}" type="pres">
      <dgm:prSet presAssocID="{5ABACF92-5D24-6D4E-8BCE-EDEA2A543BC6}" presName="childNode1" presStyleLbl="bgAcc1" presStyleIdx="0" presStyleCnt="5">
        <dgm:presLayoutVars>
          <dgm:bulletEnabled val="1"/>
        </dgm:presLayoutVars>
      </dgm:prSet>
      <dgm:spPr/>
    </dgm:pt>
    <dgm:pt modelId="{BA9BEB54-B73C-8546-9F78-4C4DD9C81E3B}" type="pres">
      <dgm:prSet presAssocID="{5ABACF92-5D24-6D4E-8BCE-EDEA2A543BC6}" presName="childNode1tx" presStyleLbl="bgAcc1" presStyleIdx="0" presStyleCnt="5">
        <dgm:presLayoutVars>
          <dgm:bulletEnabled val="1"/>
        </dgm:presLayoutVars>
      </dgm:prSet>
      <dgm:spPr/>
    </dgm:pt>
    <dgm:pt modelId="{9FBECB09-EA1D-F244-A464-9F9F8C7CF41A}" type="pres">
      <dgm:prSet presAssocID="{5ABACF92-5D24-6D4E-8BCE-EDEA2A543BC6}" presName="parentNode1" presStyleLbl="node1" presStyleIdx="0" presStyleCnt="5" custLinFactNeighborX="14524" custLinFactNeighborY="71862">
        <dgm:presLayoutVars>
          <dgm:chMax val="1"/>
          <dgm:bulletEnabled val="1"/>
        </dgm:presLayoutVars>
      </dgm:prSet>
      <dgm:spPr/>
    </dgm:pt>
    <dgm:pt modelId="{7DC9BBFC-A65B-C14A-A121-1A0D79BE5A2C}" type="pres">
      <dgm:prSet presAssocID="{5ABACF92-5D24-6D4E-8BCE-EDEA2A543BC6}" presName="connSite1" presStyleCnt="0"/>
      <dgm:spPr/>
    </dgm:pt>
    <dgm:pt modelId="{89009161-4744-834E-BE9D-23615A9ED98E}" type="pres">
      <dgm:prSet presAssocID="{7811B54B-9B4A-FC42-AF86-375B407F94C2}" presName="Name9" presStyleLbl="sibTrans2D1" presStyleIdx="0" presStyleCnt="4" custLinFactNeighborX="10779" custLinFactNeighborY="-1728"/>
      <dgm:spPr/>
    </dgm:pt>
    <dgm:pt modelId="{D1C5ACFE-3BB9-9A46-96B7-AE8F645344C1}" type="pres">
      <dgm:prSet presAssocID="{AA654C33-87BC-B04D-AF43-CA6AB92ABB8F}" presName="composite2" presStyleCnt="0"/>
      <dgm:spPr/>
    </dgm:pt>
    <dgm:pt modelId="{44A1AF5A-6003-7447-BD69-93E7EB3C01EA}" type="pres">
      <dgm:prSet presAssocID="{AA654C33-87BC-B04D-AF43-CA6AB92ABB8F}" presName="dummyNode2" presStyleLbl="node1" presStyleIdx="0" presStyleCnt="5"/>
      <dgm:spPr/>
    </dgm:pt>
    <dgm:pt modelId="{2FC1B488-A5C8-5647-9465-9B59943BC7B1}" type="pres">
      <dgm:prSet presAssocID="{AA654C33-87BC-B04D-AF43-CA6AB92ABB8F}" presName="childNode2" presStyleLbl="bgAcc1" presStyleIdx="1" presStyleCnt="5" custScaleY="118739">
        <dgm:presLayoutVars>
          <dgm:bulletEnabled val="1"/>
        </dgm:presLayoutVars>
      </dgm:prSet>
      <dgm:spPr/>
    </dgm:pt>
    <dgm:pt modelId="{D12E029F-4C49-774A-865F-E913D00FE1FA}" type="pres">
      <dgm:prSet presAssocID="{AA654C33-87BC-B04D-AF43-CA6AB92ABB8F}" presName="childNode2tx" presStyleLbl="bgAcc1" presStyleIdx="1" presStyleCnt="5">
        <dgm:presLayoutVars>
          <dgm:bulletEnabled val="1"/>
        </dgm:presLayoutVars>
      </dgm:prSet>
      <dgm:spPr/>
    </dgm:pt>
    <dgm:pt modelId="{97D83F7A-A663-4249-AB98-6BF2BB24D9D1}" type="pres">
      <dgm:prSet presAssocID="{AA654C33-87BC-B04D-AF43-CA6AB92ABB8F}" presName="parentNode2" presStyleLbl="node1" presStyleIdx="1" presStyleCnt="5" custLinFactY="-4203" custLinFactNeighborX="-3697" custLinFactNeighborY="-100000">
        <dgm:presLayoutVars>
          <dgm:chMax val="0"/>
          <dgm:bulletEnabled val="1"/>
        </dgm:presLayoutVars>
      </dgm:prSet>
      <dgm:spPr/>
    </dgm:pt>
    <dgm:pt modelId="{D8304526-1704-C244-AEF6-9FFF59A707E3}" type="pres">
      <dgm:prSet presAssocID="{AA654C33-87BC-B04D-AF43-CA6AB92ABB8F}" presName="connSite2" presStyleCnt="0"/>
      <dgm:spPr/>
    </dgm:pt>
    <dgm:pt modelId="{6AD439FD-7901-9147-936E-1849FDB61529}" type="pres">
      <dgm:prSet presAssocID="{C4FAF748-0285-4D46-9B5A-6E0E98B8E917}" presName="Name18" presStyleLbl="sibTrans2D1" presStyleIdx="1" presStyleCnt="4"/>
      <dgm:spPr/>
    </dgm:pt>
    <dgm:pt modelId="{3A61A16B-D241-F24D-95AA-A742C76FFA5E}" type="pres">
      <dgm:prSet presAssocID="{7D11CD65-22CE-E145-BD3E-78D4B5E74B4F}" presName="composite1" presStyleCnt="0"/>
      <dgm:spPr/>
    </dgm:pt>
    <dgm:pt modelId="{396BDBE2-1502-B049-9B13-11603ADEB09C}" type="pres">
      <dgm:prSet presAssocID="{7D11CD65-22CE-E145-BD3E-78D4B5E74B4F}" presName="dummyNode1" presStyleLbl="node1" presStyleIdx="1" presStyleCnt="5"/>
      <dgm:spPr/>
    </dgm:pt>
    <dgm:pt modelId="{16F48478-5899-E64B-A3FC-9D915843E57C}" type="pres">
      <dgm:prSet presAssocID="{7D11CD65-22CE-E145-BD3E-78D4B5E74B4F}" presName="childNode1" presStyleLbl="bgAcc1" presStyleIdx="2" presStyleCnt="5" custScaleY="123488">
        <dgm:presLayoutVars>
          <dgm:bulletEnabled val="1"/>
        </dgm:presLayoutVars>
      </dgm:prSet>
      <dgm:spPr/>
    </dgm:pt>
    <dgm:pt modelId="{CB16CD9C-269A-7740-96A0-B73651A52494}" type="pres">
      <dgm:prSet presAssocID="{7D11CD65-22CE-E145-BD3E-78D4B5E74B4F}" presName="childNode1tx" presStyleLbl="bgAcc1" presStyleIdx="2" presStyleCnt="5">
        <dgm:presLayoutVars>
          <dgm:bulletEnabled val="1"/>
        </dgm:presLayoutVars>
      </dgm:prSet>
      <dgm:spPr/>
    </dgm:pt>
    <dgm:pt modelId="{9299E15B-0A91-4448-90FC-90AE34F65523}" type="pres">
      <dgm:prSet presAssocID="{7D11CD65-22CE-E145-BD3E-78D4B5E74B4F}" presName="parentNode1" presStyleLbl="node1" presStyleIdx="2" presStyleCnt="5" custLinFactY="3742" custLinFactNeighborX="-12424" custLinFactNeighborY="100000">
        <dgm:presLayoutVars>
          <dgm:chMax val="1"/>
          <dgm:bulletEnabled val="1"/>
        </dgm:presLayoutVars>
      </dgm:prSet>
      <dgm:spPr/>
    </dgm:pt>
    <dgm:pt modelId="{2CFB832B-E319-3743-A415-BE8E2A71FD41}" type="pres">
      <dgm:prSet presAssocID="{7D11CD65-22CE-E145-BD3E-78D4B5E74B4F}" presName="connSite1" presStyleCnt="0"/>
      <dgm:spPr/>
    </dgm:pt>
    <dgm:pt modelId="{9C8199C7-E5EF-2544-B9BE-925E4F62FDCC}" type="pres">
      <dgm:prSet presAssocID="{1D747738-BB99-904B-95C7-51CF671B3BB7}" presName="Name9" presStyleLbl="sibTrans2D1" presStyleIdx="2" presStyleCnt="4"/>
      <dgm:spPr/>
    </dgm:pt>
    <dgm:pt modelId="{6FF7418E-5082-3E41-B18D-3C7A9CC78915}" type="pres">
      <dgm:prSet presAssocID="{3CA09F97-5DC9-3C48-8F72-AE9A2BD7EB59}" presName="composite2" presStyleCnt="0"/>
      <dgm:spPr/>
    </dgm:pt>
    <dgm:pt modelId="{8BACBE7F-A169-D24A-A8C6-0C99502F2166}" type="pres">
      <dgm:prSet presAssocID="{3CA09F97-5DC9-3C48-8F72-AE9A2BD7EB59}" presName="dummyNode2" presStyleLbl="node1" presStyleIdx="2" presStyleCnt="5"/>
      <dgm:spPr/>
    </dgm:pt>
    <dgm:pt modelId="{C2576BBE-6E35-1D48-A33B-B853F114D644}" type="pres">
      <dgm:prSet presAssocID="{3CA09F97-5DC9-3C48-8F72-AE9A2BD7EB59}" presName="childNode2" presStyleLbl="bgAcc1" presStyleIdx="3" presStyleCnt="5">
        <dgm:presLayoutVars>
          <dgm:bulletEnabled val="1"/>
        </dgm:presLayoutVars>
      </dgm:prSet>
      <dgm:spPr/>
    </dgm:pt>
    <dgm:pt modelId="{CCBEB4F1-566D-844F-A230-A20FF5F5B03B}" type="pres">
      <dgm:prSet presAssocID="{3CA09F97-5DC9-3C48-8F72-AE9A2BD7EB59}" presName="childNode2tx" presStyleLbl="bgAcc1" presStyleIdx="3" presStyleCnt="5">
        <dgm:presLayoutVars>
          <dgm:bulletEnabled val="1"/>
        </dgm:presLayoutVars>
      </dgm:prSet>
      <dgm:spPr/>
    </dgm:pt>
    <dgm:pt modelId="{DA37661F-B6E3-3C4A-B0FE-E512A73C5560}" type="pres">
      <dgm:prSet presAssocID="{3CA09F97-5DC9-3C48-8F72-AE9A2BD7EB59}" presName="parentNode2" presStyleLbl="node1" presStyleIdx="3" presStyleCnt="5" custLinFactNeighborX="-7087" custLinFactNeighborY="-93766">
        <dgm:presLayoutVars>
          <dgm:chMax val="0"/>
          <dgm:bulletEnabled val="1"/>
        </dgm:presLayoutVars>
      </dgm:prSet>
      <dgm:spPr/>
    </dgm:pt>
    <dgm:pt modelId="{A84850EC-7D4C-BF4C-B5DF-AF0072EA22A5}" type="pres">
      <dgm:prSet presAssocID="{3CA09F97-5DC9-3C48-8F72-AE9A2BD7EB59}" presName="connSite2" presStyleCnt="0"/>
      <dgm:spPr/>
    </dgm:pt>
    <dgm:pt modelId="{56C3AFC2-B8CD-AE4B-81D2-7B087279E8D4}" type="pres">
      <dgm:prSet presAssocID="{619C899A-6CCB-1947-B27E-494409AB1DF3}" presName="Name18" presStyleLbl="sibTrans2D1" presStyleIdx="3" presStyleCnt="4"/>
      <dgm:spPr/>
    </dgm:pt>
    <dgm:pt modelId="{4C2788BC-5ACE-DE4C-8266-87DB04E5074B}" type="pres">
      <dgm:prSet presAssocID="{573ED733-27A8-2E4B-9EC7-CE1FCA625262}" presName="composite1" presStyleCnt="0"/>
      <dgm:spPr/>
    </dgm:pt>
    <dgm:pt modelId="{916FC71D-3EF7-0042-9D10-680AC81ABF3F}" type="pres">
      <dgm:prSet presAssocID="{573ED733-27A8-2E4B-9EC7-CE1FCA625262}" presName="dummyNode1" presStyleLbl="node1" presStyleIdx="3" presStyleCnt="5"/>
      <dgm:spPr/>
    </dgm:pt>
    <dgm:pt modelId="{A45D890C-B008-2640-8B9C-AAC317E4C7A5}" type="pres">
      <dgm:prSet presAssocID="{573ED733-27A8-2E4B-9EC7-CE1FCA625262}" presName="childNode1" presStyleLbl="bgAcc1" presStyleIdx="4" presStyleCnt="5">
        <dgm:presLayoutVars>
          <dgm:bulletEnabled val="1"/>
        </dgm:presLayoutVars>
      </dgm:prSet>
      <dgm:spPr/>
    </dgm:pt>
    <dgm:pt modelId="{E6DF55EC-E1B3-114E-BE37-75EF55CB273C}" type="pres">
      <dgm:prSet presAssocID="{573ED733-27A8-2E4B-9EC7-CE1FCA625262}" presName="childNode1tx" presStyleLbl="bgAcc1" presStyleIdx="4" presStyleCnt="5">
        <dgm:presLayoutVars>
          <dgm:bulletEnabled val="1"/>
        </dgm:presLayoutVars>
      </dgm:prSet>
      <dgm:spPr/>
    </dgm:pt>
    <dgm:pt modelId="{3C3ACA0F-57E7-F44B-8CED-88B15B8539BB}" type="pres">
      <dgm:prSet presAssocID="{573ED733-27A8-2E4B-9EC7-CE1FCA625262}" presName="parentNode1" presStyleLbl="node1" presStyleIdx="4" presStyleCnt="5" custLinFactNeighborX="-322" custLinFactNeighborY="71862">
        <dgm:presLayoutVars>
          <dgm:chMax val="1"/>
          <dgm:bulletEnabled val="1"/>
        </dgm:presLayoutVars>
      </dgm:prSet>
      <dgm:spPr/>
    </dgm:pt>
    <dgm:pt modelId="{0B3BDC3D-ECE6-1349-8175-E9E07549A22F}" type="pres">
      <dgm:prSet presAssocID="{573ED733-27A8-2E4B-9EC7-CE1FCA625262}" presName="connSite1" presStyleCnt="0"/>
      <dgm:spPr/>
    </dgm:pt>
  </dgm:ptLst>
  <dgm:cxnLst>
    <dgm:cxn modelId="{7C54E303-D35C-BD4C-B056-405340FE70BC}" type="presOf" srcId="{B8486F09-3319-9D4F-9B2C-4BE0A2512910}" destId="{CB16CD9C-269A-7740-96A0-B73651A52494}" srcOrd="1" destOrd="0" presId="urn:microsoft.com/office/officeart/2005/8/layout/hProcess4"/>
    <dgm:cxn modelId="{0AAB180B-6A03-A547-B487-4AA7177C5000}" type="presOf" srcId="{B8486F09-3319-9D4F-9B2C-4BE0A2512910}" destId="{16F48478-5899-E64B-A3FC-9D915843E57C}" srcOrd="0" destOrd="0" presId="urn:microsoft.com/office/officeart/2005/8/layout/hProcess4"/>
    <dgm:cxn modelId="{5F8E610F-F8A3-2B43-B9D4-80AE5F30E159}" srcId="{4110B44E-9A45-ED49-BAFC-76DB5E09CBEA}" destId="{AA654C33-87BC-B04D-AF43-CA6AB92ABB8F}" srcOrd="1" destOrd="0" parTransId="{D8F1656F-CA5C-C842-AEE9-C887EFE9C010}" sibTransId="{C4FAF748-0285-4D46-9B5A-6E0E98B8E917}"/>
    <dgm:cxn modelId="{A8D1DA0F-E1A4-0447-9A15-80110ECE3F25}" srcId="{4110B44E-9A45-ED49-BAFC-76DB5E09CBEA}" destId="{3CA09F97-5DC9-3C48-8F72-AE9A2BD7EB59}" srcOrd="3" destOrd="0" parTransId="{EC6FE827-AA4D-BD4D-9E1F-FB290F86916A}" sibTransId="{619C899A-6CCB-1947-B27E-494409AB1DF3}"/>
    <dgm:cxn modelId="{0D17AE38-69BE-234D-99F1-7D6224F5A857}" type="presOf" srcId="{AA654C33-87BC-B04D-AF43-CA6AB92ABB8F}" destId="{97D83F7A-A663-4249-AB98-6BF2BB24D9D1}" srcOrd="0" destOrd="0" presId="urn:microsoft.com/office/officeart/2005/8/layout/hProcess4"/>
    <dgm:cxn modelId="{A1D63E39-6811-9D44-BA9D-6F2C305937CB}" type="presOf" srcId="{1D747738-BB99-904B-95C7-51CF671B3BB7}" destId="{9C8199C7-E5EF-2544-B9BE-925E4F62FDCC}" srcOrd="0" destOrd="0" presId="urn:microsoft.com/office/officeart/2005/8/layout/hProcess4"/>
    <dgm:cxn modelId="{9B91143B-0494-8D46-82B7-E2965A0BF7DE}" type="presOf" srcId="{CE329517-2187-C04E-A9BD-AF54A47B9E71}" destId="{C2576BBE-6E35-1D48-A33B-B853F114D644}" srcOrd="0" destOrd="0" presId="urn:microsoft.com/office/officeart/2005/8/layout/hProcess4"/>
    <dgm:cxn modelId="{7FB5F741-1B9F-A047-87DF-BED657040343}" srcId="{5ABACF92-5D24-6D4E-8BCE-EDEA2A543BC6}" destId="{24CFF304-CEAE-2D45-97A3-08202A3D085C}" srcOrd="0" destOrd="0" parTransId="{A0E8CE4C-0B11-ED42-B8D0-92AA783E6F7D}" sibTransId="{074EA374-C32E-794B-99D4-6E8CAC41E057}"/>
    <dgm:cxn modelId="{F7861345-4591-094C-A483-3830D8C8072C}" srcId="{7D11CD65-22CE-E145-BD3E-78D4B5E74B4F}" destId="{B8486F09-3319-9D4F-9B2C-4BE0A2512910}" srcOrd="0" destOrd="0" parTransId="{31CCC664-6D96-E64C-BE44-7C8CE15F9AA8}" sibTransId="{93D82546-969C-BB42-9CD7-2F73FB8F7FE0}"/>
    <dgm:cxn modelId="{D5A1944B-7499-FE4C-B447-A7E01B431671}" type="presOf" srcId="{CE329517-2187-C04E-A9BD-AF54A47B9E71}" destId="{CCBEB4F1-566D-844F-A230-A20FF5F5B03B}" srcOrd="1" destOrd="0" presId="urn:microsoft.com/office/officeart/2005/8/layout/hProcess4"/>
    <dgm:cxn modelId="{731CC64D-2B8F-C545-A72C-2A992D3075EC}" type="presOf" srcId="{24CFF304-CEAE-2D45-97A3-08202A3D085C}" destId="{3D6388FB-1575-6F4D-B5F4-880D56410D60}" srcOrd="0" destOrd="0" presId="urn:microsoft.com/office/officeart/2005/8/layout/hProcess4"/>
    <dgm:cxn modelId="{C9FA9851-F386-9549-8C8F-055B6AE71CD3}" type="presOf" srcId="{7811B54B-9B4A-FC42-AF86-375B407F94C2}" destId="{89009161-4744-834E-BE9D-23615A9ED98E}" srcOrd="0" destOrd="0" presId="urn:microsoft.com/office/officeart/2005/8/layout/hProcess4"/>
    <dgm:cxn modelId="{4D8EA653-B1D7-9C43-B068-0B1B328291A3}" type="presOf" srcId="{573ED733-27A8-2E4B-9EC7-CE1FCA625262}" destId="{3C3ACA0F-57E7-F44B-8CED-88B15B8539BB}" srcOrd="0" destOrd="0" presId="urn:microsoft.com/office/officeart/2005/8/layout/hProcess4"/>
    <dgm:cxn modelId="{187C3D57-7270-0D47-8AE9-A16A5A1E9B63}" type="presOf" srcId="{C4FAF748-0285-4D46-9B5A-6E0E98B8E917}" destId="{6AD439FD-7901-9147-936E-1849FDB61529}" srcOrd="0" destOrd="0" presId="urn:microsoft.com/office/officeart/2005/8/layout/hProcess4"/>
    <dgm:cxn modelId="{CF398F59-1DDF-884A-89CC-C05E670AFFB3}" srcId="{573ED733-27A8-2E4B-9EC7-CE1FCA625262}" destId="{01B2A021-6C33-4D43-8C8F-2D36EA02F72B}" srcOrd="0" destOrd="0" parTransId="{354E57B1-D211-B64C-BDCE-54B8648F0449}" sibTransId="{EFEE5413-A4FC-7544-8A49-5D4F4E9C3067}"/>
    <dgm:cxn modelId="{91A0F874-1B3C-8A45-9470-61B323B407B6}" srcId="{AA654C33-87BC-B04D-AF43-CA6AB92ABB8F}" destId="{5D08A22E-E7BE-E24F-96BF-7ACA31D77E93}" srcOrd="0" destOrd="0" parTransId="{721520B6-FC5C-0148-87F2-2C6C37E65738}" sibTransId="{B6D4B217-42B4-5D41-AE2B-49DE80CEE1E5}"/>
    <dgm:cxn modelId="{C0A39882-884B-884B-B63A-94F1CC409362}" type="presOf" srcId="{4110B44E-9A45-ED49-BAFC-76DB5E09CBEA}" destId="{346087F2-FAE6-A143-8BB1-27806F07185A}" srcOrd="0" destOrd="0" presId="urn:microsoft.com/office/officeart/2005/8/layout/hProcess4"/>
    <dgm:cxn modelId="{4E062A9E-03AE-D64D-A6B1-3B7FBC29069F}" srcId="{4110B44E-9A45-ED49-BAFC-76DB5E09CBEA}" destId="{5ABACF92-5D24-6D4E-8BCE-EDEA2A543BC6}" srcOrd="0" destOrd="0" parTransId="{84E61777-9C4A-1D49-B680-22380C692744}" sibTransId="{7811B54B-9B4A-FC42-AF86-375B407F94C2}"/>
    <dgm:cxn modelId="{F0853EA1-55DA-C94C-BD37-427E0C074835}" type="presOf" srcId="{5D08A22E-E7BE-E24F-96BF-7ACA31D77E93}" destId="{D12E029F-4C49-774A-865F-E913D00FE1FA}" srcOrd="1" destOrd="0" presId="urn:microsoft.com/office/officeart/2005/8/layout/hProcess4"/>
    <dgm:cxn modelId="{65D049A1-6619-8D41-8795-C3E7B61DC8F3}" srcId="{4110B44E-9A45-ED49-BAFC-76DB5E09CBEA}" destId="{573ED733-27A8-2E4B-9EC7-CE1FCA625262}" srcOrd="4" destOrd="0" parTransId="{C8A3B48D-87EE-8241-8515-5E8657523CFA}" sibTransId="{4AAFDC1A-5E83-CC4B-A157-076CC35C8617}"/>
    <dgm:cxn modelId="{F620AAA4-FF3E-AF4D-9E0D-FED4C95C097C}" srcId="{4110B44E-9A45-ED49-BAFC-76DB5E09CBEA}" destId="{7D11CD65-22CE-E145-BD3E-78D4B5E74B4F}" srcOrd="2" destOrd="0" parTransId="{EAC30D2F-5D05-7B4F-A42F-BABAECB65855}" sibTransId="{1D747738-BB99-904B-95C7-51CF671B3BB7}"/>
    <dgm:cxn modelId="{B03745AA-0F74-A344-8981-4A2C917F2D66}" type="presOf" srcId="{24CFF304-CEAE-2D45-97A3-08202A3D085C}" destId="{BA9BEB54-B73C-8546-9F78-4C4DD9C81E3B}" srcOrd="1" destOrd="0" presId="urn:microsoft.com/office/officeart/2005/8/layout/hProcess4"/>
    <dgm:cxn modelId="{3E7757AE-E467-2642-B2B0-78C116296369}" type="presOf" srcId="{01B2A021-6C33-4D43-8C8F-2D36EA02F72B}" destId="{A45D890C-B008-2640-8B9C-AAC317E4C7A5}" srcOrd="0" destOrd="0" presId="urn:microsoft.com/office/officeart/2005/8/layout/hProcess4"/>
    <dgm:cxn modelId="{D28FC4B5-E593-7142-A17A-483BCD1162DA}" type="presOf" srcId="{619C899A-6CCB-1947-B27E-494409AB1DF3}" destId="{56C3AFC2-B8CD-AE4B-81D2-7B087279E8D4}" srcOrd="0" destOrd="0" presId="urn:microsoft.com/office/officeart/2005/8/layout/hProcess4"/>
    <dgm:cxn modelId="{FBA629C3-41B6-254E-B5A9-66F77A6B9A7B}" type="presOf" srcId="{7D11CD65-22CE-E145-BD3E-78D4B5E74B4F}" destId="{9299E15B-0A91-4448-90FC-90AE34F65523}" srcOrd="0" destOrd="0" presId="urn:microsoft.com/office/officeart/2005/8/layout/hProcess4"/>
    <dgm:cxn modelId="{88384FC7-AF9E-A94D-B37F-649F81528472}" type="presOf" srcId="{3CA09F97-5DC9-3C48-8F72-AE9A2BD7EB59}" destId="{DA37661F-B6E3-3C4A-B0FE-E512A73C5560}" srcOrd="0" destOrd="0" presId="urn:microsoft.com/office/officeart/2005/8/layout/hProcess4"/>
    <dgm:cxn modelId="{066DE1C7-24A7-1946-A46F-BFBCF1E3924F}" srcId="{3CA09F97-5DC9-3C48-8F72-AE9A2BD7EB59}" destId="{CE329517-2187-C04E-A9BD-AF54A47B9E71}" srcOrd="0" destOrd="0" parTransId="{497C2009-AFD3-C845-B493-43F51C19436A}" sibTransId="{63AD45A9-D59A-5643-9971-51F898AF0EAE}"/>
    <dgm:cxn modelId="{AF1BCFE6-F323-7E45-BB2A-F30F8073277D}" type="presOf" srcId="{5ABACF92-5D24-6D4E-8BCE-EDEA2A543BC6}" destId="{9FBECB09-EA1D-F244-A464-9F9F8C7CF41A}" srcOrd="0" destOrd="0" presId="urn:microsoft.com/office/officeart/2005/8/layout/hProcess4"/>
    <dgm:cxn modelId="{6B1700F0-89CC-3448-ACCF-F7562104E50F}" type="presOf" srcId="{01B2A021-6C33-4D43-8C8F-2D36EA02F72B}" destId="{E6DF55EC-E1B3-114E-BE37-75EF55CB273C}" srcOrd="1" destOrd="0" presId="urn:microsoft.com/office/officeart/2005/8/layout/hProcess4"/>
    <dgm:cxn modelId="{8601F4FE-87B1-4E42-9619-A8A11ADF6BED}" type="presOf" srcId="{5D08A22E-E7BE-E24F-96BF-7ACA31D77E93}" destId="{2FC1B488-A5C8-5647-9465-9B59943BC7B1}" srcOrd="0" destOrd="0" presId="urn:microsoft.com/office/officeart/2005/8/layout/hProcess4"/>
    <dgm:cxn modelId="{660AEBEA-9AC7-B846-8703-7DB70042AE3B}" type="presParOf" srcId="{346087F2-FAE6-A143-8BB1-27806F07185A}" destId="{0E2AD694-9BA1-DC40-9273-9CA39D5622BC}" srcOrd="0" destOrd="0" presId="urn:microsoft.com/office/officeart/2005/8/layout/hProcess4"/>
    <dgm:cxn modelId="{CE85AADC-349E-0242-A11E-FCE5636C6178}" type="presParOf" srcId="{346087F2-FAE6-A143-8BB1-27806F07185A}" destId="{C6D15FDD-C1A4-3E4C-AA73-147CE64078F7}" srcOrd="1" destOrd="0" presId="urn:microsoft.com/office/officeart/2005/8/layout/hProcess4"/>
    <dgm:cxn modelId="{443A08AC-247D-9446-A85F-9A15E1829EB8}" type="presParOf" srcId="{346087F2-FAE6-A143-8BB1-27806F07185A}" destId="{A6A57CF4-BB28-3F4B-8D83-4B7CCEC7D204}" srcOrd="2" destOrd="0" presId="urn:microsoft.com/office/officeart/2005/8/layout/hProcess4"/>
    <dgm:cxn modelId="{D025A0A4-1900-294E-ADDF-CA80BAC12FCE}" type="presParOf" srcId="{A6A57CF4-BB28-3F4B-8D83-4B7CCEC7D204}" destId="{C51BA05B-77EF-3C49-8798-34DADA28E164}" srcOrd="0" destOrd="0" presId="urn:microsoft.com/office/officeart/2005/8/layout/hProcess4"/>
    <dgm:cxn modelId="{A4323F47-6C97-214A-BEDD-BCC084826A69}" type="presParOf" srcId="{C51BA05B-77EF-3C49-8798-34DADA28E164}" destId="{585715A7-AC93-EE4B-9B7A-687E76FC3535}" srcOrd="0" destOrd="0" presId="urn:microsoft.com/office/officeart/2005/8/layout/hProcess4"/>
    <dgm:cxn modelId="{91F780D2-AFBC-8C4F-8B17-C3979F2E63D1}" type="presParOf" srcId="{C51BA05B-77EF-3C49-8798-34DADA28E164}" destId="{3D6388FB-1575-6F4D-B5F4-880D56410D60}" srcOrd="1" destOrd="0" presId="urn:microsoft.com/office/officeart/2005/8/layout/hProcess4"/>
    <dgm:cxn modelId="{6F297612-D082-6142-B738-18B86BC859BC}" type="presParOf" srcId="{C51BA05B-77EF-3C49-8798-34DADA28E164}" destId="{BA9BEB54-B73C-8546-9F78-4C4DD9C81E3B}" srcOrd="2" destOrd="0" presId="urn:microsoft.com/office/officeart/2005/8/layout/hProcess4"/>
    <dgm:cxn modelId="{526F93A8-F7C0-D64D-A085-3A2A55315106}" type="presParOf" srcId="{C51BA05B-77EF-3C49-8798-34DADA28E164}" destId="{9FBECB09-EA1D-F244-A464-9F9F8C7CF41A}" srcOrd="3" destOrd="0" presId="urn:microsoft.com/office/officeart/2005/8/layout/hProcess4"/>
    <dgm:cxn modelId="{289957A3-7CA0-E24E-8FD6-36429CBDF8F4}" type="presParOf" srcId="{C51BA05B-77EF-3C49-8798-34DADA28E164}" destId="{7DC9BBFC-A65B-C14A-A121-1A0D79BE5A2C}" srcOrd="4" destOrd="0" presId="urn:microsoft.com/office/officeart/2005/8/layout/hProcess4"/>
    <dgm:cxn modelId="{A76949C0-45D1-BD41-B3AC-CBE5E390176B}" type="presParOf" srcId="{A6A57CF4-BB28-3F4B-8D83-4B7CCEC7D204}" destId="{89009161-4744-834E-BE9D-23615A9ED98E}" srcOrd="1" destOrd="0" presId="urn:microsoft.com/office/officeart/2005/8/layout/hProcess4"/>
    <dgm:cxn modelId="{2998E51D-E0E3-BC48-A09E-27E787F2C0DD}" type="presParOf" srcId="{A6A57CF4-BB28-3F4B-8D83-4B7CCEC7D204}" destId="{D1C5ACFE-3BB9-9A46-96B7-AE8F645344C1}" srcOrd="2" destOrd="0" presId="urn:microsoft.com/office/officeart/2005/8/layout/hProcess4"/>
    <dgm:cxn modelId="{F75F622D-211F-D64F-AB1D-4712C16AA46B}" type="presParOf" srcId="{D1C5ACFE-3BB9-9A46-96B7-AE8F645344C1}" destId="{44A1AF5A-6003-7447-BD69-93E7EB3C01EA}" srcOrd="0" destOrd="0" presId="urn:microsoft.com/office/officeart/2005/8/layout/hProcess4"/>
    <dgm:cxn modelId="{E19F2B97-F1D1-9741-BF5E-F5C0466552C2}" type="presParOf" srcId="{D1C5ACFE-3BB9-9A46-96B7-AE8F645344C1}" destId="{2FC1B488-A5C8-5647-9465-9B59943BC7B1}" srcOrd="1" destOrd="0" presId="urn:microsoft.com/office/officeart/2005/8/layout/hProcess4"/>
    <dgm:cxn modelId="{4D1F6F23-B232-A147-9B69-2C0AF3129567}" type="presParOf" srcId="{D1C5ACFE-3BB9-9A46-96B7-AE8F645344C1}" destId="{D12E029F-4C49-774A-865F-E913D00FE1FA}" srcOrd="2" destOrd="0" presId="urn:microsoft.com/office/officeart/2005/8/layout/hProcess4"/>
    <dgm:cxn modelId="{2DC4A445-58D9-8442-A233-7A42AFD9A966}" type="presParOf" srcId="{D1C5ACFE-3BB9-9A46-96B7-AE8F645344C1}" destId="{97D83F7A-A663-4249-AB98-6BF2BB24D9D1}" srcOrd="3" destOrd="0" presId="urn:microsoft.com/office/officeart/2005/8/layout/hProcess4"/>
    <dgm:cxn modelId="{B02DCCBE-1097-1A4F-8C2F-A5952AD94AD1}" type="presParOf" srcId="{D1C5ACFE-3BB9-9A46-96B7-AE8F645344C1}" destId="{D8304526-1704-C244-AEF6-9FFF59A707E3}" srcOrd="4" destOrd="0" presId="urn:microsoft.com/office/officeart/2005/8/layout/hProcess4"/>
    <dgm:cxn modelId="{5ACA5EE0-B16B-8542-84AB-F5A392D8EE3C}" type="presParOf" srcId="{A6A57CF4-BB28-3F4B-8D83-4B7CCEC7D204}" destId="{6AD439FD-7901-9147-936E-1849FDB61529}" srcOrd="3" destOrd="0" presId="urn:microsoft.com/office/officeart/2005/8/layout/hProcess4"/>
    <dgm:cxn modelId="{AC284D4E-4138-4A4C-BD52-1DA9DA97EE1E}" type="presParOf" srcId="{A6A57CF4-BB28-3F4B-8D83-4B7CCEC7D204}" destId="{3A61A16B-D241-F24D-95AA-A742C76FFA5E}" srcOrd="4" destOrd="0" presId="urn:microsoft.com/office/officeart/2005/8/layout/hProcess4"/>
    <dgm:cxn modelId="{2155420C-B06A-C046-844B-F12054921AF4}" type="presParOf" srcId="{3A61A16B-D241-F24D-95AA-A742C76FFA5E}" destId="{396BDBE2-1502-B049-9B13-11603ADEB09C}" srcOrd="0" destOrd="0" presId="urn:microsoft.com/office/officeart/2005/8/layout/hProcess4"/>
    <dgm:cxn modelId="{5FA8D173-30FE-D34C-A32A-B5784D38A9B2}" type="presParOf" srcId="{3A61A16B-D241-F24D-95AA-A742C76FFA5E}" destId="{16F48478-5899-E64B-A3FC-9D915843E57C}" srcOrd="1" destOrd="0" presId="urn:microsoft.com/office/officeart/2005/8/layout/hProcess4"/>
    <dgm:cxn modelId="{46F3B4A2-96F6-0A42-A7B3-53871DC36E83}" type="presParOf" srcId="{3A61A16B-D241-F24D-95AA-A742C76FFA5E}" destId="{CB16CD9C-269A-7740-96A0-B73651A52494}" srcOrd="2" destOrd="0" presId="urn:microsoft.com/office/officeart/2005/8/layout/hProcess4"/>
    <dgm:cxn modelId="{43EDCB83-8CD3-524D-BFF7-552FDDB2EB5D}" type="presParOf" srcId="{3A61A16B-D241-F24D-95AA-A742C76FFA5E}" destId="{9299E15B-0A91-4448-90FC-90AE34F65523}" srcOrd="3" destOrd="0" presId="urn:microsoft.com/office/officeart/2005/8/layout/hProcess4"/>
    <dgm:cxn modelId="{3994EB66-845E-CC45-A257-2B504D59B048}" type="presParOf" srcId="{3A61A16B-D241-F24D-95AA-A742C76FFA5E}" destId="{2CFB832B-E319-3743-A415-BE8E2A71FD41}" srcOrd="4" destOrd="0" presId="urn:microsoft.com/office/officeart/2005/8/layout/hProcess4"/>
    <dgm:cxn modelId="{F9D98EE1-7A28-CC41-A201-294FAD578400}" type="presParOf" srcId="{A6A57CF4-BB28-3F4B-8D83-4B7CCEC7D204}" destId="{9C8199C7-E5EF-2544-B9BE-925E4F62FDCC}" srcOrd="5" destOrd="0" presId="urn:microsoft.com/office/officeart/2005/8/layout/hProcess4"/>
    <dgm:cxn modelId="{164F65C9-F92F-C446-A685-E68F96902F46}" type="presParOf" srcId="{A6A57CF4-BB28-3F4B-8D83-4B7CCEC7D204}" destId="{6FF7418E-5082-3E41-B18D-3C7A9CC78915}" srcOrd="6" destOrd="0" presId="urn:microsoft.com/office/officeart/2005/8/layout/hProcess4"/>
    <dgm:cxn modelId="{6B044235-4A47-914B-A7F7-F8717E4974AE}" type="presParOf" srcId="{6FF7418E-5082-3E41-B18D-3C7A9CC78915}" destId="{8BACBE7F-A169-D24A-A8C6-0C99502F2166}" srcOrd="0" destOrd="0" presId="urn:microsoft.com/office/officeart/2005/8/layout/hProcess4"/>
    <dgm:cxn modelId="{24572C7E-91A8-794D-B990-D5B04493E38E}" type="presParOf" srcId="{6FF7418E-5082-3E41-B18D-3C7A9CC78915}" destId="{C2576BBE-6E35-1D48-A33B-B853F114D644}" srcOrd="1" destOrd="0" presId="urn:microsoft.com/office/officeart/2005/8/layout/hProcess4"/>
    <dgm:cxn modelId="{BDEFC159-E892-4C40-80E5-CC6E1275F272}" type="presParOf" srcId="{6FF7418E-5082-3E41-B18D-3C7A9CC78915}" destId="{CCBEB4F1-566D-844F-A230-A20FF5F5B03B}" srcOrd="2" destOrd="0" presId="urn:microsoft.com/office/officeart/2005/8/layout/hProcess4"/>
    <dgm:cxn modelId="{869F6260-DD74-CC4A-95CA-618DAA5D0BF6}" type="presParOf" srcId="{6FF7418E-5082-3E41-B18D-3C7A9CC78915}" destId="{DA37661F-B6E3-3C4A-B0FE-E512A73C5560}" srcOrd="3" destOrd="0" presId="urn:microsoft.com/office/officeart/2005/8/layout/hProcess4"/>
    <dgm:cxn modelId="{994A73A5-41E1-8640-8205-B4775B84ED0B}" type="presParOf" srcId="{6FF7418E-5082-3E41-B18D-3C7A9CC78915}" destId="{A84850EC-7D4C-BF4C-B5DF-AF0072EA22A5}" srcOrd="4" destOrd="0" presId="urn:microsoft.com/office/officeart/2005/8/layout/hProcess4"/>
    <dgm:cxn modelId="{B2D961AE-771D-3644-BFE9-91D55AC94897}" type="presParOf" srcId="{A6A57CF4-BB28-3F4B-8D83-4B7CCEC7D204}" destId="{56C3AFC2-B8CD-AE4B-81D2-7B087279E8D4}" srcOrd="7" destOrd="0" presId="urn:microsoft.com/office/officeart/2005/8/layout/hProcess4"/>
    <dgm:cxn modelId="{62B8FA19-6FC7-2249-9FD1-F365F15C1388}" type="presParOf" srcId="{A6A57CF4-BB28-3F4B-8D83-4B7CCEC7D204}" destId="{4C2788BC-5ACE-DE4C-8266-87DB04E5074B}" srcOrd="8" destOrd="0" presId="urn:microsoft.com/office/officeart/2005/8/layout/hProcess4"/>
    <dgm:cxn modelId="{9208F3FD-8A88-1D46-9956-D4F4C1F5FB64}" type="presParOf" srcId="{4C2788BC-5ACE-DE4C-8266-87DB04E5074B}" destId="{916FC71D-3EF7-0042-9D10-680AC81ABF3F}" srcOrd="0" destOrd="0" presId="urn:microsoft.com/office/officeart/2005/8/layout/hProcess4"/>
    <dgm:cxn modelId="{F8B9101B-AB4C-D64F-A9B2-2C3DD0E0B98C}" type="presParOf" srcId="{4C2788BC-5ACE-DE4C-8266-87DB04E5074B}" destId="{A45D890C-B008-2640-8B9C-AAC317E4C7A5}" srcOrd="1" destOrd="0" presId="urn:microsoft.com/office/officeart/2005/8/layout/hProcess4"/>
    <dgm:cxn modelId="{BFFDB6D7-1903-DA4F-9ABB-172FABECBFFF}" type="presParOf" srcId="{4C2788BC-5ACE-DE4C-8266-87DB04E5074B}" destId="{E6DF55EC-E1B3-114E-BE37-75EF55CB273C}" srcOrd="2" destOrd="0" presId="urn:microsoft.com/office/officeart/2005/8/layout/hProcess4"/>
    <dgm:cxn modelId="{7083052A-332F-D540-A2FD-5DF91975C3CB}" type="presParOf" srcId="{4C2788BC-5ACE-DE4C-8266-87DB04E5074B}" destId="{3C3ACA0F-57E7-F44B-8CED-88B15B8539BB}" srcOrd="3" destOrd="0" presId="urn:microsoft.com/office/officeart/2005/8/layout/hProcess4"/>
    <dgm:cxn modelId="{2D74AE63-93DC-7348-8860-93B03824B9CF}" type="presParOf" srcId="{4C2788BC-5ACE-DE4C-8266-87DB04E5074B}" destId="{0B3BDC3D-ECE6-1349-8175-E9E07549A22F}"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529A5B-7F66-F645-A83B-6219E3D80B7A}" type="doc">
      <dgm:prSet loTypeId="urn:microsoft.com/office/officeart/2009/3/layout/HorizontalOrganizationChart" loCatId="" qsTypeId="urn:microsoft.com/office/officeart/2005/8/quickstyle/simple1" qsCatId="simple" csTypeId="urn:microsoft.com/office/officeart/2005/8/colors/accent1_2" csCatId="accent1" phldr="1"/>
      <dgm:spPr/>
      <dgm:t>
        <a:bodyPr/>
        <a:lstStyle/>
        <a:p>
          <a:endParaRPr lang="en-US"/>
        </a:p>
      </dgm:t>
    </dgm:pt>
    <dgm:pt modelId="{99940C46-8CBD-0E4E-9150-CA8FA68D801C}">
      <dgm:prSet phldrT="[Text]"/>
      <dgm:spPr>
        <a:blipFill rotWithShape="0">
          <a:blip xmlns:r="http://schemas.openxmlformats.org/officeDocument/2006/relationships" r:embed="rId1"/>
          <a:tile tx="0" ty="0" sx="100000" sy="100000" flip="none" algn="tl"/>
        </a:blipFill>
      </dgm:spPr>
      <dgm:t>
        <a:bodyPr/>
        <a:lstStyle/>
        <a:p>
          <a:r>
            <a:rPr lang="en-US" dirty="0">
              <a:latin typeface="Times New Roman" panose="02020603050405020304" pitchFamily="18" charset="0"/>
              <a:cs typeface="Times New Roman" panose="02020603050405020304" pitchFamily="18" charset="0"/>
            </a:rPr>
            <a:t>Các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HP </a:t>
          </a:r>
        </a:p>
      </dgm:t>
    </dgm:pt>
    <dgm:pt modelId="{F38801BE-3BDD-5F47-9E5C-411131B1A572}" type="parTrans" cxnId="{FCDDB207-8A09-6849-AF07-6224507C0713}">
      <dgm:prSet/>
      <dgm:spPr/>
      <dgm:t>
        <a:bodyPr/>
        <a:lstStyle/>
        <a:p>
          <a:endParaRPr lang="en-US">
            <a:latin typeface="Times New Roman" panose="02020603050405020304" pitchFamily="18" charset="0"/>
            <a:cs typeface="Times New Roman" panose="02020603050405020304" pitchFamily="18" charset="0"/>
          </a:endParaRPr>
        </a:p>
      </dgm:t>
    </dgm:pt>
    <dgm:pt modelId="{355A91CA-55A7-DA44-A99E-8F14F0653C77}" type="sibTrans" cxnId="{FCDDB207-8A09-6849-AF07-6224507C0713}">
      <dgm:prSet/>
      <dgm:spPr/>
      <dgm:t>
        <a:bodyPr/>
        <a:lstStyle/>
        <a:p>
          <a:endParaRPr lang="en-US">
            <a:latin typeface="Times New Roman" panose="02020603050405020304" pitchFamily="18" charset="0"/>
            <a:cs typeface="Times New Roman" panose="02020603050405020304" pitchFamily="18" charset="0"/>
          </a:endParaRPr>
        </a:p>
      </dgm:t>
    </dgm:pt>
    <dgm:pt modelId="{40EE13D1-262F-854B-9937-C62474AC2971}">
      <dgm:prSet phldrT="[Text]"/>
      <dgm:spPr>
        <a:pattFill prst="pct5">
          <a:fgClr>
            <a:schemeClr val="accent1">
              <a:hueOff val="0"/>
              <a:satOff val="0"/>
              <a:lumOff val="0"/>
            </a:schemeClr>
          </a:fgClr>
          <a:bgClr>
            <a:schemeClr val="accent4">
              <a:lumMod val="20000"/>
              <a:lumOff val="80000"/>
            </a:schemeClr>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1946</a:t>
          </a:r>
        </a:p>
      </dgm:t>
    </dgm:pt>
    <dgm:pt modelId="{968A144B-36EF-FE4F-B8DE-C9E2D569DFC9}" type="parTrans" cxnId="{C08553C1-271A-9E41-9BA0-4883BA4E4134}">
      <dgm:prSet/>
      <dgm:spPr/>
      <dgm:t>
        <a:bodyPr/>
        <a:lstStyle/>
        <a:p>
          <a:endParaRPr lang="en-US">
            <a:latin typeface="Times New Roman" panose="02020603050405020304" pitchFamily="18" charset="0"/>
            <a:cs typeface="Times New Roman" panose="02020603050405020304" pitchFamily="18" charset="0"/>
          </a:endParaRPr>
        </a:p>
      </dgm:t>
    </dgm:pt>
    <dgm:pt modelId="{0810DA33-4A7D-214F-9BDB-FA38BADFABB4}" type="sibTrans" cxnId="{C08553C1-271A-9E41-9BA0-4883BA4E4134}">
      <dgm:prSet/>
      <dgm:spPr/>
      <dgm:t>
        <a:bodyPr/>
        <a:lstStyle/>
        <a:p>
          <a:endParaRPr lang="en-US">
            <a:latin typeface="Times New Roman" panose="02020603050405020304" pitchFamily="18" charset="0"/>
            <a:cs typeface="Times New Roman" panose="02020603050405020304" pitchFamily="18" charset="0"/>
          </a:endParaRPr>
        </a:p>
      </dgm:t>
    </dgm:pt>
    <dgm:pt modelId="{38E7B3A5-83ED-CE46-A2EE-29D9A0CA75EE}">
      <dgm:prSet phldrT="[Text]"/>
      <dgm:spPr>
        <a:pattFill prst="pct5">
          <a:fgClr>
            <a:schemeClr val="accent1">
              <a:hueOff val="0"/>
              <a:satOff val="0"/>
              <a:lumOff val="0"/>
            </a:schemeClr>
          </a:fgClr>
          <a:bgClr>
            <a:schemeClr val="accent4">
              <a:lumMod val="20000"/>
              <a:lumOff val="80000"/>
            </a:schemeClr>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1959</a:t>
          </a:r>
        </a:p>
      </dgm:t>
    </dgm:pt>
    <dgm:pt modelId="{B3433700-C2D2-2E40-B837-8108147A9C5E}" type="parTrans" cxnId="{FCF87E9A-7217-3240-B7E7-0C653F4D355F}">
      <dgm:prSet/>
      <dgm:spPr/>
      <dgm:t>
        <a:bodyPr/>
        <a:lstStyle/>
        <a:p>
          <a:endParaRPr lang="en-US">
            <a:latin typeface="Times New Roman" panose="02020603050405020304" pitchFamily="18" charset="0"/>
            <a:cs typeface="Times New Roman" panose="02020603050405020304" pitchFamily="18" charset="0"/>
          </a:endParaRPr>
        </a:p>
      </dgm:t>
    </dgm:pt>
    <dgm:pt modelId="{CD75BA79-A3D4-8C4D-9881-ADAB02759F44}" type="sibTrans" cxnId="{FCF87E9A-7217-3240-B7E7-0C653F4D355F}">
      <dgm:prSet/>
      <dgm:spPr/>
      <dgm:t>
        <a:bodyPr/>
        <a:lstStyle/>
        <a:p>
          <a:endParaRPr lang="en-US">
            <a:latin typeface="Times New Roman" panose="02020603050405020304" pitchFamily="18" charset="0"/>
            <a:cs typeface="Times New Roman" panose="02020603050405020304" pitchFamily="18" charset="0"/>
          </a:endParaRPr>
        </a:p>
      </dgm:t>
    </dgm:pt>
    <dgm:pt modelId="{E3F986B2-CA03-8442-9454-6FA8261F41F6}">
      <dgm:prSet phldrT="[Text]"/>
      <dgm:spPr>
        <a:pattFill prst="pct5">
          <a:fgClr>
            <a:schemeClr val="accent1">
              <a:hueOff val="0"/>
              <a:satOff val="0"/>
              <a:lumOff val="0"/>
            </a:schemeClr>
          </a:fgClr>
          <a:bgClr>
            <a:schemeClr val="accent4">
              <a:lumMod val="20000"/>
              <a:lumOff val="80000"/>
            </a:schemeClr>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1980</a:t>
          </a:r>
        </a:p>
      </dgm:t>
    </dgm:pt>
    <dgm:pt modelId="{2D300699-1EC3-D04D-A08B-016BBD04876E}" type="parTrans" cxnId="{AA1E7E0B-2D4E-3143-8C72-3D52BEE605F6}">
      <dgm:prSet/>
      <dgm:spPr/>
      <dgm:t>
        <a:bodyPr/>
        <a:lstStyle/>
        <a:p>
          <a:endParaRPr lang="en-US">
            <a:latin typeface="Times New Roman" panose="02020603050405020304" pitchFamily="18" charset="0"/>
            <a:cs typeface="Times New Roman" panose="02020603050405020304" pitchFamily="18" charset="0"/>
          </a:endParaRPr>
        </a:p>
      </dgm:t>
    </dgm:pt>
    <dgm:pt modelId="{79804B18-18DD-6947-B0E6-359C905251A2}" type="sibTrans" cxnId="{AA1E7E0B-2D4E-3143-8C72-3D52BEE605F6}">
      <dgm:prSet/>
      <dgm:spPr/>
      <dgm:t>
        <a:bodyPr/>
        <a:lstStyle/>
        <a:p>
          <a:endParaRPr lang="en-US">
            <a:latin typeface="Times New Roman" panose="02020603050405020304" pitchFamily="18" charset="0"/>
            <a:cs typeface="Times New Roman" panose="02020603050405020304" pitchFamily="18" charset="0"/>
          </a:endParaRPr>
        </a:p>
      </dgm:t>
    </dgm:pt>
    <dgm:pt modelId="{4C80752B-2FC0-3440-B424-E1435AD7EEE4}">
      <dgm:prSet phldrT="[Text]"/>
      <dgm:spPr>
        <a:pattFill prst="pct5">
          <a:fgClr>
            <a:schemeClr val="accent1">
              <a:hueOff val="0"/>
              <a:satOff val="0"/>
              <a:lumOff val="0"/>
            </a:schemeClr>
          </a:fgClr>
          <a:bgClr>
            <a:schemeClr val="accent4">
              <a:lumMod val="20000"/>
              <a:lumOff val="80000"/>
            </a:schemeClr>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1992</a:t>
          </a:r>
        </a:p>
      </dgm:t>
    </dgm:pt>
    <dgm:pt modelId="{9F2E6D43-DAA9-7D47-8D0B-D4A51062B715}" type="parTrans" cxnId="{D06D4254-A967-5D40-9663-19D1064E5F2B}">
      <dgm:prSet/>
      <dgm:spPr/>
      <dgm:t>
        <a:bodyPr/>
        <a:lstStyle/>
        <a:p>
          <a:endParaRPr lang="en-US">
            <a:latin typeface="Times New Roman" panose="02020603050405020304" pitchFamily="18" charset="0"/>
            <a:cs typeface="Times New Roman" panose="02020603050405020304" pitchFamily="18" charset="0"/>
          </a:endParaRPr>
        </a:p>
      </dgm:t>
    </dgm:pt>
    <dgm:pt modelId="{F80FC165-0FE1-B047-B9A7-31708C98A6BC}" type="sibTrans" cxnId="{D06D4254-A967-5D40-9663-19D1064E5F2B}">
      <dgm:prSet/>
      <dgm:spPr/>
      <dgm:t>
        <a:bodyPr/>
        <a:lstStyle/>
        <a:p>
          <a:endParaRPr lang="en-US">
            <a:latin typeface="Times New Roman" panose="02020603050405020304" pitchFamily="18" charset="0"/>
            <a:cs typeface="Times New Roman" panose="02020603050405020304" pitchFamily="18" charset="0"/>
          </a:endParaRPr>
        </a:p>
      </dgm:t>
    </dgm:pt>
    <dgm:pt modelId="{42ACBFA7-19FC-FB43-B5A4-CE4E022CEE84}">
      <dgm:prSet phldrT="[Text]"/>
      <dgm:spPr>
        <a:pattFill prst="pct5">
          <a:fgClr>
            <a:schemeClr val="accent1">
              <a:hueOff val="0"/>
              <a:satOff val="0"/>
              <a:lumOff val="0"/>
            </a:schemeClr>
          </a:fgClr>
          <a:bgClr>
            <a:schemeClr val="accent4">
              <a:lumMod val="20000"/>
              <a:lumOff val="80000"/>
            </a:schemeClr>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2013</a:t>
          </a:r>
        </a:p>
      </dgm:t>
    </dgm:pt>
    <dgm:pt modelId="{A74EAF58-65CA-4C48-A113-E5C2593F1B82}" type="parTrans" cxnId="{80CB4D00-01EB-4C42-9BB5-7C534C1DBA66}">
      <dgm:prSet/>
      <dgm:spPr/>
      <dgm:t>
        <a:bodyPr/>
        <a:lstStyle/>
        <a:p>
          <a:endParaRPr lang="en-US"/>
        </a:p>
      </dgm:t>
    </dgm:pt>
    <dgm:pt modelId="{0BC1CE82-7A85-8540-ADA2-2548A05F2EE5}" type="sibTrans" cxnId="{80CB4D00-01EB-4C42-9BB5-7C534C1DBA66}">
      <dgm:prSet/>
      <dgm:spPr/>
      <dgm:t>
        <a:bodyPr/>
        <a:lstStyle/>
        <a:p>
          <a:endParaRPr lang="en-US"/>
        </a:p>
      </dgm:t>
    </dgm:pt>
    <dgm:pt modelId="{F5D5BBCB-88E8-2247-98E0-3E6F34DF18A5}" type="pres">
      <dgm:prSet presAssocID="{5A529A5B-7F66-F645-A83B-6219E3D80B7A}" presName="hierChild1" presStyleCnt="0">
        <dgm:presLayoutVars>
          <dgm:orgChart val="1"/>
          <dgm:chPref val="1"/>
          <dgm:dir/>
          <dgm:animOne val="branch"/>
          <dgm:animLvl val="lvl"/>
          <dgm:resizeHandles/>
        </dgm:presLayoutVars>
      </dgm:prSet>
      <dgm:spPr/>
    </dgm:pt>
    <dgm:pt modelId="{9D8BF977-0A52-9E41-8029-72F273F48222}" type="pres">
      <dgm:prSet presAssocID="{99940C46-8CBD-0E4E-9150-CA8FA68D801C}" presName="hierRoot1" presStyleCnt="0">
        <dgm:presLayoutVars>
          <dgm:hierBranch val="init"/>
        </dgm:presLayoutVars>
      </dgm:prSet>
      <dgm:spPr/>
    </dgm:pt>
    <dgm:pt modelId="{7B717D4B-0259-F743-9A26-9BFEC1B3FE87}" type="pres">
      <dgm:prSet presAssocID="{99940C46-8CBD-0E4E-9150-CA8FA68D801C}" presName="rootComposite1" presStyleCnt="0"/>
      <dgm:spPr/>
    </dgm:pt>
    <dgm:pt modelId="{6C0B1EF6-23BB-FB47-8611-3BC86517200B}" type="pres">
      <dgm:prSet presAssocID="{99940C46-8CBD-0E4E-9150-CA8FA68D801C}" presName="rootText1" presStyleLbl="node0" presStyleIdx="0" presStyleCnt="1">
        <dgm:presLayoutVars>
          <dgm:chPref val="3"/>
        </dgm:presLayoutVars>
      </dgm:prSet>
      <dgm:spPr/>
    </dgm:pt>
    <dgm:pt modelId="{5A39C96E-2949-C845-996B-80E7AC922A86}" type="pres">
      <dgm:prSet presAssocID="{99940C46-8CBD-0E4E-9150-CA8FA68D801C}" presName="rootConnector1" presStyleLbl="node1" presStyleIdx="0" presStyleCnt="0"/>
      <dgm:spPr/>
    </dgm:pt>
    <dgm:pt modelId="{9CFE6039-040C-B147-9DA4-1C63CD3EF5AA}" type="pres">
      <dgm:prSet presAssocID="{99940C46-8CBD-0E4E-9150-CA8FA68D801C}" presName="hierChild2" presStyleCnt="0"/>
      <dgm:spPr/>
    </dgm:pt>
    <dgm:pt modelId="{A3228725-146B-9644-B4F0-C14DCFB5862E}" type="pres">
      <dgm:prSet presAssocID="{968A144B-36EF-FE4F-B8DE-C9E2D569DFC9}" presName="Name64" presStyleLbl="parChTrans1D2" presStyleIdx="0" presStyleCnt="5"/>
      <dgm:spPr/>
    </dgm:pt>
    <dgm:pt modelId="{2E9AE29D-1288-274C-AA18-DF129C73E348}" type="pres">
      <dgm:prSet presAssocID="{40EE13D1-262F-854B-9937-C62474AC2971}" presName="hierRoot2" presStyleCnt="0">
        <dgm:presLayoutVars>
          <dgm:hierBranch val="init"/>
        </dgm:presLayoutVars>
      </dgm:prSet>
      <dgm:spPr/>
    </dgm:pt>
    <dgm:pt modelId="{A111FAEF-8C17-4748-8C7D-276EDD6F4E81}" type="pres">
      <dgm:prSet presAssocID="{40EE13D1-262F-854B-9937-C62474AC2971}" presName="rootComposite" presStyleCnt="0"/>
      <dgm:spPr/>
    </dgm:pt>
    <dgm:pt modelId="{AD5E45AC-64EF-5C40-A568-4A969EE2C6B5}" type="pres">
      <dgm:prSet presAssocID="{40EE13D1-262F-854B-9937-C62474AC2971}" presName="rootText" presStyleLbl="node2" presStyleIdx="0" presStyleCnt="5">
        <dgm:presLayoutVars>
          <dgm:chPref val="3"/>
        </dgm:presLayoutVars>
      </dgm:prSet>
      <dgm:spPr/>
    </dgm:pt>
    <dgm:pt modelId="{7AA82EC1-C0B3-264A-BAEA-C86BEF8554B4}" type="pres">
      <dgm:prSet presAssocID="{40EE13D1-262F-854B-9937-C62474AC2971}" presName="rootConnector" presStyleLbl="node2" presStyleIdx="0" presStyleCnt="5"/>
      <dgm:spPr/>
    </dgm:pt>
    <dgm:pt modelId="{2DADD230-3DC6-9D4B-8F31-772153D148EB}" type="pres">
      <dgm:prSet presAssocID="{40EE13D1-262F-854B-9937-C62474AC2971}" presName="hierChild4" presStyleCnt="0"/>
      <dgm:spPr/>
    </dgm:pt>
    <dgm:pt modelId="{22017808-6E12-A540-8FD9-1DCBAB71E9AD}" type="pres">
      <dgm:prSet presAssocID="{40EE13D1-262F-854B-9937-C62474AC2971}" presName="hierChild5" presStyleCnt="0"/>
      <dgm:spPr/>
    </dgm:pt>
    <dgm:pt modelId="{FCECE409-EE22-B248-8640-F54F74632581}" type="pres">
      <dgm:prSet presAssocID="{B3433700-C2D2-2E40-B837-8108147A9C5E}" presName="Name64" presStyleLbl="parChTrans1D2" presStyleIdx="1" presStyleCnt="5"/>
      <dgm:spPr/>
    </dgm:pt>
    <dgm:pt modelId="{1F0C28F9-EBD0-024A-9C35-10792A07A20B}" type="pres">
      <dgm:prSet presAssocID="{38E7B3A5-83ED-CE46-A2EE-29D9A0CA75EE}" presName="hierRoot2" presStyleCnt="0">
        <dgm:presLayoutVars>
          <dgm:hierBranch val="init"/>
        </dgm:presLayoutVars>
      </dgm:prSet>
      <dgm:spPr/>
    </dgm:pt>
    <dgm:pt modelId="{426495BB-0E86-2A48-BCD0-1DDE41E6066C}" type="pres">
      <dgm:prSet presAssocID="{38E7B3A5-83ED-CE46-A2EE-29D9A0CA75EE}" presName="rootComposite" presStyleCnt="0"/>
      <dgm:spPr/>
    </dgm:pt>
    <dgm:pt modelId="{D3F3B097-67AE-2C49-9751-B8115ABACA71}" type="pres">
      <dgm:prSet presAssocID="{38E7B3A5-83ED-CE46-A2EE-29D9A0CA75EE}" presName="rootText" presStyleLbl="node2" presStyleIdx="1" presStyleCnt="5">
        <dgm:presLayoutVars>
          <dgm:chPref val="3"/>
        </dgm:presLayoutVars>
      </dgm:prSet>
      <dgm:spPr/>
    </dgm:pt>
    <dgm:pt modelId="{2C4ED502-67BA-EB4F-B742-D8B8F0D4E3A1}" type="pres">
      <dgm:prSet presAssocID="{38E7B3A5-83ED-CE46-A2EE-29D9A0CA75EE}" presName="rootConnector" presStyleLbl="node2" presStyleIdx="1" presStyleCnt="5"/>
      <dgm:spPr/>
    </dgm:pt>
    <dgm:pt modelId="{0CC49360-BE2C-BF40-B471-B05FBE115065}" type="pres">
      <dgm:prSet presAssocID="{38E7B3A5-83ED-CE46-A2EE-29D9A0CA75EE}" presName="hierChild4" presStyleCnt="0"/>
      <dgm:spPr/>
    </dgm:pt>
    <dgm:pt modelId="{AF5CF68E-92E3-024B-9C04-E8E9D742909F}" type="pres">
      <dgm:prSet presAssocID="{38E7B3A5-83ED-CE46-A2EE-29D9A0CA75EE}" presName="hierChild5" presStyleCnt="0"/>
      <dgm:spPr/>
    </dgm:pt>
    <dgm:pt modelId="{AE6C1308-3AEE-A74E-944A-20710A8B4107}" type="pres">
      <dgm:prSet presAssocID="{2D300699-1EC3-D04D-A08B-016BBD04876E}" presName="Name64" presStyleLbl="parChTrans1D2" presStyleIdx="2" presStyleCnt="5"/>
      <dgm:spPr/>
    </dgm:pt>
    <dgm:pt modelId="{F89BA430-4023-964B-8B6B-99063967082F}" type="pres">
      <dgm:prSet presAssocID="{E3F986B2-CA03-8442-9454-6FA8261F41F6}" presName="hierRoot2" presStyleCnt="0">
        <dgm:presLayoutVars>
          <dgm:hierBranch val="init"/>
        </dgm:presLayoutVars>
      </dgm:prSet>
      <dgm:spPr/>
    </dgm:pt>
    <dgm:pt modelId="{46DB2062-5C18-A943-976E-39F78BF0CBB8}" type="pres">
      <dgm:prSet presAssocID="{E3F986B2-CA03-8442-9454-6FA8261F41F6}" presName="rootComposite" presStyleCnt="0"/>
      <dgm:spPr/>
    </dgm:pt>
    <dgm:pt modelId="{9DBC9F4F-F9E3-1D42-A42D-B44BDEAB4187}" type="pres">
      <dgm:prSet presAssocID="{E3F986B2-CA03-8442-9454-6FA8261F41F6}" presName="rootText" presStyleLbl="node2" presStyleIdx="2" presStyleCnt="5">
        <dgm:presLayoutVars>
          <dgm:chPref val="3"/>
        </dgm:presLayoutVars>
      </dgm:prSet>
      <dgm:spPr/>
    </dgm:pt>
    <dgm:pt modelId="{B30B1150-46C8-7840-A42C-59637B027852}" type="pres">
      <dgm:prSet presAssocID="{E3F986B2-CA03-8442-9454-6FA8261F41F6}" presName="rootConnector" presStyleLbl="node2" presStyleIdx="2" presStyleCnt="5"/>
      <dgm:spPr/>
    </dgm:pt>
    <dgm:pt modelId="{BA36C768-44E3-A14E-A263-2A30A01D213A}" type="pres">
      <dgm:prSet presAssocID="{E3F986B2-CA03-8442-9454-6FA8261F41F6}" presName="hierChild4" presStyleCnt="0"/>
      <dgm:spPr/>
    </dgm:pt>
    <dgm:pt modelId="{EA8B086D-3112-6F47-B1C7-CAEC2FDC0606}" type="pres">
      <dgm:prSet presAssocID="{E3F986B2-CA03-8442-9454-6FA8261F41F6}" presName="hierChild5" presStyleCnt="0"/>
      <dgm:spPr/>
    </dgm:pt>
    <dgm:pt modelId="{831C599F-6839-FB49-943C-2569CFF00FD1}" type="pres">
      <dgm:prSet presAssocID="{9F2E6D43-DAA9-7D47-8D0B-D4A51062B715}" presName="Name64" presStyleLbl="parChTrans1D2" presStyleIdx="3" presStyleCnt="5"/>
      <dgm:spPr/>
    </dgm:pt>
    <dgm:pt modelId="{5FAE5D22-0CB9-DD44-B6BD-85CD794FC8D8}" type="pres">
      <dgm:prSet presAssocID="{4C80752B-2FC0-3440-B424-E1435AD7EEE4}" presName="hierRoot2" presStyleCnt="0">
        <dgm:presLayoutVars>
          <dgm:hierBranch val="init"/>
        </dgm:presLayoutVars>
      </dgm:prSet>
      <dgm:spPr/>
    </dgm:pt>
    <dgm:pt modelId="{0D1CACAA-8FF0-8E40-AD7E-356457E9906D}" type="pres">
      <dgm:prSet presAssocID="{4C80752B-2FC0-3440-B424-E1435AD7EEE4}" presName="rootComposite" presStyleCnt="0"/>
      <dgm:spPr/>
    </dgm:pt>
    <dgm:pt modelId="{8611030E-42C8-2B4D-A670-F97662F2782D}" type="pres">
      <dgm:prSet presAssocID="{4C80752B-2FC0-3440-B424-E1435AD7EEE4}" presName="rootText" presStyleLbl="node2" presStyleIdx="3" presStyleCnt="5">
        <dgm:presLayoutVars>
          <dgm:chPref val="3"/>
        </dgm:presLayoutVars>
      </dgm:prSet>
      <dgm:spPr/>
    </dgm:pt>
    <dgm:pt modelId="{CF8AA367-0696-4D4A-8433-EA533903E512}" type="pres">
      <dgm:prSet presAssocID="{4C80752B-2FC0-3440-B424-E1435AD7EEE4}" presName="rootConnector" presStyleLbl="node2" presStyleIdx="3" presStyleCnt="5"/>
      <dgm:spPr/>
    </dgm:pt>
    <dgm:pt modelId="{350E5169-CED0-6445-ACF9-5B97B59E71CF}" type="pres">
      <dgm:prSet presAssocID="{4C80752B-2FC0-3440-B424-E1435AD7EEE4}" presName="hierChild4" presStyleCnt="0"/>
      <dgm:spPr/>
    </dgm:pt>
    <dgm:pt modelId="{7F5F78F6-226E-154A-9769-2808D2C36988}" type="pres">
      <dgm:prSet presAssocID="{4C80752B-2FC0-3440-B424-E1435AD7EEE4}" presName="hierChild5" presStyleCnt="0"/>
      <dgm:spPr/>
    </dgm:pt>
    <dgm:pt modelId="{5B09ACA2-51EB-A342-BF92-FF505E24EB6A}" type="pres">
      <dgm:prSet presAssocID="{A74EAF58-65CA-4C48-A113-E5C2593F1B82}" presName="Name64" presStyleLbl="parChTrans1D2" presStyleIdx="4" presStyleCnt="5"/>
      <dgm:spPr/>
    </dgm:pt>
    <dgm:pt modelId="{EA77DC07-7517-F941-8720-92F573076D26}" type="pres">
      <dgm:prSet presAssocID="{42ACBFA7-19FC-FB43-B5A4-CE4E022CEE84}" presName="hierRoot2" presStyleCnt="0">
        <dgm:presLayoutVars>
          <dgm:hierBranch val="init"/>
        </dgm:presLayoutVars>
      </dgm:prSet>
      <dgm:spPr/>
    </dgm:pt>
    <dgm:pt modelId="{F91D7122-F4A5-354A-B3F8-ED4043DE7BD4}" type="pres">
      <dgm:prSet presAssocID="{42ACBFA7-19FC-FB43-B5A4-CE4E022CEE84}" presName="rootComposite" presStyleCnt="0"/>
      <dgm:spPr/>
    </dgm:pt>
    <dgm:pt modelId="{98BE8A5F-F67A-5042-ADBD-F5F934B24099}" type="pres">
      <dgm:prSet presAssocID="{42ACBFA7-19FC-FB43-B5A4-CE4E022CEE84}" presName="rootText" presStyleLbl="node2" presStyleIdx="4" presStyleCnt="5">
        <dgm:presLayoutVars>
          <dgm:chPref val="3"/>
        </dgm:presLayoutVars>
      </dgm:prSet>
      <dgm:spPr/>
    </dgm:pt>
    <dgm:pt modelId="{0E9D8032-B2F2-3247-A931-829544BEA816}" type="pres">
      <dgm:prSet presAssocID="{42ACBFA7-19FC-FB43-B5A4-CE4E022CEE84}" presName="rootConnector" presStyleLbl="node2" presStyleIdx="4" presStyleCnt="5"/>
      <dgm:spPr/>
    </dgm:pt>
    <dgm:pt modelId="{55C6E430-6AB0-A84B-B8F6-B704EAB9741C}" type="pres">
      <dgm:prSet presAssocID="{42ACBFA7-19FC-FB43-B5A4-CE4E022CEE84}" presName="hierChild4" presStyleCnt="0"/>
      <dgm:spPr/>
    </dgm:pt>
    <dgm:pt modelId="{3F2F93E0-6A9E-254D-8487-BA3C55AC9847}" type="pres">
      <dgm:prSet presAssocID="{42ACBFA7-19FC-FB43-B5A4-CE4E022CEE84}" presName="hierChild5" presStyleCnt="0"/>
      <dgm:spPr/>
    </dgm:pt>
    <dgm:pt modelId="{48238A1F-A96A-7445-8F42-2F77032DC4A1}" type="pres">
      <dgm:prSet presAssocID="{99940C46-8CBD-0E4E-9150-CA8FA68D801C}" presName="hierChild3" presStyleCnt="0"/>
      <dgm:spPr/>
    </dgm:pt>
  </dgm:ptLst>
  <dgm:cxnLst>
    <dgm:cxn modelId="{80CB4D00-01EB-4C42-9BB5-7C534C1DBA66}" srcId="{99940C46-8CBD-0E4E-9150-CA8FA68D801C}" destId="{42ACBFA7-19FC-FB43-B5A4-CE4E022CEE84}" srcOrd="4" destOrd="0" parTransId="{A74EAF58-65CA-4C48-A113-E5C2593F1B82}" sibTransId="{0BC1CE82-7A85-8540-ADA2-2548A05F2EE5}"/>
    <dgm:cxn modelId="{FCDDB207-8A09-6849-AF07-6224507C0713}" srcId="{5A529A5B-7F66-F645-A83B-6219E3D80B7A}" destId="{99940C46-8CBD-0E4E-9150-CA8FA68D801C}" srcOrd="0" destOrd="0" parTransId="{F38801BE-3BDD-5F47-9E5C-411131B1A572}" sibTransId="{355A91CA-55A7-DA44-A99E-8F14F0653C77}"/>
    <dgm:cxn modelId="{AA1E7E0B-2D4E-3143-8C72-3D52BEE605F6}" srcId="{99940C46-8CBD-0E4E-9150-CA8FA68D801C}" destId="{E3F986B2-CA03-8442-9454-6FA8261F41F6}" srcOrd="2" destOrd="0" parTransId="{2D300699-1EC3-D04D-A08B-016BBD04876E}" sibTransId="{79804B18-18DD-6947-B0E6-359C905251A2}"/>
    <dgm:cxn modelId="{BA65EA17-424F-EE4D-B8D4-77A2E80FC2B1}" type="presOf" srcId="{38E7B3A5-83ED-CE46-A2EE-29D9A0CA75EE}" destId="{2C4ED502-67BA-EB4F-B742-D8B8F0D4E3A1}" srcOrd="1" destOrd="0" presId="urn:microsoft.com/office/officeart/2009/3/layout/HorizontalOrganizationChart"/>
    <dgm:cxn modelId="{1AEF3121-243F-1F47-A1D9-0F3339DA0565}" type="presOf" srcId="{99940C46-8CBD-0E4E-9150-CA8FA68D801C}" destId="{6C0B1EF6-23BB-FB47-8611-3BC86517200B}" srcOrd="0" destOrd="0" presId="urn:microsoft.com/office/officeart/2009/3/layout/HorizontalOrganizationChart"/>
    <dgm:cxn modelId="{7294F835-6027-B349-822E-2A9FAC2C0CE9}" type="presOf" srcId="{968A144B-36EF-FE4F-B8DE-C9E2D569DFC9}" destId="{A3228725-146B-9644-B4F0-C14DCFB5862E}" srcOrd="0" destOrd="0" presId="urn:microsoft.com/office/officeart/2009/3/layout/HorizontalOrganizationChart"/>
    <dgm:cxn modelId="{2D40D347-2EF2-5745-9EC9-70B9F80DB0D0}" type="presOf" srcId="{B3433700-C2D2-2E40-B837-8108147A9C5E}" destId="{FCECE409-EE22-B248-8640-F54F74632581}" srcOrd="0" destOrd="0" presId="urn:microsoft.com/office/officeart/2009/3/layout/HorizontalOrganizationChart"/>
    <dgm:cxn modelId="{D06D4254-A967-5D40-9663-19D1064E5F2B}" srcId="{99940C46-8CBD-0E4E-9150-CA8FA68D801C}" destId="{4C80752B-2FC0-3440-B424-E1435AD7EEE4}" srcOrd="3" destOrd="0" parTransId="{9F2E6D43-DAA9-7D47-8D0B-D4A51062B715}" sibTransId="{F80FC165-0FE1-B047-B9A7-31708C98A6BC}"/>
    <dgm:cxn modelId="{BD54C467-1537-2941-84DD-EB350F22F650}" type="presOf" srcId="{2D300699-1EC3-D04D-A08B-016BBD04876E}" destId="{AE6C1308-3AEE-A74E-944A-20710A8B4107}" srcOrd="0" destOrd="0" presId="urn:microsoft.com/office/officeart/2009/3/layout/HorizontalOrganizationChart"/>
    <dgm:cxn modelId="{933C7F6D-9988-DE4C-ABAC-D0F717092DF8}" type="presOf" srcId="{40EE13D1-262F-854B-9937-C62474AC2971}" destId="{7AA82EC1-C0B3-264A-BAEA-C86BEF8554B4}" srcOrd="1" destOrd="0" presId="urn:microsoft.com/office/officeart/2009/3/layout/HorizontalOrganizationChart"/>
    <dgm:cxn modelId="{EE565A80-4407-9C42-9AA2-AA8A643A23D0}" type="presOf" srcId="{A74EAF58-65CA-4C48-A113-E5C2593F1B82}" destId="{5B09ACA2-51EB-A342-BF92-FF505E24EB6A}" srcOrd="0" destOrd="0" presId="urn:microsoft.com/office/officeart/2009/3/layout/HorizontalOrganizationChart"/>
    <dgm:cxn modelId="{27BA5A83-4A5C-7B49-80B9-6833CD1983E2}" type="presOf" srcId="{4C80752B-2FC0-3440-B424-E1435AD7EEE4}" destId="{CF8AA367-0696-4D4A-8433-EA533903E512}" srcOrd="1" destOrd="0" presId="urn:microsoft.com/office/officeart/2009/3/layout/HorizontalOrganizationChart"/>
    <dgm:cxn modelId="{D9E37284-ACEB-5A49-8D5B-4DD15ACB54A5}" type="presOf" srcId="{42ACBFA7-19FC-FB43-B5A4-CE4E022CEE84}" destId="{0E9D8032-B2F2-3247-A931-829544BEA816}" srcOrd="1" destOrd="0" presId="urn:microsoft.com/office/officeart/2009/3/layout/HorizontalOrganizationChart"/>
    <dgm:cxn modelId="{CC3EA88C-B73B-C74B-A724-1707BF71BE87}" type="presOf" srcId="{40EE13D1-262F-854B-9937-C62474AC2971}" destId="{AD5E45AC-64EF-5C40-A568-4A969EE2C6B5}" srcOrd="0" destOrd="0" presId="urn:microsoft.com/office/officeart/2009/3/layout/HorizontalOrganizationChart"/>
    <dgm:cxn modelId="{AE80838E-B140-0441-A6A6-A2659F94C79E}" type="presOf" srcId="{42ACBFA7-19FC-FB43-B5A4-CE4E022CEE84}" destId="{98BE8A5F-F67A-5042-ADBD-F5F934B24099}" srcOrd="0" destOrd="0" presId="urn:microsoft.com/office/officeart/2009/3/layout/HorizontalOrganizationChart"/>
    <dgm:cxn modelId="{FCF87E9A-7217-3240-B7E7-0C653F4D355F}" srcId="{99940C46-8CBD-0E4E-9150-CA8FA68D801C}" destId="{38E7B3A5-83ED-CE46-A2EE-29D9A0CA75EE}" srcOrd="1" destOrd="0" parTransId="{B3433700-C2D2-2E40-B837-8108147A9C5E}" sibTransId="{CD75BA79-A3D4-8C4D-9881-ADAB02759F44}"/>
    <dgm:cxn modelId="{F79AC3A7-009C-0A46-B6A7-28938B8A8B53}" type="presOf" srcId="{99940C46-8CBD-0E4E-9150-CA8FA68D801C}" destId="{5A39C96E-2949-C845-996B-80E7AC922A86}" srcOrd="1" destOrd="0" presId="urn:microsoft.com/office/officeart/2009/3/layout/HorizontalOrganizationChart"/>
    <dgm:cxn modelId="{5D518DB1-A229-2F48-9CAC-34638E8F7104}" type="presOf" srcId="{E3F986B2-CA03-8442-9454-6FA8261F41F6}" destId="{9DBC9F4F-F9E3-1D42-A42D-B44BDEAB4187}" srcOrd="0" destOrd="0" presId="urn:microsoft.com/office/officeart/2009/3/layout/HorizontalOrganizationChart"/>
    <dgm:cxn modelId="{72758FB9-1286-E14D-A6C9-E98988AE18BC}" type="presOf" srcId="{4C80752B-2FC0-3440-B424-E1435AD7EEE4}" destId="{8611030E-42C8-2B4D-A670-F97662F2782D}" srcOrd="0" destOrd="0" presId="urn:microsoft.com/office/officeart/2009/3/layout/HorizontalOrganizationChart"/>
    <dgm:cxn modelId="{C08553C1-271A-9E41-9BA0-4883BA4E4134}" srcId="{99940C46-8CBD-0E4E-9150-CA8FA68D801C}" destId="{40EE13D1-262F-854B-9937-C62474AC2971}" srcOrd="0" destOrd="0" parTransId="{968A144B-36EF-FE4F-B8DE-C9E2D569DFC9}" sibTransId="{0810DA33-4A7D-214F-9BDB-FA38BADFABB4}"/>
    <dgm:cxn modelId="{CA2B89D1-BDB7-1242-A6D0-B9AA19D73236}" type="presOf" srcId="{9F2E6D43-DAA9-7D47-8D0B-D4A51062B715}" destId="{831C599F-6839-FB49-943C-2569CFF00FD1}" srcOrd="0" destOrd="0" presId="urn:microsoft.com/office/officeart/2009/3/layout/HorizontalOrganizationChart"/>
    <dgm:cxn modelId="{21AFCBD6-0E9A-C347-9076-744A49102B01}" type="presOf" srcId="{E3F986B2-CA03-8442-9454-6FA8261F41F6}" destId="{B30B1150-46C8-7840-A42C-59637B027852}" srcOrd="1" destOrd="0" presId="urn:microsoft.com/office/officeart/2009/3/layout/HorizontalOrganizationChart"/>
    <dgm:cxn modelId="{85EA6FED-9796-EA41-8BC9-0EAE4B05121B}" type="presOf" srcId="{38E7B3A5-83ED-CE46-A2EE-29D9A0CA75EE}" destId="{D3F3B097-67AE-2C49-9751-B8115ABACA71}" srcOrd="0" destOrd="0" presId="urn:microsoft.com/office/officeart/2009/3/layout/HorizontalOrganizationChart"/>
    <dgm:cxn modelId="{E67B7AED-912D-6A4E-8828-516B48A0C466}" type="presOf" srcId="{5A529A5B-7F66-F645-A83B-6219E3D80B7A}" destId="{F5D5BBCB-88E8-2247-98E0-3E6F34DF18A5}" srcOrd="0" destOrd="0" presId="urn:microsoft.com/office/officeart/2009/3/layout/HorizontalOrganizationChart"/>
    <dgm:cxn modelId="{510A6841-FFC8-C14C-8EAC-13136E1288F6}" type="presParOf" srcId="{F5D5BBCB-88E8-2247-98E0-3E6F34DF18A5}" destId="{9D8BF977-0A52-9E41-8029-72F273F48222}" srcOrd="0" destOrd="0" presId="urn:microsoft.com/office/officeart/2009/3/layout/HorizontalOrganizationChart"/>
    <dgm:cxn modelId="{D972D4A5-59FF-C944-8AE7-9AAC46FDF592}" type="presParOf" srcId="{9D8BF977-0A52-9E41-8029-72F273F48222}" destId="{7B717D4B-0259-F743-9A26-9BFEC1B3FE87}" srcOrd="0" destOrd="0" presId="urn:microsoft.com/office/officeart/2009/3/layout/HorizontalOrganizationChart"/>
    <dgm:cxn modelId="{BDDFD95E-5A69-544A-BD2E-D5DB5963FD4B}" type="presParOf" srcId="{7B717D4B-0259-F743-9A26-9BFEC1B3FE87}" destId="{6C0B1EF6-23BB-FB47-8611-3BC86517200B}" srcOrd="0" destOrd="0" presId="urn:microsoft.com/office/officeart/2009/3/layout/HorizontalOrganizationChart"/>
    <dgm:cxn modelId="{5535A751-B637-F94F-9DA0-E0E7968EDF8F}" type="presParOf" srcId="{7B717D4B-0259-F743-9A26-9BFEC1B3FE87}" destId="{5A39C96E-2949-C845-996B-80E7AC922A86}" srcOrd="1" destOrd="0" presId="urn:microsoft.com/office/officeart/2009/3/layout/HorizontalOrganizationChart"/>
    <dgm:cxn modelId="{3A7B2E1C-57B8-554C-B678-57A2B6003E11}" type="presParOf" srcId="{9D8BF977-0A52-9E41-8029-72F273F48222}" destId="{9CFE6039-040C-B147-9DA4-1C63CD3EF5AA}" srcOrd="1" destOrd="0" presId="urn:microsoft.com/office/officeart/2009/3/layout/HorizontalOrganizationChart"/>
    <dgm:cxn modelId="{C8CAF735-0E6A-2444-91D9-B5166F668A31}" type="presParOf" srcId="{9CFE6039-040C-B147-9DA4-1C63CD3EF5AA}" destId="{A3228725-146B-9644-B4F0-C14DCFB5862E}" srcOrd="0" destOrd="0" presId="urn:microsoft.com/office/officeart/2009/3/layout/HorizontalOrganizationChart"/>
    <dgm:cxn modelId="{198774DF-7937-CB43-ABC8-EC751D4F7466}" type="presParOf" srcId="{9CFE6039-040C-B147-9DA4-1C63CD3EF5AA}" destId="{2E9AE29D-1288-274C-AA18-DF129C73E348}" srcOrd="1" destOrd="0" presId="urn:microsoft.com/office/officeart/2009/3/layout/HorizontalOrganizationChart"/>
    <dgm:cxn modelId="{74FF20BA-C6EE-2C40-8C85-776534B51DA7}" type="presParOf" srcId="{2E9AE29D-1288-274C-AA18-DF129C73E348}" destId="{A111FAEF-8C17-4748-8C7D-276EDD6F4E81}" srcOrd="0" destOrd="0" presId="urn:microsoft.com/office/officeart/2009/3/layout/HorizontalOrganizationChart"/>
    <dgm:cxn modelId="{D539204F-4230-D247-BB5A-A9540A15A298}" type="presParOf" srcId="{A111FAEF-8C17-4748-8C7D-276EDD6F4E81}" destId="{AD5E45AC-64EF-5C40-A568-4A969EE2C6B5}" srcOrd="0" destOrd="0" presId="urn:microsoft.com/office/officeart/2009/3/layout/HorizontalOrganizationChart"/>
    <dgm:cxn modelId="{5E09CCE8-73FF-FA4D-8932-7EEA6B7E14E6}" type="presParOf" srcId="{A111FAEF-8C17-4748-8C7D-276EDD6F4E81}" destId="{7AA82EC1-C0B3-264A-BAEA-C86BEF8554B4}" srcOrd="1" destOrd="0" presId="urn:microsoft.com/office/officeart/2009/3/layout/HorizontalOrganizationChart"/>
    <dgm:cxn modelId="{DB826DE0-482B-934D-91A4-DEFDFAEBD99D}" type="presParOf" srcId="{2E9AE29D-1288-274C-AA18-DF129C73E348}" destId="{2DADD230-3DC6-9D4B-8F31-772153D148EB}" srcOrd="1" destOrd="0" presId="urn:microsoft.com/office/officeart/2009/3/layout/HorizontalOrganizationChart"/>
    <dgm:cxn modelId="{8DE83117-D3EE-B743-B5E9-CD1DDFE3FF2D}" type="presParOf" srcId="{2E9AE29D-1288-274C-AA18-DF129C73E348}" destId="{22017808-6E12-A540-8FD9-1DCBAB71E9AD}" srcOrd="2" destOrd="0" presId="urn:microsoft.com/office/officeart/2009/3/layout/HorizontalOrganizationChart"/>
    <dgm:cxn modelId="{BEF20BB0-31AA-0E4C-B389-47F1BF65E832}" type="presParOf" srcId="{9CFE6039-040C-B147-9DA4-1C63CD3EF5AA}" destId="{FCECE409-EE22-B248-8640-F54F74632581}" srcOrd="2" destOrd="0" presId="urn:microsoft.com/office/officeart/2009/3/layout/HorizontalOrganizationChart"/>
    <dgm:cxn modelId="{6F6824D0-3863-3648-889B-6FEA0FB5A476}" type="presParOf" srcId="{9CFE6039-040C-B147-9DA4-1C63CD3EF5AA}" destId="{1F0C28F9-EBD0-024A-9C35-10792A07A20B}" srcOrd="3" destOrd="0" presId="urn:microsoft.com/office/officeart/2009/3/layout/HorizontalOrganizationChart"/>
    <dgm:cxn modelId="{70BA5BF4-8466-D248-B236-C060744ACBA8}" type="presParOf" srcId="{1F0C28F9-EBD0-024A-9C35-10792A07A20B}" destId="{426495BB-0E86-2A48-BCD0-1DDE41E6066C}" srcOrd="0" destOrd="0" presId="urn:microsoft.com/office/officeart/2009/3/layout/HorizontalOrganizationChart"/>
    <dgm:cxn modelId="{494DD700-F438-7D4B-AF88-5979848A67ED}" type="presParOf" srcId="{426495BB-0E86-2A48-BCD0-1DDE41E6066C}" destId="{D3F3B097-67AE-2C49-9751-B8115ABACA71}" srcOrd="0" destOrd="0" presId="urn:microsoft.com/office/officeart/2009/3/layout/HorizontalOrganizationChart"/>
    <dgm:cxn modelId="{B9C2BAFE-945B-1D47-A885-BF0F9553D0A1}" type="presParOf" srcId="{426495BB-0E86-2A48-BCD0-1DDE41E6066C}" destId="{2C4ED502-67BA-EB4F-B742-D8B8F0D4E3A1}" srcOrd="1" destOrd="0" presId="urn:microsoft.com/office/officeart/2009/3/layout/HorizontalOrganizationChart"/>
    <dgm:cxn modelId="{ACF2358A-4F9F-FE47-A228-D31B840AE012}" type="presParOf" srcId="{1F0C28F9-EBD0-024A-9C35-10792A07A20B}" destId="{0CC49360-BE2C-BF40-B471-B05FBE115065}" srcOrd="1" destOrd="0" presId="urn:microsoft.com/office/officeart/2009/3/layout/HorizontalOrganizationChart"/>
    <dgm:cxn modelId="{24047F8A-9D09-5547-BBBD-D3E10AD141D3}" type="presParOf" srcId="{1F0C28F9-EBD0-024A-9C35-10792A07A20B}" destId="{AF5CF68E-92E3-024B-9C04-E8E9D742909F}" srcOrd="2" destOrd="0" presId="urn:microsoft.com/office/officeart/2009/3/layout/HorizontalOrganizationChart"/>
    <dgm:cxn modelId="{6DD19CD8-0075-AD44-907B-28FB0ED6E04B}" type="presParOf" srcId="{9CFE6039-040C-B147-9DA4-1C63CD3EF5AA}" destId="{AE6C1308-3AEE-A74E-944A-20710A8B4107}" srcOrd="4" destOrd="0" presId="urn:microsoft.com/office/officeart/2009/3/layout/HorizontalOrganizationChart"/>
    <dgm:cxn modelId="{A8F3BCB8-DF45-4E4C-9285-1AAA26DF8766}" type="presParOf" srcId="{9CFE6039-040C-B147-9DA4-1C63CD3EF5AA}" destId="{F89BA430-4023-964B-8B6B-99063967082F}" srcOrd="5" destOrd="0" presId="urn:microsoft.com/office/officeart/2009/3/layout/HorizontalOrganizationChart"/>
    <dgm:cxn modelId="{466B5C51-E9A5-FD45-8F27-7B83BB784150}" type="presParOf" srcId="{F89BA430-4023-964B-8B6B-99063967082F}" destId="{46DB2062-5C18-A943-976E-39F78BF0CBB8}" srcOrd="0" destOrd="0" presId="urn:microsoft.com/office/officeart/2009/3/layout/HorizontalOrganizationChart"/>
    <dgm:cxn modelId="{734FC1F5-1741-5445-A0F5-EFDD7964E17D}" type="presParOf" srcId="{46DB2062-5C18-A943-976E-39F78BF0CBB8}" destId="{9DBC9F4F-F9E3-1D42-A42D-B44BDEAB4187}" srcOrd="0" destOrd="0" presId="urn:microsoft.com/office/officeart/2009/3/layout/HorizontalOrganizationChart"/>
    <dgm:cxn modelId="{A238F289-2B5A-2C4A-A539-DC8B7A9DD96E}" type="presParOf" srcId="{46DB2062-5C18-A943-976E-39F78BF0CBB8}" destId="{B30B1150-46C8-7840-A42C-59637B027852}" srcOrd="1" destOrd="0" presId="urn:microsoft.com/office/officeart/2009/3/layout/HorizontalOrganizationChart"/>
    <dgm:cxn modelId="{76D1158F-B6AD-334E-B30D-0B3FCD9677AF}" type="presParOf" srcId="{F89BA430-4023-964B-8B6B-99063967082F}" destId="{BA36C768-44E3-A14E-A263-2A30A01D213A}" srcOrd="1" destOrd="0" presId="urn:microsoft.com/office/officeart/2009/3/layout/HorizontalOrganizationChart"/>
    <dgm:cxn modelId="{A71D259D-BD41-4648-A4F9-C6716EC24A49}" type="presParOf" srcId="{F89BA430-4023-964B-8B6B-99063967082F}" destId="{EA8B086D-3112-6F47-B1C7-CAEC2FDC0606}" srcOrd="2" destOrd="0" presId="urn:microsoft.com/office/officeart/2009/3/layout/HorizontalOrganizationChart"/>
    <dgm:cxn modelId="{E9B78A58-D32A-3A40-9794-45CA56C6B0B8}" type="presParOf" srcId="{9CFE6039-040C-B147-9DA4-1C63CD3EF5AA}" destId="{831C599F-6839-FB49-943C-2569CFF00FD1}" srcOrd="6" destOrd="0" presId="urn:microsoft.com/office/officeart/2009/3/layout/HorizontalOrganizationChart"/>
    <dgm:cxn modelId="{80E5C6ED-2A8A-A848-A4B4-CB334ABB5ACA}" type="presParOf" srcId="{9CFE6039-040C-B147-9DA4-1C63CD3EF5AA}" destId="{5FAE5D22-0CB9-DD44-B6BD-85CD794FC8D8}" srcOrd="7" destOrd="0" presId="urn:microsoft.com/office/officeart/2009/3/layout/HorizontalOrganizationChart"/>
    <dgm:cxn modelId="{0FBBA4C3-70E0-6D46-A640-A046DDE0CB8D}" type="presParOf" srcId="{5FAE5D22-0CB9-DD44-B6BD-85CD794FC8D8}" destId="{0D1CACAA-8FF0-8E40-AD7E-356457E9906D}" srcOrd="0" destOrd="0" presId="urn:microsoft.com/office/officeart/2009/3/layout/HorizontalOrganizationChart"/>
    <dgm:cxn modelId="{807D79EA-C79E-9848-9B71-668AD4C8A4EF}" type="presParOf" srcId="{0D1CACAA-8FF0-8E40-AD7E-356457E9906D}" destId="{8611030E-42C8-2B4D-A670-F97662F2782D}" srcOrd="0" destOrd="0" presId="urn:microsoft.com/office/officeart/2009/3/layout/HorizontalOrganizationChart"/>
    <dgm:cxn modelId="{257DDF18-6DE1-BC4A-B51F-01417D7E792B}" type="presParOf" srcId="{0D1CACAA-8FF0-8E40-AD7E-356457E9906D}" destId="{CF8AA367-0696-4D4A-8433-EA533903E512}" srcOrd="1" destOrd="0" presId="urn:microsoft.com/office/officeart/2009/3/layout/HorizontalOrganizationChart"/>
    <dgm:cxn modelId="{15A3A1D8-671E-3D42-AC23-5CBE5D765014}" type="presParOf" srcId="{5FAE5D22-0CB9-DD44-B6BD-85CD794FC8D8}" destId="{350E5169-CED0-6445-ACF9-5B97B59E71CF}" srcOrd="1" destOrd="0" presId="urn:microsoft.com/office/officeart/2009/3/layout/HorizontalOrganizationChart"/>
    <dgm:cxn modelId="{0FDC4033-8D2C-E146-991F-18CD034205D6}" type="presParOf" srcId="{5FAE5D22-0CB9-DD44-B6BD-85CD794FC8D8}" destId="{7F5F78F6-226E-154A-9769-2808D2C36988}" srcOrd="2" destOrd="0" presId="urn:microsoft.com/office/officeart/2009/3/layout/HorizontalOrganizationChart"/>
    <dgm:cxn modelId="{02320759-203F-5346-AD8B-ECEE85DB460D}" type="presParOf" srcId="{9CFE6039-040C-B147-9DA4-1C63CD3EF5AA}" destId="{5B09ACA2-51EB-A342-BF92-FF505E24EB6A}" srcOrd="8" destOrd="0" presId="urn:microsoft.com/office/officeart/2009/3/layout/HorizontalOrganizationChart"/>
    <dgm:cxn modelId="{9B7B5891-F848-C44C-A624-219CAF05BA52}" type="presParOf" srcId="{9CFE6039-040C-B147-9DA4-1C63CD3EF5AA}" destId="{EA77DC07-7517-F941-8720-92F573076D26}" srcOrd="9" destOrd="0" presId="urn:microsoft.com/office/officeart/2009/3/layout/HorizontalOrganizationChart"/>
    <dgm:cxn modelId="{DD67EE5E-9895-5D4F-951D-F454D4EB3A72}" type="presParOf" srcId="{EA77DC07-7517-F941-8720-92F573076D26}" destId="{F91D7122-F4A5-354A-B3F8-ED4043DE7BD4}" srcOrd="0" destOrd="0" presId="urn:microsoft.com/office/officeart/2009/3/layout/HorizontalOrganizationChart"/>
    <dgm:cxn modelId="{5DA0D9B8-93EB-BF47-9EC8-BBC61F43828B}" type="presParOf" srcId="{F91D7122-F4A5-354A-B3F8-ED4043DE7BD4}" destId="{98BE8A5F-F67A-5042-ADBD-F5F934B24099}" srcOrd="0" destOrd="0" presId="urn:microsoft.com/office/officeart/2009/3/layout/HorizontalOrganizationChart"/>
    <dgm:cxn modelId="{A5ED4B8A-2F2C-5A4D-AB48-842A99C92F88}" type="presParOf" srcId="{F91D7122-F4A5-354A-B3F8-ED4043DE7BD4}" destId="{0E9D8032-B2F2-3247-A931-829544BEA816}" srcOrd="1" destOrd="0" presId="urn:microsoft.com/office/officeart/2009/3/layout/HorizontalOrganizationChart"/>
    <dgm:cxn modelId="{B8F39C77-32C3-3942-8525-112FA15BB272}" type="presParOf" srcId="{EA77DC07-7517-F941-8720-92F573076D26}" destId="{55C6E430-6AB0-A84B-B8F6-B704EAB9741C}" srcOrd="1" destOrd="0" presId="urn:microsoft.com/office/officeart/2009/3/layout/HorizontalOrganizationChart"/>
    <dgm:cxn modelId="{0568F8C6-C92E-F945-8CBF-268F886D3D18}" type="presParOf" srcId="{EA77DC07-7517-F941-8720-92F573076D26}" destId="{3F2F93E0-6A9E-254D-8487-BA3C55AC9847}" srcOrd="2" destOrd="0" presId="urn:microsoft.com/office/officeart/2009/3/layout/HorizontalOrganizationChart"/>
    <dgm:cxn modelId="{B40DC54D-231B-1D40-AB9C-1138D49A941A}" type="presParOf" srcId="{9D8BF977-0A52-9E41-8029-72F273F48222}" destId="{48238A1F-A96A-7445-8F42-2F77032DC4A1}"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529A5B-7F66-F645-A83B-6219E3D80B7A}" type="doc">
      <dgm:prSet loTypeId="urn:microsoft.com/office/officeart/2009/3/layout/HorizontalOrganizationChart" loCatId="" qsTypeId="urn:microsoft.com/office/officeart/2005/8/quickstyle/simple1" qsCatId="simple" csTypeId="urn:microsoft.com/office/officeart/2005/8/colors/accent1_2" csCatId="accent1" phldr="1"/>
      <dgm:spPr/>
      <dgm:t>
        <a:bodyPr/>
        <a:lstStyle/>
        <a:p>
          <a:endParaRPr lang="en-US"/>
        </a:p>
      </dgm:t>
    </dgm:pt>
    <dgm:pt modelId="{99940C46-8CBD-0E4E-9150-CA8FA68D801C}">
      <dgm:prSet phldrT="[Text]" custT="1"/>
      <dgm:spPr>
        <a:blipFill rotWithShape="0">
          <a:blip xmlns:r="http://schemas.openxmlformats.org/officeDocument/2006/relationships" r:embed="rId1"/>
          <a:tile tx="0" ty="0" sx="100000" sy="100000" flip="none" algn="tl"/>
        </a:blipFill>
      </dgm:spPr>
      <dgm:t>
        <a:bodyPr/>
        <a:lstStyle/>
        <a:p>
          <a:r>
            <a:rPr lang="en-US" sz="1800" dirty="0" err="1">
              <a:solidFill>
                <a:schemeClr val="bg1"/>
              </a:solidFill>
              <a:latin typeface="Times New Roman" panose="02020603050405020304" pitchFamily="18" charset="0"/>
              <a:cs typeface="Times New Roman" panose="02020603050405020304" pitchFamily="18" charset="0"/>
            </a:rPr>
            <a:t>Hiến</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pháp</a:t>
          </a:r>
          <a:r>
            <a:rPr lang="en-US" sz="1800" dirty="0">
              <a:solidFill>
                <a:schemeClr val="bg1"/>
              </a:solidFill>
              <a:latin typeface="Times New Roman" panose="02020603050405020304" pitchFamily="18" charset="0"/>
              <a:cs typeface="Times New Roman" panose="02020603050405020304" pitchFamily="18" charset="0"/>
            </a:rPr>
            <a:t> </a:t>
          </a:r>
        </a:p>
        <a:p>
          <a:r>
            <a:rPr lang="en-US" sz="1800" dirty="0" err="1">
              <a:solidFill>
                <a:schemeClr val="bg1"/>
              </a:solidFill>
              <a:latin typeface="Times New Roman" panose="02020603050405020304" pitchFamily="18" charset="0"/>
              <a:cs typeface="Times New Roman" panose="02020603050405020304" pitchFamily="18" charset="0"/>
            </a:rPr>
            <a:t>năm</a:t>
          </a:r>
          <a:r>
            <a:rPr lang="en-US" sz="1800" dirty="0">
              <a:solidFill>
                <a:schemeClr val="bg1"/>
              </a:solidFill>
              <a:latin typeface="Times New Roman" panose="02020603050405020304" pitchFamily="18" charset="0"/>
              <a:cs typeface="Times New Roman" panose="02020603050405020304" pitchFamily="18" charset="0"/>
            </a:rPr>
            <a:t> 2013 </a:t>
          </a:r>
        </a:p>
      </dgm:t>
    </dgm:pt>
    <dgm:pt modelId="{F38801BE-3BDD-5F47-9E5C-411131B1A572}" type="parTrans" cxnId="{FCDDB207-8A09-6849-AF07-6224507C0713}">
      <dgm:prSet/>
      <dgm:spPr/>
      <dgm:t>
        <a:bodyPr/>
        <a:lstStyle/>
        <a:p>
          <a:endParaRPr lang="en-US" sz="1800">
            <a:latin typeface="Times New Roman" panose="02020603050405020304" pitchFamily="18" charset="0"/>
            <a:cs typeface="Times New Roman" panose="02020603050405020304" pitchFamily="18" charset="0"/>
          </a:endParaRPr>
        </a:p>
      </dgm:t>
    </dgm:pt>
    <dgm:pt modelId="{355A91CA-55A7-DA44-A99E-8F14F0653C77}" type="sibTrans" cxnId="{FCDDB207-8A09-6849-AF07-6224507C0713}">
      <dgm:prSet/>
      <dgm:spPr/>
      <dgm:t>
        <a:bodyPr/>
        <a:lstStyle/>
        <a:p>
          <a:endParaRPr lang="en-US" sz="1800">
            <a:latin typeface="Times New Roman" panose="02020603050405020304" pitchFamily="18" charset="0"/>
            <a:cs typeface="Times New Roman" panose="02020603050405020304" pitchFamily="18" charset="0"/>
          </a:endParaRPr>
        </a:p>
      </dgm:t>
    </dgm:pt>
    <dgm:pt modelId="{40EE13D1-262F-854B-9937-C62474AC2971}">
      <dgm:prSet phldrT="[Text]" custT="1"/>
      <dgm:spPr>
        <a:pattFill prst="pct5">
          <a:fgClr>
            <a:schemeClr val="accent1">
              <a:hueOff val="0"/>
              <a:satOff val="0"/>
              <a:lumOff val="0"/>
            </a:schemeClr>
          </a:fgClr>
          <a:bgClr>
            <a:schemeClr val="accent4">
              <a:lumMod val="20000"/>
              <a:lumOff val="80000"/>
            </a:schemeClr>
          </a:bgClr>
        </a:pattFill>
      </dgm:spPr>
      <dgm:t>
        <a:bodyPr/>
        <a:lstStyle/>
        <a:p>
          <a:r>
            <a:rPr lang="en-US" sz="1800" dirty="0" err="1">
              <a:solidFill>
                <a:schemeClr val="bg1"/>
              </a:solidFill>
              <a:latin typeface="Times New Roman" panose="02020603050405020304" pitchFamily="18" charset="0"/>
              <a:cs typeface="Times New Roman" panose="02020603050405020304" pitchFamily="18" charset="0"/>
            </a:rPr>
            <a:t>Chế</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độ</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chính</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trị</a:t>
          </a:r>
          <a:endParaRPr lang="en-US" sz="1800" dirty="0">
            <a:solidFill>
              <a:schemeClr val="bg1"/>
            </a:solidFill>
            <a:latin typeface="Times New Roman" panose="02020603050405020304" pitchFamily="18" charset="0"/>
            <a:cs typeface="Times New Roman" panose="02020603050405020304" pitchFamily="18" charset="0"/>
          </a:endParaRPr>
        </a:p>
      </dgm:t>
    </dgm:pt>
    <dgm:pt modelId="{968A144B-36EF-FE4F-B8DE-C9E2D569DFC9}" type="parTrans" cxnId="{C08553C1-271A-9E41-9BA0-4883BA4E4134}">
      <dgm:prSet/>
      <dgm:spPr/>
      <dgm:t>
        <a:bodyPr/>
        <a:lstStyle/>
        <a:p>
          <a:endParaRPr lang="en-US" sz="1800">
            <a:latin typeface="Times New Roman" panose="02020603050405020304" pitchFamily="18" charset="0"/>
            <a:cs typeface="Times New Roman" panose="02020603050405020304" pitchFamily="18" charset="0"/>
          </a:endParaRPr>
        </a:p>
      </dgm:t>
    </dgm:pt>
    <dgm:pt modelId="{0810DA33-4A7D-214F-9BDB-FA38BADFABB4}" type="sibTrans" cxnId="{C08553C1-271A-9E41-9BA0-4883BA4E4134}">
      <dgm:prSet/>
      <dgm:spPr/>
      <dgm:t>
        <a:bodyPr/>
        <a:lstStyle/>
        <a:p>
          <a:endParaRPr lang="en-US" sz="1800">
            <a:latin typeface="Times New Roman" panose="02020603050405020304" pitchFamily="18" charset="0"/>
            <a:cs typeface="Times New Roman" panose="02020603050405020304" pitchFamily="18" charset="0"/>
          </a:endParaRPr>
        </a:p>
      </dgm:t>
    </dgm:pt>
    <dgm:pt modelId="{38E7B3A5-83ED-CE46-A2EE-29D9A0CA75EE}">
      <dgm:prSet phldrT="[Text]" custT="1"/>
      <dgm:spPr>
        <a:pattFill prst="pct5">
          <a:fgClr>
            <a:schemeClr val="accent1">
              <a:hueOff val="0"/>
              <a:satOff val="0"/>
              <a:lumOff val="0"/>
            </a:schemeClr>
          </a:fgClr>
          <a:bgClr>
            <a:schemeClr val="accent4">
              <a:lumMod val="20000"/>
              <a:lumOff val="80000"/>
            </a:schemeClr>
          </a:bgClr>
        </a:pattFill>
      </dgm:spPr>
      <dgm:t>
        <a:bodyPr/>
        <a:lstStyle/>
        <a:p>
          <a:r>
            <a:rPr lang="en-US" sz="1800" dirty="0">
              <a:solidFill>
                <a:schemeClr val="bg1"/>
              </a:solidFill>
              <a:latin typeface="Times New Roman" panose="02020603050405020304" pitchFamily="18" charset="0"/>
              <a:cs typeface="Times New Roman" panose="02020603050405020304" pitchFamily="18" charset="0"/>
            </a:rPr>
            <a:t>Quyền </a:t>
          </a:r>
          <a:r>
            <a:rPr lang="en-US" sz="1800" dirty="0" err="1">
              <a:solidFill>
                <a:schemeClr val="bg1"/>
              </a:solidFill>
              <a:latin typeface="Times New Roman" panose="02020603050405020304" pitchFamily="18" charset="0"/>
              <a:cs typeface="Times New Roman" panose="02020603050405020304" pitchFamily="18" charset="0"/>
            </a:rPr>
            <a:t>và</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nghĩa</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vụ</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cơ</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bản</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của</a:t>
          </a:r>
          <a:r>
            <a:rPr lang="en-US" sz="1800" dirty="0">
              <a:solidFill>
                <a:schemeClr val="bg1"/>
              </a:solidFill>
              <a:latin typeface="Times New Roman" panose="02020603050405020304" pitchFamily="18" charset="0"/>
              <a:cs typeface="Times New Roman" panose="02020603050405020304" pitchFamily="18" charset="0"/>
            </a:rPr>
            <a:t> con </a:t>
          </a:r>
          <a:r>
            <a:rPr lang="en-US" sz="1800" dirty="0" err="1">
              <a:solidFill>
                <a:schemeClr val="bg1"/>
              </a:solidFill>
              <a:latin typeface="Times New Roman" panose="02020603050405020304" pitchFamily="18" charset="0"/>
              <a:cs typeface="Times New Roman" panose="02020603050405020304" pitchFamily="18" charset="0"/>
            </a:rPr>
            <a:t>người</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của</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công</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dân</a:t>
          </a:r>
          <a:endParaRPr lang="en-US" sz="1800" dirty="0">
            <a:solidFill>
              <a:schemeClr val="bg1"/>
            </a:solidFill>
            <a:latin typeface="Times New Roman" panose="02020603050405020304" pitchFamily="18" charset="0"/>
            <a:cs typeface="Times New Roman" panose="02020603050405020304" pitchFamily="18" charset="0"/>
          </a:endParaRPr>
        </a:p>
      </dgm:t>
    </dgm:pt>
    <dgm:pt modelId="{B3433700-C2D2-2E40-B837-8108147A9C5E}" type="parTrans" cxnId="{FCF87E9A-7217-3240-B7E7-0C653F4D355F}">
      <dgm:prSet/>
      <dgm:spPr/>
      <dgm:t>
        <a:bodyPr/>
        <a:lstStyle/>
        <a:p>
          <a:endParaRPr lang="en-US" sz="1800">
            <a:latin typeface="Times New Roman" panose="02020603050405020304" pitchFamily="18" charset="0"/>
            <a:cs typeface="Times New Roman" panose="02020603050405020304" pitchFamily="18" charset="0"/>
          </a:endParaRPr>
        </a:p>
      </dgm:t>
    </dgm:pt>
    <dgm:pt modelId="{CD75BA79-A3D4-8C4D-9881-ADAB02759F44}" type="sibTrans" cxnId="{FCF87E9A-7217-3240-B7E7-0C653F4D355F}">
      <dgm:prSet/>
      <dgm:spPr/>
      <dgm:t>
        <a:bodyPr/>
        <a:lstStyle/>
        <a:p>
          <a:endParaRPr lang="en-US" sz="1800">
            <a:latin typeface="Times New Roman" panose="02020603050405020304" pitchFamily="18" charset="0"/>
            <a:cs typeface="Times New Roman" panose="02020603050405020304" pitchFamily="18" charset="0"/>
          </a:endParaRPr>
        </a:p>
      </dgm:t>
    </dgm:pt>
    <dgm:pt modelId="{E3F986B2-CA03-8442-9454-6FA8261F41F6}">
      <dgm:prSet phldrT="[Text]" custT="1"/>
      <dgm:spPr>
        <a:pattFill prst="pct5">
          <a:fgClr>
            <a:schemeClr val="accent1">
              <a:hueOff val="0"/>
              <a:satOff val="0"/>
              <a:lumOff val="0"/>
            </a:schemeClr>
          </a:fgClr>
          <a:bgClr>
            <a:schemeClr val="accent4">
              <a:lumMod val="20000"/>
              <a:lumOff val="80000"/>
            </a:schemeClr>
          </a:bgClr>
        </a:pattFill>
      </dgm:spPr>
      <dgm:t>
        <a:bodyPr/>
        <a:lstStyle/>
        <a:p>
          <a:r>
            <a:rPr lang="en-US" sz="1800" dirty="0">
              <a:solidFill>
                <a:schemeClr val="bg1"/>
              </a:solidFill>
              <a:latin typeface="Times New Roman" panose="02020603050405020304" pitchFamily="18" charset="0"/>
              <a:cs typeface="Times New Roman" panose="02020603050405020304" pitchFamily="18" charset="0"/>
            </a:rPr>
            <a:t>Kinh </a:t>
          </a:r>
          <a:r>
            <a:rPr lang="en-US" sz="1800" dirty="0" err="1">
              <a:solidFill>
                <a:schemeClr val="bg1"/>
              </a:solidFill>
              <a:latin typeface="Times New Roman" panose="02020603050405020304" pitchFamily="18" charset="0"/>
              <a:cs typeface="Times New Roman" panose="02020603050405020304" pitchFamily="18" charset="0"/>
            </a:rPr>
            <a:t>tế</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xã</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hội</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văn</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hoá</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giáo</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dục</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môi</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trường</a:t>
          </a:r>
          <a:endParaRPr lang="en-US" sz="1800" dirty="0">
            <a:solidFill>
              <a:schemeClr val="bg1"/>
            </a:solidFill>
            <a:latin typeface="Times New Roman" panose="02020603050405020304" pitchFamily="18" charset="0"/>
            <a:cs typeface="Times New Roman" panose="02020603050405020304" pitchFamily="18" charset="0"/>
          </a:endParaRPr>
        </a:p>
      </dgm:t>
    </dgm:pt>
    <dgm:pt modelId="{2D300699-1EC3-D04D-A08B-016BBD04876E}" type="parTrans" cxnId="{AA1E7E0B-2D4E-3143-8C72-3D52BEE605F6}">
      <dgm:prSet/>
      <dgm:spPr/>
      <dgm:t>
        <a:bodyPr/>
        <a:lstStyle/>
        <a:p>
          <a:endParaRPr lang="en-US" sz="1800">
            <a:latin typeface="Times New Roman" panose="02020603050405020304" pitchFamily="18" charset="0"/>
            <a:cs typeface="Times New Roman" panose="02020603050405020304" pitchFamily="18" charset="0"/>
          </a:endParaRPr>
        </a:p>
      </dgm:t>
    </dgm:pt>
    <dgm:pt modelId="{79804B18-18DD-6947-B0E6-359C905251A2}" type="sibTrans" cxnId="{AA1E7E0B-2D4E-3143-8C72-3D52BEE605F6}">
      <dgm:prSet/>
      <dgm:spPr/>
      <dgm:t>
        <a:bodyPr/>
        <a:lstStyle/>
        <a:p>
          <a:endParaRPr lang="en-US" sz="1800">
            <a:latin typeface="Times New Roman" panose="02020603050405020304" pitchFamily="18" charset="0"/>
            <a:cs typeface="Times New Roman" panose="02020603050405020304" pitchFamily="18" charset="0"/>
          </a:endParaRPr>
        </a:p>
      </dgm:t>
    </dgm:pt>
    <dgm:pt modelId="{4C80752B-2FC0-3440-B424-E1435AD7EEE4}">
      <dgm:prSet phldrT="[Text]" custT="1"/>
      <dgm:spPr>
        <a:pattFill prst="pct5">
          <a:fgClr>
            <a:schemeClr val="accent1">
              <a:hueOff val="0"/>
              <a:satOff val="0"/>
              <a:lumOff val="0"/>
            </a:schemeClr>
          </a:fgClr>
          <a:bgClr>
            <a:schemeClr val="accent4">
              <a:lumMod val="20000"/>
              <a:lumOff val="80000"/>
            </a:schemeClr>
          </a:bgClr>
        </a:pattFill>
      </dgm:spPr>
      <dgm:t>
        <a:bodyPr/>
        <a:lstStyle/>
        <a:p>
          <a:r>
            <a:rPr lang="en-US" sz="1800" dirty="0" err="1">
              <a:solidFill>
                <a:schemeClr val="bg1"/>
              </a:solidFill>
              <a:latin typeface="Times New Roman" panose="02020603050405020304" pitchFamily="18" charset="0"/>
              <a:cs typeface="Times New Roman" panose="02020603050405020304" pitchFamily="18" charset="0"/>
            </a:rPr>
            <a:t>Chế</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độ</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bầu</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cử</a:t>
          </a:r>
          <a:endParaRPr lang="en-US" sz="1800" dirty="0">
            <a:solidFill>
              <a:schemeClr val="bg1"/>
            </a:solidFill>
            <a:latin typeface="Times New Roman" panose="02020603050405020304" pitchFamily="18" charset="0"/>
            <a:cs typeface="Times New Roman" panose="02020603050405020304" pitchFamily="18" charset="0"/>
          </a:endParaRPr>
        </a:p>
      </dgm:t>
    </dgm:pt>
    <dgm:pt modelId="{9F2E6D43-DAA9-7D47-8D0B-D4A51062B715}" type="parTrans" cxnId="{D06D4254-A967-5D40-9663-19D1064E5F2B}">
      <dgm:prSet/>
      <dgm:spPr/>
      <dgm:t>
        <a:bodyPr/>
        <a:lstStyle/>
        <a:p>
          <a:endParaRPr lang="en-US" sz="1800">
            <a:latin typeface="Times New Roman" panose="02020603050405020304" pitchFamily="18" charset="0"/>
            <a:cs typeface="Times New Roman" panose="02020603050405020304" pitchFamily="18" charset="0"/>
          </a:endParaRPr>
        </a:p>
      </dgm:t>
    </dgm:pt>
    <dgm:pt modelId="{F80FC165-0FE1-B047-B9A7-31708C98A6BC}" type="sibTrans" cxnId="{D06D4254-A967-5D40-9663-19D1064E5F2B}">
      <dgm:prSet/>
      <dgm:spPr/>
      <dgm:t>
        <a:bodyPr/>
        <a:lstStyle/>
        <a:p>
          <a:endParaRPr lang="en-US" sz="1800">
            <a:latin typeface="Times New Roman" panose="02020603050405020304" pitchFamily="18" charset="0"/>
            <a:cs typeface="Times New Roman" panose="02020603050405020304" pitchFamily="18" charset="0"/>
          </a:endParaRPr>
        </a:p>
      </dgm:t>
    </dgm:pt>
    <dgm:pt modelId="{42ACBFA7-19FC-FB43-B5A4-CE4E022CEE84}">
      <dgm:prSet phldrT="[Text]" custT="1"/>
      <dgm:spPr>
        <a:pattFill prst="pct5">
          <a:fgClr>
            <a:schemeClr val="accent1">
              <a:hueOff val="0"/>
              <a:satOff val="0"/>
              <a:lumOff val="0"/>
            </a:schemeClr>
          </a:fgClr>
          <a:bgClr>
            <a:schemeClr val="accent4">
              <a:lumMod val="20000"/>
              <a:lumOff val="80000"/>
            </a:schemeClr>
          </a:bgClr>
        </a:pattFill>
      </dgm:spPr>
      <dgm:t>
        <a:bodyPr/>
        <a:lstStyle/>
        <a:p>
          <a:r>
            <a:rPr lang="en-US" sz="1800" dirty="0" err="1">
              <a:solidFill>
                <a:schemeClr val="bg1"/>
              </a:solidFill>
              <a:latin typeface="Times New Roman" panose="02020603050405020304" pitchFamily="18" charset="0"/>
              <a:cs typeface="Times New Roman" panose="02020603050405020304" pitchFamily="18" charset="0"/>
            </a:rPr>
            <a:t>Cơ</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quan</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Nhà</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nước</a:t>
          </a:r>
          <a:endParaRPr lang="en-US" sz="1800" dirty="0">
            <a:solidFill>
              <a:schemeClr val="bg1"/>
            </a:solidFill>
            <a:latin typeface="Times New Roman" panose="02020603050405020304" pitchFamily="18" charset="0"/>
            <a:cs typeface="Times New Roman" panose="02020603050405020304" pitchFamily="18" charset="0"/>
          </a:endParaRPr>
        </a:p>
      </dgm:t>
    </dgm:pt>
    <dgm:pt modelId="{A74EAF58-65CA-4C48-A113-E5C2593F1B82}" type="parTrans" cxnId="{80CB4D00-01EB-4C42-9BB5-7C534C1DBA66}">
      <dgm:prSet/>
      <dgm:spPr/>
      <dgm:t>
        <a:bodyPr/>
        <a:lstStyle/>
        <a:p>
          <a:endParaRPr lang="en-US" sz="1800"/>
        </a:p>
      </dgm:t>
    </dgm:pt>
    <dgm:pt modelId="{0BC1CE82-7A85-8540-ADA2-2548A05F2EE5}" type="sibTrans" cxnId="{80CB4D00-01EB-4C42-9BB5-7C534C1DBA66}">
      <dgm:prSet/>
      <dgm:spPr/>
      <dgm:t>
        <a:bodyPr/>
        <a:lstStyle/>
        <a:p>
          <a:endParaRPr lang="en-US" sz="1800"/>
        </a:p>
      </dgm:t>
    </dgm:pt>
    <dgm:pt modelId="{F5D5BBCB-88E8-2247-98E0-3E6F34DF18A5}" type="pres">
      <dgm:prSet presAssocID="{5A529A5B-7F66-F645-A83B-6219E3D80B7A}" presName="hierChild1" presStyleCnt="0">
        <dgm:presLayoutVars>
          <dgm:orgChart val="1"/>
          <dgm:chPref val="1"/>
          <dgm:dir/>
          <dgm:animOne val="branch"/>
          <dgm:animLvl val="lvl"/>
          <dgm:resizeHandles/>
        </dgm:presLayoutVars>
      </dgm:prSet>
      <dgm:spPr/>
    </dgm:pt>
    <dgm:pt modelId="{9D8BF977-0A52-9E41-8029-72F273F48222}" type="pres">
      <dgm:prSet presAssocID="{99940C46-8CBD-0E4E-9150-CA8FA68D801C}" presName="hierRoot1" presStyleCnt="0">
        <dgm:presLayoutVars>
          <dgm:hierBranch val="init"/>
        </dgm:presLayoutVars>
      </dgm:prSet>
      <dgm:spPr/>
    </dgm:pt>
    <dgm:pt modelId="{7B717D4B-0259-F743-9A26-9BFEC1B3FE87}" type="pres">
      <dgm:prSet presAssocID="{99940C46-8CBD-0E4E-9150-CA8FA68D801C}" presName="rootComposite1" presStyleCnt="0"/>
      <dgm:spPr/>
    </dgm:pt>
    <dgm:pt modelId="{6C0B1EF6-23BB-FB47-8611-3BC86517200B}" type="pres">
      <dgm:prSet presAssocID="{99940C46-8CBD-0E4E-9150-CA8FA68D801C}" presName="rootText1" presStyleLbl="node0" presStyleIdx="0" presStyleCnt="1">
        <dgm:presLayoutVars>
          <dgm:chPref val="3"/>
        </dgm:presLayoutVars>
      </dgm:prSet>
      <dgm:spPr/>
    </dgm:pt>
    <dgm:pt modelId="{5A39C96E-2949-C845-996B-80E7AC922A86}" type="pres">
      <dgm:prSet presAssocID="{99940C46-8CBD-0E4E-9150-CA8FA68D801C}" presName="rootConnector1" presStyleLbl="node1" presStyleIdx="0" presStyleCnt="0"/>
      <dgm:spPr/>
    </dgm:pt>
    <dgm:pt modelId="{9CFE6039-040C-B147-9DA4-1C63CD3EF5AA}" type="pres">
      <dgm:prSet presAssocID="{99940C46-8CBD-0E4E-9150-CA8FA68D801C}" presName="hierChild2" presStyleCnt="0"/>
      <dgm:spPr/>
    </dgm:pt>
    <dgm:pt modelId="{A3228725-146B-9644-B4F0-C14DCFB5862E}" type="pres">
      <dgm:prSet presAssocID="{968A144B-36EF-FE4F-B8DE-C9E2D569DFC9}" presName="Name64" presStyleLbl="parChTrans1D2" presStyleIdx="0" presStyleCnt="5"/>
      <dgm:spPr/>
    </dgm:pt>
    <dgm:pt modelId="{2E9AE29D-1288-274C-AA18-DF129C73E348}" type="pres">
      <dgm:prSet presAssocID="{40EE13D1-262F-854B-9937-C62474AC2971}" presName="hierRoot2" presStyleCnt="0">
        <dgm:presLayoutVars>
          <dgm:hierBranch val="init"/>
        </dgm:presLayoutVars>
      </dgm:prSet>
      <dgm:spPr/>
    </dgm:pt>
    <dgm:pt modelId="{A111FAEF-8C17-4748-8C7D-276EDD6F4E81}" type="pres">
      <dgm:prSet presAssocID="{40EE13D1-262F-854B-9937-C62474AC2971}" presName="rootComposite" presStyleCnt="0"/>
      <dgm:spPr/>
    </dgm:pt>
    <dgm:pt modelId="{AD5E45AC-64EF-5C40-A568-4A969EE2C6B5}" type="pres">
      <dgm:prSet presAssocID="{40EE13D1-262F-854B-9937-C62474AC2971}" presName="rootText" presStyleLbl="node2" presStyleIdx="0" presStyleCnt="5">
        <dgm:presLayoutVars>
          <dgm:chPref val="3"/>
        </dgm:presLayoutVars>
      </dgm:prSet>
      <dgm:spPr/>
    </dgm:pt>
    <dgm:pt modelId="{7AA82EC1-C0B3-264A-BAEA-C86BEF8554B4}" type="pres">
      <dgm:prSet presAssocID="{40EE13D1-262F-854B-9937-C62474AC2971}" presName="rootConnector" presStyleLbl="node2" presStyleIdx="0" presStyleCnt="5"/>
      <dgm:spPr/>
    </dgm:pt>
    <dgm:pt modelId="{2DADD230-3DC6-9D4B-8F31-772153D148EB}" type="pres">
      <dgm:prSet presAssocID="{40EE13D1-262F-854B-9937-C62474AC2971}" presName="hierChild4" presStyleCnt="0"/>
      <dgm:spPr/>
    </dgm:pt>
    <dgm:pt modelId="{22017808-6E12-A540-8FD9-1DCBAB71E9AD}" type="pres">
      <dgm:prSet presAssocID="{40EE13D1-262F-854B-9937-C62474AC2971}" presName="hierChild5" presStyleCnt="0"/>
      <dgm:spPr/>
    </dgm:pt>
    <dgm:pt modelId="{FCECE409-EE22-B248-8640-F54F74632581}" type="pres">
      <dgm:prSet presAssocID="{B3433700-C2D2-2E40-B837-8108147A9C5E}" presName="Name64" presStyleLbl="parChTrans1D2" presStyleIdx="1" presStyleCnt="5"/>
      <dgm:spPr/>
    </dgm:pt>
    <dgm:pt modelId="{1F0C28F9-EBD0-024A-9C35-10792A07A20B}" type="pres">
      <dgm:prSet presAssocID="{38E7B3A5-83ED-CE46-A2EE-29D9A0CA75EE}" presName="hierRoot2" presStyleCnt="0">
        <dgm:presLayoutVars>
          <dgm:hierBranch val="init"/>
        </dgm:presLayoutVars>
      </dgm:prSet>
      <dgm:spPr/>
    </dgm:pt>
    <dgm:pt modelId="{426495BB-0E86-2A48-BCD0-1DDE41E6066C}" type="pres">
      <dgm:prSet presAssocID="{38E7B3A5-83ED-CE46-A2EE-29D9A0CA75EE}" presName="rootComposite" presStyleCnt="0"/>
      <dgm:spPr/>
    </dgm:pt>
    <dgm:pt modelId="{D3F3B097-67AE-2C49-9751-B8115ABACA71}" type="pres">
      <dgm:prSet presAssocID="{38E7B3A5-83ED-CE46-A2EE-29D9A0CA75EE}" presName="rootText" presStyleLbl="node2" presStyleIdx="1" presStyleCnt="5" custScaleY="148771">
        <dgm:presLayoutVars>
          <dgm:chPref val="3"/>
        </dgm:presLayoutVars>
      </dgm:prSet>
      <dgm:spPr/>
    </dgm:pt>
    <dgm:pt modelId="{2C4ED502-67BA-EB4F-B742-D8B8F0D4E3A1}" type="pres">
      <dgm:prSet presAssocID="{38E7B3A5-83ED-CE46-A2EE-29D9A0CA75EE}" presName="rootConnector" presStyleLbl="node2" presStyleIdx="1" presStyleCnt="5"/>
      <dgm:spPr/>
    </dgm:pt>
    <dgm:pt modelId="{0CC49360-BE2C-BF40-B471-B05FBE115065}" type="pres">
      <dgm:prSet presAssocID="{38E7B3A5-83ED-CE46-A2EE-29D9A0CA75EE}" presName="hierChild4" presStyleCnt="0"/>
      <dgm:spPr/>
    </dgm:pt>
    <dgm:pt modelId="{AF5CF68E-92E3-024B-9C04-E8E9D742909F}" type="pres">
      <dgm:prSet presAssocID="{38E7B3A5-83ED-CE46-A2EE-29D9A0CA75EE}" presName="hierChild5" presStyleCnt="0"/>
      <dgm:spPr/>
    </dgm:pt>
    <dgm:pt modelId="{AE6C1308-3AEE-A74E-944A-20710A8B4107}" type="pres">
      <dgm:prSet presAssocID="{2D300699-1EC3-D04D-A08B-016BBD04876E}" presName="Name64" presStyleLbl="parChTrans1D2" presStyleIdx="2" presStyleCnt="5"/>
      <dgm:spPr/>
    </dgm:pt>
    <dgm:pt modelId="{F89BA430-4023-964B-8B6B-99063967082F}" type="pres">
      <dgm:prSet presAssocID="{E3F986B2-CA03-8442-9454-6FA8261F41F6}" presName="hierRoot2" presStyleCnt="0">
        <dgm:presLayoutVars>
          <dgm:hierBranch val="init"/>
        </dgm:presLayoutVars>
      </dgm:prSet>
      <dgm:spPr/>
    </dgm:pt>
    <dgm:pt modelId="{46DB2062-5C18-A943-976E-39F78BF0CBB8}" type="pres">
      <dgm:prSet presAssocID="{E3F986B2-CA03-8442-9454-6FA8261F41F6}" presName="rootComposite" presStyleCnt="0"/>
      <dgm:spPr/>
    </dgm:pt>
    <dgm:pt modelId="{9DBC9F4F-F9E3-1D42-A42D-B44BDEAB4187}" type="pres">
      <dgm:prSet presAssocID="{E3F986B2-CA03-8442-9454-6FA8261F41F6}" presName="rootText" presStyleLbl="node2" presStyleIdx="2" presStyleCnt="5" custScaleY="128152">
        <dgm:presLayoutVars>
          <dgm:chPref val="3"/>
        </dgm:presLayoutVars>
      </dgm:prSet>
      <dgm:spPr/>
    </dgm:pt>
    <dgm:pt modelId="{B30B1150-46C8-7840-A42C-59637B027852}" type="pres">
      <dgm:prSet presAssocID="{E3F986B2-CA03-8442-9454-6FA8261F41F6}" presName="rootConnector" presStyleLbl="node2" presStyleIdx="2" presStyleCnt="5"/>
      <dgm:spPr/>
    </dgm:pt>
    <dgm:pt modelId="{BA36C768-44E3-A14E-A263-2A30A01D213A}" type="pres">
      <dgm:prSet presAssocID="{E3F986B2-CA03-8442-9454-6FA8261F41F6}" presName="hierChild4" presStyleCnt="0"/>
      <dgm:spPr/>
    </dgm:pt>
    <dgm:pt modelId="{EA8B086D-3112-6F47-B1C7-CAEC2FDC0606}" type="pres">
      <dgm:prSet presAssocID="{E3F986B2-CA03-8442-9454-6FA8261F41F6}" presName="hierChild5" presStyleCnt="0"/>
      <dgm:spPr/>
    </dgm:pt>
    <dgm:pt modelId="{831C599F-6839-FB49-943C-2569CFF00FD1}" type="pres">
      <dgm:prSet presAssocID="{9F2E6D43-DAA9-7D47-8D0B-D4A51062B715}" presName="Name64" presStyleLbl="parChTrans1D2" presStyleIdx="3" presStyleCnt="5"/>
      <dgm:spPr/>
    </dgm:pt>
    <dgm:pt modelId="{5FAE5D22-0CB9-DD44-B6BD-85CD794FC8D8}" type="pres">
      <dgm:prSet presAssocID="{4C80752B-2FC0-3440-B424-E1435AD7EEE4}" presName="hierRoot2" presStyleCnt="0">
        <dgm:presLayoutVars>
          <dgm:hierBranch val="init"/>
        </dgm:presLayoutVars>
      </dgm:prSet>
      <dgm:spPr/>
    </dgm:pt>
    <dgm:pt modelId="{0D1CACAA-8FF0-8E40-AD7E-356457E9906D}" type="pres">
      <dgm:prSet presAssocID="{4C80752B-2FC0-3440-B424-E1435AD7EEE4}" presName="rootComposite" presStyleCnt="0"/>
      <dgm:spPr/>
    </dgm:pt>
    <dgm:pt modelId="{8611030E-42C8-2B4D-A670-F97662F2782D}" type="pres">
      <dgm:prSet presAssocID="{4C80752B-2FC0-3440-B424-E1435AD7EEE4}" presName="rootText" presStyleLbl="node2" presStyleIdx="3" presStyleCnt="5">
        <dgm:presLayoutVars>
          <dgm:chPref val="3"/>
        </dgm:presLayoutVars>
      </dgm:prSet>
      <dgm:spPr/>
    </dgm:pt>
    <dgm:pt modelId="{CF8AA367-0696-4D4A-8433-EA533903E512}" type="pres">
      <dgm:prSet presAssocID="{4C80752B-2FC0-3440-B424-E1435AD7EEE4}" presName="rootConnector" presStyleLbl="node2" presStyleIdx="3" presStyleCnt="5"/>
      <dgm:spPr/>
    </dgm:pt>
    <dgm:pt modelId="{350E5169-CED0-6445-ACF9-5B97B59E71CF}" type="pres">
      <dgm:prSet presAssocID="{4C80752B-2FC0-3440-B424-E1435AD7EEE4}" presName="hierChild4" presStyleCnt="0"/>
      <dgm:spPr/>
    </dgm:pt>
    <dgm:pt modelId="{7F5F78F6-226E-154A-9769-2808D2C36988}" type="pres">
      <dgm:prSet presAssocID="{4C80752B-2FC0-3440-B424-E1435AD7EEE4}" presName="hierChild5" presStyleCnt="0"/>
      <dgm:spPr/>
    </dgm:pt>
    <dgm:pt modelId="{5B09ACA2-51EB-A342-BF92-FF505E24EB6A}" type="pres">
      <dgm:prSet presAssocID="{A74EAF58-65CA-4C48-A113-E5C2593F1B82}" presName="Name64" presStyleLbl="parChTrans1D2" presStyleIdx="4" presStyleCnt="5"/>
      <dgm:spPr/>
    </dgm:pt>
    <dgm:pt modelId="{EA77DC07-7517-F941-8720-92F573076D26}" type="pres">
      <dgm:prSet presAssocID="{42ACBFA7-19FC-FB43-B5A4-CE4E022CEE84}" presName="hierRoot2" presStyleCnt="0">
        <dgm:presLayoutVars>
          <dgm:hierBranch val="init"/>
        </dgm:presLayoutVars>
      </dgm:prSet>
      <dgm:spPr/>
    </dgm:pt>
    <dgm:pt modelId="{F91D7122-F4A5-354A-B3F8-ED4043DE7BD4}" type="pres">
      <dgm:prSet presAssocID="{42ACBFA7-19FC-FB43-B5A4-CE4E022CEE84}" presName="rootComposite" presStyleCnt="0"/>
      <dgm:spPr/>
    </dgm:pt>
    <dgm:pt modelId="{98BE8A5F-F67A-5042-ADBD-F5F934B24099}" type="pres">
      <dgm:prSet presAssocID="{42ACBFA7-19FC-FB43-B5A4-CE4E022CEE84}" presName="rootText" presStyleLbl="node2" presStyleIdx="4" presStyleCnt="5">
        <dgm:presLayoutVars>
          <dgm:chPref val="3"/>
        </dgm:presLayoutVars>
      </dgm:prSet>
      <dgm:spPr/>
    </dgm:pt>
    <dgm:pt modelId="{0E9D8032-B2F2-3247-A931-829544BEA816}" type="pres">
      <dgm:prSet presAssocID="{42ACBFA7-19FC-FB43-B5A4-CE4E022CEE84}" presName="rootConnector" presStyleLbl="node2" presStyleIdx="4" presStyleCnt="5"/>
      <dgm:spPr/>
    </dgm:pt>
    <dgm:pt modelId="{55C6E430-6AB0-A84B-B8F6-B704EAB9741C}" type="pres">
      <dgm:prSet presAssocID="{42ACBFA7-19FC-FB43-B5A4-CE4E022CEE84}" presName="hierChild4" presStyleCnt="0"/>
      <dgm:spPr/>
    </dgm:pt>
    <dgm:pt modelId="{3F2F93E0-6A9E-254D-8487-BA3C55AC9847}" type="pres">
      <dgm:prSet presAssocID="{42ACBFA7-19FC-FB43-B5A4-CE4E022CEE84}" presName="hierChild5" presStyleCnt="0"/>
      <dgm:spPr/>
    </dgm:pt>
    <dgm:pt modelId="{48238A1F-A96A-7445-8F42-2F77032DC4A1}" type="pres">
      <dgm:prSet presAssocID="{99940C46-8CBD-0E4E-9150-CA8FA68D801C}" presName="hierChild3" presStyleCnt="0"/>
      <dgm:spPr/>
    </dgm:pt>
  </dgm:ptLst>
  <dgm:cxnLst>
    <dgm:cxn modelId="{80CB4D00-01EB-4C42-9BB5-7C534C1DBA66}" srcId="{99940C46-8CBD-0E4E-9150-CA8FA68D801C}" destId="{42ACBFA7-19FC-FB43-B5A4-CE4E022CEE84}" srcOrd="4" destOrd="0" parTransId="{A74EAF58-65CA-4C48-A113-E5C2593F1B82}" sibTransId="{0BC1CE82-7A85-8540-ADA2-2548A05F2EE5}"/>
    <dgm:cxn modelId="{FCDDB207-8A09-6849-AF07-6224507C0713}" srcId="{5A529A5B-7F66-F645-A83B-6219E3D80B7A}" destId="{99940C46-8CBD-0E4E-9150-CA8FA68D801C}" srcOrd="0" destOrd="0" parTransId="{F38801BE-3BDD-5F47-9E5C-411131B1A572}" sibTransId="{355A91CA-55A7-DA44-A99E-8F14F0653C77}"/>
    <dgm:cxn modelId="{AA1E7E0B-2D4E-3143-8C72-3D52BEE605F6}" srcId="{99940C46-8CBD-0E4E-9150-CA8FA68D801C}" destId="{E3F986B2-CA03-8442-9454-6FA8261F41F6}" srcOrd="2" destOrd="0" parTransId="{2D300699-1EC3-D04D-A08B-016BBD04876E}" sibTransId="{79804B18-18DD-6947-B0E6-359C905251A2}"/>
    <dgm:cxn modelId="{BA65EA17-424F-EE4D-B8D4-77A2E80FC2B1}" type="presOf" srcId="{38E7B3A5-83ED-CE46-A2EE-29D9A0CA75EE}" destId="{2C4ED502-67BA-EB4F-B742-D8B8F0D4E3A1}" srcOrd="1" destOrd="0" presId="urn:microsoft.com/office/officeart/2009/3/layout/HorizontalOrganizationChart"/>
    <dgm:cxn modelId="{1AEF3121-243F-1F47-A1D9-0F3339DA0565}" type="presOf" srcId="{99940C46-8CBD-0E4E-9150-CA8FA68D801C}" destId="{6C0B1EF6-23BB-FB47-8611-3BC86517200B}" srcOrd="0" destOrd="0" presId="urn:microsoft.com/office/officeart/2009/3/layout/HorizontalOrganizationChart"/>
    <dgm:cxn modelId="{7294F835-6027-B349-822E-2A9FAC2C0CE9}" type="presOf" srcId="{968A144B-36EF-FE4F-B8DE-C9E2D569DFC9}" destId="{A3228725-146B-9644-B4F0-C14DCFB5862E}" srcOrd="0" destOrd="0" presId="urn:microsoft.com/office/officeart/2009/3/layout/HorizontalOrganizationChart"/>
    <dgm:cxn modelId="{2D40D347-2EF2-5745-9EC9-70B9F80DB0D0}" type="presOf" srcId="{B3433700-C2D2-2E40-B837-8108147A9C5E}" destId="{FCECE409-EE22-B248-8640-F54F74632581}" srcOrd="0" destOrd="0" presId="urn:microsoft.com/office/officeart/2009/3/layout/HorizontalOrganizationChart"/>
    <dgm:cxn modelId="{D06D4254-A967-5D40-9663-19D1064E5F2B}" srcId="{99940C46-8CBD-0E4E-9150-CA8FA68D801C}" destId="{4C80752B-2FC0-3440-B424-E1435AD7EEE4}" srcOrd="3" destOrd="0" parTransId="{9F2E6D43-DAA9-7D47-8D0B-D4A51062B715}" sibTransId="{F80FC165-0FE1-B047-B9A7-31708C98A6BC}"/>
    <dgm:cxn modelId="{BD54C467-1537-2941-84DD-EB350F22F650}" type="presOf" srcId="{2D300699-1EC3-D04D-A08B-016BBD04876E}" destId="{AE6C1308-3AEE-A74E-944A-20710A8B4107}" srcOrd="0" destOrd="0" presId="urn:microsoft.com/office/officeart/2009/3/layout/HorizontalOrganizationChart"/>
    <dgm:cxn modelId="{933C7F6D-9988-DE4C-ABAC-D0F717092DF8}" type="presOf" srcId="{40EE13D1-262F-854B-9937-C62474AC2971}" destId="{7AA82EC1-C0B3-264A-BAEA-C86BEF8554B4}" srcOrd="1" destOrd="0" presId="urn:microsoft.com/office/officeart/2009/3/layout/HorizontalOrganizationChart"/>
    <dgm:cxn modelId="{EE565A80-4407-9C42-9AA2-AA8A643A23D0}" type="presOf" srcId="{A74EAF58-65CA-4C48-A113-E5C2593F1B82}" destId="{5B09ACA2-51EB-A342-BF92-FF505E24EB6A}" srcOrd="0" destOrd="0" presId="urn:microsoft.com/office/officeart/2009/3/layout/HorizontalOrganizationChart"/>
    <dgm:cxn modelId="{27BA5A83-4A5C-7B49-80B9-6833CD1983E2}" type="presOf" srcId="{4C80752B-2FC0-3440-B424-E1435AD7EEE4}" destId="{CF8AA367-0696-4D4A-8433-EA533903E512}" srcOrd="1" destOrd="0" presId="urn:microsoft.com/office/officeart/2009/3/layout/HorizontalOrganizationChart"/>
    <dgm:cxn modelId="{D9E37284-ACEB-5A49-8D5B-4DD15ACB54A5}" type="presOf" srcId="{42ACBFA7-19FC-FB43-B5A4-CE4E022CEE84}" destId="{0E9D8032-B2F2-3247-A931-829544BEA816}" srcOrd="1" destOrd="0" presId="urn:microsoft.com/office/officeart/2009/3/layout/HorizontalOrganizationChart"/>
    <dgm:cxn modelId="{CC3EA88C-B73B-C74B-A724-1707BF71BE87}" type="presOf" srcId="{40EE13D1-262F-854B-9937-C62474AC2971}" destId="{AD5E45AC-64EF-5C40-A568-4A969EE2C6B5}" srcOrd="0" destOrd="0" presId="urn:microsoft.com/office/officeart/2009/3/layout/HorizontalOrganizationChart"/>
    <dgm:cxn modelId="{AE80838E-B140-0441-A6A6-A2659F94C79E}" type="presOf" srcId="{42ACBFA7-19FC-FB43-B5A4-CE4E022CEE84}" destId="{98BE8A5F-F67A-5042-ADBD-F5F934B24099}" srcOrd="0" destOrd="0" presId="urn:microsoft.com/office/officeart/2009/3/layout/HorizontalOrganizationChart"/>
    <dgm:cxn modelId="{FCF87E9A-7217-3240-B7E7-0C653F4D355F}" srcId="{99940C46-8CBD-0E4E-9150-CA8FA68D801C}" destId="{38E7B3A5-83ED-CE46-A2EE-29D9A0CA75EE}" srcOrd="1" destOrd="0" parTransId="{B3433700-C2D2-2E40-B837-8108147A9C5E}" sibTransId="{CD75BA79-A3D4-8C4D-9881-ADAB02759F44}"/>
    <dgm:cxn modelId="{F79AC3A7-009C-0A46-B6A7-28938B8A8B53}" type="presOf" srcId="{99940C46-8CBD-0E4E-9150-CA8FA68D801C}" destId="{5A39C96E-2949-C845-996B-80E7AC922A86}" srcOrd="1" destOrd="0" presId="urn:microsoft.com/office/officeart/2009/3/layout/HorizontalOrganizationChart"/>
    <dgm:cxn modelId="{5D518DB1-A229-2F48-9CAC-34638E8F7104}" type="presOf" srcId="{E3F986B2-CA03-8442-9454-6FA8261F41F6}" destId="{9DBC9F4F-F9E3-1D42-A42D-B44BDEAB4187}" srcOrd="0" destOrd="0" presId="urn:microsoft.com/office/officeart/2009/3/layout/HorizontalOrganizationChart"/>
    <dgm:cxn modelId="{72758FB9-1286-E14D-A6C9-E98988AE18BC}" type="presOf" srcId="{4C80752B-2FC0-3440-B424-E1435AD7EEE4}" destId="{8611030E-42C8-2B4D-A670-F97662F2782D}" srcOrd="0" destOrd="0" presId="urn:microsoft.com/office/officeart/2009/3/layout/HorizontalOrganizationChart"/>
    <dgm:cxn modelId="{C08553C1-271A-9E41-9BA0-4883BA4E4134}" srcId="{99940C46-8CBD-0E4E-9150-CA8FA68D801C}" destId="{40EE13D1-262F-854B-9937-C62474AC2971}" srcOrd="0" destOrd="0" parTransId="{968A144B-36EF-FE4F-B8DE-C9E2D569DFC9}" sibTransId="{0810DA33-4A7D-214F-9BDB-FA38BADFABB4}"/>
    <dgm:cxn modelId="{CA2B89D1-BDB7-1242-A6D0-B9AA19D73236}" type="presOf" srcId="{9F2E6D43-DAA9-7D47-8D0B-D4A51062B715}" destId="{831C599F-6839-FB49-943C-2569CFF00FD1}" srcOrd="0" destOrd="0" presId="urn:microsoft.com/office/officeart/2009/3/layout/HorizontalOrganizationChart"/>
    <dgm:cxn modelId="{21AFCBD6-0E9A-C347-9076-744A49102B01}" type="presOf" srcId="{E3F986B2-CA03-8442-9454-6FA8261F41F6}" destId="{B30B1150-46C8-7840-A42C-59637B027852}" srcOrd="1" destOrd="0" presId="urn:microsoft.com/office/officeart/2009/3/layout/HorizontalOrganizationChart"/>
    <dgm:cxn modelId="{85EA6FED-9796-EA41-8BC9-0EAE4B05121B}" type="presOf" srcId="{38E7B3A5-83ED-CE46-A2EE-29D9A0CA75EE}" destId="{D3F3B097-67AE-2C49-9751-B8115ABACA71}" srcOrd="0" destOrd="0" presId="urn:microsoft.com/office/officeart/2009/3/layout/HorizontalOrganizationChart"/>
    <dgm:cxn modelId="{E67B7AED-912D-6A4E-8828-516B48A0C466}" type="presOf" srcId="{5A529A5B-7F66-F645-A83B-6219E3D80B7A}" destId="{F5D5BBCB-88E8-2247-98E0-3E6F34DF18A5}" srcOrd="0" destOrd="0" presId="urn:microsoft.com/office/officeart/2009/3/layout/HorizontalOrganizationChart"/>
    <dgm:cxn modelId="{510A6841-FFC8-C14C-8EAC-13136E1288F6}" type="presParOf" srcId="{F5D5BBCB-88E8-2247-98E0-3E6F34DF18A5}" destId="{9D8BF977-0A52-9E41-8029-72F273F48222}" srcOrd="0" destOrd="0" presId="urn:microsoft.com/office/officeart/2009/3/layout/HorizontalOrganizationChart"/>
    <dgm:cxn modelId="{D972D4A5-59FF-C944-8AE7-9AAC46FDF592}" type="presParOf" srcId="{9D8BF977-0A52-9E41-8029-72F273F48222}" destId="{7B717D4B-0259-F743-9A26-9BFEC1B3FE87}" srcOrd="0" destOrd="0" presId="urn:microsoft.com/office/officeart/2009/3/layout/HorizontalOrganizationChart"/>
    <dgm:cxn modelId="{BDDFD95E-5A69-544A-BD2E-D5DB5963FD4B}" type="presParOf" srcId="{7B717D4B-0259-F743-9A26-9BFEC1B3FE87}" destId="{6C0B1EF6-23BB-FB47-8611-3BC86517200B}" srcOrd="0" destOrd="0" presId="urn:microsoft.com/office/officeart/2009/3/layout/HorizontalOrganizationChart"/>
    <dgm:cxn modelId="{5535A751-B637-F94F-9DA0-E0E7968EDF8F}" type="presParOf" srcId="{7B717D4B-0259-F743-9A26-9BFEC1B3FE87}" destId="{5A39C96E-2949-C845-996B-80E7AC922A86}" srcOrd="1" destOrd="0" presId="urn:microsoft.com/office/officeart/2009/3/layout/HorizontalOrganizationChart"/>
    <dgm:cxn modelId="{3A7B2E1C-57B8-554C-B678-57A2B6003E11}" type="presParOf" srcId="{9D8BF977-0A52-9E41-8029-72F273F48222}" destId="{9CFE6039-040C-B147-9DA4-1C63CD3EF5AA}" srcOrd="1" destOrd="0" presId="urn:microsoft.com/office/officeart/2009/3/layout/HorizontalOrganizationChart"/>
    <dgm:cxn modelId="{C8CAF735-0E6A-2444-91D9-B5166F668A31}" type="presParOf" srcId="{9CFE6039-040C-B147-9DA4-1C63CD3EF5AA}" destId="{A3228725-146B-9644-B4F0-C14DCFB5862E}" srcOrd="0" destOrd="0" presId="urn:microsoft.com/office/officeart/2009/3/layout/HorizontalOrganizationChart"/>
    <dgm:cxn modelId="{198774DF-7937-CB43-ABC8-EC751D4F7466}" type="presParOf" srcId="{9CFE6039-040C-B147-9DA4-1C63CD3EF5AA}" destId="{2E9AE29D-1288-274C-AA18-DF129C73E348}" srcOrd="1" destOrd="0" presId="urn:microsoft.com/office/officeart/2009/3/layout/HorizontalOrganizationChart"/>
    <dgm:cxn modelId="{74FF20BA-C6EE-2C40-8C85-776534B51DA7}" type="presParOf" srcId="{2E9AE29D-1288-274C-AA18-DF129C73E348}" destId="{A111FAEF-8C17-4748-8C7D-276EDD6F4E81}" srcOrd="0" destOrd="0" presId="urn:microsoft.com/office/officeart/2009/3/layout/HorizontalOrganizationChart"/>
    <dgm:cxn modelId="{D539204F-4230-D247-BB5A-A9540A15A298}" type="presParOf" srcId="{A111FAEF-8C17-4748-8C7D-276EDD6F4E81}" destId="{AD5E45AC-64EF-5C40-A568-4A969EE2C6B5}" srcOrd="0" destOrd="0" presId="urn:microsoft.com/office/officeart/2009/3/layout/HorizontalOrganizationChart"/>
    <dgm:cxn modelId="{5E09CCE8-73FF-FA4D-8932-7EEA6B7E14E6}" type="presParOf" srcId="{A111FAEF-8C17-4748-8C7D-276EDD6F4E81}" destId="{7AA82EC1-C0B3-264A-BAEA-C86BEF8554B4}" srcOrd="1" destOrd="0" presId="urn:microsoft.com/office/officeart/2009/3/layout/HorizontalOrganizationChart"/>
    <dgm:cxn modelId="{DB826DE0-482B-934D-91A4-DEFDFAEBD99D}" type="presParOf" srcId="{2E9AE29D-1288-274C-AA18-DF129C73E348}" destId="{2DADD230-3DC6-9D4B-8F31-772153D148EB}" srcOrd="1" destOrd="0" presId="urn:microsoft.com/office/officeart/2009/3/layout/HorizontalOrganizationChart"/>
    <dgm:cxn modelId="{8DE83117-D3EE-B743-B5E9-CD1DDFE3FF2D}" type="presParOf" srcId="{2E9AE29D-1288-274C-AA18-DF129C73E348}" destId="{22017808-6E12-A540-8FD9-1DCBAB71E9AD}" srcOrd="2" destOrd="0" presId="urn:microsoft.com/office/officeart/2009/3/layout/HorizontalOrganizationChart"/>
    <dgm:cxn modelId="{BEF20BB0-31AA-0E4C-B389-47F1BF65E832}" type="presParOf" srcId="{9CFE6039-040C-B147-9DA4-1C63CD3EF5AA}" destId="{FCECE409-EE22-B248-8640-F54F74632581}" srcOrd="2" destOrd="0" presId="urn:microsoft.com/office/officeart/2009/3/layout/HorizontalOrganizationChart"/>
    <dgm:cxn modelId="{6F6824D0-3863-3648-889B-6FEA0FB5A476}" type="presParOf" srcId="{9CFE6039-040C-B147-9DA4-1C63CD3EF5AA}" destId="{1F0C28F9-EBD0-024A-9C35-10792A07A20B}" srcOrd="3" destOrd="0" presId="urn:microsoft.com/office/officeart/2009/3/layout/HorizontalOrganizationChart"/>
    <dgm:cxn modelId="{70BA5BF4-8466-D248-B236-C060744ACBA8}" type="presParOf" srcId="{1F0C28F9-EBD0-024A-9C35-10792A07A20B}" destId="{426495BB-0E86-2A48-BCD0-1DDE41E6066C}" srcOrd="0" destOrd="0" presId="urn:microsoft.com/office/officeart/2009/3/layout/HorizontalOrganizationChart"/>
    <dgm:cxn modelId="{494DD700-F438-7D4B-AF88-5979848A67ED}" type="presParOf" srcId="{426495BB-0E86-2A48-BCD0-1DDE41E6066C}" destId="{D3F3B097-67AE-2C49-9751-B8115ABACA71}" srcOrd="0" destOrd="0" presId="urn:microsoft.com/office/officeart/2009/3/layout/HorizontalOrganizationChart"/>
    <dgm:cxn modelId="{B9C2BAFE-945B-1D47-A885-BF0F9553D0A1}" type="presParOf" srcId="{426495BB-0E86-2A48-BCD0-1DDE41E6066C}" destId="{2C4ED502-67BA-EB4F-B742-D8B8F0D4E3A1}" srcOrd="1" destOrd="0" presId="urn:microsoft.com/office/officeart/2009/3/layout/HorizontalOrganizationChart"/>
    <dgm:cxn modelId="{ACF2358A-4F9F-FE47-A228-D31B840AE012}" type="presParOf" srcId="{1F0C28F9-EBD0-024A-9C35-10792A07A20B}" destId="{0CC49360-BE2C-BF40-B471-B05FBE115065}" srcOrd="1" destOrd="0" presId="urn:microsoft.com/office/officeart/2009/3/layout/HorizontalOrganizationChart"/>
    <dgm:cxn modelId="{24047F8A-9D09-5547-BBBD-D3E10AD141D3}" type="presParOf" srcId="{1F0C28F9-EBD0-024A-9C35-10792A07A20B}" destId="{AF5CF68E-92E3-024B-9C04-E8E9D742909F}" srcOrd="2" destOrd="0" presId="urn:microsoft.com/office/officeart/2009/3/layout/HorizontalOrganizationChart"/>
    <dgm:cxn modelId="{6DD19CD8-0075-AD44-907B-28FB0ED6E04B}" type="presParOf" srcId="{9CFE6039-040C-B147-9DA4-1C63CD3EF5AA}" destId="{AE6C1308-3AEE-A74E-944A-20710A8B4107}" srcOrd="4" destOrd="0" presId="urn:microsoft.com/office/officeart/2009/3/layout/HorizontalOrganizationChart"/>
    <dgm:cxn modelId="{A8F3BCB8-DF45-4E4C-9285-1AAA26DF8766}" type="presParOf" srcId="{9CFE6039-040C-B147-9DA4-1C63CD3EF5AA}" destId="{F89BA430-4023-964B-8B6B-99063967082F}" srcOrd="5" destOrd="0" presId="urn:microsoft.com/office/officeart/2009/3/layout/HorizontalOrganizationChart"/>
    <dgm:cxn modelId="{466B5C51-E9A5-FD45-8F27-7B83BB784150}" type="presParOf" srcId="{F89BA430-4023-964B-8B6B-99063967082F}" destId="{46DB2062-5C18-A943-976E-39F78BF0CBB8}" srcOrd="0" destOrd="0" presId="urn:microsoft.com/office/officeart/2009/3/layout/HorizontalOrganizationChart"/>
    <dgm:cxn modelId="{734FC1F5-1741-5445-A0F5-EFDD7964E17D}" type="presParOf" srcId="{46DB2062-5C18-A943-976E-39F78BF0CBB8}" destId="{9DBC9F4F-F9E3-1D42-A42D-B44BDEAB4187}" srcOrd="0" destOrd="0" presId="urn:microsoft.com/office/officeart/2009/3/layout/HorizontalOrganizationChart"/>
    <dgm:cxn modelId="{A238F289-2B5A-2C4A-A539-DC8B7A9DD96E}" type="presParOf" srcId="{46DB2062-5C18-A943-976E-39F78BF0CBB8}" destId="{B30B1150-46C8-7840-A42C-59637B027852}" srcOrd="1" destOrd="0" presId="urn:microsoft.com/office/officeart/2009/3/layout/HorizontalOrganizationChart"/>
    <dgm:cxn modelId="{76D1158F-B6AD-334E-B30D-0B3FCD9677AF}" type="presParOf" srcId="{F89BA430-4023-964B-8B6B-99063967082F}" destId="{BA36C768-44E3-A14E-A263-2A30A01D213A}" srcOrd="1" destOrd="0" presId="urn:microsoft.com/office/officeart/2009/3/layout/HorizontalOrganizationChart"/>
    <dgm:cxn modelId="{A71D259D-BD41-4648-A4F9-C6716EC24A49}" type="presParOf" srcId="{F89BA430-4023-964B-8B6B-99063967082F}" destId="{EA8B086D-3112-6F47-B1C7-CAEC2FDC0606}" srcOrd="2" destOrd="0" presId="urn:microsoft.com/office/officeart/2009/3/layout/HorizontalOrganizationChart"/>
    <dgm:cxn modelId="{E9B78A58-D32A-3A40-9794-45CA56C6B0B8}" type="presParOf" srcId="{9CFE6039-040C-B147-9DA4-1C63CD3EF5AA}" destId="{831C599F-6839-FB49-943C-2569CFF00FD1}" srcOrd="6" destOrd="0" presId="urn:microsoft.com/office/officeart/2009/3/layout/HorizontalOrganizationChart"/>
    <dgm:cxn modelId="{80E5C6ED-2A8A-A848-A4B4-CB334ABB5ACA}" type="presParOf" srcId="{9CFE6039-040C-B147-9DA4-1C63CD3EF5AA}" destId="{5FAE5D22-0CB9-DD44-B6BD-85CD794FC8D8}" srcOrd="7" destOrd="0" presId="urn:microsoft.com/office/officeart/2009/3/layout/HorizontalOrganizationChart"/>
    <dgm:cxn modelId="{0FBBA4C3-70E0-6D46-A640-A046DDE0CB8D}" type="presParOf" srcId="{5FAE5D22-0CB9-DD44-B6BD-85CD794FC8D8}" destId="{0D1CACAA-8FF0-8E40-AD7E-356457E9906D}" srcOrd="0" destOrd="0" presId="urn:microsoft.com/office/officeart/2009/3/layout/HorizontalOrganizationChart"/>
    <dgm:cxn modelId="{807D79EA-C79E-9848-9B71-668AD4C8A4EF}" type="presParOf" srcId="{0D1CACAA-8FF0-8E40-AD7E-356457E9906D}" destId="{8611030E-42C8-2B4D-A670-F97662F2782D}" srcOrd="0" destOrd="0" presId="urn:microsoft.com/office/officeart/2009/3/layout/HorizontalOrganizationChart"/>
    <dgm:cxn modelId="{257DDF18-6DE1-BC4A-B51F-01417D7E792B}" type="presParOf" srcId="{0D1CACAA-8FF0-8E40-AD7E-356457E9906D}" destId="{CF8AA367-0696-4D4A-8433-EA533903E512}" srcOrd="1" destOrd="0" presId="urn:microsoft.com/office/officeart/2009/3/layout/HorizontalOrganizationChart"/>
    <dgm:cxn modelId="{15A3A1D8-671E-3D42-AC23-5CBE5D765014}" type="presParOf" srcId="{5FAE5D22-0CB9-DD44-B6BD-85CD794FC8D8}" destId="{350E5169-CED0-6445-ACF9-5B97B59E71CF}" srcOrd="1" destOrd="0" presId="urn:microsoft.com/office/officeart/2009/3/layout/HorizontalOrganizationChart"/>
    <dgm:cxn modelId="{0FDC4033-8D2C-E146-991F-18CD034205D6}" type="presParOf" srcId="{5FAE5D22-0CB9-DD44-B6BD-85CD794FC8D8}" destId="{7F5F78F6-226E-154A-9769-2808D2C36988}" srcOrd="2" destOrd="0" presId="urn:microsoft.com/office/officeart/2009/3/layout/HorizontalOrganizationChart"/>
    <dgm:cxn modelId="{02320759-203F-5346-AD8B-ECEE85DB460D}" type="presParOf" srcId="{9CFE6039-040C-B147-9DA4-1C63CD3EF5AA}" destId="{5B09ACA2-51EB-A342-BF92-FF505E24EB6A}" srcOrd="8" destOrd="0" presId="urn:microsoft.com/office/officeart/2009/3/layout/HorizontalOrganizationChart"/>
    <dgm:cxn modelId="{9B7B5891-F848-C44C-A624-219CAF05BA52}" type="presParOf" srcId="{9CFE6039-040C-B147-9DA4-1C63CD3EF5AA}" destId="{EA77DC07-7517-F941-8720-92F573076D26}" srcOrd="9" destOrd="0" presId="urn:microsoft.com/office/officeart/2009/3/layout/HorizontalOrganizationChart"/>
    <dgm:cxn modelId="{DD67EE5E-9895-5D4F-951D-F454D4EB3A72}" type="presParOf" srcId="{EA77DC07-7517-F941-8720-92F573076D26}" destId="{F91D7122-F4A5-354A-B3F8-ED4043DE7BD4}" srcOrd="0" destOrd="0" presId="urn:microsoft.com/office/officeart/2009/3/layout/HorizontalOrganizationChart"/>
    <dgm:cxn modelId="{5DA0D9B8-93EB-BF47-9EC8-BBC61F43828B}" type="presParOf" srcId="{F91D7122-F4A5-354A-B3F8-ED4043DE7BD4}" destId="{98BE8A5F-F67A-5042-ADBD-F5F934B24099}" srcOrd="0" destOrd="0" presId="urn:microsoft.com/office/officeart/2009/3/layout/HorizontalOrganizationChart"/>
    <dgm:cxn modelId="{A5ED4B8A-2F2C-5A4D-AB48-842A99C92F88}" type="presParOf" srcId="{F91D7122-F4A5-354A-B3F8-ED4043DE7BD4}" destId="{0E9D8032-B2F2-3247-A931-829544BEA816}" srcOrd="1" destOrd="0" presId="urn:microsoft.com/office/officeart/2009/3/layout/HorizontalOrganizationChart"/>
    <dgm:cxn modelId="{B8F39C77-32C3-3942-8525-112FA15BB272}" type="presParOf" srcId="{EA77DC07-7517-F941-8720-92F573076D26}" destId="{55C6E430-6AB0-A84B-B8F6-B704EAB9741C}" srcOrd="1" destOrd="0" presId="urn:microsoft.com/office/officeart/2009/3/layout/HorizontalOrganizationChart"/>
    <dgm:cxn modelId="{0568F8C6-C92E-F945-8CBF-268F886D3D18}" type="presParOf" srcId="{EA77DC07-7517-F941-8720-92F573076D26}" destId="{3F2F93E0-6A9E-254D-8487-BA3C55AC9847}" srcOrd="2" destOrd="0" presId="urn:microsoft.com/office/officeart/2009/3/layout/HorizontalOrganizationChart"/>
    <dgm:cxn modelId="{B40DC54D-231B-1D40-AB9C-1138D49A941A}" type="presParOf" srcId="{9D8BF977-0A52-9E41-8029-72F273F48222}" destId="{48238A1F-A96A-7445-8F42-2F77032DC4A1}"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4790520-0F60-F040-8995-D5B7E1949710}" type="doc">
      <dgm:prSet loTypeId="urn:microsoft.com/office/officeart/2005/8/layout/radial1" loCatId="" qsTypeId="urn:microsoft.com/office/officeart/2005/8/quickstyle/simple1" qsCatId="simple" csTypeId="urn:microsoft.com/office/officeart/2005/8/colors/accent1_2" csCatId="accent1" phldr="1"/>
      <dgm:spPr/>
      <dgm:t>
        <a:bodyPr/>
        <a:lstStyle/>
        <a:p>
          <a:endParaRPr lang="en-US"/>
        </a:p>
      </dgm:t>
    </dgm:pt>
    <dgm:pt modelId="{118C875F-E37E-3C4D-851B-391BF73FB2E8}">
      <dgm:prSet phldrT="[Text]" custT="1"/>
      <dgm:spPr/>
      <dgm:t>
        <a:bodyPr/>
        <a:lstStyle/>
        <a:p>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endParaRPr lang="en-US" sz="2400" dirty="0">
            <a:latin typeface="Times New Roman" panose="02020603050405020304" pitchFamily="18" charset="0"/>
            <a:cs typeface="Times New Roman" panose="02020603050405020304" pitchFamily="18" charset="0"/>
          </a:endParaRPr>
        </a:p>
      </dgm:t>
    </dgm:pt>
    <dgm:pt modelId="{8DB6BB80-E007-734E-AB74-7D1C2D166F7A}" type="parTrans" cxnId="{1F4993EE-CCE3-604C-8440-C9E3F0224612}">
      <dgm:prSet/>
      <dgm:spPr/>
      <dgm:t>
        <a:bodyPr/>
        <a:lstStyle/>
        <a:p>
          <a:endParaRPr lang="en-US" sz="2400">
            <a:latin typeface="Times New Roman" panose="02020603050405020304" pitchFamily="18" charset="0"/>
            <a:cs typeface="Times New Roman" panose="02020603050405020304" pitchFamily="18" charset="0"/>
          </a:endParaRPr>
        </a:p>
      </dgm:t>
    </dgm:pt>
    <dgm:pt modelId="{AB8274EB-7F1A-3C47-BB2C-6D6B24EEF1D0}" type="sibTrans" cxnId="{1F4993EE-CCE3-604C-8440-C9E3F0224612}">
      <dgm:prSet/>
      <dgm:spPr/>
      <dgm:t>
        <a:bodyPr/>
        <a:lstStyle/>
        <a:p>
          <a:endParaRPr lang="en-US" sz="2400">
            <a:latin typeface="Times New Roman" panose="02020603050405020304" pitchFamily="18" charset="0"/>
            <a:cs typeface="Times New Roman" panose="02020603050405020304" pitchFamily="18" charset="0"/>
          </a:endParaRPr>
        </a:p>
      </dgm:t>
    </dgm:pt>
    <dgm:pt modelId="{03D110D5-5C8F-1643-B079-748592804AE7}">
      <dgm:prSet phldrT="[Text]" custT="1"/>
      <dgm:spPr/>
      <dgm:t>
        <a:bodyPr/>
        <a:lstStyle/>
        <a:p>
          <a:r>
            <a:rPr lang="en-US" sz="2400" dirty="0" err="1">
              <a:latin typeface="Times New Roman" panose="02020603050405020304" pitchFamily="18" charset="0"/>
              <a:cs typeface="Times New Roman" panose="02020603050405020304" pitchFamily="18" charset="0"/>
            </a:rPr>
            <a:t>Đảng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Việt Nam</a:t>
          </a:r>
        </a:p>
      </dgm:t>
    </dgm:pt>
    <dgm:pt modelId="{F06B210D-AF51-4241-A43F-53A8CD0B33B5}" type="parTrans" cxnId="{20F527F6-3B8B-C24F-8344-D67D17AC0154}">
      <dgm:prSet custT="1"/>
      <dgm:spPr/>
      <dgm:t>
        <a:bodyPr/>
        <a:lstStyle/>
        <a:p>
          <a:endParaRPr lang="en-US" sz="2400">
            <a:latin typeface="Times New Roman" panose="02020603050405020304" pitchFamily="18" charset="0"/>
            <a:cs typeface="Times New Roman" panose="02020603050405020304" pitchFamily="18" charset="0"/>
          </a:endParaRPr>
        </a:p>
      </dgm:t>
    </dgm:pt>
    <dgm:pt modelId="{DB38B567-8ADF-774C-BB87-09643F806937}" type="sibTrans" cxnId="{20F527F6-3B8B-C24F-8344-D67D17AC0154}">
      <dgm:prSet/>
      <dgm:spPr/>
      <dgm:t>
        <a:bodyPr/>
        <a:lstStyle/>
        <a:p>
          <a:endParaRPr lang="en-US" sz="2400">
            <a:latin typeface="Times New Roman" panose="02020603050405020304" pitchFamily="18" charset="0"/>
            <a:cs typeface="Times New Roman" panose="02020603050405020304" pitchFamily="18" charset="0"/>
          </a:endParaRPr>
        </a:p>
      </dgm:t>
    </dgm:pt>
    <dgm:pt modelId="{0CEBE1FC-084B-3640-8D86-B81FA5179F8E}">
      <dgm:prSet phldrT="[Text]" custT="1"/>
      <dgm:spPr/>
      <dgm:t>
        <a:bodyPr/>
        <a:lstStyle/>
        <a:p>
          <a:r>
            <a:rPr lang="en-US" sz="2400" dirty="0" err="1">
              <a:latin typeface="Times New Roman" panose="02020603050405020304" pitchFamily="18" charset="0"/>
              <a:cs typeface="Times New Roman" panose="02020603050405020304" pitchFamily="18" charset="0"/>
            </a:rPr>
            <a:t>Mặt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trận</a:t>
          </a:r>
          <a:r>
            <a:rPr lang="en-US" sz="2400" dirty="0">
              <a:latin typeface="Times New Roman" panose="02020603050405020304" pitchFamily="18" charset="0"/>
              <a:cs typeface="Times New Roman" panose="02020603050405020304" pitchFamily="18" charset="0"/>
            </a:rPr>
            <a:t> TQVN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viên</a:t>
          </a:r>
          <a:endParaRPr lang="en-US" sz="2400" dirty="0">
            <a:latin typeface="Times New Roman" panose="02020603050405020304" pitchFamily="18" charset="0"/>
            <a:cs typeface="Times New Roman" panose="02020603050405020304" pitchFamily="18" charset="0"/>
          </a:endParaRPr>
        </a:p>
      </dgm:t>
    </dgm:pt>
    <dgm:pt modelId="{C07C121F-EBB4-9747-A301-03FF0F5B472E}" type="parTrans" cxnId="{4814A575-20DB-A849-B896-2526F42BD173}">
      <dgm:prSet custT="1"/>
      <dgm:spPr/>
      <dgm:t>
        <a:bodyPr/>
        <a:lstStyle/>
        <a:p>
          <a:endParaRPr lang="en-US" sz="2400">
            <a:latin typeface="Times New Roman" panose="02020603050405020304" pitchFamily="18" charset="0"/>
            <a:cs typeface="Times New Roman" panose="02020603050405020304" pitchFamily="18" charset="0"/>
          </a:endParaRPr>
        </a:p>
      </dgm:t>
    </dgm:pt>
    <dgm:pt modelId="{8E9C69C7-7766-0343-B9D2-5C01FE0F94BC}" type="sibTrans" cxnId="{4814A575-20DB-A849-B896-2526F42BD173}">
      <dgm:prSet/>
      <dgm:spPr/>
      <dgm:t>
        <a:bodyPr/>
        <a:lstStyle/>
        <a:p>
          <a:endParaRPr lang="en-US" sz="2400">
            <a:latin typeface="Times New Roman" panose="02020603050405020304" pitchFamily="18" charset="0"/>
            <a:cs typeface="Times New Roman" panose="02020603050405020304" pitchFamily="18" charset="0"/>
          </a:endParaRPr>
        </a:p>
      </dgm:t>
    </dgm:pt>
    <dgm:pt modelId="{1AD11CF7-0C49-7348-897F-207BC7537F93}">
      <dgm:prSet phldrT="[Text]" custT="1"/>
      <dgm:spPr/>
      <dgm:t>
        <a:bodyPr/>
        <a:lstStyle/>
        <a:p>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CHXHCNVN</a:t>
          </a:r>
        </a:p>
      </dgm:t>
    </dgm:pt>
    <dgm:pt modelId="{45D55FF3-5F63-2140-9A79-60FC75DF100D}" type="parTrans" cxnId="{F7C3BD0D-D80F-4A4B-BA50-9AC5AAC73985}">
      <dgm:prSet custT="1"/>
      <dgm:spPr/>
      <dgm:t>
        <a:bodyPr/>
        <a:lstStyle/>
        <a:p>
          <a:endParaRPr lang="en-US" sz="2400">
            <a:latin typeface="Times New Roman" panose="02020603050405020304" pitchFamily="18" charset="0"/>
            <a:cs typeface="Times New Roman" panose="02020603050405020304" pitchFamily="18" charset="0"/>
          </a:endParaRPr>
        </a:p>
      </dgm:t>
    </dgm:pt>
    <dgm:pt modelId="{1F8F77B7-1661-8E4D-968D-89B85CE9D3BE}" type="sibTrans" cxnId="{F7C3BD0D-D80F-4A4B-BA50-9AC5AAC73985}">
      <dgm:prSet/>
      <dgm:spPr/>
      <dgm:t>
        <a:bodyPr/>
        <a:lstStyle/>
        <a:p>
          <a:endParaRPr lang="en-US" sz="2400">
            <a:latin typeface="Times New Roman" panose="02020603050405020304" pitchFamily="18" charset="0"/>
            <a:cs typeface="Times New Roman" panose="02020603050405020304" pitchFamily="18" charset="0"/>
          </a:endParaRPr>
        </a:p>
      </dgm:t>
    </dgm:pt>
    <dgm:pt modelId="{1F029143-BD3D-CF4E-8FF2-CB21B22E58D0}" type="pres">
      <dgm:prSet presAssocID="{34790520-0F60-F040-8995-D5B7E1949710}" presName="cycle" presStyleCnt="0">
        <dgm:presLayoutVars>
          <dgm:chMax val="1"/>
          <dgm:dir/>
          <dgm:animLvl val="ctr"/>
          <dgm:resizeHandles val="exact"/>
        </dgm:presLayoutVars>
      </dgm:prSet>
      <dgm:spPr/>
    </dgm:pt>
    <dgm:pt modelId="{26DEC1BC-ABA1-2F4C-A1A4-CE588B8E1569}" type="pres">
      <dgm:prSet presAssocID="{118C875F-E37E-3C4D-851B-391BF73FB2E8}" presName="centerShape" presStyleLbl="node0" presStyleIdx="0" presStyleCnt="1" custScaleX="116351" custScaleY="126121" custLinFactNeighborX="-50545" custLinFactNeighborY="-10797"/>
      <dgm:spPr/>
    </dgm:pt>
    <dgm:pt modelId="{2FEC6B43-6365-294E-9A64-E16F0D710F61}" type="pres">
      <dgm:prSet presAssocID="{F06B210D-AF51-4241-A43F-53A8CD0B33B5}" presName="Name9" presStyleLbl="parChTrans1D2" presStyleIdx="0" presStyleCnt="3"/>
      <dgm:spPr/>
    </dgm:pt>
    <dgm:pt modelId="{79AC98AB-8FCB-DF48-B642-97608A5F442F}" type="pres">
      <dgm:prSet presAssocID="{F06B210D-AF51-4241-A43F-53A8CD0B33B5}" presName="connTx" presStyleLbl="parChTrans1D2" presStyleIdx="0" presStyleCnt="3"/>
      <dgm:spPr/>
    </dgm:pt>
    <dgm:pt modelId="{A6D1BD59-41CA-8841-85B5-71C5C3BC0CAC}" type="pres">
      <dgm:prSet presAssocID="{03D110D5-5C8F-1643-B079-748592804AE7}" presName="node" presStyleLbl="node1" presStyleIdx="0" presStyleCnt="3" custScaleX="232938" custScaleY="87166" custRadScaleRad="108941" custRadScaleInc="38453">
        <dgm:presLayoutVars>
          <dgm:bulletEnabled val="1"/>
        </dgm:presLayoutVars>
      </dgm:prSet>
      <dgm:spPr/>
    </dgm:pt>
    <dgm:pt modelId="{5A7E76D0-FEFC-B54B-B8E9-5373D3DE6F1E}" type="pres">
      <dgm:prSet presAssocID="{C07C121F-EBB4-9747-A301-03FF0F5B472E}" presName="Name9" presStyleLbl="parChTrans1D2" presStyleIdx="1" presStyleCnt="3"/>
      <dgm:spPr/>
    </dgm:pt>
    <dgm:pt modelId="{01E059C9-ABA5-C749-BF0B-6457CDE84C56}" type="pres">
      <dgm:prSet presAssocID="{C07C121F-EBB4-9747-A301-03FF0F5B472E}" presName="connTx" presStyleLbl="parChTrans1D2" presStyleIdx="1" presStyleCnt="3"/>
      <dgm:spPr/>
    </dgm:pt>
    <dgm:pt modelId="{43866AD2-8997-2545-BA31-FA6F2C518131}" type="pres">
      <dgm:prSet presAssocID="{0CEBE1FC-084B-3640-8D86-B81FA5179F8E}" presName="node" presStyleLbl="node1" presStyleIdx="1" presStyleCnt="3" custScaleX="225276" custScaleY="84086" custRadScaleRad="81261" custRadScaleInc="27951">
        <dgm:presLayoutVars>
          <dgm:bulletEnabled val="1"/>
        </dgm:presLayoutVars>
      </dgm:prSet>
      <dgm:spPr/>
    </dgm:pt>
    <dgm:pt modelId="{E0E0E72D-389D-474C-9841-F6E4D7E92339}" type="pres">
      <dgm:prSet presAssocID="{45D55FF3-5F63-2140-9A79-60FC75DF100D}" presName="Name9" presStyleLbl="parChTrans1D2" presStyleIdx="2" presStyleCnt="3"/>
      <dgm:spPr/>
    </dgm:pt>
    <dgm:pt modelId="{453D4B97-3A1F-6C4E-88DE-523A9A66FBA6}" type="pres">
      <dgm:prSet presAssocID="{45D55FF3-5F63-2140-9A79-60FC75DF100D}" presName="connTx" presStyleLbl="parChTrans1D2" presStyleIdx="2" presStyleCnt="3"/>
      <dgm:spPr/>
    </dgm:pt>
    <dgm:pt modelId="{5B9C1053-15B4-6840-BF55-72FC7E46D787}" type="pres">
      <dgm:prSet presAssocID="{1AD11CF7-0C49-7348-897F-207BC7537F93}" presName="node" presStyleLbl="node1" presStyleIdx="2" presStyleCnt="3" custScaleX="218706" custScaleY="87550" custRadScaleRad="56369" custRadScaleInc="-282503">
        <dgm:presLayoutVars>
          <dgm:bulletEnabled val="1"/>
        </dgm:presLayoutVars>
      </dgm:prSet>
      <dgm:spPr/>
    </dgm:pt>
  </dgm:ptLst>
  <dgm:cxnLst>
    <dgm:cxn modelId="{F7C3BD0D-D80F-4A4B-BA50-9AC5AAC73985}" srcId="{118C875F-E37E-3C4D-851B-391BF73FB2E8}" destId="{1AD11CF7-0C49-7348-897F-207BC7537F93}" srcOrd="2" destOrd="0" parTransId="{45D55FF3-5F63-2140-9A79-60FC75DF100D}" sibTransId="{1F8F77B7-1661-8E4D-968D-89B85CE9D3BE}"/>
    <dgm:cxn modelId="{F2017110-9F47-0A4A-8F13-BB893A1A9706}" type="presOf" srcId="{C07C121F-EBB4-9747-A301-03FF0F5B472E}" destId="{5A7E76D0-FEFC-B54B-B8E9-5373D3DE6F1E}" srcOrd="0" destOrd="0" presId="urn:microsoft.com/office/officeart/2005/8/layout/radial1"/>
    <dgm:cxn modelId="{EA0D4917-A24F-604F-A587-DB17928095D6}" type="presOf" srcId="{03D110D5-5C8F-1643-B079-748592804AE7}" destId="{A6D1BD59-41CA-8841-85B5-71C5C3BC0CAC}" srcOrd="0" destOrd="0" presId="urn:microsoft.com/office/officeart/2005/8/layout/radial1"/>
    <dgm:cxn modelId="{DAA76731-B215-2448-9D09-4ABA31B99FB4}" type="presOf" srcId="{45D55FF3-5F63-2140-9A79-60FC75DF100D}" destId="{453D4B97-3A1F-6C4E-88DE-523A9A66FBA6}" srcOrd="1" destOrd="0" presId="urn:microsoft.com/office/officeart/2005/8/layout/radial1"/>
    <dgm:cxn modelId="{9CEC4E5B-C922-6B48-9450-0381C4BFE687}" type="presOf" srcId="{34790520-0F60-F040-8995-D5B7E1949710}" destId="{1F029143-BD3D-CF4E-8FF2-CB21B22E58D0}" srcOrd="0" destOrd="0" presId="urn:microsoft.com/office/officeart/2005/8/layout/radial1"/>
    <dgm:cxn modelId="{4814A575-20DB-A849-B896-2526F42BD173}" srcId="{118C875F-E37E-3C4D-851B-391BF73FB2E8}" destId="{0CEBE1FC-084B-3640-8D86-B81FA5179F8E}" srcOrd="1" destOrd="0" parTransId="{C07C121F-EBB4-9747-A301-03FF0F5B472E}" sibTransId="{8E9C69C7-7766-0343-B9D2-5C01FE0F94BC}"/>
    <dgm:cxn modelId="{3B1DDE97-0593-A04F-9B40-CEC3B16CE689}" type="presOf" srcId="{118C875F-E37E-3C4D-851B-391BF73FB2E8}" destId="{26DEC1BC-ABA1-2F4C-A1A4-CE588B8E1569}" srcOrd="0" destOrd="0" presId="urn:microsoft.com/office/officeart/2005/8/layout/radial1"/>
    <dgm:cxn modelId="{83FB7E9E-62FF-4B47-8530-423FD47C494B}" type="presOf" srcId="{1AD11CF7-0C49-7348-897F-207BC7537F93}" destId="{5B9C1053-15B4-6840-BF55-72FC7E46D787}" srcOrd="0" destOrd="0" presId="urn:microsoft.com/office/officeart/2005/8/layout/radial1"/>
    <dgm:cxn modelId="{46CBFCAD-DAF7-194E-880A-29741774DE33}" type="presOf" srcId="{45D55FF3-5F63-2140-9A79-60FC75DF100D}" destId="{E0E0E72D-389D-474C-9841-F6E4D7E92339}" srcOrd="0" destOrd="0" presId="urn:microsoft.com/office/officeart/2005/8/layout/radial1"/>
    <dgm:cxn modelId="{7CE155B5-59A1-D24D-92A5-2509ABCE9618}" type="presOf" srcId="{F06B210D-AF51-4241-A43F-53A8CD0B33B5}" destId="{2FEC6B43-6365-294E-9A64-E16F0D710F61}" srcOrd="0" destOrd="0" presId="urn:microsoft.com/office/officeart/2005/8/layout/radial1"/>
    <dgm:cxn modelId="{5173C5C3-5CD0-014F-BFF0-BB3A2433EDC8}" type="presOf" srcId="{C07C121F-EBB4-9747-A301-03FF0F5B472E}" destId="{01E059C9-ABA5-C749-BF0B-6457CDE84C56}" srcOrd="1" destOrd="0" presId="urn:microsoft.com/office/officeart/2005/8/layout/radial1"/>
    <dgm:cxn modelId="{A211AFE5-D0C6-5D45-A4AC-EE21EABFC4A2}" type="presOf" srcId="{0CEBE1FC-084B-3640-8D86-B81FA5179F8E}" destId="{43866AD2-8997-2545-BA31-FA6F2C518131}" srcOrd="0" destOrd="0" presId="urn:microsoft.com/office/officeart/2005/8/layout/radial1"/>
    <dgm:cxn modelId="{1F4993EE-CCE3-604C-8440-C9E3F0224612}" srcId="{34790520-0F60-F040-8995-D5B7E1949710}" destId="{118C875F-E37E-3C4D-851B-391BF73FB2E8}" srcOrd="0" destOrd="0" parTransId="{8DB6BB80-E007-734E-AB74-7D1C2D166F7A}" sibTransId="{AB8274EB-7F1A-3C47-BB2C-6D6B24EEF1D0}"/>
    <dgm:cxn modelId="{C19554F4-139E-CD4A-9B3D-5FED86E94C94}" type="presOf" srcId="{F06B210D-AF51-4241-A43F-53A8CD0B33B5}" destId="{79AC98AB-8FCB-DF48-B642-97608A5F442F}" srcOrd="1" destOrd="0" presId="urn:microsoft.com/office/officeart/2005/8/layout/radial1"/>
    <dgm:cxn modelId="{20F527F6-3B8B-C24F-8344-D67D17AC0154}" srcId="{118C875F-E37E-3C4D-851B-391BF73FB2E8}" destId="{03D110D5-5C8F-1643-B079-748592804AE7}" srcOrd="0" destOrd="0" parTransId="{F06B210D-AF51-4241-A43F-53A8CD0B33B5}" sibTransId="{DB38B567-8ADF-774C-BB87-09643F806937}"/>
    <dgm:cxn modelId="{B6254C91-B0E8-1D4E-90A1-99BF5D502B39}" type="presParOf" srcId="{1F029143-BD3D-CF4E-8FF2-CB21B22E58D0}" destId="{26DEC1BC-ABA1-2F4C-A1A4-CE588B8E1569}" srcOrd="0" destOrd="0" presId="urn:microsoft.com/office/officeart/2005/8/layout/radial1"/>
    <dgm:cxn modelId="{EACCDD41-5F5B-6848-AF33-22C31E287AB0}" type="presParOf" srcId="{1F029143-BD3D-CF4E-8FF2-CB21B22E58D0}" destId="{2FEC6B43-6365-294E-9A64-E16F0D710F61}" srcOrd="1" destOrd="0" presId="urn:microsoft.com/office/officeart/2005/8/layout/radial1"/>
    <dgm:cxn modelId="{74C9B5BD-06B4-1644-8996-92FF07567A46}" type="presParOf" srcId="{2FEC6B43-6365-294E-9A64-E16F0D710F61}" destId="{79AC98AB-8FCB-DF48-B642-97608A5F442F}" srcOrd="0" destOrd="0" presId="urn:microsoft.com/office/officeart/2005/8/layout/radial1"/>
    <dgm:cxn modelId="{593C19FC-801B-D349-A372-27FC214925C6}" type="presParOf" srcId="{1F029143-BD3D-CF4E-8FF2-CB21B22E58D0}" destId="{A6D1BD59-41CA-8841-85B5-71C5C3BC0CAC}" srcOrd="2" destOrd="0" presId="urn:microsoft.com/office/officeart/2005/8/layout/radial1"/>
    <dgm:cxn modelId="{B8F0357C-DD63-A646-AA94-5C0DF3534B5D}" type="presParOf" srcId="{1F029143-BD3D-CF4E-8FF2-CB21B22E58D0}" destId="{5A7E76D0-FEFC-B54B-B8E9-5373D3DE6F1E}" srcOrd="3" destOrd="0" presId="urn:microsoft.com/office/officeart/2005/8/layout/radial1"/>
    <dgm:cxn modelId="{1145D008-F2A4-3A43-A15E-B8F89A065A0A}" type="presParOf" srcId="{5A7E76D0-FEFC-B54B-B8E9-5373D3DE6F1E}" destId="{01E059C9-ABA5-C749-BF0B-6457CDE84C56}" srcOrd="0" destOrd="0" presId="urn:microsoft.com/office/officeart/2005/8/layout/radial1"/>
    <dgm:cxn modelId="{FB7D3A1E-8291-E447-A3A5-317EEB353857}" type="presParOf" srcId="{1F029143-BD3D-CF4E-8FF2-CB21B22E58D0}" destId="{43866AD2-8997-2545-BA31-FA6F2C518131}" srcOrd="4" destOrd="0" presId="urn:microsoft.com/office/officeart/2005/8/layout/radial1"/>
    <dgm:cxn modelId="{4E696881-81FA-4C4D-BC11-2B004091CA99}" type="presParOf" srcId="{1F029143-BD3D-CF4E-8FF2-CB21B22E58D0}" destId="{E0E0E72D-389D-474C-9841-F6E4D7E92339}" srcOrd="5" destOrd="0" presId="urn:microsoft.com/office/officeart/2005/8/layout/radial1"/>
    <dgm:cxn modelId="{A3ED960A-B733-DC43-9D61-37E1E0428682}" type="presParOf" srcId="{E0E0E72D-389D-474C-9841-F6E4D7E92339}" destId="{453D4B97-3A1F-6C4E-88DE-523A9A66FBA6}" srcOrd="0" destOrd="0" presId="urn:microsoft.com/office/officeart/2005/8/layout/radial1"/>
    <dgm:cxn modelId="{7924E1A4-31A0-7647-84E1-506791E16150}" type="presParOf" srcId="{1F029143-BD3D-CF4E-8FF2-CB21B22E58D0}" destId="{5B9C1053-15B4-6840-BF55-72FC7E46D787}" srcOrd="6" destOrd="0" presId="urn:microsoft.com/office/officeart/2005/8/layout/radial1"/>
  </dgm:cxnLst>
  <dgm:bg>
    <a:gradFill>
      <a:gsLst>
        <a:gs pos="0">
          <a:schemeClr val="accent5">
            <a:lumMod val="20000"/>
            <a:lumOff val="80000"/>
          </a:schemeClr>
        </a:gs>
        <a:gs pos="50000">
          <a:schemeClr val="bg2">
            <a:shade val="100000"/>
            <a:hueMod val="100000"/>
            <a:satMod val="110000"/>
            <a:lumMod val="130000"/>
          </a:schemeClr>
        </a:gs>
        <a:gs pos="100000">
          <a:schemeClr val="accent2">
            <a:lumMod val="20000"/>
            <a:lumOff val="80000"/>
          </a:schemeClr>
        </a:gs>
      </a:gsLst>
      <a:lin ang="2520000" scaled="0"/>
    </a:gra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4624E1-BF94-A04C-8CCA-62BAAA4DA428}" type="doc">
      <dgm:prSet loTypeId="urn:microsoft.com/office/officeart/2009/3/layout/HorizontalOrganizationChart" loCatId="" qsTypeId="urn:microsoft.com/office/officeart/2005/8/quickstyle/simple1" qsCatId="simple" csTypeId="urn:microsoft.com/office/officeart/2005/8/colors/accent1_2" csCatId="accent1" phldr="1"/>
      <dgm:spPr/>
      <dgm:t>
        <a:bodyPr/>
        <a:lstStyle/>
        <a:p>
          <a:endParaRPr lang="en-US"/>
        </a:p>
      </dgm:t>
    </dgm:pt>
    <dgm:pt modelId="{8DC39ADA-C080-034E-93E6-A36213F2D177}" type="asst">
      <dgm:prSet phldrT="[Text]" custT="1"/>
      <dgm:spPr/>
      <dgm:t>
        <a:bodyPr/>
        <a:lstStyle/>
        <a:p>
          <a:r>
            <a:rPr lang="en-US" sz="1600" dirty="0" err="1">
              <a:latin typeface="Times New Roman" panose="02020603050405020304" pitchFamily="18" charset="0"/>
              <a:cs typeface="Times New Roman" panose="02020603050405020304" pitchFamily="18" charset="0"/>
            </a:rPr>
            <a:t>Khái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niệm</a:t>
          </a:r>
          <a:endParaRPr lang="en-US" sz="1600" dirty="0">
            <a:latin typeface="Times New Roman" panose="02020603050405020304" pitchFamily="18" charset="0"/>
            <a:cs typeface="Times New Roman" panose="02020603050405020304" pitchFamily="18" charset="0"/>
          </a:endParaRPr>
        </a:p>
      </dgm:t>
    </dgm:pt>
    <dgm:pt modelId="{87387D5A-E0FD-6C43-8943-828B28A7CBD7}" type="parTrans" cxnId="{429B9245-3168-F34E-A851-7CEACC41A045}">
      <dgm:prSet/>
      <dgm:spPr/>
      <dgm:t>
        <a:bodyPr/>
        <a:lstStyle/>
        <a:p>
          <a:endParaRPr lang="en-US" sz="1600">
            <a:latin typeface="Times New Roman" panose="02020603050405020304" pitchFamily="18" charset="0"/>
            <a:cs typeface="Times New Roman" panose="02020603050405020304" pitchFamily="18" charset="0"/>
          </a:endParaRPr>
        </a:p>
      </dgm:t>
    </dgm:pt>
    <dgm:pt modelId="{E1BBA03D-7E97-A24D-A3AD-C54B7C2B0CA2}" type="sibTrans" cxnId="{429B9245-3168-F34E-A851-7CEACC41A045}">
      <dgm:prSet/>
      <dgm:spPr/>
      <dgm:t>
        <a:bodyPr/>
        <a:lstStyle/>
        <a:p>
          <a:endParaRPr lang="en-US" sz="1600">
            <a:latin typeface="Times New Roman" panose="02020603050405020304" pitchFamily="18" charset="0"/>
            <a:cs typeface="Times New Roman" panose="02020603050405020304" pitchFamily="18" charset="0"/>
          </a:endParaRPr>
        </a:p>
      </dgm:t>
    </dgm:pt>
    <dgm:pt modelId="{BAA72330-427D-0B4B-8818-980D5C07AA1B}">
      <dgm:prSet phldrT="[Text]" custT="1"/>
      <dgm:spPr/>
      <dgm:t>
        <a:bodyPr/>
        <a:lstStyle/>
        <a:p>
          <a:r>
            <a:rPr lang="en-US" sz="1600" dirty="0">
              <a:latin typeface="Times New Roman" panose="02020603050405020304" pitchFamily="18" charset="0"/>
              <a:cs typeface="Times New Roman" panose="02020603050405020304" pitchFamily="18" charset="0"/>
            </a:rPr>
            <a:t>Nguyên </a:t>
          </a:r>
          <a:r>
            <a:rPr lang="en-US" sz="1600" dirty="0" err="1">
              <a:latin typeface="Times New Roman" panose="02020603050405020304" pitchFamily="18" charset="0"/>
              <a:cs typeface="Times New Roman" panose="02020603050405020304" pitchFamily="18" charset="0"/>
            </a:rPr>
            <a:t>tắc</a:t>
          </a:r>
          <a:endParaRPr lang="en-US" sz="1600" dirty="0">
            <a:latin typeface="Times New Roman" panose="02020603050405020304" pitchFamily="18" charset="0"/>
            <a:cs typeface="Times New Roman" panose="02020603050405020304" pitchFamily="18" charset="0"/>
          </a:endParaRPr>
        </a:p>
      </dgm:t>
    </dgm:pt>
    <dgm:pt modelId="{76936086-4DEA-5645-AA32-0D648DA6BB48}" type="parTrans" cxnId="{EC5D9986-F02F-D84C-96DA-3FCA04F8D44D}">
      <dgm:prSet/>
      <dgm:spPr/>
      <dgm:t>
        <a:bodyPr/>
        <a:lstStyle/>
        <a:p>
          <a:endParaRPr lang="en-US" sz="1600">
            <a:latin typeface="Times New Roman" panose="02020603050405020304" pitchFamily="18" charset="0"/>
            <a:cs typeface="Times New Roman" panose="02020603050405020304" pitchFamily="18" charset="0"/>
          </a:endParaRPr>
        </a:p>
      </dgm:t>
    </dgm:pt>
    <dgm:pt modelId="{0F9BEACD-FD66-8B40-B703-C643F3CF517E}" type="sibTrans" cxnId="{EC5D9986-F02F-D84C-96DA-3FCA04F8D44D}">
      <dgm:prSet/>
      <dgm:spPr/>
      <dgm:t>
        <a:bodyPr/>
        <a:lstStyle/>
        <a:p>
          <a:endParaRPr lang="en-US" sz="1600">
            <a:latin typeface="Times New Roman" panose="02020603050405020304" pitchFamily="18" charset="0"/>
            <a:cs typeface="Times New Roman" panose="02020603050405020304" pitchFamily="18" charset="0"/>
          </a:endParaRPr>
        </a:p>
      </dgm:t>
    </dgm:pt>
    <dgm:pt modelId="{38B6043C-E49E-F44A-B720-4B2D36FA6936}">
      <dgm:prSet phldrT="[Text]" custT="1"/>
      <dgm:spPr/>
      <dgm:t>
        <a:bodyPr/>
        <a:lstStyle/>
        <a:p>
          <a:r>
            <a:rPr lang="en-US" sz="1600" dirty="0">
              <a:latin typeface="Times New Roman" panose="02020603050405020304" pitchFamily="18" charset="0"/>
              <a:cs typeface="Times New Roman" panose="02020603050405020304" pitchFamily="18" charset="0"/>
            </a:rPr>
            <a:t>Các </a:t>
          </a:r>
          <a:r>
            <a:rPr lang="en-US" sz="1600" dirty="0" err="1">
              <a:latin typeface="Times New Roman" panose="02020603050405020304" pitchFamily="18" charset="0"/>
              <a:cs typeface="Times New Roman" panose="02020603050405020304" pitchFamily="18" charset="0"/>
            </a:rPr>
            <a:t>quyền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HP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2013</a:t>
          </a:r>
        </a:p>
      </dgm:t>
    </dgm:pt>
    <dgm:pt modelId="{1DE6E3AE-2A01-8E49-A669-B109278C2160}" type="parTrans" cxnId="{5B16898B-4046-9D42-A893-2A7A9D386082}">
      <dgm:prSet/>
      <dgm:spPr/>
      <dgm:t>
        <a:bodyPr/>
        <a:lstStyle/>
        <a:p>
          <a:endParaRPr lang="en-US" sz="1600">
            <a:latin typeface="Times New Roman" panose="02020603050405020304" pitchFamily="18" charset="0"/>
            <a:cs typeface="Times New Roman" panose="02020603050405020304" pitchFamily="18" charset="0"/>
          </a:endParaRPr>
        </a:p>
      </dgm:t>
    </dgm:pt>
    <dgm:pt modelId="{481EFA1C-C083-E040-B483-6063E8B26FBD}" type="sibTrans" cxnId="{5B16898B-4046-9D42-A893-2A7A9D386082}">
      <dgm:prSet/>
      <dgm:spPr/>
      <dgm:t>
        <a:bodyPr/>
        <a:lstStyle/>
        <a:p>
          <a:endParaRPr lang="en-US" sz="1600">
            <a:latin typeface="Times New Roman" panose="02020603050405020304" pitchFamily="18" charset="0"/>
            <a:cs typeface="Times New Roman" panose="02020603050405020304" pitchFamily="18" charset="0"/>
          </a:endParaRPr>
        </a:p>
      </dgm:t>
    </dgm:pt>
    <dgm:pt modelId="{0B2AEEC3-B1BF-E745-B3F3-F149B876F05D}">
      <dgm:prSet phldrT="[Text]" custT="1"/>
      <dgm:spPr/>
      <dgm:t>
        <a:bodyPr/>
        <a:lstStyle/>
        <a:p>
          <a:r>
            <a:rPr lang="en-US" sz="1600" dirty="0">
              <a:latin typeface="Times New Roman" panose="02020603050405020304" pitchFamily="18" charset="0"/>
              <a:cs typeface="Times New Roman" panose="02020603050405020304" pitchFamily="18" charset="0"/>
            </a:rPr>
            <a:t>Quyền con </a:t>
          </a:r>
          <a:r>
            <a:rPr lang="en-US" sz="1600" dirty="0" err="1">
              <a:latin typeface="Times New Roman" panose="02020603050405020304" pitchFamily="18" charset="0"/>
              <a:cs typeface="Times New Roman" panose="02020603050405020304" pitchFamily="18" charset="0"/>
            </a:rPr>
            <a:t>người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dân</a:t>
          </a:r>
          <a:endParaRPr lang="en-US" sz="1600" dirty="0">
            <a:latin typeface="Times New Roman" panose="02020603050405020304" pitchFamily="18" charset="0"/>
            <a:cs typeface="Times New Roman" panose="02020603050405020304" pitchFamily="18" charset="0"/>
          </a:endParaRPr>
        </a:p>
      </dgm:t>
    </dgm:pt>
    <dgm:pt modelId="{674821E2-000F-7649-A945-3B1ABCD096E7}" type="sibTrans" cxnId="{26374B8A-57BA-974E-9CC8-F264C0A87FA5}">
      <dgm:prSet/>
      <dgm:spPr/>
      <dgm:t>
        <a:bodyPr/>
        <a:lstStyle/>
        <a:p>
          <a:endParaRPr lang="en-US" sz="1600">
            <a:latin typeface="Times New Roman" panose="02020603050405020304" pitchFamily="18" charset="0"/>
            <a:cs typeface="Times New Roman" panose="02020603050405020304" pitchFamily="18" charset="0"/>
          </a:endParaRPr>
        </a:p>
      </dgm:t>
    </dgm:pt>
    <dgm:pt modelId="{09AC17E9-AF91-CE43-9F50-E205085ADBA1}" type="parTrans" cxnId="{26374B8A-57BA-974E-9CC8-F264C0A87FA5}">
      <dgm:prSet/>
      <dgm:spPr/>
      <dgm:t>
        <a:bodyPr/>
        <a:lstStyle/>
        <a:p>
          <a:endParaRPr lang="en-US" sz="1600">
            <a:latin typeface="Times New Roman" panose="02020603050405020304" pitchFamily="18" charset="0"/>
            <a:cs typeface="Times New Roman" panose="02020603050405020304" pitchFamily="18" charset="0"/>
          </a:endParaRPr>
        </a:p>
      </dgm:t>
    </dgm:pt>
    <dgm:pt modelId="{51C83C0C-C693-8142-AAB6-7A21485DDE48}">
      <dgm:prSet phldrT="[Text]" custT="1"/>
      <dgm:spPr/>
      <dgm:t>
        <a:bodyPr/>
        <a:lstStyle/>
        <a:p>
          <a:r>
            <a:rPr lang="en-US" sz="1600" dirty="0">
              <a:latin typeface="Times New Roman" panose="02020603050405020304" pitchFamily="18" charset="0"/>
              <a:cs typeface="Times New Roman" panose="02020603050405020304" pitchFamily="18" charset="0"/>
            </a:rPr>
            <a:t>Quyền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nghĩa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endParaRPr lang="en-US" sz="1600" dirty="0">
            <a:latin typeface="Times New Roman" panose="02020603050405020304" pitchFamily="18" charset="0"/>
            <a:cs typeface="Times New Roman" panose="02020603050405020304" pitchFamily="18" charset="0"/>
          </a:endParaRPr>
        </a:p>
      </dgm:t>
    </dgm:pt>
    <dgm:pt modelId="{2A29F083-D022-7343-BF57-C86D9ED66E9A}" type="parTrans" cxnId="{623745E3-D794-A848-A8F8-697854AA3B30}">
      <dgm:prSet/>
      <dgm:spPr/>
      <dgm:t>
        <a:bodyPr/>
        <a:lstStyle/>
        <a:p>
          <a:endParaRPr lang="en-US" sz="1600">
            <a:latin typeface="Times New Roman" panose="02020603050405020304" pitchFamily="18" charset="0"/>
            <a:cs typeface="Times New Roman" panose="02020603050405020304" pitchFamily="18" charset="0"/>
          </a:endParaRPr>
        </a:p>
      </dgm:t>
    </dgm:pt>
    <dgm:pt modelId="{59733A45-EB17-2E46-8B5D-CB28F143E06B}" type="sibTrans" cxnId="{623745E3-D794-A848-A8F8-697854AA3B30}">
      <dgm:prSet/>
      <dgm:spPr/>
      <dgm:t>
        <a:bodyPr/>
        <a:lstStyle/>
        <a:p>
          <a:endParaRPr lang="en-US" sz="1600">
            <a:latin typeface="Times New Roman" panose="02020603050405020304" pitchFamily="18" charset="0"/>
            <a:cs typeface="Times New Roman" panose="02020603050405020304" pitchFamily="18" charset="0"/>
          </a:endParaRPr>
        </a:p>
      </dgm:t>
    </dgm:pt>
    <dgm:pt modelId="{1582ADF3-4EEF-8D46-9F77-59560ABB6588}">
      <dgm:prSet phldrT="[Text]" custT="1"/>
      <dgm:spPr/>
      <dgm:t>
        <a:bodyPr/>
        <a:lstStyle/>
        <a:p>
          <a:r>
            <a:rPr lang="en-US" sz="1600" dirty="0">
              <a:latin typeface="Times New Roman" panose="02020603050405020304" pitchFamily="18" charset="0"/>
              <a:cs typeface="Times New Roman" panose="02020603050405020304" pitchFamily="18" charset="0"/>
            </a:rPr>
            <a:t>Công </a:t>
          </a:r>
          <a:r>
            <a:rPr lang="en-US" sz="1600" dirty="0" err="1">
              <a:latin typeface="Times New Roman" panose="02020603050405020304" pitchFamily="18" charset="0"/>
              <a:cs typeface="Times New Roman" panose="02020603050405020304" pitchFamily="18" charset="0"/>
            </a:rPr>
            <a:t>nhận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tôn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trọng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quyền</a:t>
          </a:r>
          <a:endParaRPr lang="en-US" sz="1600" dirty="0">
            <a:latin typeface="Times New Roman" panose="02020603050405020304" pitchFamily="18" charset="0"/>
            <a:cs typeface="Times New Roman" panose="02020603050405020304" pitchFamily="18" charset="0"/>
          </a:endParaRPr>
        </a:p>
      </dgm:t>
    </dgm:pt>
    <dgm:pt modelId="{01C1FDE7-4B2C-F644-BDE1-BBD61A8C57F3}" type="parTrans" cxnId="{DC081F32-C17A-254C-BE44-22F7C0FBC763}">
      <dgm:prSet/>
      <dgm:spPr/>
      <dgm:t>
        <a:bodyPr/>
        <a:lstStyle/>
        <a:p>
          <a:endParaRPr lang="en-US" sz="1600">
            <a:latin typeface="Times New Roman" panose="02020603050405020304" pitchFamily="18" charset="0"/>
            <a:cs typeface="Times New Roman" panose="02020603050405020304" pitchFamily="18" charset="0"/>
          </a:endParaRPr>
        </a:p>
      </dgm:t>
    </dgm:pt>
    <dgm:pt modelId="{46616B18-8D51-8841-B004-AB981BAB48A8}" type="sibTrans" cxnId="{DC081F32-C17A-254C-BE44-22F7C0FBC763}">
      <dgm:prSet/>
      <dgm:spPr/>
      <dgm:t>
        <a:bodyPr/>
        <a:lstStyle/>
        <a:p>
          <a:endParaRPr lang="en-US" sz="1600">
            <a:latin typeface="Times New Roman" panose="02020603050405020304" pitchFamily="18" charset="0"/>
            <a:cs typeface="Times New Roman" panose="02020603050405020304" pitchFamily="18" charset="0"/>
          </a:endParaRPr>
        </a:p>
      </dgm:t>
    </dgm:pt>
    <dgm:pt modelId="{2481CD0F-FACF-EE45-9316-11D19E9AA19C}">
      <dgm:prSet phldrT="[Text]" custT="1"/>
      <dgm:spPr/>
      <dgm:t>
        <a:bodyPr/>
        <a:lstStyle/>
        <a:p>
          <a:r>
            <a:rPr lang="en-US" sz="1600" dirty="0">
              <a:latin typeface="Times New Roman" panose="02020603050405020304" pitchFamily="18" charset="0"/>
              <a:cs typeface="Times New Roman" panose="02020603050405020304" pitchFamily="18" charset="0"/>
            </a:rPr>
            <a:t>Bình </a:t>
          </a:r>
          <a:r>
            <a:rPr lang="en-US" sz="1600" dirty="0" err="1">
              <a:latin typeface="Times New Roman" panose="02020603050405020304" pitchFamily="18" charset="0"/>
              <a:cs typeface="Times New Roman" panose="02020603050405020304" pitchFamily="18" charset="0"/>
            </a:rPr>
            <a:t>đẳng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trước</a:t>
          </a:r>
          <a:r>
            <a:rPr lang="en-US" sz="1600" dirty="0">
              <a:latin typeface="Times New Roman" panose="02020603050405020304" pitchFamily="18" charset="0"/>
              <a:cs typeface="Times New Roman" panose="02020603050405020304" pitchFamily="18" charset="0"/>
            </a:rPr>
            <a:t> PL</a:t>
          </a:r>
        </a:p>
      </dgm:t>
    </dgm:pt>
    <dgm:pt modelId="{F7C62FAA-0674-B342-A23C-B29EF224CD3B}" type="parTrans" cxnId="{3B665D8F-CC68-1C45-97A3-C00C73D1579B}">
      <dgm:prSet/>
      <dgm:spPr/>
      <dgm:t>
        <a:bodyPr/>
        <a:lstStyle/>
        <a:p>
          <a:endParaRPr lang="en-US" sz="1600">
            <a:latin typeface="Times New Roman" panose="02020603050405020304" pitchFamily="18" charset="0"/>
            <a:cs typeface="Times New Roman" panose="02020603050405020304" pitchFamily="18" charset="0"/>
          </a:endParaRPr>
        </a:p>
      </dgm:t>
    </dgm:pt>
    <dgm:pt modelId="{B28A695A-2F05-D04C-BF4D-9F7D6236930A}" type="sibTrans" cxnId="{3B665D8F-CC68-1C45-97A3-C00C73D1579B}">
      <dgm:prSet/>
      <dgm:spPr/>
      <dgm:t>
        <a:bodyPr/>
        <a:lstStyle/>
        <a:p>
          <a:endParaRPr lang="en-US" sz="1600">
            <a:latin typeface="Times New Roman" panose="02020603050405020304" pitchFamily="18" charset="0"/>
            <a:cs typeface="Times New Roman" panose="02020603050405020304" pitchFamily="18" charset="0"/>
          </a:endParaRPr>
        </a:p>
      </dgm:t>
    </dgm:pt>
    <dgm:pt modelId="{C5905535-BE38-0D47-BB9D-547CBE11E667}" type="pres">
      <dgm:prSet presAssocID="{4F4624E1-BF94-A04C-8CCA-62BAAA4DA428}" presName="hierChild1" presStyleCnt="0">
        <dgm:presLayoutVars>
          <dgm:orgChart val="1"/>
          <dgm:chPref val="1"/>
          <dgm:dir/>
          <dgm:animOne val="branch"/>
          <dgm:animLvl val="lvl"/>
          <dgm:resizeHandles/>
        </dgm:presLayoutVars>
      </dgm:prSet>
      <dgm:spPr/>
    </dgm:pt>
    <dgm:pt modelId="{F302E39D-A024-F14C-A1AB-5B4769352744}" type="pres">
      <dgm:prSet presAssocID="{0B2AEEC3-B1BF-E745-B3F3-F149B876F05D}" presName="hierRoot1" presStyleCnt="0">
        <dgm:presLayoutVars>
          <dgm:hierBranch val="init"/>
        </dgm:presLayoutVars>
      </dgm:prSet>
      <dgm:spPr/>
    </dgm:pt>
    <dgm:pt modelId="{378BAB4D-8EE0-1543-98BB-A3B56C79EB8A}" type="pres">
      <dgm:prSet presAssocID="{0B2AEEC3-B1BF-E745-B3F3-F149B876F05D}" presName="rootComposite1" presStyleCnt="0"/>
      <dgm:spPr/>
    </dgm:pt>
    <dgm:pt modelId="{88856A20-9F96-4345-8FBD-71F771BAC5C3}" type="pres">
      <dgm:prSet presAssocID="{0B2AEEC3-B1BF-E745-B3F3-F149B876F05D}" presName="rootText1" presStyleLbl="node0" presStyleIdx="0" presStyleCnt="2">
        <dgm:presLayoutVars>
          <dgm:chPref val="3"/>
        </dgm:presLayoutVars>
      </dgm:prSet>
      <dgm:spPr/>
    </dgm:pt>
    <dgm:pt modelId="{C8147C91-8F3E-9748-BC36-3BB10B1981CC}" type="pres">
      <dgm:prSet presAssocID="{0B2AEEC3-B1BF-E745-B3F3-F149B876F05D}" presName="rootConnector1" presStyleLbl="node1" presStyleIdx="0" presStyleCnt="0"/>
      <dgm:spPr/>
    </dgm:pt>
    <dgm:pt modelId="{C320E60B-6BA1-A646-A15E-86E1C0D1A12E}" type="pres">
      <dgm:prSet presAssocID="{0B2AEEC3-B1BF-E745-B3F3-F149B876F05D}" presName="hierChild2" presStyleCnt="0"/>
      <dgm:spPr/>
    </dgm:pt>
    <dgm:pt modelId="{7A5D5741-1AA8-8347-81E5-572B91779BA1}" type="pres">
      <dgm:prSet presAssocID="{76936086-4DEA-5645-AA32-0D648DA6BB48}" presName="Name64" presStyleLbl="parChTrans1D2" presStyleIdx="0" presStyleCnt="5"/>
      <dgm:spPr/>
    </dgm:pt>
    <dgm:pt modelId="{CB5966A1-3CEE-4140-879D-CE81C2DB0A36}" type="pres">
      <dgm:prSet presAssocID="{BAA72330-427D-0B4B-8818-980D5C07AA1B}" presName="hierRoot2" presStyleCnt="0">
        <dgm:presLayoutVars>
          <dgm:hierBranch val="init"/>
        </dgm:presLayoutVars>
      </dgm:prSet>
      <dgm:spPr/>
    </dgm:pt>
    <dgm:pt modelId="{325EA531-AC97-D74E-AC31-BDB06D017482}" type="pres">
      <dgm:prSet presAssocID="{BAA72330-427D-0B4B-8818-980D5C07AA1B}" presName="rootComposite" presStyleCnt="0"/>
      <dgm:spPr/>
    </dgm:pt>
    <dgm:pt modelId="{CF46AC63-1B05-894B-AED4-290ED97D58C1}" type="pres">
      <dgm:prSet presAssocID="{BAA72330-427D-0B4B-8818-980D5C07AA1B}" presName="rootText" presStyleLbl="node2" presStyleIdx="0" presStyleCnt="4" custLinFactX="-26271" custLinFactNeighborX="-100000" custLinFactNeighborY="76192">
        <dgm:presLayoutVars>
          <dgm:chPref val="3"/>
        </dgm:presLayoutVars>
      </dgm:prSet>
      <dgm:spPr/>
    </dgm:pt>
    <dgm:pt modelId="{9CF1C317-E419-EA49-8B97-B13EFDE9775A}" type="pres">
      <dgm:prSet presAssocID="{BAA72330-427D-0B4B-8818-980D5C07AA1B}" presName="rootConnector" presStyleLbl="node2" presStyleIdx="0" presStyleCnt="4"/>
      <dgm:spPr/>
    </dgm:pt>
    <dgm:pt modelId="{8985F03E-B938-B94C-8228-78BE4F0B842B}" type="pres">
      <dgm:prSet presAssocID="{BAA72330-427D-0B4B-8818-980D5C07AA1B}" presName="hierChild4" presStyleCnt="0"/>
      <dgm:spPr/>
    </dgm:pt>
    <dgm:pt modelId="{9E8CE492-52F5-F44A-A688-AF7722DF71A0}" type="pres">
      <dgm:prSet presAssocID="{BAA72330-427D-0B4B-8818-980D5C07AA1B}" presName="hierChild5" presStyleCnt="0"/>
      <dgm:spPr/>
    </dgm:pt>
    <dgm:pt modelId="{6A140F7C-374C-E345-B200-11BE2B248729}" type="pres">
      <dgm:prSet presAssocID="{2A29F083-D022-7343-BF57-C86D9ED66E9A}" presName="Name64" presStyleLbl="parChTrans1D2" presStyleIdx="1" presStyleCnt="5"/>
      <dgm:spPr/>
    </dgm:pt>
    <dgm:pt modelId="{7582646A-340F-9F4F-A580-ABE32E5B753B}" type="pres">
      <dgm:prSet presAssocID="{51C83C0C-C693-8142-AAB6-7A21485DDE48}" presName="hierRoot2" presStyleCnt="0">
        <dgm:presLayoutVars>
          <dgm:hierBranch val="init"/>
        </dgm:presLayoutVars>
      </dgm:prSet>
      <dgm:spPr/>
    </dgm:pt>
    <dgm:pt modelId="{BB1AF1C5-2560-DD40-8795-9635B915BB61}" type="pres">
      <dgm:prSet presAssocID="{51C83C0C-C693-8142-AAB6-7A21485DDE48}" presName="rootComposite" presStyleCnt="0"/>
      <dgm:spPr/>
    </dgm:pt>
    <dgm:pt modelId="{5F29BB66-BFBB-6C4D-ABDF-B84040E59092}" type="pres">
      <dgm:prSet presAssocID="{51C83C0C-C693-8142-AAB6-7A21485DDE48}" presName="rootText" presStyleLbl="node2" presStyleIdx="1" presStyleCnt="4" custLinFactNeighborX="-11430" custLinFactNeighborY="-92803">
        <dgm:presLayoutVars>
          <dgm:chPref val="3"/>
        </dgm:presLayoutVars>
      </dgm:prSet>
      <dgm:spPr/>
    </dgm:pt>
    <dgm:pt modelId="{050CD62D-305E-0A4B-AD53-671D922F53BA}" type="pres">
      <dgm:prSet presAssocID="{51C83C0C-C693-8142-AAB6-7A21485DDE48}" presName="rootConnector" presStyleLbl="node2" presStyleIdx="1" presStyleCnt="4"/>
      <dgm:spPr/>
    </dgm:pt>
    <dgm:pt modelId="{6EAAAD19-428C-BE4F-9A94-B4C70A34C7A1}" type="pres">
      <dgm:prSet presAssocID="{51C83C0C-C693-8142-AAB6-7A21485DDE48}" presName="hierChild4" presStyleCnt="0"/>
      <dgm:spPr/>
    </dgm:pt>
    <dgm:pt modelId="{54F8B704-1DA8-E04C-B016-195288AE2C14}" type="pres">
      <dgm:prSet presAssocID="{51C83C0C-C693-8142-AAB6-7A21485DDE48}" presName="hierChild5" presStyleCnt="0"/>
      <dgm:spPr/>
    </dgm:pt>
    <dgm:pt modelId="{CFE86A21-F846-3C48-B6F8-367D56FB1454}" type="pres">
      <dgm:prSet presAssocID="{01C1FDE7-4B2C-F644-BDE1-BBD61A8C57F3}" presName="Name64" presStyleLbl="parChTrans1D2" presStyleIdx="2" presStyleCnt="5"/>
      <dgm:spPr/>
    </dgm:pt>
    <dgm:pt modelId="{2FF9D7BC-C842-1644-83D3-1B5C39041AA2}" type="pres">
      <dgm:prSet presAssocID="{1582ADF3-4EEF-8D46-9F77-59560ABB6588}" presName="hierRoot2" presStyleCnt="0">
        <dgm:presLayoutVars>
          <dgm:hierBranch val="init"/>
        </dgm:presLayoutVars>
      </dgm:prSet>
      <dgm:spPr/>
    </dgm:pt>
    <dgm:pt modelId="{4D9DAC46-E5DF-7E45-885B-0032818C190D}" type="pres">
      <dgm:prSet presAssocID="{1582ADF3-4EEF-8D46-9F77-59560ABB6588}" presName="rootComposite" presStyleCnt="0"/>
      <dgm:spPr/>
    </dgm:pt>
    <dgm:pt modelId="{E0C1F8FB-BF5C-7048-89D8-5212B9144FE4}" type="pres">
      <dgm:prSet presAssocID="{1582ADF3-4EEF-8D46-9F77-59560ABB6588}" presName="rootText" presStyleLbl="node2" presStyleIdx="2" presStyleCnt="4" custScaleY="127891" custLinFactNeighborX="-11430" custLinFactNeighborY="-80266">
        <dgm:presLayoutVars>
          <dgm:chPref val="3"/>
        </dgm:presLayoutVars>
      </dgm:prSet>
      <dgm:spPr/>
    </dgm:pt>
    <dgm:pt modelId="{003DC609-54E0-CC4E-BDB3-A0819F48544D}" type="pres">
      <dgm:prSet presAssocID="{1582ADF3-4EEF-8D46-9F77-59560ABB6588}" presName="rootConnector" presStyleLbl="node2" presStyleIdx="2" presStyleCnt="4"/>
      <dgm:spPr/>
    </dgm:pt>
    <dgm:pt modelId="{89F05411-3B73-1045-A670-5F9A7E57E8E7}" type="pres">
      <dgm:prSet presAssocID="{1582ADF3-4EEF-8D46-9F77-59560ABB6588}" presName="hierChild4" presStyleCnt="0"/>
      <dgm:spPr/>
    </dgm:pt>
    <dgm:pt modelId="{69E3FBA8-C2AA-BC40-BF3C-0CE0A732C055}" type="pres">
      <dgm:prSet presAssocID="{1582ADF3-4EEF-8D46-9F77-59560ABB6588}" presName="hierChild5" presStyleCnt="0"/>
      <dgm:spPr/>
    </dgm:pt>
    <dgm:pt modelId="{483A4210-350B-7C4F-BF23-4E57141867E5}" type="pres">
      <dgm:prSet presAssocID="{1DE6E3AE-2A01-8E49-A669-B109278C2160}" presName="Name64" presStyleLbl="parChTrans1D2" presStyleIdx="3" presStyleCnt="5"/>
      <dgm:spPr/>
    </dgm:pt>
    <dgm:pt modelId="{B6F2FEF5-79BD-3948-8142-FF00D207F222}" type="pres">
      <dgm:prSet presAssocID="{38B6043C-E49E-F44A-B720-4B2D36FA6936}" presName="hierRoot2" presStyleCnt="0">
        <dgm:presLayoutVars>
          <dgm:hierBranch val="init"/>
        </dgm:presLayoutVars>
      </dgm:prSet>
      <dgm:spPr/>
    </dgm:pt>
    <dgm:pt modelId="{F22FF1E9-DC8B-CC4E-87F2-120D8585C8F3}" type="pres">
      <dgm:prSet presAssocID="{38B6043C-E49E-F44A-B720-4B2D36FA6936}" presName="rootComposite" presStyleCnt="0"/>
      <dgm:spPr/>
    </dgm:pt>
    <dgm:pt modelId="{67B52652-9270-FE40-8D58-5537AEC3DF88}" type="pres">
      <dgm:prSet presAssocID="{38B6043C-E49E-F44A-B720-4B2D36FA6936}" presName="rootText" presStyleLbl="node2" presStyleIdx="3" presStyleCnt="4" custLinFactX="-26271" custLinFactNeighborX="-100000" custLinFactNeighborY="12957">
        <dgm:presLayoutVars>
          <dgm:chPref val="3"/>
        </dgm:presLayoutVars>
      </dgm:prSet>
      <dgm:spPr/>
    </dgm:pt>
    <dgm:pt modelId="{F6571A7E-F7B3-2B4A-B8A2-19335BE6E019}" type="pres">
      <dgm:prSet presAssocID="{38B6043C-E49E-F44A-B720-4B2D36FA6936}" presName="rootConnector" presStyleLbl="node2" presStyleIdx="3" presStyleCnt="4"/>
      <dgm:spPr/>
    </dgm:pt>
    <dgm:pt modelId="{DF45E593-B8E2-A54D-9258-BB3773F9D8F5}" type="pres">
      <dgm:prSet presAssocID="{38B6043C-E49E-F44A-B720-4B2D36FA6936}" presName="hierChild4" presStyleCnt="0"/>
      <dgm:spPr/>
    </dgm:pt>
    <dgm:pt modelId="{959E53E7-544D-0D4E-A101-F759CCDA7540}" type="pres">
      <dgm:prSet presAssocID="{38B6043C-E49E-F44A-B720-4B2D36FA6936}" presName="hierChild5" presStyleCnt="0"/>
      <dgm:spPr/>
    </dgm:pt>
    <dgm:pt modelId="{A228344C-F6A8-AC44-B80C-8D5C7D5B7CDD}" type="pres">
      <dgm:prSet presAssocID="{0B2AEEC3-B1BF-E745-B3F3-F149B876F05D}" presName="hierChild3" presStyleCnt="0"/>
      <dgm:spPr/>
    </dgm:pt>
    <dgm:pt modelId="{69C1302C-F77B-7845-8AB3-39BD12D134C0}" type="pres">
      <dgm:prSet presAssocID="{87387D5A-E0FD-6C43-8943-828B28A7CBD7}" presName="Name115" presStyleLbl="parChTrans1D2" presStyleIdx="4" presStyleCnt="5"/>
      <dgm:spPr/>
    </dgm:pt>
    <dgm:pt modelId="{7908479F-AF7C-4649-83BC-AE4DDF1D0774}" type="pres">
      <dgm:prSet presAssocID="{8DC39ADA-C080-034E-93E6-A36213F2D177}" presName="hierRoot3" presStyleCnt="0">
        <dgm:presLayoutVars>
          <dgm:hierBranch val="init"/>
        </dgm:presLayoutVars>
      </dgm:prSet>
      <dgm:spPr/>
    </dgm:pt>
    <dgm:pt modelId="{42C5845D-40A6-1F43-BBAA-779561C092A1}" type="pres">
      <dgm:prSet presAssocID="{8DC39ADA-C080-034E-93E6-A36213F2D177}" presName="rootComposite3" presStyleCnt="0"/>
      <dgm:spPr/>
    </dgm:pt>
    <dgm:pt modelId="{0BA19246-01AD-5342-9C23-984829120FC1}" type="pres">
      <dgm:prSet presAssocID="{8DC39ADA-C080-034E-93E6-A36213F2D177}" presName="rootText3" presStyleLbl="asst1" presStyleIdx="0" presStyleCnt="1" custLinFactY="-100000" custLinFactNeighborX="-6271" custLinFactNeighborY="-104247">
        <dgm:presLayoutVars>
          <dgm:chPref val="3"/>
        </dgm:presLayoutVars>
      </dgm:prSet>
      <dgm:spPr/>
    </dgm:pt>
    <dgm:pt modelId="{0F2D8D2F-6BDE-C540-9E52-2D6C71523FEA}" type="pres">
      <dgm:prSet presAssocID="{8DC39ADA-C080-034E-93E6-A36213F2D177}" presName="rootConnector3" presStyleLbl="asst1" presStyleIdx="0" presStyleCnt="1"/>
      <dgm:spPr/>
    </dgm:pt>
    <dgm:pt modelId="{FDCF7076-EEA1-F14A-A070-481DBA679141}" type="pres">
      <dgm:prSet presAssocID="{8DC39ADA-C080-034E-93E6-A36213F2D177}" presName="hierChild6" presStyleCnt="0"/>
      <dgm:spPr/>
    </dgm:pt>
    <dgm:pt modelId="{6C03766D-6BFF-6142-9306-15265DF9E702}" type="pres">
      <dgm:prSet presAssocID="{8DC39ADA-C080-034E-93E6-A36213F2D177}" presName="hierChild7" presStyleCnt="0"/>
      <dgm:spPr/>
    </dgm:pt>
    <dgm:pt modelId="{29A43544-5A5A-7642-8583-BAACDF700957}" type="pres">
      <dgm:prSet presAssocID="{2481CD0F-FACF-EE45-9316-11D19E9AA19C}" presName="hierRoot1" presStyleCnt="0">
        <dgm:presLayoutVars>
          <dgm:hierBranch val="init"/>
        </dgm:presLayoutVars>
      </dgm:prSet>
      <dgm:spPr/>
    </dgm:pt>
    <dgm:pt modelId="{676DFE8E-3D7A-AE47-A210-A6D8A372A732}" type="pres">
      <dgm:prSet presAssocID="{2481CD0F-FACF-EE45-9316-11D19E9AA19C}" presName="rootComposite1" presStyleCnt="0"/>
      <dgm:spPr/>
    </dgm:pt>
    <dgm:pt modelId="{C68739BF-6F93-934D-9202-DD2A1BE9183E}" type="pres">
      <dgm:prSet presAssocID="{2481CD0F-FACF-EE45-9316-11D19E9AA19C}" presName="rootText1" presStyleLbl="node0" presStyleIdx="1" presStyleCnt="2" custLinFactX="100000" custLinFactNeighborX="128570" custLinFactNeighborY="-14666">
        <dgm:presLayoutVars>
          <dgm:chPref val="3"/>
        </dgm:presLayoutVars>
      </dgm:prSet>
      <dgm:spPr/>
    </dgm:pt>
    <dgm:pt modelId="{67336765-E92D-9A48-86AD-0619E0CBC45F}" type="pres">
      <dgm:prSet presAssocID="{2481CD0F-FACF-EE45-9316-11D19E9AA19C}" presName="rootConnector1" presStyleLbl="node1" presStyleIdx="0" presStyleCnt="0"/>
      <dgm:spPr/>
    </dgm:pt>
    <dgm:pt modelId="{6C53CE15-BE21-F44E-989A-79943A99ACD2}" type="pres">
      <dgm:prSet presAssocID="{2481CD0F-FACF-EE45-9316-11D19E9AA19C}" presName="hierChild2" presStyleCnt="0"/>
      <dgm:spPr/>
    </dgm:pt>
    <dgm:pt modelId="{52A44145-93E6-D64A-8CC4-9F125CA3C335}" type="pres">
      <dgm:prSet presAssocID="{2481CD0F-FACF-EE45-9316-11D19E9AA19C}" presName="hierChild3" presStyleCnt="0"/>
      <dgm:spPr/>
    </dgm:pt>
  </dgm:ptLst>
  <dgm:cxnLst>
    <dgm:cxn modelId="{0B260705-095C-A64C-9557-618089F0C35D}" type="presOf" srcId="{38B6043C-E49E-F44A-B720-4B2D36FA6936}" destId="{F6571A7E-F7B3-2B4A-B8A2-19335BE6E019}" srcOrd="1" destOrd="0" presId="urn:microsoft.com/office/officeart/2009/3/layout/HorizontalOrganizationChart"/>
    <dgm:cxn modelId="{CCAC850B-3317-3A4A-9446-5853A96CAC5F}" type="presOf" srcId="{4F4624E1-BF94-A04C-8CCA-62BAAA4DA428}" destId="{C5905535-BE38-0D47-BB9D-547CBE11E667}" srcOrd="0" destOrd="0" presId="urn:microsoft.com/office/officeart/2009/3/layout/HorizontalOrganizationChart"/>
    <dgm:cxn modelId="{190CCE0B-A93D-D545-B20E-83D8AE3989F1}" type="presOf" srcId="{87387D5A-E0FD-6C43-8943-828B28A7CBD7}" destId="{69C1302C-F77B-7845-8AB3-39BD12D134C0}" srcOrd="0" destOrd="0" presId="urn:microsoft.com/office/officeart/2009/3/layout/HorizontalOrganizationChart"/>
    <dgm:cxn modelId="{70DC9C23-E220-E54A-87AF-5F616F094C07}" type="presOf" srcId="{38B6043C-E49E-F44A-B720-4B2D36FA6936}" destId="{67B52652-9270-FE40-8D58-5537AEC3DF88}" srcOrd="0" destOrd="0" presId="urn:microsoft.com/office/officeart/2009/3/layout/HorizontalOrganizationChart"/>
    <dgm:cxn modelId="{DC081F32-C17A-254C-BE44-22F7C0FBC763}" srcId="{0B2AEEC3-B1BF-E745-B3F3-F149B876F05D}" destId="{1582ADF3-4EEF-8D46-9F77-59560ABB6588}" srcOrd="3" destOrd="0" parTransId="{01C1FDE7-4B2C-F644-BDE1-BBD61A8C57F3}" sibTransId="{46616B18-8D51-8841-B004-AB981BAB48A8}"/>
    <dgm:cxn modelId="{D808EE44-11A4-1D4A-8E5B-F060758D0BAE}" type="presOf" srcId="{BAA72330-427D-0B4B-8818-980D5C07AA1B}" destId="{9CF1C317-E419-EA49-8B97-B13EFDE9775A}" srcOrd="1" destOrd="0" presId="urn:microsoft.com/office/officeart/2009/3/layout/HorizontalOrganizationChart"/>
    <dgm:cxn modelId="{429B9245-3168-F34E-A851-7CEACC41A045}" srcId="{0B2AEEC3-B1BF-E745-B3F3-F149B876F05D}" destId="{8DC39ADA-C080-034E-93E6-A36213F2D177}" srcOrd="0" destOrd="0" parTransId="{87387D5A-E0FD-6C43-8943-828B28A7CBD7}" sibTransId="{E1BBA03D-7E97-A24D-A3AD-C54B7C2B0CA2}"/>
    <dgm:cxn modelId="{5CC73E46-38AC-104F-828D-B9B2C3945819}" type="presOf" srcId="{1582ADF3-4EEF-8D46-9F77-59560ABB6588}" destId="{E0C1F8FB-BF5C-7048-89D8-5212B9144FE4}" srcOrd="0" destOrd="0" presId="urn:microsoft.com/office/officeart/2009/3/layout/HorizontalOrganizationChart"/>
    <dgm:cxn modelId="{1AF23350-EAC4-054C-9720-C3735951CEB8}" type="presOf" srcId="{8DC39ADA-C080-034E-93E6-A36213F2D177}" destId="{0F2D8D2F-6BDE-C540-9E52-2D6C71523FEA}" srcOrd="1" destOrd="0" presId="urn:microsoft.com/office/officeart/2009/3/layout/HorizontalOrganizationChart"/>
    <dgm:cxn modelId="{DB532951-026A-2A44-85DC-C11138E4AB36}" type="presOf" srcId="{2A29F083-D022-7343-BF57-C86D9ED66E9A}" destId="{6A140F7C-374C-E345-B200-11BE2B248729}" srcOrd="0" destOrd="0" presId="urn:microsoft.com/office/officeart/2009/3/layout/HorizontalOrganizationChart"/>
    <dgm:cxn modelId="{FC10D459-8D73-D44B-BDB0-7E0EA9F8776B}" type="presOf" srcId="{2481CD0F-FACF-EE45-9316-11D19E9AA19C}" destId="{C68739BF-6F93-934D-9202-DD2A1BE9183E}" srcOrd="0" destOrd="0" presId="urn:microsoft.com/office/officeart/2009/3/layout/HorizontalOrganizationChart"/>
    <dgm:cxn modelId="{8BE59A7E-4395-3948-BF00-764499200566}" type="presOf" srcId="{76936086-4DEA-5645-AA32-0D648DA6BB48}" destId="{7A5D5741-1AA8-8347-81E5-572B91779BA1}" srcOrd="0" destOrd="0" presId="urn:microsoft.com/office/officeart/2009/3/layout/HorizontalOrganizationChart"/>
    <dgm:cxn modelId="{EC5D9986-F02F-D84C-96DA-3FCA04F8D44D}" srcId="{0B2AEEC3-B1BF-E745-B3F3-F149B876F05D}" destId="{BAA72330-427D-0B4B-8818-980D5C07AA1B}" srcOrd="1" destOrd="0" parTransId="{76936086-4DEA-5645-AA32-0D648DA6BB48}" sibTransId="{0F9BEACD-FD66-8B40-B703-C643F3CF517E}"/>
    <dgm:cxn modelId="{CAFBF589-F0AA-1548-8DC1-59F918B10E37}" type="presOf" srcId="{1DE6E3AE-2A01-8E49-A669-B109278C2160}" destId="{483A4210-350B-7C4F-BF23-4E57141867E5}" srcOrd="0" destOrd="0" presId="urn:microsoft.com/office/officeart/2009/3/layout/HorizontalOrganizationChart"/>
    <dgm:cxn modelId="{26374B8A-57BA-974E-9CC8-F264C0A87FA5}" srcId="{4F4624E1-BF94-A04C-8CCA-62BAAA4DA428}" destId="{0B2AEEC3-B1BF-E745-B3F3-F149B876F05D}" srcOrd="0" destOrd="0" parTransId="{09AC17E9-AF91-CE43-9F50-E205085ADBA1}" sibTransId="{674821E2-000F-7649-A945-3B1ABCD096E7}"/>
    <dgm:cxn modelId="{5B16898B-4046-9D42-A893-2A7A9D386082}" srcId="{0B2AEEC3-B1BF-E745-B3F3-F149B876F05D}" destId="{38B6043C-E49E-F44A-B720-4B2D36FA6936}" srcOrd="4" destOrd="0" parTransId="{1DE6E3AE-2A01-8E49-A669-B109278C2160}" sibTransId="{481EFA1C-C083-E040-B483-6063E8B26FBD}"/>
    <dgm:cxn modelId="{3B665D8F-CC68-1C45-97A3-C00C73D1579B}" srcId="{4F4624E1-BF94-A04C-8CCA-62BAAA4DA428}" destId="{2481CD0F-FACF-EE45-9316-11D19E9AA19C}" srcOrd="1" destOrd="0" parTransId="{F7C62FAA-0674-B342-A23C-B29EF224CD3B}" sibTransId="{B28A695A-2F05-D04C-BF4D-9F7D6236930A}"/>
    <dgm:cxn modelId="{D736BA99-5494-DA4D-AD63-B57D09CB2C09}" type="presOf" srcId="{51C83C0C-C693-8142-AAB6-7A21485DDE48}" destId="{5F29BB66-BFBB-6C4D-ABDF-B84040E59092}" srcOrd="0" destOrd="0" presId="urn:microsoft.com/office/officeart/2009/3/layout/HorizontalOrganizationChart"/>
    <dgm:cxn modelId="{213F499A-EF8B-154F-9019-2DE0857AB60E}" type="presOf" srcId="{0B2AEEC3-B1BF-E745-B3F3-F149B876F05D}" destId="{C8147C91-8F3E-9748-BC36-3BB10B1981CC}" srcOrd="1" destOrd="0" presId="urn:microsoft.com/office/officeart/2009/3/layout/HorizontalOrganizationChart"/>
    <dgm:cxn modelId="{0C853C9F-6062-794C-B828-A538935FE217}" type="presOf" srcId="{BAA72330-427D-0B4B-8818-980D5C07AA1B}" destId="{CF46AC63-1B05-894B-AED4-290ED97D58C1}" srcOrd="0" destOrd="0" presId="urn:microsoft.com/office/officeart/2009/3/layout/HorizontalOrganizationChart"/>
    <dgm:cxn modelId="{50DC67DB-F4BD-7F44-A0BF-0CBC728F155E}" type="presOf" srcId="{8DC39ADA-C080-034E-93E6-A36213F2D177}" destId="{0BA19246-01AD-5342-9C23-984829120FC1}" srcOrd="0" destOrd="0" presId="urn:microsoft.com/office/officeart/2009/3/layout/HorizontalOrganizationChart"/>
    <dgm:cxn modelId="{9197D5DB-5D17-B449-98AA-DE007A401B2E}" type="presOf" srcId="{1582ADF3-4EEF-8D46-9F77-59560ABB6588}" destId="{003DC609-54E0-CC4E-BDB3-A0819F48544D}" srcOrd="1" destOrd="0" presId="urn:microsoft.com/office/officeart/2009/3/layout/HorizontalOrganizationChart"/>
    <dgm:cxn modelId="{623745E3-D794-A848-A8F8-697854AA3B30}" srcId="{0B2AEEC3-B1BF-E745-B3F3-F149B876F05D}" destId="{51C83C0C-C693-8142-AAB6-7A21485DDE48}" srcOrd="2" destOrd="0" parTransId="{2A29F083-D022-7343-BF57-C86D9ED66E9A}" sibTransId="{59733A45-EB17-2E46-8B5D-CB28F143E06B}"/>
    <dgm:cxn modelId="{D96BD1EC-3B48-B048-9C74-2830EFD5A7A2}" type="presOf" srcId="{51C83C0C-C693-8142-AAB6-7A21485DDE48}" destId="{050CD62D-305E-0A4B-AD53-671D922F53BA}" srcOrd="1" destOrd="0" presId="urn:microsoft.com/office/officeart/2009/3/layout/HorizontalOrganizationChart"/>
    <dgm:cxn modelId="{4CF885EE-54CA-884C-ABCB-6E41F8177630}" type="presOf" srcId="{0B2AEEC3-B1BF-E745-B3F3-F149B876F05D}" destId="{88856A20-9F96-4345-8FBD-71F771BAC5C3}" srcOrd="0" destOrd="0" presId="urn:microsoft.com/office/officeart/2009/3/layout/HorizontalOrganizationChart"/>
    <dgm:cxn modelId="{D92A96F2-60FF-674C-8B82-92FA20B5D8B5}" type="presOf" srcId="{01C1FDE7-4B2C-F644-BDE1-BBD61A8C57F3}" destId="{CFE86A21-F846-3C48-B6F8-367D56FB1454}" srcOrd="0" destOrd="0" presId="urn:microsoft.com/office/officeart/2009/3/layout/HorizontalOrganizationChart"/>
    <dgm:cxn modelId="{2CBCEDF3-43D2-7B4E-BFFD-28EDCE06D154}" type="presOf" srcId="{2481CD0F-FACF-EE45-9316-11D19E9AA19C}" destId="{67336765-E92D-9A48-86AD-0619E0CBC45F}" srcOrd="1" destOrd="0" presId="urn:microsoft.com/office/officeart/2009/3/layout/HorizontalOrganizationChart"/>
    <dgm:cxn modelId="{AD60EB78-6B27-EF42-B2C7-54CE5BA5E45E}" type="presParOf" srcId="{C5905535-BE38-0D47-BB9D-547CBE11E667}" destId="{F302E39D-A024-F14C-A1AB-5B4769352744}" srcOrd="0" destOrd="0" presId="urn:microsoft.com/office/officeart/2009/3/layout/HorizontalOrganizationChart"/>
    <dgm:cxn modelId="{BEF18D0D-F100-2543-A294-36A888837160}" type="presParOf" srcId="{F302E39D-A024-F14C-A1AB-5B4769352744}" destId="{378BAB4D-8EE0-1543-98BB-A3B56C79EB8A}" srcOrd="0" destOrd="0" presId="urn:microsoft.com/office/officeart/2009/3/layout/HorizontalOrganizationChart"/>
    <dgm:cxn modelId="{6AB014AF-9911-5A49-AF09-25D3366CF233}" type="presParOf" srcId="{378BAB4D-8EE0-1543-98BB-A3B56C79EB8A}" destId="{88856A20-9F96-4345-8FBD-71F771BAC5C3}" srcOrd="0" destOrd="0" presId="urn:microsoft.com/office/officeart/2009/3/layout/HorizontalOrganizationChart"/>
    <dgm:cxn modelId="{604D3F8C-D012-BE49-B376-A3A6C39614A5}" type="presParOf" srcId="{378BAB4D-8EE0-1543-98BB-A3B56C79EB8A}" destId="{C8147C91-8F3E-9748-BC36-3BB10B1981CC}" srcOrd="1" destOrd="0" presId="urn:microsoft.com/office/officeart/2009/3/layout/HorizontalOrganizationChart"/>
    <dgm:cxn modelId="{9A957A7F-8F85-D441-9E1F-A5466F7FD7AE}" type="presParOf" srcId="{F302E39D-A024-F14C-A1AB-5B4769352744}" destId="{C320E60B-6BA1-A646-A15E-86E1C0D1A12E}" srcOrd="1" destOrd="0" presId="urn:microsoft.com/office/officeart/2009/3/layout/HorizontalOrganizationChart"/>
    <dgm:cxn modelId="{79CFBFE7-92B5-7341-B75E-8D435422A702}" type="presParOf" srcId="{C320E60B-6BA1-A646-A15E-86E1C0D1A12E}" destId="{7A5D5741-1AA8-8347-81E5-572B91779BA1}" srcOrd="0" destOrd="0" presId="urn:microsoft.com/office/officeart/2009/3/layout/HorizontalOrganizationChart"/>
    <dgm:cxn modelId="{E3F9F996-69F8-6640-8C3F-506AB169CF68}" type="presParOf" srcId="{C320E60B-6BA1-A646-A15E-86E1C0D1A12E}" destId="{CB5966A1-3CEE-4140-879D-CE81C2DB0A36}" srcOrd="1" destOrd="0" presId="urn:microsoft.com/office/officeart/2009/3/layout/HorizontalOrganizationChart"/>
    <dgm:cxn modelId="{22A4FA58-4850-1048-B771-4B0D8192401B}" type="presParOf" srcId="{CB5966A1-3CEE-4140-879D-CE81C2DB0A36}" destId="{325EA531-AC97-D74E-AC31-BDB06D017482}" srcOrd="0" destOrd="0" presId="urn:microsoft.com/office/officeart/2009/3/layout/HorizontalOrganizationChart"/>
    <dgm:cxn modelId="{E8A35995-7BE0-7D43-9D10-C58C34E65A19}" type="presParOf" srcId="{325EA531-AC97-D74E-AC31-BDB06D017482}" destId="{CF46AC63-1B05-894B-AED4-290ED97D58C1}" srcOrd="0" destOrd="0" presId="urn:microsoft.com/office/officeart/2009/3/layout/HorizontalOrganizationChart"/>
    <dgm:cxn modelId="{ABC69571-5372-474A-BEE5-9838918B3E05}" type="presParOf" srcId="{325EA531-AC97-D74E-AC31-BDB06D017482}" destId="{9CF1C317-E419-EA49-8B97-B13EFDE9775A}" srcOrd="1" destOrd="0" presId="urn:microsoft.com/office/officeart/2009/3/layout/HorizontalOrganizationChart"/>
    <dgm:cxn modelId="{22C4C8B3-6403-EF4E-96DA-AB7E0350651E}" type="presParOf" srcId="{CB5966A1-3CEE-4140-879D-CE81C2DB0A36}" destId="{8985F03E-B938-B94C-8228-78BE4F0B842B}" srcOrd="1" destOrd="0" presId="urn:microsoft.com/office/officeart/2009/3/layout/HorizontalOrganizationChart"/>
    <dgm:cxn modelId="{3706EF1A-92B0-184F-B49B-1271E67BE240}" type="presParOf" srcId="{CB5966A1-3CEE-4140-879D-CE81C2DB0A36}" destId="{9E8CE492-52F5-F44A-A688-AF7722DF71A0}" srcOrd="2" destOrd="0" presId="urn:microsoft.com/office/officeart/2009/3/layout/HorizontalOrganizationChart"/>
    <dgm:cxn modelId="{FB57FFE1-D780-2748-81D6-F66D396F70D5}" type="presParOf" srcId="{C320E60B-6BA1-A646-A15E-86E1C0D1A12E}" destId="{6A140F7C-374C-E345-B200-11BE2B248729}" srcOrd="2" destOrd="0" presId="urn:microsoft.com/office/officeart/2009/3/layout/HorizontalOrganizationChart"/>
    <dgm:cxn modelId="{4E116D56-C720-E14F-ADC6-80CB7A15C5B5}" type="presParOf" srcId="{C320E60B-6BA1-A646-A15E-86E1C0D1A12E}" destId="{7582646A-340F-9F4F-A580-ABE32E5B753B}" srcOrd="3" destOrd="0" presId="urn:microsoft.com/office/officeart/2009/3/layout/HorizontalOrganizationChart"/>
    <dgm:cxn modelId="{0EFE389F-2DC6-2A4C-BA36-715585A3D9C0}" type="presParOf" srcId="{7582646A-340F-9F4F-A580-ABE32E5B753B}" destId="{BB1AF1C5-2560-DD40-8795-9635B915BB61}" srcOrd="0" destOrd="0" presId="urn:microsoft.com/office/officeart/2009/3/layout/HorizontalOrganizationChart"/>
    <dgm:cxn modelId="{8655474B-A5EF-A84F-B41A-FF8D205248FB}" type="presParOf" srcId="{BB1AF1C5-2560-DD40-8795-9635B915BB61}" destId="{5F29BB66-BFBB-6C4D-ABDF-B84040E59092}" srcOrd="0" destOrd="0" presId="urn:microsoft.com/office/officeart/2009/3/layout/HorizontalOrganizationChart"/>
    <dgm:cxn modelId="{D7BBA4B3-F4EB-FC42-BA8D-E44239C8465E}" type="presParOf" srcId="{BB1AF1C5-2560-DD40-8795-9635B915BB61}" destId="{050CD62D-305E-0A4B-AD53-671D922F53BA}" srcOrd="1" destOrd="0" presId="urn:microsoft.com/office/officeart/2009/3/layout/HorizontalOrganizationChart"/>
    <dgm:cxn modelId="{E9D66C2D-B56B-FA47-ADF5-35C35DC0287A}" type="presParOf" srcId="{7582646A-340F-9F4F-A580-ABE32E5B753B}" destId="{6EAAAD19-428C-BE4F-9A94-B4C70A34C7A1}" srcOrd="1" destOrd="0" presId="urn:microsoft.com/office/officeart/2009/3/layout/HorizontalOrganizationChart"/>
    <dgm:cxn modelId="{7008D89C-BB30-7F49-91B9-BF4172F95376}" type="presParOf" srcId="{7582646A-340F-9F4F-A580-ABE32E5B753B}" destId="{54F8B704-1DA8-E04C-B016-195288AE2C14}" srcOrd="2" destOrd="0" presId="urn:microsoft.com/office/officeart/2009/3/layout/HorizontalOrganizationChart"/>
    <dgm:cxn modelId="{4F510BA5-E5FD-C349-A7F5-60054483ADCA}" type="presParOf" srcId="{C320E60B-6BA1-A646-A15E-86E1C0D1A12E}" destId="{CFE86A21-F846-3C48-B6F8-367D56FB1454}" srcOrd="4" destOrd="0" presId="urn:microsoft.com/office/officeart/2009/3/layout/HorizontalOrganizationChart"/>
    <dgm:cxn modelId="{B75BD83A-C258-0D4E-8492-4F54BAB08B38}" type="presParOf" srcId="{C320E60B-6BA1-A646-A15E-86E1C0D1A12E}" destId="{2FF9D7BC-C842-1644-83D3-1B5C39041AA2}" srcOrd="5" destOrd="0" presId="urn:microsoft.com/office/officeart/2009/3/layout/HorizontalOrganizationChart"/>
    <dgm:cxn modelId="{0294A3CC-8B53-9F46-B143-1BAC9596D217}" type="presParOf" srcId="{2FF9D7BC-C842-1644-83D3-1B5C39041AA2}" destId="{4D9DAC46-E5DF-7E45-885B-0032818C190D}" srcOrd="0" destOrd="0" presId="urn:microsoft.com/office/officeart/2009/3/layout/HorizontalOrganizationChart"/>
    <dgm:cxn modelId="{3ED6AC9A-BFD1-E440-B61C-AFA197D7104E}" type="presParOf" srcId="{4D9DAC46-E5DF-7E45-885B-0032818C190D}" destId="{E0C1F8FB-BF5C-7048-89D8-5212B9144FE4}" srcOrd="0" destOrd="0" presId="urn:microsoft.com/office/officeart/2009/3/layout/HorizontalOrganizationChart"/>
    <dgm:cxn modelId="{C0050844-8C70-B641-A693-95D72FEA87A5}" type="presParOf" srcId="{4D9DAC46-E5DF-7E45-885B-0032818C190D}" destId="{003DC609-54E0-CC4E-BDB3-A0819F48544D}" srcOrd="1" destOrd="0" presId="urn:microsoft.com/office/officeart/2009/3/layout/HorizontalOrganizationChart"/>
    <dgm:cxn modelId="{0C6020E0-8462-BD41-9764-A09C58B409BE}" type="presParOf" srcId="{2FF9D7BC-C842-1644-83D3-1B5C39041AA2}" destId="{89F05411-3B73-1045-A670-5F9A7E57E8E7}" srcOrd="1" destOrd="0" presId="urn:microsoft.com/office/officeart/2009/3/layout/HorizontalOrganizationChart"/>
    <dgm:cxn modelId="{EC6C4AC8-1E37-E340-B551-2DC71AD35079}" type="presParOf" srcId="{2FF9D7BC-C842-1644-83D3-1B5C39041AA2}" destId="{69E3FBA8-C2AA-BC40-BF3C-0CE0A732C055}" srcOrd="2" destOrd="0" presId="urn:microsoft.com/office/officeart/2009/3/layout/HorizontalOrganizationChart"/>
    <dgm:cxn modelId="{C94BA893-2988-D44A-B272-DC6B2A72D8C8}" type="presParOf" srcId="{C320E60B-6BA1-A646-A15E-86E1C0D1A12E}" destId="{483A4210-350B-7C4F-BF23-4E57141867E5}" srcOrd="6" destOrd="0" presId="urn:microsoft.com/office/officeart/2009/3/layout/HorizontalOrganizationChart"/>
    <dgm:cxn modelId="{BE9E2983-7C4F-B548-A675-8D3E1786527D}" type="presParOf" srcId="{C320E60B-6BA1-A646-A15E-86E1C0D1A12E}" destId="{B6F2FEF5-79BD-3948-8142-FF00D207F222}" srcOrd="7" destOrd="0" presId="urn:microsoft.com/office/officeart/2009/3/layout/HorizontalOrganizationChart"/>
    <dgm:cxn modelId="{296F9D52-307E-0140-B1A1-E142E038299B}" type="presParOf" srcId="{B6F2FEF5-79BD-3948-8142-FF00D207F222}" destId="{F22FF1E9-DC8B-CC4E-87F2-120D8585C8F3}" srcOrd="0" destOrd="0" presId="urn:microsoft.com/office/officeart/2009/3/layout/HorizontalOrganizationChart"/>
    <dgm:cxn modelId="{F02855F8-14A3-DC4C-A7A2-2EB675BC869A}" type="presParOf" srcId="{F22FF1E9-DC8B-CC4E-87F2-120D8585C8F3}" destId="{67B52652-9270-FE40-8D58-5537AEC3DF88}" srcOrd="0" destOrd="0" presId="urn:microsoft.com/office/officeart/2009/3/layout/HorizontalOrganizationChart"/>
    <dgm:cxn modelId="{5B5B54A3-21B3-2940-8D80-6B83A5EB7798}" type="presParOf" srcId="{F22FF1E9-DC8B-CC4E-87F2-120D8585C8F3}" destId="{F6571A7E-F7B3-2B4A-B8A2-19335BE6E019}" srcOrd="1" destOrd="0" presId="urn:microsoft.com/office/officeart/2009/3/layout/HorizontalOrganizationChart"/>
    <dgm:cxn modelId="{2A584C30-09DB-6A47-A706-8683E6CC1B4A}" type="presParOf" srcId="{B6F2FEF5-79BD-3948-8142-FF00D207F222}" destId="{DF45E593-B8E2-A54D-9258-BB3773F9D8F5}" srcOrd="1" destOrd="0" presId="urn:microsoft.com/office/officeart/2009/3/layout/HorizontalOrganizationChart"/>
    <dgm:cxn modelId="{E8483194-F14E-8543-9234-6DE78690845C}" type="presParOf" srcId="{B6F2FEF5-79BD-3948-8142-FF00D207F222}" destId="{959E53E7-544D-0D4E-A101-F759CCDA7540}" srcOrd="2" destOrd="0" presId="urn:microsoft.com/office/officeart/2009/3/layout/HorizontalOrganizationChart"/>
    <dgm:cxn modelId="{43064CCF-DE51-9E4B-A8F1-39463113B909}" type="presParOf" srcId="{F302E39D-A024-F14C-A1AB-5B4769352744}" destId="{A228344C-F6A8-AC44-B80C-8D5C7D5B7CDD}" srcOrd="2" destOrd="0" presId="urn:microsoft.com/office/officeart/2009/3/layout/HorizontalOrganizationChart"/>
    <dgm:cxn modelId="{5E7829A2-E124-6B49-8896-C2BC105C9C88}" type="presParOf" srcId="{A228344C-F6A8-AC44-B80C-8D5C7D5B7CDD}" destId="{69C1302C-F77B-7845-8AB3-39BD12D134C0}" srcOrd="0" destOrd="0" presId="urn:microsoft.com/office/officeart/2009/3/layout/HorizontalOrganizationChart"/>
    <dgm:cxn modelId="{3C6A188D-57E1-814A-821D-C8DFD0318301}" type="presParOf" srcId="{A228344C-F6A8-AC44-B80C-8D5C7D5B7CDD}" destId="{7908479F-AF7C-4649-83BC-AE4DDF1D0774}" srcOrd="1" destOrd="0" presId="urn:microsoft.com/office/officeart/2009/3/layout/HorizontalOrganizationChart"/>
    <dgm:cxn modelId="{7C953545-6E05-174E-8BA1-A461A9769236}" type="presParOf" srcId="{7908479F-AF7C-4649-83BC-AE4DDF1D0774}" destId="{42C5845D-40A6-1F43-BBAA-779561C092A1}" srcOrd="0" destOrd="0" presId="urn:microsoft.com/office/officeart/2009/3/layout/HorizontalOrganizationChart"/>
    <dgm:cxn modelId="{BCF336FB-E97D-7E43-99A2-CAB8497917A7}" type="presParOf" srcId="{42C5845D-40A6-1F43-BBAA-779561C092A1}" destId="{0BA19246-01AD-5342-9C23-984829120FC1}" srcOrd="0" destOrd="0" presId="urn:microsoft.com/office/officeart/2009/3/layout/HorizontalOrganizationChart"/>
    <dgm:cxn modelId="{FF53A030-50A4-2345-9D81-11D66C3BD0F8}" type="presParOf" srcId="{42C5845D-40A6-1F43-BBAA-779561C092A1}" destId="{0F2D8D2F-6BDE-C540-9E52-2D6C71523FEA}" srcOrd="1" destOrd="0" presId="urn:microsoft.com/office/officeart/2009/3/layout/HorizontalOrganizationChart"/>
    <dgm:cxn modelId="{3BD431E6-B7F4-DF4C-BE00-5B65AC73B0F6}" type="presParOf" srcId="{7908479F-AF7C-4649-83BC-AE4DDF1D0774}" destId="{FDCF7076-EEA1-F14A-A070-481DBA679141}" srcOrd="1" destOrd="0" presId="urn:microsoft.com/office/officeart/2009/3/layout/HorizontalOrganizationChart"/>
    <dgm:cxn modelId="{FF0527F5-CF21-684C-99DE-A5607D4117CB}" type="presParOf" srcId="{7908479F-AF7C-4649-83BC-AE4DDF1D0774}" destId="{6C03766D-6BFF-6142-9306-15265DF9E702}" srcOrd="2" destOrd="0" presId="urn:microsoft.com/office/officeart/2009/3/layout/HorizontalOrganizationChart"/>
    <dgm:cxn modelId="{8E54A39C-D685-EA4F-B6F7-768B907E424E}" type="presParOf" srcId="{C5905535-BE38-0D47-BB9D-547CBE11E667}" destId="{29A43544-5A5A-7642-8583-BAACDF700957}" srcOrd="1" destOrd="0" presId="urn:microsoft.com/office/officeart/2009/3/layout/HorizontalOrganizationChart"/>
    <dgm:cxn modelId="{20D20891-03C4-6740-BC3D-D6C9FE481873}" type="presParOf" srcId="{29A43544-5A5A-7642-8583-BAACDF700957}" destId="{676DFE8E-3D7A-AE47-A210-A6D8A372A732}" srcOrd="0" destOrd="0" presId="urn:microsoft.com/office/officeart/2009/3/layout/HorizontalOrganizationChart"/>
    <dgm:cxn modelId="{015D1837-E48F-B547-AF74-B859D97B0B2F}" type="presParOf" srcId="{676DFE8E-3D7A-AE47-A210-A6D8A372A732}" destId="{C68739BF-6F93-934D-9202-DD2A1BE9183E}" srcOrd="0" destOrd="0" presId="urn:microsoft.com/office/officeart/2009/3/layout/HorizontalOrganizationChart"/>
    <dgm:cxn modelId="{B0271FDB-18EE-0B42-BFA5-BC4A295B05AF}" type="presParOf" srcId="{676DFE8E-3D7A-AE47-A210-A6D8A372A732}" destId="{67336765-E92D-9A48-86AD-0619E0CBC45F}" srcOrd="1" destOrd="0" presId="urn:microsoft.com/office/officeart/2009/3/layout/HorizontalOrganizationChart"/>
    <dgm:cxn modelId="{8F6BB963-2E4F-E74E-A27F-B423546B5D77}" type="presParOf" srcId="{29A43544-5A5A-7642-8583-BAACDF700957}" destId="{6C53CE15-BE21-F44E-989A-79943A99ACD2}" srcOrd="1" destOrd="0" presId="urn:microsoft.com/office/officeart/2009/3/layout/HorizontalOrganizationChart"/>
    <dgm:cxn modelId="{337F0A21-9B77-FA40-A255-169F07570A9C}" type="presParOf" srcId="{29A43544-5A5A-7642-8583-BAACDF700957}" destId="{52A44145-93E6-D64A-8CC4-9F125CA3C335}"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E530D65-19B0-F34B-B38C-AD48493AB1EE}"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56834F34-74D6-FB41-A659-9D6CF5C2A7AE}">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a:latin typeface="Times New Roman" panose="02020603050405020304" pitchFamily="18" charset="0"/>
              <a:cs typeface="Times New Roman" panose="02020603050405020304" pitchFamily="18" charset="0"/>
            </a:rPr>
            <a:t>KT, VH, GD,…</a:t>
          </a:r>
        </a:p>
      </dgm:t>
    </dgm:pt>
    <dgm:pt modelId="{F38842FF-8F7A-7D48-A2B7-960972EC9A0A}" type="parTrans" cxnId="{37D20890-2DCC-F745-B252-D4DC3039BF01}">
      <dgm:prSet/>
      <dgm:spPr/>
      <dgm:t>
        <a:bodyPr/>
        <a:lstStyle/>
        <a:p>
          <a:endParaRPr lang="en-US">
            <a:latin typeface="Times New Roman" panose="02020603050405020304" pitchFamily="18" charset="0"/>
            <a:cs typeface="Times New Roman" panose="02020603050405020304" pitchFamily="18" charset="0"/>
          </a:endParaRPr>
        </a:p>
      </dgm:t>
    </dgm:pt>
    <dgm:pt modelId="{076DDB01-BA11-B645-B199-120297B38D04}" type="sibTrans" cxnId="{37D20890-2DCC-F745-B252-D4DC3039BF01}">
      <dgm:prSet/>
      <dgm:spPr/>
      <dgm:t>
        <a:bodyPr/>
        <a:lstStyle/>
        <a:p>
          <a:endParaRPr lang="en-US">
            <a:latin typeface="Times New Roman" panose="02020603050405020304" pitchFamily="18" charset="0"/>
            <a:cs typeface="Times New Roman" panose="02020603050405020304" pitchFamily="18" charset="0"/>
          </a:endParaRPr>
        </a:p>
      </dgm:t>
    </dgm:pt>
    <dgm:pt modelId="{319D841E-F59E-B540-B8A3-B167532DCBA1}">
      <dgm:prSet phldrT="[Text]"/>
      <dgm:spPr>
        <a:pattFill prst="pct90">
          <a:fgClr>
            <a:schemeClr val="accent6">
              <a:lumMod val="60000"/>
              <a:lumOff val="40000"/>
            </a:schemeClr>
          </a:fgClr>
          <a:bgClr>
            <a:schemeClr val="bg1"/>
          </a:bgClr>
        </a:pattFill>
      </dgm:spPr>
      <dgm:t>
        <a:bodyPr/>
        <a:lstStyle/>
        <a:p>
          <a:r>
            <a:rPr lang="en-US" dirty="0" err="1">
              <a:solidFill>
                <a:schemeClr val="bg1"/>
              </a:solidFill>
              <a:latin typeface="Times New Roman" panose="02020603050405020304" pitchFamily="18" charset="0"/>
              <a:cs typeface="Times New Roman" panose="02020603050405020304" pitchFamily="18" charset="0"/>
            </a:rPr>
            <a:t>Chế</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độ</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kinh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tế</a:t>
          </a:r>
          <a:endParaRPr lang="en-US" dirty="0">
            <a:solidFill>
              <a:schemeClr val="bg1"/>
            </a:solidFill>
            <a:latin typeface="Times New Roman" panose="02020603050405020304" pitchFamily="18" charset="0"/>
            <a:cs typeface="Times New Roman" panose="02020603050405020304" pitchFamily="18" charset="0"/>
          </a:endParaRPr>
        </a:p>
      </dgm:t>
    </dgm:pt>
    <dgm:pt modelId="{8B6B23D1-403C-EC4C-A990-225F6C055453}" type="parTrans" cxnId="{00C92386-039D-734B-8F1C-2D82C2BD18B1}">
      <dgm:prSet/>
      <dgm:spPr/>
      <dgm:t>
        <a:bodyPr/>
        <a:lstStyle/>
        <a:p>
          <a:endParaRPr lang="en-US">
            <a:latin typeface="Times New Roman" panose="02020603050405020304" pitchFamily="18" charset="0"/>
            <a:cs typeface="Times New Roman" panose="02020603050405020304" pitchFamily="18" charset="0"/>
          </a:endParaRPr>
        </a:p>
      </dgm:t>
    </dgm:pt>
    <dgm:pt modelId="{AFCF466D-EEDA-5E47-AC20-BA1E9E8CB74B}" type="sibTrans" cxnId="{00C92386-039D-734B-8F1C-2D82C2BD18B1}">
      <dgm:prSet/>
      <dgm:spPr/>
      <dgm:t>
        <a:bodyPr/>
        <a:lstStyle/>
        <a:p>
          <a:endParaRPr lang="en-US">
            <a:latin typeface="Times New Roman" panose="02020603050405020304" pitchFamily="18" charset="0"/>
            <a:cs typeface="Times New Roman" panose="02020603050405020304" pitchFamily="18" charset="0"/>
          </a:endParaRPr>
        </a:p>
      </dgm:t>
    </dgm:pt>
    <dgm:pt modelId="{48776688-4B32-BA41-A751-9BFA8EAFFDB6}">
      <dgm:prSet phldrT="[Text]"/>
      <dgm:spPr>
        <a:pattFill prst="pct90">
          <a:fgClr>
            <a:schemeClr val="accent6">
              <a:lumMod val="60000"/>
              <a:lumOff val="40000"/>
            </a:schemeClr>
          </a:fgClr>
          <a:bgClr>
            <a:schemeClr val="bg1"/>
          </a:bgClr>
        </a:pattFill>
      </dgm:spPr>
      <dgm:t>
        <a:bodyPr/>
        <a:lstStyle/>
        <a:p>
          <a:r>
            <a:rPr lang="en-US" dirty="0" err="1">
              <a:solidFill>
                <a:schemeClr val="bg1"/>
              </a:solidFill>
              <a:latin typeface="Times New Roman" panose="02020603050405020304" pitchFamily="18" charset="0"/>
              <a:cs typeface="Times New Roman" panose="02020603050405020304" pitchFamily="18" charset="0"/>
            </a:rPr>
            <a:t>Chính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sách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văn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hoá</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giáo</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dục</a:t>
          </a:r>
          <a:endParaRPr lang="en-US" dirty="0">
            <a:solidFill>
              <a:schemeClr val="bg1"/>
            </a:solidFill>
            <a:latin typeface="Times New Roman" panose="02020603050405020304" pitchFamily="18" charset="0"/>
            <a:cs typeface="Times New Roman" panose="02020603050405020304" pitchFamily="18" charset="0"/>
          </a:endParaRPr>
        </a:p>
      </dgm:t>
    </dgm:pt>
    <dgm:pt modelId="{EB636E58-F660-6044-A762-B74F61019620}" type="parTrans" cxnId="{C88840A7-BEBA-6F4B-8B20-87002E72DF39}">
      <dgm:prSet/>
      <dgm:spPr/>
      <dgm:t>
        <a:bodyPr/>
        <a:lstStyle/>
        <a:p>
          <a:endParaRPr lang="en-US">
            <a:latin typeface="Times New Roman" panose="02020603050405020304" pitchFamily="18" charset="0"/>
            <a:cs typeface="Times New Roman" panose="02020603050405020304" pitchFamily="18" charset="0"/>
          </a:endParaRPr>
        </a:p>
      </dgm:t>
    </dgm:pt>
    <dgm:pt modelId="{484C3DC4-2FAA-2F47-84A9-B693ACBF293D}" type="sibTrans" cxnId="{C88840A7-BEBA-6F4B-8B20-87002E72DF39}">
      <dgm:prSet/>
      <dgm:spPr/>
      <dgm:t>
        <a:bodyPr/>
        <a:lstStyle/>
        <a:p>
          <a:endParaRPr lang="en-US">
            <a:latin typeface="Times New Roman" panose="02020603050405020304" pitchFamily="18" charset="0"/>
            <a:cs typeface="Times New Roman" panose="02020603050405020304" pitchFamily="18" charset="0"/>
          </a:endParaRPr>
        </a:p>
      </dgm:t>
    </dgm:pt>
    <dgm:pt modelId="{F51C0FF4-F5A6-814F-8F4F-DB4DFE7EB068}">
      <dgm:prSet phldrT="[Text]"/>
      <dgm:spPr>
        <a:pattFill prst="pct90">
          <a:fgClr>
            <a:schemeClr val="accent6">
              <a:lumMod val="60000"/>
              <a:lumOff val="40000"/>
            </a:schemeClr>
          </a:fgClr>
          <a:bgClr>
            <a:schemeClr val="bg1"/>
          </a:bgClr>
        </a:pattFill>
      </dgm:spPr>
      <dgm:t>
        <a:bodyPr/>
        <a:lstStyle/>
        <a:p>
          <a:r>
            <a:rPr lang="en-US" dirty="0" err="1">
              <a:solidFill>
                <a:schemeClr val="bg1"/>
              </a:solidFill>
              <a:latin typeface="Times New Roman" panose="02020603050405020304" pitchFamily="18" charset="0"/>
              <a:cs typeface="Times New Roman" panose="02020603050405020304" pitchFamily="18" charset="0"/>
            </a:rPr>
            <a:t>Chính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sách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xã</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hội</a:t>
          </a:r>
          <a:endParaRPr lang="en-US" dirty="0">
            <a:solidFill>
              <a:schemeClr val="bg1"/>
            </a:solidFill>
            <a:latin typeface="Times New Roman" panose="02020603050405020304" pitchFamily="18" charset="0"/>
            <a:cs typeface="Times New Roman" panose="02020603050405020304" pitchFamily="18" charset="0"/>
          </a:endParaRPr>
        </a:p>
      </dgm:t>
    </dgm:pt>
    <dgm:pt modelId="{9169E60F-85FD-BF4F-8ED8-1C467A573274}" type="parTrans" cxnId="{65D127DE-B014-6E4D-8CCE-20EAAF3C4246}">
      <dgm:prSet/>
      <dgm:spPr/>
      <dgm:t>
        <a:bodyPr/>
        <a:lstStyle/>
        <a:p>
          <a:endParaRPr lang="en-US"/>
        </a:p>
      </dgm:t>
    </dgm:pt>
    <dgm:pt modelId="{2119ACAF-967E-BB42-94C6-BE7EFB5F757C}" type="sibTrans" cxnId="{65D127DE-B014-6E4D-8CCE-20EAAF3C4246}">
      <dgm:prSet/>
      <dgm:spPr/>
      <dgm:t>
        <a:bodyPr/>
        <a:lstStyle/>
        <a:p>
          <a:endParaRPr lang="en-US"/>
        </a:p>
      </dgm:t>
    </dgm:pt>
    <dgm:pt modelId="{E91C1A1F-43B9-3448-AE34-22ECA8FCD191}">
      <dgm:prSet phldrT="[Text]"/>
      <dgm:spPr>
        <a:pattFill prst="pct90">
          <a:fgClr>
            <a:schemeClr val="accent6">
              <a:lumMod val="60000"/>
              <a:lumOff val="40000"/>
            </a:schemeClr>
          </a:fgClr>
          <a:bgClr>
            <a:schemeClr val="bg1"/>
          </a:bgClr>
        </a:pattFill>
      </dgm:spPr>
      <dgm:t>
        <a:bodyPr/>
        <a:lstStyle/>
        <a:p>
          <a:r>
            <a:rPr lang="en-US" dirty="0" err="1">
              <a:solidFill>
                <a:schemeClr val="bg1"/>
              </a:solidFill>
              <a:latin typeface="Times New Roman" panose="02020603050405020304" pitchFamily="18" charset="0"/>
              <a:cs typeface="Times New Roman" panose="02020603050405020304" pitchFamily="18" charset="0"/>
            </a:rPr>
            <a:t>Chính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sách</a:t>
          </a:r>
          <a:r>
            <a:rPr lang="en-US" dirty="0">
              <a:solidFill>
                <a:schemeClr val="bg1"/>
              </a:solidFill>
              <a:latin typeface="Times New Roman" panose="02020603050405020304" pitchFamily="18" charset="0"/>
              <a:cs typeface="Times New Roman" panose="02020603050405020304" pitchFamily="18" charset="0"/>
            </a:rPr>
            <a:t> khoa </a:t>
          </a:r>
          <a:r>
            <a:rPr lang="en-US" dirty="0" err="1">
              <a:solidFill>
                <a:schemeClr val="bg1"/>
              </a:solidFill>
              <a:latin typeface="Times New Roman" panose="02020603050405020304" pitchFamily="18" charset="0"/>
              <a:cs typeface="Times New Roman" panose="02020603050405020304" pitchFamily="18" charset="0"/>
            </a:rPr>
            <a:t>học</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công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nghệ</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và</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môi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trường</a:t>
          </a:r>
          <a:endParaRPr lang="en-US" dirty="0">
            <a:solidFill>
              <a:schemeClr val="bg1"/>
            </a:solidFill>
            <a:latin typeface="Times New Roman" panose="02020603050405020304" pitchFamily="18" charset="0"/>
            <a:cs typeface="Times New Roman" panose="02020603050405020304" pitchFamily="18" charset="0"/>
          </a:endParaRPr>
        </a:p>
      </dgm:t>
    </dgm:pt>
    <dgm:pt modelId="{E207E53E-D46C-5C4E-A877-9E076921F882}" type="parTrans" cxnId="{61933D3E-4F7F-414D-ACFB-3D32797183F6}">
      <dgm:prSet/>
      <dgm:spPr/>
      <dgm:t>
        <a:bodyPr/>
        <a:lstStyle/>
        <a:p>
          <a:endParaRPr lang="en-US"/>
        </a:p>
      </dgm:t>
    </dgm:pt>
    <dgm:pt modelId="{CEF87816-9F93-3441-99D7-E0D7F2AF8DA9}" type="sibTrans" cxnId="{61933D3E-4F7F-414D-ACFB-3D32797183F6}">
      <dgm:prSet/>
      <dgm:spPr/>
      <dgm:t>
        <a:bodyPr/>
        <a:lstStyle/>
        <a:p>
          <a:endParaRPr lang="en-US"/>
        </a:p>
      </dgm:t>
    </dgm:pt>
    <dgm:pt modelId="{A12D105E-D011-AF47-A234-27749437CAE3}" type="pres">
      <dgm:prSet presAssocID="{BE530D65-19B0-F34B-B38C-AD48493AB1EE}" presName="diagram" presStyleCnt="0">
        <dgm:presLayoutVars>
          <dgm:chPref val="1"/>
          <dgm:dir/>
          <dgm:animOne val="branch"/>
          <dgm:animLvl val="lvl"/>
          <dgm:resizeHandles val="exact"/>
        </dgm:presLayoutVars>
      </dgm:prSet>
      <dgm:spPr/>
    </dgm:pt>
    <dgm:pt modelId="{20DDFB76-C011-F341-8C76-B10EBFB27F36}" type="pres">
      <dgm:prSet presAssocID="{56834F34-74D6-FB41-A659-9D6CF5C2A7AE}" presName="root1" presStyleCnt="0"/>
      <dgm:spPr/>
    </dgm:pt>
    <dgm:pt modelId="{7DECAD72-303E-6540-9A65-27721B715838}" type="pres">
      <dgm:prSet presAssocID="{56834F34-74D6-FB41-A659-9D6CF5C2A7AE}" presName="LevelOneTextNode" presStyleLbl="node0" presStyleIdx="0" presStyleCnt="1">
        <dgm:presLayoutVars>
          <dgm:chPref val="3"/>
        </dgm:presLayoutVars>
      </dgm:prSet>
      <dgm:spPr/>
    </dgm:pt>
    <dgm:pt modelId="{E113B614-DD66-EE45-9B28-4F5FFD6AFA05}" type="pres">
      <dgm:prSet presAssocID="{56834F34-74D6-FB41-A659-9D6CF5C2A7AE}" presName="level2hierChild" presStyleCnt="0"/>
      <dgm:spPr/>
    </dgm:pt>
    <dgm:pt modelId="{A4800D99-10BB-694A-B075-A365FDB8AC4F}" type="pres">
      <dgm:prSet presAssocID="{8B6B23D1-403C-EC4C-A990-225F6C055453}" presName="conn2-1" presStyleLbl="parChTrans1D2" presStyleIdx="0" presStyleCnt="4"/>
      <dgm:spPr/>
    </dgm:pt>
    <dgm:pt modelId="{DC7FC744-C2B5-B644-8953-5774B0E37494}" type="pres">
      <dgm:prSet presAssocID="{8B6B23D1-403C-EC4C-A990-225F6C055453}" presName="connTx" presStyleLbl="parChTrans1D2" presStyleIdx="0" presStyleCnt="4"/>
      <dgm:spPr/>
    </dgm:pt>
    <dgm:pt modelId="{A8779D1A-BDEF-7346-88FC-CC8076469037}" type="pres">
      <dgm:prSet presAssocID="{319D841E-F59E-B540-B8A3-B167532DCBA1}" presName="root2" presStyleCnt="0"/>
      <dgm:spPr/>
    </dgm:pt>
    <dgm:pt modelId="{DB88B1E2-AE80-6546-8B57-0799E2A6B96E}" type="pres">
      <dgm:prSet presAssocID="{319D841E-F59E-B540-B8A3-B167532DCBA1}" presName="LevelTwoTextNode" presStyleLbl="node2" presStyleIdx="0" presStyleCnt="4" custScaleX="214783">
        <dgm:presLayoutVars>
          <dgm:chPref val="3"/>
        </dgm:presLayoutVars>
      </dgm:prSet>
      <dgm:spPr/>
    </dgm:pt>
    <dgm:pt modelId="{F987EBFC-71F1-8F4E-AE7E-2671E3DBFC0D}" type="pres">
      <dgm:prSet presAssocID="{319D841E-F59E-B540-B8A3-B167532DCBA1}" presName="level3hierChild" presStyleCnt="0"/>
      <dgm:spPr/>
    </dgm:pt>
    <dgm:pt modelId="{3BD50537-BB38-C942-8F66-B4BDBDCB193D}" type="pres">
      <dgm:prSet presAssocID="{9169E60F-85FD-BF4F-8ED8-1C467A573274}" presName="conn2-1" presStyleLbl="parChTrans1D2" presStyleIdx="1" presStyleCnt="4"/>
      <dgm:spPr/>
    </dgm:pt>
    <dgm:pt modelId="{0BB42E36-3316-A540-B57A-D1C6F9599588}" type="pres">
      <dgm:prSet presAssocID="{9169E60F-85FD-BF4F-8ED8-1C467A573274}" presName="connTx" presStyleLbl="parChTrans1D2" presStyleIdx="1" presStyleCnt="4"/>
      <dgm:spPr/>
    </dgm:pt>
    <dgm:pt modelId="{D3723180-624D-E046-86DC-1BA028954ABC}" type="pres">
      <dgm:prSet presAssocID="{F51C0FF4-F5A6-814F-8F4F-DB4DFE7EB068}" presName="root2" presStyleCnt="0"/>
      <dgm:spPr/>
    </dgm:pt>
    <dgm:pt modelId="{42FF8D47-3457-524E-9B5A-7A6EDBF17A95}" type="pres">
      <dgm:prSet presAssocID="{F51C0FF4-F5A6-814F-8F4F-DB4DFE7EB068}" presName="LevelTwoTextNode" presStyleLbl="node2" presStyleIdx="1" presStyleCnt="4" custScaleX="214783">
        <dgm:presLayoutVars>
          <dgm:chPref val="3"/>
        </dgm:presLayoutVars>
      </dgm:prSet>
      <dgm:spPr/>
    </dgm:pt>
    <dgm:pt modelId="{8374E26A-C6B9-4942-BEC5-2245757E431A}" type="pres">
      <dgm:prSet presAssocID="{F51C0FF4-F5A6-814F-8F4F-DB4DFE7EB068}" presName="level3hierChild" presStyleCnt="0"/>
      <dgm:spPr/>
    </dgm:pt>
    <dgm:pt modelId="{9AB29A97-B002-C54F-AE71-AC57988714DC}" type="pres">
      <dgm:prSet presAssocID="{E207E53E-D46C-5C4E-A877-9E076921F882}" presName="conn2-1" presStyleLbl="parChTrans1D2" presStyleIdx="2" presStyleCnt="4"/>
      <dgm:spPr/>
    </dgm:pt>
    <dgm:pt modelId="{0149546B-8C37-4A49-B96A-17C0AB57B191}" type="pres">
      <dgm:prSet presAssocID="{E207E53E-D46C-5C4E-A877-9E076921F882}" presName="connTx" presStyleLbl="parChTrans1D2" presStyleIdx="2" presStyleCnt="4"/>
      <dgm:spPr/>
    </dgm:pt>
    <dgm:pt modelId="{6C9A1BAD-20A2-A743-8EE3-4B64818459A8}" type="pres">
      <dgm:prSet presAssocID="{E91C1A1F-43B9-3448-AE34-22ECA8FCD191}" presName="root2" presStyleCnt="0"/>
      <dgm:spPr/>
    </dgm:pt>
    <dgm:pt modelId="{A1229E04-663A-DE44-9220-0110F792CD3F}" type="pres">
      <dgm:prSet presAssocID="{E91C1A1F-43B9-3448-AE34-22ECA8FCD191}" presName="LevelTwoTextNode" presStyleLbl="node2" presStyleIdx="2" presStyleCnt="4" custScaleX="214783">
        <dgm:presLayoutVars>
          <dgm:chPref val="3"/>
        </dgm:presLayoutVars>
      </dgm:prSet>
      <dgm:spPr/>
    </dgm:pt>
    <dgm:pt modelId="{4E02464B-A2E4-EF49-8508-6CA537BEF8A0}" type="pres">
      <dgm:prSet presAssocID="{E91C1A1F-43B9-3448-AE34-22ECA8FCD191}" presName="level3hierChild" presStyleCnt="0"/>
      <dgm:spPr/>
    </dgm:pt>
    <dgm:pt modelId="{2D3610B6-BF96-F044-8B3D-E6A721C1EBF1}" type="pres">
      <dgm:prSet presAssocID="{EB636E58-F660-6044-A762-B74F61019620}" presName="conn2-1" presStyleLbl="parChTrans1D2" presStyleIdx="3" presStyleCnt="4"/>
      <dgm:spPr/>
    </dgm:pt>
    <dgm:pt modelId="{E6ACA0D9-A231-6644-9E62-AD0C1C0522F3}" type="pres">
      <dgm:prSet presAssocID="{EB636E58-F660-6044-A762-B74F61019620}" presName="connTx" presStyleLbl="parChTrans1D2" presStyleIdx="3" presStyleCnt="4"/>
      <dgm:spPr/>
    </dgm:pt>
    <dgm:pt modelId="{2412B8AF-01E6-2B45-A2B3-ABBC5272ED7A}" type="pres">
      <dgm:prSet presAssocID="{48776688-4B32-BA41-A751-9BFA8EAFFDB6}" presName="root2" presStyleCnt="0"/>
      <dgm:spPr/>
    </dgm:pt>
    <dgm:pt modelId="{012CD85F-9F3E-3C40-AF71-09C6C9C94736}" type="pres">
      <dgm:prSet presAssocID="{48776688-4B32-BA41-A751-9BFA8EAFFDB6}" presName="LevelTwoTextNode" presStyleLbl="node2" presStyleIdx="3" presStyleCnt="4" custScaleX="231478">
        <dgm:presLayoutVars>
          <dgm:chPref val="3"/>
        </dgm:presLayoutVars>
      </dgm:prSet>
      <dgm:spPr/>
    </dgm:pt>
    <dgm:pt modelId="{A144771F-6CCD-944C-AEE1-52AA555E80C3}" type="pres">
      <dgm:prSet presAssocID="{48776688-4B32-BA41-A751-9BFA8EAFFDB6}" presName="level3hierChild" presStyleCnt="0"/>
      <dgm:spPr/>
    </dgm:pt>
  </dgm:ptLst>
  <dgm:cxnLst>
    <dgm:cxn modelId="{FA547734-9238-224B-AF88-8AE92C8BF900}" type="presOf" srcId="{BE530D65-19B0-F34B-B38C-AD48493AB1EE}" destId="{A12D105E-D011-AF47-A234-27749437CAE3}" srcOrd="0" destOrd="0" presId="urn:microsoft.com/office/officeart/2005/8/layout/hierarchy2"/>
    <dgm:cxn modelId="{19CEF735-C073-B24E-81FD-F4939770CF1A}" type="presOf" srcId="{8B6B23D1-403C-EC4C-A990-225F6C055453}" destId="{DC7FC744-C2B5-B644-8953-5774B0E37494}" srcOrd="1" destOrd="0" presId="urn:microsoft.com/office/officeart/2005/8/layout/hierarchy2"/>
    <dgm:cxn modelId="{61933D3E-4F7F-414D-ACFB-3D32797183F6}" srcId="{56834F34-74D6-FB41-A659-9D6CF5C2A7AE}" destId="{E91C1A1F-43B9-3448-AE34-22ECA8FCD191}" srcOrd="2" destOrd="0" parTransId="{E207E53E-D46C-5C4E-A877-9E076921F882}" sibTransId="{CEF87816-9F93-3441-99D7-E0D7F2AF8DA9}"/>
    <dgm:cxn modelId="{0BAD4541-2BA2-2D42-ADFD-BCFC8CB5383B}" type="presOf" srcId="{EB636E58-F660-6044-A762-B74F61019620}" destId="{E6ACA0D9-A231-6644-9E62-AD0C1C0522F3}" srcOrd="1" destOrd="0" presId="urn:microsoft.com/office/officeart/2005/8/layout/hierarchy2"/>
    <dgm:cxn modelId="{D76DC045-98A0-D147-B755-040C0ECF6C2C}" type="presOf" srcId="{E207E53E-D46C-5C4E-A877-9E076921F882}" destId="{9AB29A97-B002-C54F-AE71-AC57988714DC}" srcOrd="0" destOrd="0" presId="urn:microsoft.com/office/officeart/2005/8/layout/hierarchy2"/>
    <dgm:cxn modelId="{CF85A64A-8187-A64C-9FB8-D3CF97496E3D}" type="presOf" srcId="{56834F34-74D6-FB41-A659-9D6CF5C2A7AE}" destId="{7DECAD72-303E-6540-9A65-27721B715838}" srcOrd="0" destOrd="0" presId="urn:microsoft.com/office/officeart/2005/8/layout/hierarchy2"/>
    <dgm:cxn modelId="{5A16855F-9CB9-C44D-B9D9-A8D87559D6C7}" type="presOf" srcId="{319D841E-F59E-B540-B8A3-B167532DCBA1}" destId="{DB88B1E2-AE80-6546-8B57-0799E2A6B96E}" srcOrd="0" destOrd="0" presId="urn:microsoft.com/office/officeart/2005/8/layout/hierarchy2"/>
    <dgm:cxn modelId="{DAF2C074-8131-4F48-8A13-1CA6C1ABE3C6}" type="presOf" srcId="{F51C0FF4-F5A6-814F-8F4F-DB4DFE7EB068}" destId="{42FF8D47-3457-524E-9B5A-7A6EDBF17A95}" srcOrd="0" destOrd="0" presId="urn:microsoft.com/office/officeart/2005/8/layout/hierarchy2"/>
    <dgm:cxn modelId="{00C92386-039D-734B-8F1C-2D82C2BD18B1}" srcId="{56834F34-74D6-FB41-A659-9D6CF5C2A7AE}" destId="{319D841E-F59E-B540-B8A3-B167532DCBA1}" srcOrd="0" destOrd="0" parTransId="{8B6B23D1-403C-EC4C-A990-225F6C055453}" sibTransId="{AFCF466D-EEDA-5E47-AC20-BA1E9E8CB74B}"/>
    <dgm:cxn modelId="{37D20890-2DCC-F745-B252-D4DC3039BF01}" srcId="{BE530D65-19B0-F34B-B38C-AD48493AB1EE}" destId="{56834F34-74D6-FB41-A659-9D6CF5C2A7AE}" srcOrd="0" destOrd="0" parTransId="{F38842FF-8F7A-7D48-A2B7-960972EC9A0A}" sibTransId="{076DDB01-BA11-B645-B199-120297B38D04}"/>
    <dgm:cxn modelId="{EDFA7FA4-1B6C-6442-907C-A06097722C6A}" type="presOf" srcId="{9169E60F-85FD-BF4F-8ED8-1C467A573274}" destId="{3BD50537-BB38-C942-8F66-B4BDBDCB193D}" srcOrd="0" destOrd="0" presId="urn:microsoft.com/office/officeart/2005/8/layout/hierarchy2"/>
    <dgm:cxn modelId="{C88840A7-BEBA-6F4B-8B20-87002E72DF39}" srcId="{56834F34-74D6-FB41-A659-9D6CF5C2A7AE}" destId="{48776688-4B32-BA41-A751-9BFA8EAFFDB6}" srcOrd="3" destOrd="0" parTransId="{EB636E58-F660-6044-A762-B74F61019620}" sibTransId="{484C3DC4-2FAA-2F47-84A9-B693ACBF293D}"/>
    <dgm:cxn modelId="{D6BA42BE-1898-6249-AA8C-7C4FB48480B5}" type="presOf" srcId="{EB636E58-F660-6044-A762-B74F61019620}" destId="{2D3610B6-BF96-F044-8B3D-E6A721C1EBF1}" srcOrd="0" destOrd="0" presId="urn:microsoft.com/office/officeart/2005/8/layout/hierarchy2"/>
    <dgm:cxn modelId="{80F45FD1-36FE-EA49-A71B-98CD6BE94DDE}" type="presOf" srcId="{8B6B23D1-403C-EC4C-A990-225F6C055453}" destId="{A4800D99-10BB-694A-B075-A365FDB8AC4F}" srcOrd="0" destOrd="0" presId="urn:microsoft.com/office/officeart/2005/8/layout/hierarchy2"/>
    <dgm:cxn modelId="{0CC6C9D3-3B42-8F4A-BDB6-BFE011869A83}" type="presOf" srcId="{E91C1A1F-43B9-3448-AE34-22ECA8FCD191}" destId="{A1229E04-663A-DE44-9220-0110F792CD3F}" srcOrd="0" destOrd="0" presId="urn:microsoft.com/office/officeart/2005/8/layout/hierarchy2"/>
    <dgm:cxn modelId="{D189D1D5-55D0-A54C-AFD1-E9F0948AD4D8}" type="presOf" srcId="{9169E60F-85FD-BF4F-8ED8-1C467A573274}" destId="{0BB42E36-3316-A540-B57A-D1C6F9599588}" srcOrd="1" destOrd="0" presId="urn:microsoft.com/office/officeart/2005/8/layout/hierarchy2"/>
    <dgm:cxn modelId="{65D127DE-B014-6E4D-8CCE-20EAAF3C4246}" srcId="{56834F34-74D6-FB41-A659-9D6CF5C2A7AE}" destId="{F51C0FF4-F5A6-814F-8F4F-DB4DFE7EB068}" srcOrd="1" destOrd="0" parTransId="{9169E60F-85FD-BF4F-8ED8-1C467A573274}" sibTransId="{2119ACAF-967E-BB42-94C6-BE7EFB5F757C}"/>
    <dgm:cxn modelId="{CE996DF6-0EB2-1A43-B96C-741247DC87AD}" type="presOf" srcId="{E207E53E-D46C-5C4E-A877-9E076921F882}" destId="{0149546B-8C37-4A49-B96A-17C0AB57B191}" srcOrd="1" destOrd="0" presId="urn:microsoft.com/office/officeart/2005/8/layout/hierarchy2"/>
    <dgm:cxn modelId="{BFEEE9F8-0E95-634C-9167-35680847F1C3}" type="presOf" srcId="{48776688-4B32-BA41-A751-9BFA8EAFFDB6}" destId="{012CD85F-9F3E-3C40-AF71-09C6C9C94736}" srcOrd="0" destOrd="0" presId="urn:microsoft.com/office/officeart/2005/8/layout/hierarchy2"/>
    <dgm:cxn modelId="{80CF3087-34CA-DF45-B53D-2D50ECEDCDE8}" type="presParOf" srcId="{A12D105E-D011-AF47-A234-27749437CAE3}" destId="{20DDFB76-C011-F341-8C76-B10EBFB27F36}" srcOrd="0" destOrd="0" presId="urn:microsoft.com/office/officeart/2005/8/layout/hierarchy2"/>
    <dgm:cxn modelId="{2932CAA1-27A8-0942-93E3-98D4FDDD1575}" type="presParOf" srcId="{20DDFB76-C011-F341-8C76-B10EBFB27F36}" destId="{7DECAD72-303E-6540-9A65-27721B715838}" srcOrd="0" destOrd="0" presId="urn:microsoft.com/office/officeart/2005/8/layout/hierarchy2"/>
    <dgm:cxn modelId="{84D7A2CD-7EEE-1E41-9FD2-3C0367EB4632}" type="presParOf" srcId="{20DDFB76-C011-F341-8C76-B10EBFB27F36}" destId="{E113B614-DD66-EE45-9B28-4F5FFD6AFA05}" srcOrd="1" destOrd="0" presId="urn:microsoft.com/office/officeart/2005/8/layout/hierarchy2"/>
    <dgm:cxn modelId="{F35E9B8F-23FE-8E44-A1FA-A514495AAD6E}" type="presParOf" srcId="{E113B614-DD66-EE45-9B28-4F5FFD6AFA05}" destId="{A4800D99-10BB-694A-B075-A365FDB8AC4F}" srcOrd="0" destOrd="0" presId="urn:microsoft.com/office/officeart/2005/8/layout/hierarchy2"/>
    <dgm:cxn modelId="{A2AA9D22-5092-F149-9E8C-B753888E9357}" type="presParOf" srcId="{A4800D99-10BB-694A-B075-A365FDB8AC4F}" destId="{DC7FC744-C2B5-B644-8953-5774B0E37494}" srcOrd="0" destOrd="0" presId="urn:microsoft.com/office/officeart/2005/8/layout/hierarchy2"/>
    <dgm:cxn modelId="{88221F49-4FBD-D341-9AF6-99D13ECFE138}" type="presParOf" srcId="{E113B614-DD66-EE45-9B28-4F5FFD6AFA05}" destId="{A8779D1A-BDEF-7346-88FC-CC8076469037}" srcOrd="1" destOrd="0" presId="urn:microsoft.com/office/officeart/2005/8/layout/hierarchy2"/>
    <dgm:cxn modelId="{C14F3753-F111-714F-9B33-9053A7856C0F}" type="presParOf" srcId="{A8779D1A-BDEF-7346-88FC-CC8076469037}" destId="{DB88B1E2-AE80-6546-8B57-0799E2A6B96E}" srcOrd="0" destOrd="0" presId="urn:microsoft.com/office/officeart/2005/8/layout/hierarchy2"/>
    <dgm:cxn modelId="{3B6EA8DD-5CDA-924E-B85E-A5ADCB626BFF}" type="presParOf" srcId="{A8779D1A-BDEF-7346-88FC-CC8076469037}" destId="{F987EBFC-71F1-8F4E-AE7E-2671E3DBFC0D}" srcOrd="1" destOrd="0" presId="urn:microsoft.com/office/officeart/2005/8/layout/hierarchy2"/>
    <dgm:cxn modelId="{4E20F8AD-9EEB-0B4A-A6E4-AF28AE673B00}" type="presParOf" srcId="{E113B614-DD66-EE45-9B28-4F5FFD6AFA05}" destId="{3BD50537-BB38-C942-8F66-B4BDBDCB193D}" srcOrd="2" destOrd="0" presId="urn:microsoft.com/office/officeart/2005/8/layout/hierarchy2"/>
    <dgm:cxn modelId="{ED4C716B-EE9D-404F-9420-765B1CCE4372}" type="presParOf" srcId="{3BD50537-BB38-C942-8F66-B4BDBDCB193D}" destId="{0BB42E36-3316-A540-B57A-D1C6F9599588}" srcOrd="0" destOrd="0" presId="urn:microsoft.com/office/officeart/2005/8/layout/hierarchy2"/>
    <dgm:cxn modelId="{5F802AD7-1F7B-3340-8509-CF9EC044803C}" type="presParOf" srcId="{E113B614-DD66-EE45-9B28-4F5FFD6AFA05}" destId="{D3723180-624D-E046-86DC-1BA028954ABC}" srcOrd="3" destOrd="0" presId="urn:microsoft.com/office/officeart/2005/8/layout/hierarchy2"/>
    <dgm:cxn modelId="{4D669768-09FE-314D-8E33-237E0BD062DE}" type="presParOf" srcId="{D3723180-624D-E046-86DC-1BA028954ABC}" destId="{42FF8D47-3457-524E-9B5A-7A6EDBF17A95}" srcOrd="0" destOrd="0" presId="urn:microsoft.com/office/officeart/2005/8/layout/hierarchy2"/>
    <dgm:cxn modelId="{67A67FFA-EA7D-1B4B-B9E5-E7392C9EC03F}" type="presParOf" srcId="{D3723180-624D-E046-86DC-1BA028954ABC}" destId="{8374E26A-C6B9-4942-BEC5-2245757E431A}" srcOrd="1" destOrd="0" presId="urn:microsoft.com/office/officeart/2005/8/layout/hierarchy2"/>
    <dgm:cxn modelId="{07796A9A-40A2-6E48-8DB2-CAD1AE1E5620}" type="presParOf" srcId="{E113B614-DD66-EE45-9B28-4F5FFD6AFA05}" destId="{9AB29A97-B002-C54F-AE71-AC57988714DC}" srcOrd="4" destOrd="0" presId="urn:microsoft.com/office/officeart/2005/8/layout/hierarchy2"/>
    <dgm:cxn modelId="{75725357-D142-7944-921D-9DCAE8B1F2C5}" type="presParOf" srcId="{9AB29A97-B002-C54F-AE71-AC57988714DC}" destId="{0149546B-8C37-4A49-B96A-17C0AB57B191}" srcOrd="0" destOrd="0" presId="urn:microsoft.com/office/officeart/2005/8/layout/hierarchy2"/>
    <dgm:cxn modelId="{DD61AE67-03A6-6E46-BB83-9803C6CAB47E}" type="presParOf" srcId="{E113B614-DD66-EE45-9B28-4F5FFD6AFA05}" destId="{6C9A1BAD-20A2-A743-8EE3-4B64818459A8}" srcOrd="5" destOrd="0" presId="urn:microsoft.com/office/officeart/2005/8/layout/hierarchy2"/>
    <dgm:cxn modelId="{C738B175-DC9F-4949-98C8-546B04B34CF2}" type="presParOf" srcId="{6C9A1BAD-20A2-A743-8EE3-4B64818459A8}" destId="{A1229E04-663A-DE44-9220-0110F792CD3F}" srcOrd="0" destOrd="0" presId="urn:microsoft.com/office/officeart/2005/8/layout/hierarchy2"/>
    <dgm:cxn modelId="{91C50C7B-4D94-2F4B-B63E-3A8E0BDF5A6D}" type="presParOf" srcId="{6C9A1BAD-20A2-A743-8EE3-4B64818459A8}" destId="{4E02464B-A2E4-EF49-8508-6CA537BEF8A0}" srcOrd="1" destOrd="0" presId="urn:microsoft.com/office/officeart/2005/8/layout/hierarchy2"/>
    <dgm:cxn modelId="{53BF2984-ABEC-0149-887D-AF56EDFABC31}" type="presParOf" srcId="{E113B614-DD66-EE45-9B28-4F5FFD6AFA05}" destId="{2D3610B6-BF96-F044-8B3D-E6A721C1EBF1}" srcOrd="6" destOrd="0" presId="urn:microsoft.com/office/officeart/2005/8/layout/hierarchy2"/>
    <dgm:cxn modelId="{04B922F8-6890-E449-9ABA-55A476F89658}" type="presParOf" srcId="{2D3610B6-BF96-F044-8B3D-E6A721C1EBF1}" destId="{E6ACA0D9-A231-6644-9E62-AD0C1C0522F3}" srcOrd="0" destOrd="0" presId="urn:microsoft.com/office/officeart/2005/8/layout/hierarchy2"/>
    <dgm:cxn modelId="{9D2A35A0-7519-AB44-84C8-FB31A4115C8C}" type="presParOf" srcId="{E113B614-DD66-EE45-9B28-4F5FFD6AFA05}" destId="{2412B8AF-01E6-2B45-A2B3-ABBC5272ED7A}" srcOrd="7" destOrd="0" presId="urn:microsoft.com/office/officeart/2005/8/layout/hierarchy2"/>
    <dgm:cxn modelId="{DAD2B68F-D27A-7B42-B8DE-4C10FB5BA944}" type="presParOf" srcId="{2412B8AF-01E6-2B45-A2B3-ABBC5272ED7A}" destId="{012CD85F-9F3E-3C40-AF71-09C6C9C94736}" srcOrd="0" destOrd="0" presId="urn:microsoft.com/office/officeart/2005/8/layout/hierarchy2"/>
    <dgm:cxn modelId="{C841AC9E-6A27-0846-8C4A-288B9AE845C5}" type="presParOf" srcId="{2412B8AF-01E6-2B45-A2B3-ABBC5272ED7A}" destId="{A144771F-6CCD-944C-AEE1-52AA555E80C3}" srcOrd="1" destOrd="0" presId="urn:microsoft.com/office/officeart/2005/8/layout/hierarchy2"/>
  </dgm:cxnLst>
  <dgm:bg>
    <a:blipFill>
      <a:blip xmlns:r="http://schemas.openxmlformats.org/officeDocument/2006/relationships" r:embed="rId1"/>
      <a:tile tx="0" ty="0" sx="100000" sy="100000" flip="none" algn="tl"/>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E530D65-19B0-F34B-B38C-AD48493AB1EE}"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56834F34-74D6-FB41-A659-9D6CF5C2A7AE}">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err="1">
              <a:latin typeface="Times New Roman" panose="02020603050405020304" pitchFamily="18" charset="0"/>
              <a:cs typeface="Times New Roman" panose="02020603050405020304" pitchFamily="18" charset="0"/>
            </a:rPr>
            <a:t>Chế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cử</a:t>
          </a:r>
          <a:endParaRPr lang="en-US" dirty="0">
            <a:latin typeface="Times New Roman" panose="02020603050405020304" pitchFamily="18" charset="0"/>
            <a:cs typeface="Times New Roman" panose="02020603050405020304" pitchFamily="18" charset="0"/>
          </a:endParaRPr>
        </a:p>
      </dgm:t>
    </dgm:pt>
    <dgm:pt modelId="{F38842FF-8F7A-7D48-A2B7-960972EC9A0A}" type="parTrans" cxnId="{37D20890-2DCC-F745-B252-D4DC3039BF01}">
      <dgm:prSet/>
      <dgm:spPr/>
      <dgm:t>
        <a:bodyPr/>
        <a:lstStyle/>
        <a:p>
          <a:endParaRPr lang="en-US">
            <a:latin typeface="Times New Roman" panose="02020603050405020304" pitchFamily="18" charset="0"/>
            <a:cs typeface="Times New Roman" panose="02020603050405020304" pitchFamily="18" charset="0"/>
          </a:endParaRPr>
        </a:p>
      </dgm:t>
    </dgm:pt>
    <dgm:pt modelId="{076DDB01-BA11-B645-B199-120297B38D04}" type="sibTrans" cxnId="{37D20890-2DCC-F745-B252-D4DC3039BF01}">
      <dgm:prSet/>
      <dgm:spPr/>
      <dgm:t>
        <a:bodyPr/>
        <a:lstStyle/>
        <a:p>
          <a:endParaRPr lang="en-US">
            <a:latin typeface="Times New Roman" panose="02020603050405020304" pitchFamily="18" charset="0"/>
            <a:cs typeface="Times New Roman" panose="02020603050405020304" pitchFamily="18" charset="0"/>
          </a:endParaRPr>
        </a:p>
      </dgm:t>
    </dgm:pt>
    <dgm:pt modelId="{319D841E-F59E-B540-B8A3-B167532DCBA1}">
      <dgm:prSet phldrT="[Text]"/>
      <dgm:spPr>
        <a:pattFill prst="pct90">
          <a:fgClr>
            <a:schemeClr val="accent6">
              <a:lumMod val="60000"/>
              <a:lumOff val="40000"/>
            </a:schemeClr>
          </a:fgClr>
          <a:bgClr>
            <a:schemeClr val="bg1"/>
          </a:bgClr>
        </a:pattFill>
      </dgm:spPr>
      <dgm:t>
        <a:bodyPr/>
        <a:lstStyle/>
        <a:p>
          <a:r>
            <a:rPr lang="en-US" dirty="0" err="1">
              <a:solidFill>
                <a:schemeClr val="bg1"/>
              </a:solidFill>
              <a:latin typeface="Times New Roman" panose="02020603050405020304" pitchFamily="18" charset="0"/>
              <a:cs typeface="Times New Roman" panose="02020603050405020304" pitchFamily="18" charset="0"/>
            </a:rPr>
            <a:t>Khái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niệm</a:t>
          </a:r>
          <a:endParaRPr lang="en-US" dirty="0">
            <a:solidFill>
              <a:schemeClr val="bg1"/>
            </a:solidFill>
            <a:latin typeface="Times New Roman" panose="02020603050405020304" pitchFamily="18" charset="0"/>
            <a:cs typeface="Times New Roman" panose="02020603050405020304" pitchFamily="18" charset="0"/>
          </a:endParaRPr>
        </a:p>
      </dgm:t>
    </dgm:pt>
    <dgm:pt modelId="{8B6B23D1-403C-EC4C-A990-225F6C055453}" type="parTrans" cxnId="{00C92386-039D-734B-8F1C-2D82C2BD18B1}">
      <dgm:prSet/>
      <dgm:spPr/>
      <dgm:t>
        <a:bodyPr/>
        <a:lstStyle/>
        <a:p>
          <a:endParaRPr lang="en-US">
            <a:latin typeface="Times New Roman" panose="02020603050405020304" pitchFamily="18" charset="0"/>
            <a:cs typeface="Times New Roman" panose="02020603050405020304" pitchFamily="18" charset="0"/>
          </a:endParaRPr>
        </a:p>
      </dgm:t>
    </dgm:pt>
    <dgm:pt modelId="{AFCF466D-EEDA-5E47-AC20-BA1E9E8CB74B}" type="sibTrans" cxnId="{00C92386-039D-734B-8F1C-2D82C2BD18B1}">
      <dgm:prSet/>
      <dgm:spPr/>
      <dgm:t>
        <a:bodyPr/>
        <a:lstStyle/>
        <a:p>
          <a:endParaRPr lang="en-US">
            <a:latin typeface="Times New Roman" panose="02020603050405020304" pitchFamily="18" charset="0"/>
            <a:cs typeface="Times New Roman" panose="02020603050405020304" pitchFamily="18" charset="0"/>
          </a:endParaRPr>
        </a:p>
      </dgm:t>
    </dgm:pt>
    <dgm:pt modelId="{F51C0FF4-F5A6-814F-8F4F-DB4DFE7EB068}">
      <dgm:prSet phldrT="[Text]"/>
      <dgm:spPr>
        <a:pattFill prst="pct90">
          <a:fgClr>
            <a:schemeClr val="accent6">
              <a:lumMod val="60000"/>
              <a:lumOff val="40000"/>
            </a:schemeClr>
          </a:fgClr>
          <a:bgClr>
            <a:schemeClr val="bg1"/>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Nguyên </a:t>
          </a:r>
          <a:r>
            <a:rPr lang="en-US" dirty="0" err="1">
              <a:solidFill>
                <a:schemeClr val="bg1"/>
              </a:solidFill>
              <a:latin typeface="Times New Roman" panose="02020603050405020304" pitchFamily="18" charset="0"/>
              <a:cs typeface="Times New Roman" panose="02020603050405020304" pitchFamily="18" charset="0"/>
            </a:rPr>
            <a:t>tắc</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bầu</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cử</a:t>
          </a:r>
          <a:endParaRPr lang="en-US" dirty="0">
            <a:solidFill>
              <a:schemeClr val="bg1"/>
            </a:solidFill>
            <a:latin typeface="Times New Roman" panose="02020603050405020304" pitchFamily="18" charset="0"/>
            <a:cs typeface="Times New Roman" panose="02020603050405020304" pitchFamily="18" charset="0"/>
          </a:endParaRPr>
        </a:p>
      </dgm:t>
    </dgm:pt>
    <dgm:pt modelId="{9169E60F-85FD-BF4F-8ED8-1C467A573274}" type="parTrans" cxnId="{65D127DE-B014-6E4D-8CCE-20EAAF3C4246}">
      <dgm:prSet/>
      <dgm:spPr/>
      <dgm:t>
        <a:bodyPr/>
        <a:lstStyle/>
        <a:p>
          <a:endParaRPr lang="en-US"/>
        </a:p>
      </dgm:t>
    </dgm:pt>
    <dgm:pt modelId="{2119ACAF-967E-BB42-94C6-BE7EFB5F757C}" type="sibTrans" cxnId="{65D127DE-B014-6E4D-8CCE-20EAAF3C4246}">
      <dgm:prSet/>
      <dgm:spPr/>
      <dgm:t>
        <a:bodyPr/>
        <a:lstStyle/>
        <a:p>
          <a:endParaRPr lang="en-US"/>
        </a:p>
      </dgm:t>
    </dgm:pt>
    <dgm:pt modelId="{E91C1A1F-43B9-3448-AE34-22ECA8FCD191}">
      <dgm:prSet phldrT="[Text]"/>
      <dgm:spPr>
        <a:pattFill prst="pct90">
          <a:fgClr>
            <a:schemeClr val="accent6">
              <a:lumMod val="60000"/>
              <a:lumOff val="40000"/>
            </a:schemeClr>
          </a:fgClr>
          <a:bgClr>
            <a:schemeClr val="bg1"/>
          </a:bgClr>
        </a:pattFill>
      </dgm:spPr>
      <dgm:t>
        <a:bodyPr/>
        <a:lstStyle/>
        <a:p>
          <a:r>
            <a:rPr lang="en-US" dirty="0">
              <a:solidFill>
                <a:schemeClr val="bg1"/>
              </a:solidFill>
              <a:latin typeface="Times New Roman" panose="02020603050405020304" pitchFamily="18" charset="0"/>
              <a:cs typeface="Times New Roman" panose="02020603050405020304" pitchFamily="18" charset="0"/>
            </a:rPr>
            <a:t>Quy </a:t>
          </a:r>
          <a:r>
            <a:rPr lang="en-US" dirty="0" err="1">
              <a:solidFill>
                <a:schemeClr val="bg1"/>
              </a:solidFill>
              <a:latin typeface="Times New Roman" panose="02020603050405020304" pitchFamily="18" charset="0"/>
              <a:cs typeface="Times New Roman" panose="02020603050405020304" pitchFamily="18" charset="0"/>
            </a:rPr>
            <a:t>trình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bầu</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cử</a:t>
          </a:r>
          <a:endParaRPr lang="en-US" dirty="0">
            <a:solidFill>
              <a:schemeClr val="bg1"/>
            </a:solidFill>
            <a:latin typeface="Times New Roman" panose="02020603050405020304" pitchFamily="18" charset="0"/>
            <a:cs typeface="Times New Roman" panose="02020603050405020304" pitchFamily="18" charset="0"/>
          </a:endParaRPr>
        </a:p>
      </dgm:t>
    </dgm:pt>
    <dgm:pt modelId="{E207E53E-D46C-5C4E-A877-9E076921F882}" type="parTrans" cxnId="{61933D3E-4F7F-414D-ACFB-3D32797183F6}">
      <dgm:prSet/>
      <dgm:spPr/>
      <dgm:t>
        <a:bodyPr/>
        <a:lstStyle/>
        <a:p>
          <a:endParaRPr lang="en-US"/>
        </a:p>
      </dgm:t>
    </dgm:pt>
    <dgm:pt modelId="{CEF87816-9F93-3441-99D7-E0D7F2AF8DA9}" type="sibTrans" cxnId="{61933D3E-4F7F-414D-ACFB-3D32797183F6}">
      <dgm:prSet/>
      <dgm:spPr/>
      <dgm:t>
        <a:bodyPr/>
        <a:lstStyle/>
        <a:p>
          <a:endParaRPr lang="en-US"/>
        </a:p>
      </dgm:t>
    </dgm:pt>
    <dgm:pt modelId="{A12D105E-D011-AF47-A234-27749437CAE3}" type="pres">
      <dgm:prSet presAssocID="{BE530D65-19B0-F34B-B38C-AD48493AB1EE}" presName="diagram" presStyleCnt="0">
        <dgm:presLayoutVars>
          <dgm:chPref val="1"/>
          <dgm:dir/>
          <dgm:animOne val="branch"/>
          <dgm:animLvl val="lvl"/>
          <dgm:resizeHandles val="exact"/>
        </dgm:presLayoutVars>
      </dgm:prSet>
      <dgm:spPr/>
    </dgm:pt>
    <dgm:pt modelId="{20DDFB76-C011-F341-8C76-B10EBFB27F36}" type="pres">
      <dgm:prSet presAssocID="{56834F34-74D6-FB41-A659-9D6CF5C2A7AE}" presName="root1" presStyleCnt="0"/>
      <dgm:spPr/>
    </dgm:pt>
    <dgm:pt modelId="{7DECAD72-303E-6540-9A65-27721B715838}" type="pres">
      <dgm:prSet presAssocID="{56834F34-74D6-FB41-A659-9D6CF5C2A7AE}" presName="LevelOneTextNode" presStyleLbl="node0" presStyleIdx="0" presStyleCnt="1">
        <dgm:presLayoutVars>
          <dgm:chPref val="3"/>
        </dgm:presLayoutVars>
      </dgm:prSet>
      <dgm:spPr/>
    </dgm:pt>
    <dgm:pt modelId="{E113B614-DD66-EE45-9B28-4F5FFD6AFA05}" type="pres">
      <dgm:prSet presAssocID="{56834F34-74D6-FB41-A659-9D6CF5C2A7AE}" presName="level2hierChild" presStyleCnt="0"/>
      <dgm:spPr/>
    </dgm:pt>
    <dgm:pt modelId="{A4800D99-10BB-694A-B075-A365FDB8AC4F}" type="pres">
      <dgm:prSet presAssocID="{8B6B23D1-403C-EC4C-A990-225F6C055453}" presName="conn2-1" presStyleLbl="parChTrans1D2" presStyleIdx="0" presStyleCnt="3"/>
      <dgm:spPr/>
    </dgm:pt>
    <dgm:pt modelId="{DC7FC744-C2B5-B644-8953-5774B0E37494}" type="pres">
      <dgm:prSet presAssocID="{8B6B23D1-403C-EC4C-A990-225F6C055453}" presName="connTx" presStyleLbl="parChTrans1D2" presStyleIdx="0" presStyleCnt="3"/>
      <dgm:spPr/>
    </dgm:pt>
    <dgm:pt modelId="{A8779D1A-BDEF-7346-88FC-CC8076469037}" type="pres">
      <dgm:prSet presAssocID="{319D841E-F59E-B540-B8A3-B167532DCBA1}" presName="root2" presStyleCnt="0"/>
      <dgm:spPr/>
    </dgm:pt>
    <dgm:pt modelId="{DB88B1E2-AE80-6546-8B57-0799E2A6B96E}" type="pres">
      <dgm:prSet presAssocID="{319D841E-F59E-B540-B8A3-B167532DCBA1}" presName="LevelTwoTextNode" presStyleLbl="node2" presStyleIdx="0" presStyleCnt="3" custScaleX="214783">
        <dgm:presLayoutVars>
          <dgm:chPref val="3"/>
        </dgm:presLayoutVars>
      </dgm:prSet>
      <dgm:spPr/>
    </dgm:pt>
    <dgm:pt modelId="{F987EBFC-71F1-8F4E-AE7E-2671E3DBFC0D}" type="pres">
      <dgm:prSet presAssocID="{319D841E-F59E-B540-B8A3-B167532DCBA1}" presName="level3hierChild" presStyleCnt="0"/>
      <dgm:spPr/>
    </dgm:pt>
    <dgm:pt modelId="{3BD50537-BB38-C942-8F66-B4BDBDCB193D}" type="pres">
      <dgm:prSet presAssocID="{9169E60F-85FD-BF4F-8ED8-1C467A573274}" presName="conn2-1" presStyleLbl="parChTrans1D2" presStyleIdx="1" presStyleCnt="3"/>
      <dgm:spPr/>
    </dgm:pt>
    <dgm:pt modelId="{0BB42E36-3316-A540-B57A-D1C6F9599588}" type="pres">
      <dgm:prSet presAssocID="{9169E60F-85FD-BF4F-8ED8-1C467A573274}" presName="connTx" presStyleLbl="parChTrans1D2" presStyleIdx="1" presStyleCnt="3"/>
      <dgm:spPr/>
    </dgm:pt>
    <dgm:pt modelId="{D3723180-624D-E046-86DC-1BA028954ABC}" type="pres">
      <dgm:prSet presAssocID="{F51C0FF4-F5A6-814F-8F4F-DB4DFE7EB068}" presName="root2" presStyleCnt="0"/>
      <dgm:spPr/>
    </dgm:pt>
    <dgm:pt modelId="{42FF8D47-3457-524E-9B5A-7A6EDBF17A95}" type="pres">
      <dgm:prSet presAssocID="{F51C0FF4-F5A6-814F-8F4F-DB4DFE7EB068}" presName="LevelTwoTextNode" presStyleLbl="node2" presStyleIdx="1" presStyleCnt="3" custScaleX="214783">
        <dgm:presLayoutVars>
          <dgm:chPref val="3"/>
        </dgm:presLayoutVars>
      </dgm:prSet>
      <dgm:spPr/>
    </dgm:pt>
    <dgm:pt modelId="{8374E26A-C6B9-4942-BEC5-2245757E431A}" type="pres">
      <dgm:prSet presAssocID="{F51C0FF4-F5A6-814F-8F4F-DB4DFE7EB068}" presName="level3hierChild" presStyleCnt="0"/>
      <dgm:spPr/>
    </dgm:pt>
    <dgm:pt modelId="{9AB29A97-B002-C54F-AE71-AC57988714DC}" type="pres">
      <dgm:prSet presAssocID="{E207E53E-D46C-5C4E-A877-9E076921F882}" presName="conn2-1" presStyleLbl="parChTrans1D2" presStyleIdx="2" presStyleCnt="3"/>
      <dgm:spPr/>
    </dgm:pt>
    <dgm:pt modelId="{0149546B-8C37-4A49-B96A-17C0AB57B191}" type="pres">
      <dgm:prSet presAssocID="{E207E53E-D46C-5C4E-A877-9E076921F882}" presName="connTx" presStyleLbl="parChTrans1D2" presStyleIdx="2" presStyleCnt="3"/>
      <dgm:spPr/>
    </dgm:pt>
    <dgm:pt modelId="{6C9A1BAD-20A2-A743-8EE3-4B64818459A8}" type="pres">
      <dgm:prSet presAssocID="{E91C1A1F-43B9-3448-AE34-22ECA8FCD191}" presName="root2" presStyleCnt="0"/>
      <dgm:spPr/>
    </dgm:pt>
    <dgm:pt modelId="{A1229E04-663A-DE44-9220-0110F792CD3F}" type="pres">
      <dgm:prSet presAssocID="{E91C1A1F-43B9-3448-AE34-22ECA8FCD191}" presName="LevelTwoTextNode" presStyleLbl="node2" presStyleIdx="2" presStyleCnt="3" custScaleX="214783">
        <dgm:presLayoutVars>
          <dgm:chPref val="3"/>
        </dgm:presLayoutVars>
      </dgm:prSet>
      <dgm:spPr/>
    </dgm:pt>
    <dgm:pt modelId="{4E02464B-A2E4-EF49-8508-6CA537BEF8A0}" type="pres">
      <dgm:prSet presAssocID="{E91C1A1F-43B9-3448-AE34-22ECA8FCD191}" presName="level3hierChild" presStyleCnt="0"/>
      <dgm:spPr/>
    </dgm:pt>
  </dgm:ptLst>
  <dgm:cxnLst>
    <dgm:cxn modelId="{FA547734-9238-224B-AF88-8AE92C8BF900}" type="presOf" srcId="{BE530D65-19B0-F34B-B38C-AD48493AB1EE}" destId="{A12D105E-D011-AF47-A234-27749437CAE3}" srcOrd="0" destOrd="0" presId="urn:microsoft.com/office/officeart/2005/8/layout/hierarchy2"/>
    <dgm:cxn modelId="{19CEF735-C073-B24E-81FD-F4939770CF1A}" type="presOf" srcId="{8B6B23D1-403C-EC4C-A990-225F6C055453}" destId="{DC7FC744-C2B5-B644-8953-5774B0E37494}" srcOrd="1" destOrd="0" presId="urn:microsoft.com/office/officeart/2005/8/layout/hierarchy2"/>
    <dgm:cxn modelId="{61933D3E-4F7F-414D-ACFB-3D32797183F6}" srcId="{56834F34-74D6-FB41-A659-9D6CF5C2A7AE}" destId="{E91C1A1F-43B9-3448-AE34-22ECA8FCD191}" srcOrd="2" destOrd="0" parTransId="{E207E53E-D46C-5C4E-A877-9E076921F882}" sibTransId="{CEF87816-9F93-3441-99D7-E0D7F2AF8DA9}"/>
    <dgm:cxn modelId="{D76DC045-98A0-D147-B755-040C0ECF6C2C}" type="presOf" srcId="{E207E53E-D46C-5C4E-A877-9E076921F882}" destId="{9AB29A97-B002-C54F-AE71-AC57988714DC}" srcOrd="0" destOrd="0" presId="urn:microsoft.com/office/officeart/2005/8/layout/hierarchy2"/>
    <dgm:cxn modelId="{CF85A64A-8187-A64C-9FB8-D3CF97496E3D}" type="presOf" srcId="{56834F34-74D6-FB41-A659-9D6CF5C2A7AE}" destId="{7DECAD72-303E-6540-9A65-27721B715838}" srcOrd="0" destOrd="0" presId="urn:microsoft.com/office/officeart/2005/8/layout/hierarchy2"/>
    <dgm:cxn modelId="{5A16855F-9CB9-C44D-B9D9-A8D87559D6C7}" type="presOf" srcId="{319D841E-F59E-B540-B8A3-B167532DCBA1}" destId="{DB88B1E2-AE80-6546-8B57-0799E2A6B96E}" srcOrd="0" destOrd="0" presId="urn:microsoft.com/office/officeart/2005/8/layout/hierarchy2"/>
    <dgm:cxn modelId="{DAF2C074-8131-4F48-8A13-1CA6C1ABE3C6}" type="presOf" srcId="{F51C0FF4-F5A6-814F-8F4F-DB4DFE7EB068}" destId="{42FF8D47-3457-524E-9B5A-7A6EDBF17A95}" srcOrd="0" destOrd="0" presId="urn:microsoft.com/office/officeart/2005/8/layout/hierarchy2"/>
    <dgm:cxn modelId="{00C92386-039D-734B-8F1C-2D82C2BD18B1}" srcId="{56834F34-74D6-FB41-A659-9D6CF5C2A7AE}" destId="{319D841E-F59E-B540-B8A3-B167532DCBA1}" srcOrd="0" destOrd="0" parTransId="{8B6B23D1-403C-EC4C-A990-225F6C055453}" sibTransId="{AFCF466D-EEDA-5E47-AC20-BA1E9E8CB74B}"/>
    <dgm:cxn modelId="{37D20890-2DCC-F745-B252-D4DC3039BF01}" srcId="{BE530D65-19B0-F34B-B38C-AD48493AB1EE}" destId="{56834F34-74D6-FB41-A659-9D6CF5C2A7AE}" srcOrd="0" destOrd="0" parTransId="{F38842FF-8F7A-7D48-A2B7-960972EC9A0A}" sibTransId="{076DDB01-BA11-B645-B199-120297B38D04}"/>
    <dgm:cxn modelId="{EDFA7FA4-1B6C-6442-907C-A06097722C6A}" type="presOf" srcId="{9169E60F-85FD-BF4F-8ED8-1C467A573274}" destId="{3BD50537-BB38-C942-8F66-B4BDBDCB193D}" srcOrd="0" destOrd="0" presId="urn:microsoft.com/office/officeart/2005/8/layout/hierarchy2"/>
    <dgm:cxn modelId="{80F45FD1-36FE-EA49-A71B-98CD6BE94DDE}" type="presOf" srcId="{8B6B23D1-403C-EC4C-A990-225F6C055453}" destId="{A4800D99-10BB-694A-B075-A365FDB8AC4F}" srcOrd="0" destOrd="0" presId="urn:microsoft.com/office/officeart/2005/8/layout/hierarchy2"/>
    <dgm:cxn modelId="{0CC6C9D3-3B42-8F4A-BDB6-BFE011869A83}" type="presOf" srcId="{E91C1A1F-43B9-3448-AE34-22ECA8FCD191}" destId="{A1229E04-663A-DE44-9220-0110F792CD3F}" srcOrd="0" destOrd="0" presId="urn:microsoft.com/office/officeart/2005/8/layout/hierarchy2"/>
    <dgm:cxn modelId="{D189D1D5-55D0-A54C-AFD1-E9F0948AD4D8}" type="presOf" srcId="{9169E60F-85FD-BF4F-8ED8-1C467A573274}" destId="{0BB42E36-3316-A540-B57A-D1C6F9599588}" srcOrd="1" destOrd="0" presId="urn:microsoft.com/office/officeart/2005/8/layout/hierarchy2"/>
    <dgm:cxn modelId="{65D127DE-B014-6E4D-8CCE-20EAAF3C4246}" srcId="{56834F34-74D6-FB41-A659-9D6CF5C2A7AE}" destId="{F51C0FF4-F5A6-814F-8F4F-DB4DFE7EB068}" srcOrd="1" destOrd="0" parTransId="{9169E60F-85FD-BF4F-8ED8-1C467A573274}" sibTransId="{2119ACAF-967E-BB42-94C6-BE7EFB5F757C}"/>
    <dgm:cxn modelId="{CE996DF6-0EB2-1A43-B96C-741247DC87AD}" type="presOf" srcId="{E207E53E-D46C-5C4E-A877-9E076921F882}" destId="{0149546B-8C37-4A49-B96A-17C0AB57B191}" srcOrd="1" destOrd="0" presId="urn:microsoft.com/office/officeart/2005/8/layout/hierarchy2"/>
    <dgm:cxn modelId="{80CF3087-34CA-DF45-B53D-2D50ECEDCDE8}" type="presParOf" srcId="{A12D105E-D011-AF47-A234-27749437CAE3}" destId="{20DDFB76-C011-F341-8C76-B10EBFB27F36}" srcOrd="0" destOrd="0" presId="urn:microsoft.com/office/officeart/2005/8/layout/hierarchy2"/>
    <dgm:cxn modelId="{2932CAA1-27A8-0942-93E3-98D4FDDD1575}" type="presParOf" srcId="{20DDFB76-C011-F341-8C76-B10EBFB27F36}" destId="{7DECAD72-303E-6540-9A65-27721B715838}" srcOrd="0" destOrd="0" presId="urn:microsoft.com/office/officeart/2005/8/layout/hierarchy2"/>
    <dgm:cxn modelId="{84D7A2CD-7EEE-1E41-9FD2-3C0367EB4632}" type="presParOf" srcId="{20DDFB76-C011-F341-8C76-B10EBFB27F36}" destId="{E113B614-DD66-EE45-9B28-4F5FFD6AFA05}" srcOrd="1" destOrd="0" presId="urn:microsoft.com/office/officeart/2005/8/layout/hierarchy2"/>
    <dgm:cxn modelId="{F35E9B8F-23FE-8E44-A1FA-A514495AAD6E}" type="presParOf" srcId="{E113B614-DD66-EE45-9B28-4F5FFD6AFA05}" destId="{A4800D99-10BB-694A-B075-A365FDB8AC4F}" srcOrd="0" destOrd="0" presId="urn:microsoft.com/office/officeart/2005/8/layout/hierarchy2"/>
    <dgm:cxn modelId="{A2AA9D22-5092-F149-9E8C-B753888E9357}" type="presParOf" srcId="{A4800D99-10BB-694A-B075-A365FDB8AC4F}" destId="{DC7FC744-C2B5-B644-8953-5774B0E37494}" srcOrd="0" destOrd="0" presId="urn:microsoft.com/office/officeart/2005/8/layout/hierarchy2"/>
    <dgm:cxn modelId="{88221F49-4FBD-D341-9AF6-99D13ECFE138}" type="presParOf" srcId="{E113B614-DD66-EE45-9B28-4F5FFD6AFA05}" destId="{A8779D1A-BDEF-7346-88FC-CC8076469037}" srcOrd="1" destOrd="0" presId="urn:microsoft.com/office/officeart/2005/8/layout/hierarchy2"/>
    <dgm:cxn modelId="{C14F3753-F111-714F-9B33-9053A7856C0F}" type="presParOf" srcId="{A8779D1A-BDEF-7346-88FC-CC8076469037}" destId="{DB88B1E2-AE80-6546-8B57-0799E2A6B96E}" srcOrd="0" destOrd="0" presId="urn:microsoft.com/office/officeart/2005/8/layout/hierarchy2"/>
    <dgm:cxn modelId="{3B6EA8DD-5CDA-924E-B85E-A5ADCB626BFF}" type="presParOf" srcId="{A8779D1A-BDEF-7346-88FC-CC8076469037}" destId="{F987EBFC-71F1-8F4E-AE7E-2671E3DBFC0D}" srcOrd="1" destOrd="0" presId="urn:microsoft.com/office/officeart/2005/8/layout/hierarchy2"/>
    <dgm:cxn modelId="{4E20F8AD-9EEB-0B4A-A6E4-AF28AE673B00}" type="presParOf" srcId="{E113B614-DD66-EE45-9B28-4F5FFD6AFA05}" destId="{3BD50537-BB38-C942-8F66-B4BDBDCB193D}" srcOrd="2" destOrd="0" presId="urn:microsoft.com/office/officeart/2005/8/layout/hierarchy2"/>
    <dgm:cxn modelId="{ED4C716B-EE9D-404F-9420-765B1CCE4372}" type="presParOf" srcId="{3BD50537-BB38-C942-8F66-B4BDBDCB193D}" destId="{0BB42E36-3316-A540-B57A-D1C6F9599588}" srcOrd="0" destOrd="0" presId="urn:microsoft.com/office/officeart/2005/8/layout/hierarchy2"/>
    <dgm:cxn modelId="{5F802AD7-1F7B-3340-8509-CF9EC044803C}" type="presParOf" srcId="{E113B614-DD66-EE45-9B28-4F5FFD6AFA05}" destId="{D3723180-624D-E046-86DC-1BA028954ABC}" srcOrd="3" destOrd="0" presId="urn:microsoft.com/office/officeart/2005/8/layout/hierarchy2"/>
    <dgm:cxn modelId="{4D669768-09FE-314D-8E33-237E0BD062DE}" type="presParOf" srcId="{D3723180-624D-E046-86DC-1BA028954ABC}" destId="{42FF8D47-3457-524E-9B5A-7A6EDBF17A95}" srcOrd="0" destOrd="0" presId="urn:microsoft.com/office/officeart/2005/8/layout/hierarchy2"/>
    <dgm:cxn modelId="{67A67FFA-EA7D-1B4B-B9E5-E7392C9EC03F}" type="presParOf" srcId="{D3723180-624D-E046-86DC-1BA028954ABC}" destId="{8374E26A-C6B9-4942-BEC5-2245757E431A}" srcOrd="1" destOrd="0" presId="urn:microsoft.com/office/officeart/2005/8/layout/hierarchy2"/>
    <dgm:cxn modelId="{07796A9A-40A2-6E48-8DB2-CAD1AE1E5620}" type="presParOf" srcId="{E113B614-DD66-EE45-9B28-4F5FFD6AFA05}" destId="{9AB29A97-B002-C54F-AE71-AC57988714DC}" srcOrd="4" destOrd="0" presId="urn:microsoft.com/office/officeart/2005/8/layout/hierarchy2"/>
    <dgm:cxn modelId="{75725357-D142-7944-921D-9DCAE8B1F2C5}" type="presParOf" srcId="{9AB29A97-B002-C54F-AE71-AC57988714DC}" destId="{0149546B-8C37-4A49-B96A-17C0AB57B191}" srcOrd="0" destOrd="0" presId="urn:microsoft.com/office/officeart/2005/8/layout/hierarchy2"/>
    <dgm:cxn modelId="{DD61AE67-03A6-6E46-BB83-9803C6CAB47E}" type="presParOf" srcId="{E113B614-DD66-EE45-9B28-4F5FFD6AFA05}" destId="{6C9A1BAD-20A2-A743-8EE3-4B64818459A8}" srcOrd="5" destOrd="0" presId="urn:microsoft.com/office/officeart/2005/8/layout/hierarchy2"/>
    <dgm:cxn modelId="{C738B175-DC9F-4949-98C8-546B04B34CF2}" type="presParOf" srcId="{6C9A1BAD-20A2-A743-8EE3-4B64818459A8}" destId="{A1229E04-663A-DE44-9220-0110F792CD3F}" srcOrd="0" destOrd="0" presId="urn:microsoft.com/office/officeart/2005/8/layout/hierarchy2"/>
    <dgm:cxn modelId="{91C50C7B-4D94-2F4B-B63E-3A8E0BDF5A6D}" type="presParOf" srcId="{6C9A1BAD-20A2-A743-8EE3-4B64818459A8}" destId="{4E02464B-A2E4-EF49-8508-6CA537BEF8A0}" srcOrd="1" destOrd="0" presId="urn:microsoft.com/office/officeart/2005/8/layout/hierarchy2"/>
  </dgm:cxnLst>
  <dgm:bg>
    <a:blipFill>
      <a:blip xmlns:r="http://schemas.openxmlformats.org/officeDocument/2006/relationships" r:embed="rId1"/>
      <a:tile tx="0" ty="0" sx="100000" sy="100000" flip="none" algn="tl"/>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1EA03-91DC-BA47-AD8E-3508E94E4230}">
      <dsp:nvSpPr>
        <dsp:cNvPr id="0" name=""/>
        <dsp:cNvSpPr/>
      </dsp:nvSpPr>
      <dsp:spPr>
        <a:xfrm>
          <a:off x="2962950" y="2032000"/>
          <a:ext cx="509196" cy="1642159"/>
        </a:xfrm>
        <a:custGeom>
          <a:avLst/>
          <a:gdLst/>
          <a:ahLst/>
          <a:cxnLst/>
          <a:rect l="0" t="0" r="0" b="0"/>
          <a:pathLst>
            <a:path>
              <a:moveTo>
                <a:pt x="0" y="0"/>
              </a:moveTo>
              <a:lnTo>
                <a:pt x="254598" y="0"/>
              </a:lnTo>
              <a:lnTo>
                <a:pt x="254598" y="1642159"/>
              </a:lnTo>
              <a:lnTo>
                <a:pt x="509196" y="164215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271A4C-4312-4149-A575-8A13944E6003}">
      <dsp:nvSpPr>
        <dsp:cNvPr id="0" name=""/>
        <dsp:cNvSpPr/>
      </dsp:nvSpPr>
      <dsp:spPr>
        <a:xfrm>
          <a:off x="2962950" y="2032000"/>
          <a:ext cx="509196" cy="547386"/>
        </a:xfrm>
        <a:custGeom>
          <a:avLst/>
          <a:gdLst/>
          <a:ahLst/>
          <a:cxnLst/>
          <a:rect l="0" t="0" r="0" b="0"/>
          <a:pathLst>
            <a:path>
              <a:moveTo>
                <a:pt x="0" y="0"/>
              </a:moveTo>
              <a:lnTo>
                <a:pt x="254598" y="0"/>
              </a:lnTo>
              <a:lnTo>
                <a:pt x="254598" y="547386"/>
              </a:lnTo>
              <a:lnTo>
                <a:pt x="509196" y="54738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8170CD-7806-B84E-B535-C500805A786C}">
      <dsp:nvSpPr>
        <dsp:cNvPr id="0" name=""/>
        <dsp:cNvSpPr/>
      </dsp:nvSpPr>
      <dsp:spPr>
        <a:xfrm>
          <a:off x="2962950" y="1484613"/>
          <a:ext cx="509196" cy="547386"/>
        </a:xfrm>
        <a:custGeom>
          <a:avLst/>
          <a:gdLst/>
          <a:ahLst/>
          <a:cxnLst/>
          <a:rect l="0" t="0" r="0" b="0"/>
          <a:pathLst>
            <a:path>
              <a:moveTo>
                <a:pt x="0" y="547386"/>
              </a:moveTo>
              <a:lnTo>
                <a:pt x="254598" y="547386"/>
              </a:lnTo>
              <a:lnTo>
                <a:pt x="254598" y="0"/>
              </a:lnTo>
              <a:lnTo>
                <a:pt x="509196"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7EA72E-0222-9645-8988-296ADD460320}">
      <dsp:nvSpPr>
        <dsp:cNvPr id="0" name=""/>
        <dsp:cNvSpPr/>
      </dsp:nvSpPr>
      <dsp:spPr>
        <a:xfrm>
          <a:off x="2962950" y="389840"/>
          <a:ext cx="509196" cy="1642159"/>
        </a:xfrm>
        <a:custGeom>
          <a:avLst/>
          <a:gdLst/>
          <a:ahLst/>
          <a:cxnLst/>
          <a:rect l="0" t="0" r="0" b="0"/>
          <a:pathLst>
            <a:path>
              <a:moveTo>
                <a:pt x="0" y="1642159"/>
              </a:moveTo>
              <a:lnTo>
                <a:pt x="254598" y="1642159"/>
              </a:lnTo>
              <a:lnTo>
                <a:pt x="254598" y="0"/>
              </a:lnTo>
              <a:lnTo>
                <a:pt x="509196"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D46846-D750-444C-B28F-CEC63BF3BEE6}">
      <dsp:nvSpPr>
        <dsp:cNvPr id="0" name=""/>
        <dsp:cNvSpPr/>
      </dsp:nvSpPr>
      <dsp:spPr>
        <a:xfrm>
          <a:off x="416966" y="1643737"/>
          <a:ext cx="2545984" cy="7765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latin typeface="Times New Roman" panose="02020603050405020304" pitchFamily="18" charset="0"/>
              <a:cs typeface="Times New Roman" panose="02020603050405020304" pitchFamily="18" charset="0"/>
            </a:rPr>
            <a:t>Đặc</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trưng</a:t>
          </a:r>
          <a:endParaRPr lang="en-US" sz="2900" kern="1200" dirty="0">
            <a:latin typeface="Times New Roman" panose="02020603050405020304" pitchFamily="18" charset="0"/>
            <a:cs typeface="Times New Roman" panose="02020603050405020304" pitchFamily="18" charset="0"/>
          </a:endParaRPr>
        </a:p>
      </dsp:txBody>
      <dsp:txXfrm>
        <a:off x="416966" y="1643737"/>
        <a:ext cx="2545984" cy="776525"/>
      </dsp:txXfrm>
    </dsp:sp>
    <dsp:sp modelId="{ED18D410-20B5-4C4A-BA6A-0885265E1E12}">
      <dsp:nvSpPr>
        <dsp:cNvPr id="0" name=""/>
        <dsp:cNvSpPr/>
      </dsp:nvSpPr>
      <dsp:spPr>
        <a:xfrm>
          <a:off x="3472147" y="1577"/>
          <a:ext cx="3807086" cy="7765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latin typeface="Times New Roman" panose="02020603050405020304" pitchFamily="18" charset="0"/>
              <a:cs typeface="Times New Roman" panose="02020603050405020304" pitchFamily="18" charset="0"/>
            </a:rPr>
            <a:t>Ghi</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nhận</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quyền</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cơ</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bản</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của</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công</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dân</a:t>
          </a:r>
          <a:endParaRPr lang="en-US" sz="2900" kern="1200" dirty="0">
            <a:latin typeface="Times New Roman" panose="02020603050405020304" pitchFamily="18" charset="0"/>
            <a:cs typeface="Times New Roman" panose="02020603050405020304" pitchFamily="18" charset="0"/>
          </a:endParaRPr>
        </a:p>
      </dsp:txBody>
      <dsp:txXfrm>
        <a:off x="3472147" y="1577"/>
        <a:ext cx="3807086" cy="776525"/>
      </dsp:txXfrm>
    </dsp:sp>
    <dsp:sp modelId="{B61F582B-AB68-4040-925D-649BB19EEFEE}">
      <dsp:nvSpPr>
        <dsp:cNvPr id="0" name=""/>
        <dsp:cNvSpPr/>
      </dsp:nvSpPr>
      <dsp:spPr>
        <a:xfrm>
          <a:off x="3472147" y="1096350"/>
          <a:ext cx="3807086" cy="7765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VB </a:t>
          </a:r>
          <a:r>
            <a:rPr lang="en-US" sz="2900" kern="1200" dirty="0" err="1">
              <a:latin typeface="Times New Roman" panose="02020603050405020304" pitchFamily="18" charset="0"/>
              <a:cs typeface="Times New Roman" panose="02020603050405020304" pitchFamily="18" charset="0"/>
            </a:rPr>
            <a:t>ấn</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định</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quyền</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lực</a:t>
          </a:r>
          <a:r>
            <a:rPr lang="en-US" sz="2900" kern="1200" dirty="0">
              <a:latin typeface="Times New Roman" panose="02020603050405020304" pitchFamily="18" charset="0"/>
              <a:cs typeface="Times New Roman" panose="02020603050405020304" pitchFamily="18" charset="0"/>
            </a:rPr>
            <a:t> NN</a:t>
          </a:r>
        </a:p>
      </dsp:txBody>
      <dsp:txXfrm>
        <a:off x="3472147" y="1096350"/>
        <a:ext cx="3807086" cy="776525"/>
      </dsp:txXfrm>
    </dsp:sp>
    <dsp:sp modelId="{97080022-74C4-E244-9475-F62B71F72F00}">
      <dsp:nvSpPr>
        <dsp:cNvPr id="0" name=""/>
        <dsp:cNvSpPr/>
      </dsp:nvSpPr>
      <dsp:spPr>
        <a:xfrm>
          <a:off x="3472147" y="2191124"/>
          <a:ext cx="3807086" cy="7765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latin typeface="Times New Roman" panose="02020603050405020304" pitchFamily="18" charset="0"/>
              <a:cs typeface="Times New Roman" panose="02020603050405020304" pitchFamily="18" charset="0"/>
            </a:rPr>
            <a:t>Là</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luật</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cơ</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bản</a:t>
          </a:r>
          <a:endParaRPr lang="en-US" sz="2900" kern="1200" dirty="0">
            <a:latin typeface="Times New Roman" panose="02020603050405020304" pitchFamily="18" charset="0"/>
            <a:cs typeface="Times New Roman" panose="02020603050405020304" pitchFamily="18" charset="0"/>
          </a:endParaRPr>
        </a:p>
      </dsp:txBody>
      <dsp:txXfrm>
        <a:off x="3472147" y="2191124"/>
        <a:ext cx="3807086" cy="776525"/>
      </dsp:txXfrm>
    </dsp:sp>
    <dsp:sp modelId="{FE4783CA-2DE1-8840-8419-B4120FC05DB2}">
      <dsp:nvSpPr>
        <dsp:cNvPr id="0" name=""/>
        <dsp:cNvSpPr/>
      </dsp:nvSpPr>
      <dsp:spPr>
        <a:xfrm>
          <a:off x="3472147" y="3285897"/>
          <a:ext cx="3807086" cy="7765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Times New Roman" panose="02020603050405020304" pitchFamily="18" charset="0"/>
              <a:cs typeface="Times New Roman" panose="02020603050405020304" pitchFamily="18" charset="0"/>
            </a:rPr>
            <a:t>VB </a:t>
          </a:r>
          <a:r>
            <a:rPr lang="en-US" sz="2900" kern="1200" dirty="0" err="1">
              <a:latin typeface="Times New Roman" panose="02020603050405020304" pitchFamily="18" charset="0"/>
              <a:cs typeface="Times New Roman" panose="02020603050405020304" pitchFamily="18" charset="0"/>
            </a:rPr>
            <a:t>có</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hiệu</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lực</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pháp</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lý</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cao</a:t>
          </a:r>
          <a:r>
            <a:rPr lang="en-US" sz="2900" kern="1200" dirty="0">
              <a:latin typeface="Times New Roman" panose="02020603050405020304" pitchFamily="18" charset="0"/>
              <a:cs typeface="Times New Roman" panose="02020603050405020304" pitchFamily="18" charset="0"/>
            </a:rPr>
            <a:t> </a:t>
          </a:r>
          <a:r>
            <a:rPr lang="en-US" sz="2900" kern="1200" dirty="0" err="1">
              <a:latin typeface="Times New Roman" panose="02020603050405020304" pitchFamily="18" charset="0"/>
              <a:cs typeface="Times New Roman" panose="02020603050405020304" pitchFamily="18" charset="0"/>
            </a:rPr>
            <a:t>nhất</a:t>
          </a:r>
          <a:endParaRPr lang="en-US" sz="2900" kern="1200" dirty="0">
            <a:latin typeface="Times New Roman" panose="02020603050405020304" pitchFamily="18" charset="0"/>
            <a:cs typeface="Times New Roman" panose="02020603050405020304" pitchFamily="18" charset="0"/>
          </a:endParaRPr>
        </a:p>
      </dsp:txBody>
      <dsp:txXfrm>
        <a:off x="3472147" y="3285897"/>
        <a:ext cx="3807086" cy="7765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388FB-1575-6F4D-B5F4-880D56410D60}">
      <dsp:nvSpPr>
        <dsp:cNvPr id="0" name=""/>
        <dsp:cNvSpPr/>
      </dsp:nvSpPr>
      <dsp:spPr>
        <a:xfrm>
          <a:off x="3365" y="1497210"/>
          <a:ext cx="1296787" cy="10695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just" defTabSz="488950">
            <a:lnSpc>
              <a:spcPct val="90000"/>
            </a:lnSpc>
            <a:spcBef>
              <a:spcPct val="0"/>
            </a:spcBef>
            <a:spcAft>
              <a:spcPct val="15000"/>
            </a:spcAft>
            <a:buNone/>
          </a:pPr>
          <a:r>
            <a:rPr lang="en-US" sz="1100" kern="1200" dirty="0">
              <a:latin typeface="Times New Roman" panose="02020603050405020304" pitchFamily="18" charset="0"/>
              <a:cs typeface="Times New Roman" panose="02020603050405020304" pitchFamily="18" charset="0"/>
            </a:rPr>
            <a:t>QH THÀNH LẬP UBDTHP HOẶC QH LẬP HIẾN</a:t>
          </a:r>
        </a:p>
      </dsp:txBody>
      <dsp:txXfrm>
        <a:off x="27979" y="1521824"/>
        <a:ext cx="1247559" cy="791154"/>
      </dsp:txXfrm>
    </dsp:sp>
    <dsp:sp modelId="{89009161-4744-834E-BE9D-23615A9ED98E}">
      <dsp:nvSpPr>
        <dsp:cNvPr id="0" name=""/>
        <dsp:cNvSpPr/>
      </dsp:nvSpPr>
      <dsp:spPr>
        <a:xfrm>
          <a:off x="927998" y="2005524"/>
          <a:ext cx="1301951" cy="1301951"/>
        </a:xfrm>
        <a:prstGeom prst="leftCircularArrow">
          <a:avLst>
            <a:gd name="adj1" fmla="val 3500"/>
            <a:gd name="adj2" fmla="val 434209"/>
            <a:gd name="adj3" fmla="val 1111146"/>
            <a:gd name="adj4" fmla="val 7925915"/>
            <a:gd name="adj5" fmla="val 408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FBECB09-EA1D-F244-A464-9F9F8C7CF41A}">
      <dsp:nvSpPr>
        <dsp:cNvPr id="0" name=""/>
        <dsp:cNvSpPr/>
      </dsp:nvSpPr>
      <dsp:spPr>
        <a:xfrm>
          <a:off x="458958" y="2667002"/>
          <a:ext cx="1152699" cy="458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Bước</a:t>
          </a:r>
          <a:r>
            <a:rPr lang="en-US" sz="1600" kern="1200" dirty="0">
              <a:latin typeface="Times New Roman" panose="02020603050405020304" pitchFamily="18" charset="0"/>
              <a:cs typeface="Times New Roman" panose="02020603050405020304" pitchFamily="18" charset="0"/>
            </a:rPr>
            <a:t> 1</a:t>
          </a:r>
        </a:p>
      </dsp:txBody>
      <dsp:txXfrm>
        <a:off x="472384" y="2680428"/>
        <a:ext cx="1125847" cy="431538"/>
      </dsp:txXfrm>
    </dsp:sp>
    <dsp:sp modelId="{2FC1B488-A5C8-5647-9465-9B59943BC7B1}">
      <dsp:nvSpPr>
        <dsp:cNvPr id="0" name=""/>
        <dsp:cNvSpPr/>
      </dsp:nvSpPr>
      <dsp:spPr>
        <a:xfrm>
          <a:off x="1661204" y="1396280"/>
          <a:ext cx="1296787" cy="127000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just" defTabSz="488950">
            <a:lnSpc>
              <a:spcPct val="90000"/>
            </a:lnSpc>
            <a:spcBef>
              <a:spcPct val="0"/>
            </a:spcBef>
            <a:spcAft>
              <a:spcPct val="15000"/>
            </a:spcAft>
            <a:buNone/>
          </a:pPr>
          <a:r>
            <a:rPr lang="en-US" sz="1100" kern="1200" dirty="0">
              <a:latin typeface="Times New Roman" panose="02020603050405020304" pitchFamily="18" charset="0"/>
              <a:cs typeface="Times New Roman" panose="02020603050405020304" pitchFamily="18" charset="0"/>
            </a:rPr>
            <a:t>UỶ BAN DỰ THẢO HP HOẶC QH SOẠN THẢO HIẾN PHÁP</a:t>
          </a:r>
        </a:p>
      </dsp:txBody>
      <dsp:txXfrm>
        <a:off x="1690430" y="1697651"/>
        <a:ext cx="1238335" cy="939410"/>
      </dsp:txXfrm>
    </dsp:sp>
    <dsp:sp modelId="{6AD439FD-7901-9147-936E-1849FDB61529}">
      <dsp:nvSpPr>
        <dsp:cNvPr id="0" name=""/>
        <dsp:cNvSpPr/>
      </dsp:nvSpPr>
      <dsp:spPr>
        <a:xfrm>
          <a:off x="2149913" y="539636"/>
          <a:ext cx="1742686" cy="1742686"/>
        </a:xfrm>
        <a:prstGeom prst="circularArrow">
          <a:avLst>
            <a:gd name="adj1" fmla="val 2614"/>
            <a:gd name="adj2" fmla="val 317703"/>
            <a:gd name="adj3" fmla="val 20677516"/>
            <a:gd name="adj4" fmla="val 13746240"/>
            <a:gd name="adj5" fmla="val 305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D83F7A-A663-4249-AB98-6BF2BB24D9D1}">
      <dsp:nvSpPr>
        <dsp:cNvPr id="0" name=""/>
        <dsp:cNvSpPr/>
      </dsp:nvSpPr>
      <dsp:spPr>
        <a:xfrm>
          <a:off x="1906764" y="789643"/>
          <a:ext cx="1152699" cy="458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Bước</a:t>
          </a:r>
          <a:r>
            <a:rPr lang="en-US" sz="1600" kern="1200" dirty="0">
              <a:latin typeface="Times New Roman" panose="02020603050405020304" pitchFamily="18" charset="0"/>
              <a:cs typeface="Times New Roman" panose="02020603050405020304" pitchFamily="18" charset="0"/>
            </a:rPr>
            <a:t> 2</a:t>
          </a:r>
        </a:p>
      </dsp:txBody>
      <dsp:txXfrm>
        <a:off x="1920190" y="803069"/>
        <a:ext cx="1125847" cy="431538"/>
      </dsp:txXfrm>
    </dsp:sp>
    <dsp:sp modelId="{16F48478-5899-E64B-A3FC-9D915843E57C}">
      <dsp:nvSpPr>
        <dsp:cNvPr id="0" name=""/>
        <dsp:cNvSpPr/>
      </dsp:nvSpPr>
      <dsp:spPr>
        <a:xfrm>
          <a:off x="3319043" y="1372496"/>
          <a:ext cx="1296787" cy="13208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just" defTabSz="488950">
            <a:lnSpc>
              <a:spcPct val="90000"/>
            </a:lnSpc>
            <a:spcBef>
              <a:spcPct val="0"/>
            </a:spcBef>
            <a:spcAft>
              <a:spcPct val="15000"/>
            </a:spcAft>
            <a:buNone/>
          </a:pPr>
          <a:r>
            <a:rPr lang="en-US" sz="1100" kern="1200" dirty="0">
              <a:latin typeface="Times New Roman" panose="02020603050405020304" pitchFamily="18" charset="0"/>
              <a:cs typeface="Times New Roman" panose="02020603050405020304" pitchFamily="18" charset="0"/>
            </a:rPr>
            <a:t>TỔ CHỨC THẢO LUẬN TOÀN DÂN VỀ DỰ THẢP HP VÀ TỔNG HỢP </a:t>
          </a:r>
          <a:r>
            <a:rPr lang="en-US" sz="1100" kern="1200" dirty="0" err="1">
              <a:latin typeface="Times New Roman" panose="02020603050405020304" pitchFamily="18" charset="0"/>
              <a:cs typeface="Times New Roman" panose="02020603050405020304" pitchFamily="18" charset="0"/>
            </a:rPr>
            <a:t>Ý</a:t>
          </a:r>
          <a:r>
            <a:rPr lang="en-US" sz="1100" kern="1200" dirty="0">
              <a:latin typeface="Times New Roman" panose="02020603050405020304" pitchFamily="18" charset="0"/>
              <a:cs typeface="Times New Roman" panose="02020603050405020304" pitchFamily="18" charset="0"/>
            </a:rPr>
            <a:t> KIẾN ĐÓNG GÓP</a:t>
          </a:r>
        </a:p>
      </dsp:txBody>
      <dsp:txXfrm>
        <a:off x="3349438" y="1402891"/>
        <a:ext cx="1235997" cy="976981"/>
      </dsp:txXfrm>
    </dsp:sp>
    <dsp:sp modelId="{9C8199C7-E5EF-2544-B9BE-925E4F62FDCC}">
      <dsp:nvSpPr>
        <dsp:cNvPr id="0" name=""/>
        <dsp:cNvSpPr/>
      </dsp:nvSpPr>
      <dsp:spPr>
        <a:xfrm>
          <a:off x="3709436" y="1816343"/>
          <a:ext cx="1695222" cy="1695222"/>
        </a:xfrm>
        <a:prstGeom prst="leftCircularArrow">
          <a:avLst>
            <a:gd name="adj1" fmla="val 2688"/>
            <a:gd name="adj2" fmla="val 327155"/>
            <a:gd name="adj3" fmla="val 898379"/>
            <a:gd name="adj4" fmla="val 7820202"/>
            <a:gd name="adj5" fmla="val 313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99E15B-0A91-4448-90FC-90AE34F65523}">
      <dsp:nvSpPr>
        <dsp:cNvPr id="0" name=""/>
        <dsp:cNvSpPr/>
      </dsp:nvSpPr>
      <dsp:spPr>
        <a:xfrm>
          <a:off x="3464006" y="2814034"/>
          <a:ext cx="1152699" cy="458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Bước</a:t>
          </a:r>
          <a:r>
            <a:rPr lang="en-US" sz="1600" kern="1200" dirty="0">
              <a:latin typeface="Times New Roman" panose="02020603050405020304" pitchFamily="18" charset="0"/>
              <a:cs typeface="Times New Roman" panose="02020603050405020304" pitchFamily="18" charset="0"/>
            </a:rPr>
            <a:t> 3</a:t>
          </a:r>
        </a:p>
      </dsp:txBody>
      <dsp:txXfrm>
        <a:off x="3477432" y="2827460"/>
        <a:ext cx="1125847" cy="431538"/>
      </dsp:txXfrm>
    </dsp:sp>
    <dsp:sp modelId="{C2576BBE-6E35-1D48-A33B-B853F114D644}">
      <dsp:nvSpPr>
        <dsp:cNvPr id="0" name=""/>
        <dsp:cNvSpPr/>
      </dsp:nvSpPr>
      <dsp:spPr>
        <a:xfrm>
          <a:off x="4976882" y="1497210"/>
          <a:ext cx="1296787" cy="10695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just" defTabSz="488950">
            <a:lnSpc>
              <a:spcPct val="90000"/>
            </a:lnSpc>
            <a:spcBef>
              <a:spcPct val="0"/>
            </a:spcBef>
            <a:spcAft>
              <a:spcPct val="15000"/>
            </a:spcAft>
            <a:buNone/>
          </a:pPr>
          <a:r>
            <a:rPr lang="en-US" sz="1100" kern="1200" dirty="0">
              <a:latin typeface="Times New Roman" panose="02020603050405020304" pitchFamily="18" charset="0"/>
              <a:cs typeface="Times New Roman" panose="02020603050405020304" pitchFamily="18" charset="0"/>
            </a:rPr>
            <a:t>QH CHỈNH LÝ VÀ THÔNG QUA DỰ THẢO CHÍNH THỨC</a:t>
          </a:r>
        </a:p>
      </dsp:txBody>
      <dsp:txXfrm>
        <a:off x="5001496" y="1751020"/>
        <a:ext cx="1247559" cy="791154"/>
      </dsp:txXfrm>
    </dsp:sp>
    <dsp:sp modelId="{56C3AFC2-B8CD-AE4B-81D2-7B087279E8D4}">
      <dsp:nvSpPr>
        <dsp:cNvPr id="0" name=""/>
        <dsp:cNvSpPr/>
      </dsp:nvSpPr>
      <dsp:spPr>
        <a:xfrm>
          <a:off x="5446894" y="562768"/>
          <a:ext cx="1768068" cy="1768068"/>
        </a:xfrm>
        <a:prstGeom prst="circularArrow">
          <a:avLst>
            <a:gd name="adj1" fmla="val 2577"/>
            <a:gd name="adj2" fmla="val 312869"/>
            <a:gd name="adj3" fmla="val 20545014"/>
            <a:gd name="adj4" fmla="val 13608904"/>
            <a:gd name="adj5" fmla="val 300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37661F-B6E3-3C4A-B0FE-E512A73C5560}">
      <dsp:nvSpPr>
        <dsp:cNvPr id="0" name=""/>
        <dsp:cNvSpPr/>
      </dsp:nvSpPr>
      <dsp:spPr>
        <a:xfrm>
          <a:off x="5183365" y="838201"/>
          <a:ext cx="1152699" cy="458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Bước</a:t>
          </a:r>
          <a:r>
            <a:rPr lang="en-US" sz="1600" kern="1200" dirty="0">
              <a:latin typeface="Times New Roman" panose="02020603050405020304" pitchFamily="18" charset="0"/>
              <a:cs typeface="Times New Roman" panose="02020603050405020304" pitchFamily="18" charset="0"/>
            </a:rPr>
            <a:t> 4</a:t>
          </a:r>
        </a:p>
      </dsp:txBody>
      <dsp:txXfrm>
        <a:off x="5196791" y="851627"/>
        <a:ext cx="1125847" cy="431538"/>
      </dsp:txXfrm>
    </dsp:sp>
    <dsp:sp modelId="{A45D890C-B008-2640-8B9C-AAC317E4C7A5}">
      <dsp:nvSpPr>
        <dsp:cNvPr id="0" name=""/>
        <dsp:cNvSpPr/>
      </dsp:nvSpPr>
      <dsp:spPr>
        <a:xfrm>
          <a:off x="6634720" y="1497210"/>
          <a:ext cx="1296787" cy="10695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just" defTabSz="488950">
            <a:lnSpc>
              <a:spcPct val="90000"/>
            </a:lnSpc>
            <a:spcBef>
              <a:spcPct val="0"/>
            </a:spcBef>
            <a:spcAft>
              <a:spcPct val="15000"/>
            </a:spcAft>
            <a:buNone/>
          </a:pPr>
          <a:r>
            <a:rPr lang="vi-VN" sz="1100" kern="1200" dirty="0">
              <a:latin typeface="Times New Roman" panose="02020603050405020304" pitchFamily="18" charset="0"/>
              <a:cs typeface="Times New Roman" panose="02020603050405020304" pitchFamily="18" charset="0"/>
            </a:rPr>
            <a:t>TỔ CHỨC TRƯNG CẦU Ý DÂN ĐỂ QUYẾT ĐỊNH</a:t>
          </a:r>
          <a:endParaRPr lang="en-US" sz="1100" kern="1200" dirty="0">
            <a:latin typeface="Times New Roman" panose="02020603050405020304" pitchFamily="18" charset="0"/>
            <a:cs typeface="Times New Roman" panose="02020603050405020304" pitchFamily="18" charset="0"/>
          </a:endParaRPr>
        </a:p>
      </dsp:txBody>
      <dsp:txXfrm>
        <a:off x="6659334" y="1521824"/>
        <a:ext cx="1247559" cy="791154"/>
      </dsp:txXfrm>
    </dsp:sp>
    <dsp:sp modelId="{3C3ACA0F-57E7-F44B-8CED-88B15B8539BB}">
      <dsp:nvSpPr>
        <dsp:cNvPr id="0" name=""/>
        <dsp:cNvSpPr/>
      </dsp:nvSpPr>
      <dsp:spPr>
        <a:xfrm>
          <a:off x="6919184" y="2667002"/>
          <a:ext cx="1152699" cy="458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just"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Bước</a:t>
          </a:r>
          <a:r>
            <a:rPr lang="en-US" sz="1600" kern="1200" dirty="0">
              <a:latin typeface="Times New Roman" panose="02020603050405020304" pitchFamily="18" charset="0"/>
              <a:cs typeface="Times New Roman" panose="02020603050405020304" pitchFamily="18" charset="0"/>
            </a:rPr>
            <a:t> 5</a:t>
          </a:r>
        </a:p>
      </dsp:txBody>
      <dsp:txXfrm>
        <a:off x="6932610" y="2680428"/>
        <a:ext cx="1125847" cy="4315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9ACA2-51EB-A342-BF92-FF505E24EB6A}">
      <dsp:nvSpPr>
        <dsp:cNvPr id="0" name=""/>
        <dsp:cNvSpPr/>
      </dsp:nvSpPr>
      <dsp:spPr>
        <a:xfrm>
          <a:off x="2847454" y="2032000"/>
          <a:ext cx="401091" cy="1724694"/>
        </a:xfrm>
        <a:custGeom>
          <a:avLst/>
          <a:gdLst/>
          <a:ahLst/>
          <a:cxnLst/>
          <a:rect l="0" t="0" r="0" b="0"/>
          <a:pathLst>
            <a:path>
              <a:moveTo>
                <a:pt x="0" y="0"/>
              </a:moveTo>
              <a:lnTo>
                <a:pt x="200545" y="0"/>
              </a:lnTo>
              <a:lnTo>
                <a:pt x="200545" y="1724694"/>
              </a:lnTo>
              <a:lnTo>
                <a:pt x="401091" y="172469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1C599F-6839-FB49-943C-2569CFF00FD1}">
      <dsp:nvSpPr>
        <dsp:cNvPr id="0" name=""/>
        <dsp:cNvSpPr/>
      </dsp:nvSpPr>
      <dsp:spPr>
        <a:xfrm>
          <a:off x="2847454" y="2032000"/>
          <a:ext cx="401091" cy="862347"/>
        </a:xfrm>
        <a:custGeom>
          <a:avLst/>
          <a:gdLst/>
          <a:ahLst/>
          <a:cxnLst/>
          <a:rect l="0" t="0" r="0" b="0"/>
          <a:pathLst>
            <a:path>
              <a:moveTo>
                <a:pt x="0" y="0"/>
              </a:moveTo>
              <a:lnTo>
                <a:pt x="200545" y="0"/>
              </a:lnTo>
              <a:lnTo>
                <a:pt x="200545" y="862347"/>
              </a:lnTo>
              <a:lnTo>
                <a:pt x="401091" y="86234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6C1308-3AEE-A74E-944A-20710A8B4107}">
      <dsp:nvSpPr>
        <dsp:cNvPr id="0" name=""/>
        <dsp:cNvSpPr/>
      </dsp:nvSpPr>
      <dsp:spPr>
        <a:xfrm>
          <a:off x="2847454" y="1986280"/>
          <a:ext cx="401091" cy="91440"/>
        </a:xfrm>
        <a:custGeom>
          <a:avLst/>
          <a:gdLst/>
          <a:ahLst/>
          <a:cxnLst/>
          <a:rect l="0" t="0" r="0" b="0"/>
          <a:pathLst>
            <a:path>
              <a:moveTo>
                <a:pt x="0" y="45720"/>
              </a:moveTo>
              <a:lnTo>
                <a:pt x="401091" y="4572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ECE409-EE22-B248-8640-F54F74632581}">
      <dsp:nvSpPr>
        <dsp:cNvPr id="0" name=""/>
        <dsp:cNvSpPr/>
      </dsp:nvSpPr>
      <dsp:spPr>
        <a:xfrm>
          <a:off x="2847454" y="1169652"/>
          <a:ext cx="401091" cy="862347"/>
        </a:xfrm>
        <a:custGeom>
          <a:avLst/>
          <a:gdLst/>
          <a:ahLst/>
          <a:cxnLst/>
          <a:rect l="0" t="0" r="0" b="0"/>
          <a:pathLst>
            <a:path>
              <a:moveTo>
                <a:pt x="0" y="862347"/>
              </a:moveTo>
              <a:lnTo>
                <a:pt x="200545" y="862347"/>
              </a:lnTo>
              <a:lnTo>
                <a:pt x="200545" y="0"/>
              </a:lnTo>
              <a:lnTo>
                <a:pt x="401091"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228725-146B-9644-B4F0-C14DCFB5862E}">
      <dsp:nvSpPr>
        <dsp:cNvPr id="0" name=""/>
        <dsp:cNvSpPr/>
      </dsp:nvSpPr>
      <dsp:spPr>
        <a:xfrm>
          <a:off x="2847454" y="307305"/>
          <a:ext cx="401091" cy="1724694"/>
        </a:xfrm>
        <a:custGeom>
          <a:avLst/>
          <a:gdLst/>
          <a:ahLst/>
          <a:cxnLst/>
          <a:rect l="0" t="0" r="0" b="0"/>
          <a:pathLst>
            <a:path>
              <a:moveTo>
                <a:pt x="0" y="1724694"/>
              </a:moveTo>
              <a:lnTo>
                <a:pt x="200545" y="1724694"/>
              </a:lnTo>
              <a:lnTo>
                <a:pt x="200545" y="0"/>
              </a:lnTo>
              <a:lnTo>
                <a:pt x="401091"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0B1EF6-23BB-FB47-8611-3BC86517200B}">
      <dsp:nvSpPr>
        <dsp:cNvPr id="0" name=""/>
        <dsp:cNvSpPr/>
      </dsp:nvSpPr>
      <dsp:spPr>
        <a:xfrm>
          <a:off x="841995" y="1726167"/>
          <a:ext cx="2005458" cy="611664"/>
        </a:xfrm>
        <a:prstGeom prst="rect">
          <a:avLst/>
        </a:prstGeom>
        <a:blipFill rotWithShape="0">
          <a:blip xmlns:r="http://schemas.openxmlformats.org/officeDocument/2006/relationships" r:embed="rId1"/>
          <a:tile tx="0" ty="0" sx="100000" sy="100000" flip="none" algn="tl"/>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Times New Roman" panose="02020603050405020304" pitchFamily="18" charset="0"/>
              <a:cs typeface="Times New Roman" panose="02020603050405020304" pitchFamily="18" charset="0"/>
            </a:rPr>
            <a:t>Các </a:t>
          </a:r>
          <a:r>
            <a:rPr lang="en-US" sz="3200" kern="1200" dirty="0" err="1">
              <a:latin typeface="Times New Roman" panose="02020603050405020304" pitchFamily="18" charset="0"/>
              <a:cs typeface="Times New Roman" panose="02020603050405020304" pitchFamily="18" charset="0"/>
            </a:rPr>
            <a:t>bản</a:t>
          </a:r>
          <a:r>
            <a:rPr lang="en-US" sz="3200" kern="1200" dirty="0">
              <a:latin typeface="Times New Roman" panose="02020603050405020304" pitchFamily="18" charset="0"/>
              <a:cs typeface="Times New Roman" panose="02020603050405020304" pitchFamily="18" charset="0"/>
            </a:rPr>
            <a:t> HP </a:t>
          </a:r>
        </a:p>
      </dsp:txBody>
      <dsp:txXfrm>
        <a:off x="841995" y="1726167"/>
        <a:ext cx="2005458" cy="611664"/>
      </dsp:txXfrm>
    </dsp:sp>
    <dsp:sp modelId="{AD5E45AC-64EF-5C40-A568-4A969EE2C6B5}">
      <dsp:nvSpPr>
        <dsp:cNvPr id="0" name=""/>
        <dsp:cNvSpPr/>
      </dsp:nvSpPr>
      <dsp:spPr>
        <a:xfrm>
          <a:off x="3248545" y="1472"/>
          <a:ext cx="2005458" cy="611664"/>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1946</a:t>
          </a:r>
        </a:p>
      </dsp:txBody>
      <dsp:txXfrm>
        <a:off x="3248545" y="1472"/>
        <a:ext cx="2005458" cy="611664"/>
      </dsp:txXfrm>
    </dsp:sp>
    <dsp:sp modelId="{D3F3B097-67AE-2C49-9751-B8115ABACA71}">
      <dsp:nvSpPr>
        <dsp:cNvPr id="0" name=""/>
        <dsp:cNvSpPr/>
      </dsp:nvSpPr>
      <dsp:spPr>
        <a:xfrm>
          <a:off x="3248545" y="863820"/>
          <a:ext cx="2005458" cy="611664"/>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1959</a:t>
          </a:r>
        </a:p>
      </dsp:txBody>
      <dsp:txXfrm>
        <a:off x="3248545" y="863820"/>
        <a:ext cx="2005458" cy="611664"/>
      </dsp:txXfrm>
    </dsp:sp>
    <dsp:sp modelId="{9DBC9F4F-F9E3-1D42-A42D-B44BDEAB4187}">
      <dsp:nvSpPr>
        <dsp:cNvPr id="0" name=""/>
        <dsp:cNvSpPr/>
      </dsp:nvSpPr>
      <dsp:spPr>
        <a:xfrm>
          <a:off x="3248545" y="1726167"/>
          <a:ext cx="2005458" cy="611664"/>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1980</a:t>
          </a:r>
        </a:p>
      </dsp:txBody>
      <dsp:txXfrm>
        <a:off x="3248545" y="1726167"/>
        <a:ext cx="2005458" cy="611664"/>
      </dsp:txXfrm>
    </dsp:sp>
    <dsp:sp modelId="{8611030E-42C8-2B4D-A670-F97662F2782D}">
      <dsp:nvSpPr>
        <dsp:cNvPr id="0" name=""/>
        <dsp:cNvSpPr/>
      </dsp:nvSpPr>
      <dsp:spPr>
        <a:xfrm>
          <a:off x="3248545" y="2588514"/>
          <a:ext cx="2005458" cy="611664"/>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1992</a:t>
          </a:r>
        </a:p>
      </dsp:txBody>
      <dsp:txXfrm>
        <a:off x="3248545" y="2588514"/>
        <a:ext cx="2005458" cy="611664"/>
      </dsp:txXfrm>
    </dsp:sp>
    <dsp:sp modelId="{98BE8A5F-F67A-5042-ADBD-F5F934B24099}">
      <dsp:nvSpPr>
        <dsp:cNvPr id="0" name=""/>
        <dsp:cNvSpPr/>
      </dsp:nvSpPr>
      <dsp:spPr>
        <a:xfrm>
          <a:off x="3248545" y="3450862"/>
          <a:ext cx="2005458" cy="611664"/>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2013</a:t>
          </a:r>
        </a:p>
      </dsp:txBody>
      <dsp:txXfrm>
        <a:off x="3248545" y="3450862"/>
        <a:ext cx="2005458" cy="6116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9ACA2-51EB-A342-BF92-FF505E24EB6A}">
      <dsp:nvSpPr>
        <dsp:cNvPr id="0" name=""/>
        <dsp:cNvSpPr/>
      </dsp:nvSpPr>
      <dsp:spPr>
        <a:xfrm>
          <a:off x="3460145" y="2171700"/>
          <a:ext cx="384312" cy="1877955"/>
        </a:xfrm>
        <a:custGeom>
          <a:avLst/>
          <a:gdLst/>
          <a:ahLst/>
          <a:cxnLst/>
          <a:rect l="0" t="0" r="0" b="0"/>
          <a:pathLst>
            <a:path>
              <a:moveTo>
                <a:pt x="0" y="0"/>
              </a:moveTo>
              <a:lnTo>
                <a:pt x="192156" y="0"/>
              </a:lnTo>
              <a:lnTo>
                <a:pt x="192156" y="1877955"/>
              </a:lnTo>
              <a:lnTo>
                <a:pt x="384312" y="1877955"/>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1C599F-6839-FB49-943C-2569CFF00FD1}">
      <dsp:nvSpPr>
        <dsp:cNvPr id="0" name=""/>
        <dsp:cNvSpPr/>
      </dsp:nvSpPr>
      <dsp:spPr>
        <a:xfrm>
          <a:off x="3460145" y="2171700"/>
          <a:ext cx="384312" cy="1051684"/>
        </a:xfrm>
        <a:custGeom>
          <a:avLst/>
          <a:gdLst/>
          <a:ahLst/>
          <a:cxnLst/>
          <a:rect l="0" t="0" r="0" b="0"/>
          <a:pathLst>
            <a:path>
              <a:moveTo>
                <a:pt x="0" y="0"/>
              </a:moveTo>
              <a:lnTo>
                <a:pt x="192156" y="0"/>
              </a:lnTo>
              <a:lnTo>
                <a:pt x="192156" y="1051684"/>
              </a:lnTo>
              <a:lnTo>
                <a:pt x="384312" y="105168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6C1308-3AEE-A74E-944A-20710A8B4107}">
      <dsp:nvSpPr>
        <dsp:cNvPr id="0" name=""/>
        <dsp:cNvSpPr/>
      </dsp:nvSpPr>
      <dsp:spPr>
        <a:xfrm>
          <a:off x="3460145" y="2171700"/>
          <a:ext cx="384312" cy="142917"/>
        </a:xfrm>
        <a:custGeom>
          <a:avLst/>
          <a:gdLst/>
          <a:ahLst/>
          <a:cxnLst/>
          <a:rect l="0" t="0" r="0" b="0"/>
          <a:pathLst>
            <a:path>
              <a:moveTo>
                <a:pt x="0" y="0"/>
              </a:moveTo>
              <a:lnTo>
                <a:pt x="192156" y="0"/>
              </a:lnTo>
              <a:lnTo>
                <a:pt x="192156" y="142917"/>
              </a:lnTo>
              <a:lnTo>
                <a:pt x="384312" y="14291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ECE409-EE22-B248-8640-F54F74632581}">
      <dsp:nvSpPr>
        <dsp:cNvPr id="0" name=""/>
        <dsp:cNvSpPr/>
      </dsp:nvSpPr>
      <dsp:spPr>
        <a:xfrm>
          <a:off x="3460145" y="1262933"/>
          <a:ext cx="384312" cy="908766"/>
        </a:xfrm>
        <a:custGeom>
          <a:avLst/>
          <a:gdLst/>
          <a:ahLst/>
          <a:cxnLst/>
          <a:rect l="0" t="0" r="0" b="0"/>
          <a:pathLst>
            <a:path>
              <a:moveTo>
                <a:pt x="0" y="908766"/>
              </a:moveTo>
              <a:lnTo>
                <a:pt x="192156" y="908766"/>
              </a:lnTo>
              <a:lnTo>
                <a:pt x="192156" y="0"/>
              </a:lnTo>
              <a:lnTo>
                <a:pt x="384312"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228725-146B-9644-B4F0-C14DCFB5862E}">
      <dsp:nvSpPr>
        <dsp:cNvPr id="0" name=""/>
        <dsp:cNvSpPr/>
      </dsp:nvSpPr>
      <dsp:spPr>
        <a:xfrm>
          <a:off x="3460145" y="293744"/>
          <a:ext cx="384312" cy="1877955"/>
        </a:xfrm>
        <a:custGeom>
          <a:avLst/>
          <a:gdLst/>
          <a:ahLst/>
          <a:cxnLst/>
          <a:rect l="0" t="0" r="0" b="0"/>
          <a:pathLst>
            <a:path>
              <a:moveTo>
                <a:pt x="0" y="1877955"/>
              </a:moveTo>
              <a:lnTo>
                <a:pt x="192156" y="1877955"/>
              </a:lnTo>
              <a:lnTo>
                <a:pt x="192156" y="0"/>
              </a:lnTo>
              <a:lnTo>
                <a:pt x="384312"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0B1EF6-23BB-FB47-8611-3BC86517200B}">
      <dsp:nvSpPr>
        <dsp:cNvPr id="0" name=""/>
        <dsp:cNvSpPr/>
      </dsp:nvSpPr>
      <dsp:spPr>
        <a:xfrm>
          <a:off x="1538585" y="1878662"/>
          <a:ext cx="1921560" cy="586075"/>
        </a:xfrm>
        <a:prstGeom prst="rect">
          <a:avLst/>
        </a:prstGeom>
        <a:blipFill rotWithShape="0">
          <a:blip xmlns:r="http://schemas.openxmlformats.org/officeDocument/2006/relationships" r:embed="rId1"/>
          <a:tile tx="0" ty="0" sx="100000" sy="100000" flip="none" algn="tl"/>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bg1"/>
              </a:solidFill>
              <a:latin typeface="Times New Roman" panose="02020603050405020304" pitchFamily="18" charset="0"/>
              <a:cs typeface="Times New Roman" panose="02020603050405020304" pitchFamily="18" charset="0"/>
            </a:rPr>
            <a:t>Hiến</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pháp</a:t>
          </a:r>
          <a:r>
            <a:rPr lang="en-US" sz="1800" kern="1200" dirty="0">
              <a:solidFill>
                <a:schemeClr val="bg1"/>
              </a:solidFill>
              <a:latin typeface="Times New Roman" panose="02020603050405020304" pitchFamily="18" charset="0"/>
              <a:cs typeface="Times New Roman" panose="02020603050405020304" pitchFamily="18" charset="0"/>
            </a:rPr>
            <a:t> </a:t>
          </a:r>
        </a:p>
        <a:p>
          <a:pPr marL="0" lvl="0" indent="0" algn="ctr" defTabSz="800100">
            <a:lnSpc>
              <a:spcPct val="90000"/>
            </a:lnSpc>
            <a:spcBef>
              <a:spcPct val="0"/>
            </a:spcBef>
            <a:spcAft>
              <a:spcPct val="35000"/>
            </a:spcAft>
            <a:buNone/>
          </a:pPr>
          <a:r>
            <a:rPr lang="en-US" sz="1800" kern="1200" dirty="0" err="1">
              <a:solidFill>
                <a:schemeClr val="bg1"/>
              </a:solidFill>
              <a:latin typeface="Times New Roman" panose="02020603050405020304" pitchFamily="18" charset="0"/>
              <a:cs typeface="Times New Roman" panose="02020603050405020304" pitchFamily="18" charset="0"/>
            </a:rPr>
            <a:t>năm</a:t>
          </a:r>
          <a:r>
            <a:rPr lang="en-US" sz="1800" kern="1200" dirty="0">
              <a:solidFill>
                <a:schemeClr val="bg1"/>
              </a:solidFill>
              <a:latin typeface="Times New Roman" panose="02020603050405020304" pitchFamily="18" charset="0"/>
              <a:cs typeface="Times New Roman" panose="02020603050405020304" pitchFamily="18" charset="0"/>
            </a:rPr>
            <a:t> 2013 </a:t>
          </a:r>
        </a:p>
      </dsp:txBody>
      <dsp:txXfrm>
        <a:off x="1538585" y="1878662"/>
        <a:ext cx="1921560" cy="586075"/>
      </dsp:txXfrm>
    </dsp:sp>
    <dsp:sp modelId="{AD5E45AC-64EF-5C40-A568-4A969EE2C6B5}">
      <dsp:nvSpPr>
        <dsp:cNvPr id="0" name=""/>
        <dsp:cNvSpPr/>
      </dsp:nvSpPr>
      <dsp:spPr>
        <a:xfrm>
          <a:off x="3844458" y="706"/>
          <a:ext cx="1921560" cy="586075"/>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bg1"/>
              </a:solidFill>
              <a:latin typeface="Times New Roman" panose="02020603050405020304" pitchFamily="18" charset="0"/>
              <a:cs typeface="Times New Roman" panose="02020603050405020304" pitchFamily="18" charset="0"/>
            </a:rPr>
            <a:t>Chế</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độ</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chính</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trị</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44458" y="706"/>
        <a:ext cx="1921560" cy="586075"/>
      </dsp:txXfrm>
    </dsp:sp>
    <dsp:sp modelId="{D3F3B097-67AE-2C49-9751-B8115ABACA71}">
      <dsp:nvSpPr>
        <dsp:cNvPr id="0" name=""/>
        <dsp:cNvSpPr/>
      </dsp:nvSpPr>
      <dsp:spPr>
        <a:xfrm>
          <a:off x="3844458" y="826977"/>
          <a:ext cx="1921560" cy="871910"/>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Times New Roman" panose="02020603050405020304" pitchFamily="18" charset="0"/>
              <a:cs typeface="Times New Roman" panose="02020603050405020304" pitchFamily="18" charset="0"/>
            </a:rPr>
            <a:t>Quyền </a:t>
          </a:r>
          <a:r>
            <a:rPr lang="en-US" sz="1800" kern="1200" dirty="0" err="1">
              <a:solidFill>
                <a:schemeClr val="bg1"/>
              </a:solidFill>
              <a:latin typeface="Times New Roman" panose="02020603050405020304" pitchFamily="18" charset="0"/>
              <a:cs typeface="Times New Roman" panose="02020603050405020304" pitchFamily="18" charset="0"/>
            </a:rPr>
            <a:t>và</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nghĩa</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vụ</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cơ</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bản</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của</a:t>
          </a:r>
          <a:r>
            <a:rPr lang="en-US" sz="1800" kern="1200" dirty="0">
              <a:solidFill>
                <a:schemeClr val="bg1"/>
              </a:solidFill>
              <a:latin typeface="Times New Roman" panose="02020603050405020304" pitchFamily="18" charset="0"/>
              <a:cs typeface="Times New Roman" panose="02020603050405020304" pitchFamily="18" charset="0"/>
            </a:rPr>
            <a:t> con </a:t>
          </a:r>
          <a:r>
            <a:rPr lang="en-US" sz="1800" kern="1200" dirty="0" err="1">
              <a:solidFill>
                <a:schemeClr val="bg1"/>
              </a:solidFill>
              <a:latin typeface="Times New Roman" panose="02020603050405020304" pitchFamily="18" charset="0"/>
              <a:cs typeface="Times New Roman" panose="02020603050405020304" pitchFamily="18" charset="0"/>
            </a:rPr>
            <a:t>người</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của</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công</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dân</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44458" y="826977"/>
        <a:ext cx="1921560" cy="871910"/>
      </dsp:txXfrm>
    </dsp:sp>
    <dsp:sp modelId="{9DBC9F4F-F9E3-1D42-A42D-B44BDEAB4187}">
      <dsp:nvSpPr>
        <dsp:cNvPr id="0" name=""/>
        <dsp:cNvSpPr/>
      </dsp:nvSpPr>
      <dsp:spPr>
        <a:xfrm>
          <a:off x="3844458" y="1939083"/>
          <a:ext cx="1921560" cy="751067"/>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latin typeface="Times New Roman" panose="02020603050405020304" pitchFamily="18" charset="0"/>
              <a:cs typeface="Times New Roman" panose="02020603050405020304" pitchFamily="18" charset="0"/>
            </a:rPr>
            <a:t>Kinh </a:t>
          </a:r>
          <a:r>
            <a:rPr lang="en-US" sz="1800" kern="1200" dirty="0" err="1">
              <a:solidFill>
                <a:schemeClr val="bg1"/>
              </a:solidFill>
              <a:latin typeface="Times New Roman" panose="02020603050405020304" pitchFamily="18" charset="0"/>
              <a:cs typeface="Times New Roman" panose="02020603050405020304" pitchFamily="18" charset="0"/>
            </a:rPr>
            <a:t>tế</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xã</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hội</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văn</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hoá</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giáo</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dục</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môi</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trường</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44458" y="1939083"/>
        <a:ext cx="1921560" cy="751067"/>
      </dsp:txXfrm>
    </dsp:sp>
    <dsp:sp modelId="{8611030E-42C8-2B4D-A670-F97662F2782D}">
      <dsp:nvSpPr>
        <dsp:cNvPr id="0" name=""/>
        <dsp:cNvSpPr/>
      </dsp:nvSpPr>
      <dsp:spPr>
        <a:xfrm>
          <a:off x="3844458" y="2930346"/>
          <a:ext cx="1921560" cy="586075"/>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bg1"/>
              </a:solidFill>
              <a:latin typeface="Times New Roman" panose="02020603050405020304" pitchFamily="18" charset="0"/>
              <a:cs typeface="Times New Roman" panose="02020603050405020304" pitchFamily="18" charset="0"/>
            </a:rPr>
            <a:t>Chế</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độ</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bầu</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cử</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44458" y="2930346"/>
        <a:ext cx="1921560" cy="586075"/>
      </dsp:txXfrm>
    </dsp:sp>
    <dsp:sp modelId="{98BE8A5F-F67A-5042-ADBD-F5F934B24099}">
      <dsp:nvSpPr>
        <dsp:cNvPr id="0" name=""/>
        <dsp:cNvSpPr/>
      </dsp:nvSpPr>
      <dsp:spPr>
        <a:xfrm>
          <a:off x="3844458" y="3756617"/>
          <a:ext cx="1921560" cy="586075"/>
        </a:xfrm>
        <a:prstGeom prst="rect">
          <a:avLst/>
        </a:prstGeom>
        <a:pattFill prst="pct5">
          <a:fgClr>
            <a:schemeClr val="accent1">
              <a:hueOff val="0"/>
              <a:satOff val="0"/>
              <a:lumOff val="0"/>
            </a:schemeClr>
          </a:fgClr>
          <a:bgClr>
            <a:schemeClr val="accent4">
              <a:lumMod val="20000"/>
              <a:lumOff val="80000"/>
            </a:schemeClr>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bg1"/>
              </a:solidFill>
              <a:latin typeface="Times New Roman" panose="02020603050405020304" pitchFamily="18" charset="0"/>
              <a:cs typeface="Times New Roman" panose="02020603050405020304" pitchFamily="18" charset="0"/>
            </a:rPr>
            <a:t>Cơ</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quan</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Nhà</a:t>
          </a:r>
          <a:r>
            <a:rPr lang="en-US" sz="1800" kern="1200" dirty="0">
              <a:solidFill>
                <a:schemeClr val="bg1"/>
              </a:solidFill>
              <a:latin typeface="Times New Roman" panose="02020603050405020304" pitchFamily="18" charset="0"/>
              <a:cs typeface="Times New Roman" panose="02020603050405020304" pitchFamily="18" charset="0"/>
            </a:rPr>
            <a:t> </a:t>
          </a:r>
          <a:r>
            <a:rPr lang="en-US" sz="1800" kern="1200" dirty="0" err="1">
              <a:solidFill>
                <a:schemeClr val="bg1"/>
              </a:solidFill>
              <a:latin typeface="Times New Roman" panose="02020603050405020304" pitchFamily="18" charset="0"/>
              <a:cs typeface="Times New Roman" panose="02020603050405020304" pitchFamily="18" charset="0"/>
            </a:rPr>
            <a:t>nước</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44458" y="3756617"/>
        <a:ext cx="1921560" cy="5860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EC1BC-ABA1-2F4C-A1A4-CE588B8E1569}">
      <dsp:nvSpPr>
        <dsp:cNvPr id="0" name=""/>
        <dsp:cNvSpPr/>
      </dsp:nvSpPr>
      <dsp:spPr>
        <a:xfrm>
          <a:off x="435320" y="1230804"/>
          <a:ext cx="1587526" cy="172083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latin typeface="Times New Roman" panose="02020603050405020304" pitchFamily="18" charset="0"/>
              <a:cs typeface="Times New Roman" panose="02020603050405020304" pitchFamily="18" charset="0"/>
            </a:rPr>
            <a:t>Hệ</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thống</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chính</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trị</a:t>
          </a:r>
          <a:endParaRPr lang="en-US" sz="2400" kern="1200" dirty="0">
            <a:latin typeface="Times New Roman" panose="02020603050405020304" pitchFamily="18" charset="0"/>
            <a:cs typeface="Times New Roman" panose="02020603050405020304" pitchFamily="18" charset="0"/>
          </a:endParaRPr>
        </a:p>
      </dsp:txBody>
      <dsp:txXfrm>
        <a:off x="667808" y="1482814"/>
        <a:ext cx="1122550" cy="1216810"/>
      </dsp:txXfrm>
    </dsp:sp>
    <dsp:sp modelId="{2FEC6B43-6365-294E-9A64-E16F0D710F61}">
      <dsp:nvSpPr>
        <dsp:cNvPr id="0" name=""/>
        <dsp:cNvSpPr/>
      </dsp:nvSpPr>
      <dsp:spPr>
        <a:xfrm rot="19879568">
          <a:off x="1871424" y="1423966"/>
          <a:ext cx="1081815" cy="40288"/>
        </a:xfrm>
        <a:custGeom>
          <a:avLst/>
          <a:gdLst/>
          <a:ahLst/>
          <a:cxnLst/>
          <a:rect l="0" t="0" r="0" b="0"/>
          <a:pathLst>
            <a:path>
              <a:moveTo>
                <a:pt x="0" y="20144"/>
              </a:moveTo>
              <a:lnTo>
                <a:pt x="1081815" y="201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Times New Roman" panose="02020603050405020304" pitchFamily="18" charset="0"/>
            <a:cs typeface="Times New Roman" panose="02020603050405020304" pitchFamily="18" charset="0"/>
          </a:endParaRPr>
        </a:p>
      </dsp:txBody>
      <dsp:txXfrm>
        <a:off x="2385287" y="1417065"/>
        <a:ext cx="54090" cy="54090"/>
      </dsp:txXfrm>
    </dsp:sp>
    <dsp:sp modelId="{A6D1BD59-41CA-8841-85B5-71C5C3BC0CAC}">
      <dsp:nvSpPr>
        <dsp:cNvPr id="0" name=""/>
        <dsp:cNvSpPr/>
      </dsp:nvSpPr>
      <dsp:spPr>
        <a:xfrm>
          <a:off x="2195152" y="99140"/>
          <a:ext cx="3178272" cy="118931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latin typeface="Times New Roman" panose="02020603050405020304" pitchFamily="18" charset="0"/>
              <a:cs typeface="Times New Roman" panose="02020603050405020304" pitchFamily="18" charset="0"/>
            </a:rPr>
            <a:t>Đảng</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cộng</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sản</a:t>
          </a:r>
          <a:r>
            <a:rPr lang="en-US" sz="2400" kern="1200" dirty="0">
              <a:latin typeface="Times New Roman" panose="02020603050405020304" pitchFamily="18" charset="0"/>
              <a:cs typeface="Times New Roman" panose="02020603050405020304" pitchFamily="18" charset="0"/>
            </a:rPr>
            <a:t> Việt Nam</a:t>
          </a:r>
        </a:p>
      </dsp:txBody>
      <dsp:txXfrm>
        <a:off x="2660599" y="273311"/>
        <a:ext cx="2247378" cy="840975"/>
      </dsp:txXfrm>
    </dsp:sp>
    <dsp:sp modelId="{5A7E76D0-FEFC-B54B-B8E9-5373D3DE6F1E}">
      <dsp:nvSpPr>
        <dsp:cNvPr id="0" name=""/>
        <dsp:cNvSpPr/>
      </dsp:nvSpPr>
      <dsp:spPr>
        <a:xfrm rot="1600145">
          <a:off x="1880909" y="2721296"/>
          <a:ext cx="1285471" cy="40288"/>
        </a:xfrm>
        <a:custGeom>
          <a:avLst/>
          <a:gdLst/>
          <a:ahLst/>
          <a:cxnLst/>
          <a:rect l="0" t="0" r="0" b="0"/>
          <a:pathLst>
            <a:path>
              <a:moveTo>
                <a:pt x="0" y="20144"/>
              </a:moveTo>
              <a:lnTo>
                <a:pt x="1285471" y="201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Times New Roman" panose="02020603050405020304" pitchFamily="18" charset="0"/>
            <a:cs typeface="Times New Roman" panose="02020603050405020304" pitchFamily="18" charset="0"/>
          </a:endParaRPr>
        </a:p>
      </dsp:txBody>
      <dsp:txXfrm>
        <a:off x="2491508" y="2709303"/>
        <a:ext cx="64273" cy="64273"/>
      </dsp:txXfrm>
    </dsp:sp>
    <dsp:sp modelId="{43866AD2-8997-2545-BA31-FA6F2C518131}">
      <dsp:nvSpPr>
        <dsp:cNvPr id="0" name=""/>
        <dsp:cNvSpPr/>
      </dsp:nvSpPr>
      <dsp:spPr>
        <a:xfrm>
          <a:off x="2477831" y="2916706"/>
          <a:ext cx="3073729" cy="114729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latin typeface="Times New Roman" panose="02020603050405020304" pitchFamily="18" charset="0"/>
              <a:cs typeface="Times New Roman" panose="02020603050405020304" pitchFamily="18" charset="0"/>
            </a:rPr>
            <a:t>Mặt</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trận</a:t>
          </a:r>
          <a:r>
            <a:rPr lang="en-US" sz="2400" kern="1200" dirty="0">
              <a:latin typeface="Times New Roman" panose="02020603050405020304" pitchFamily="18" charset="0"/>
              <a:cs typeface="Times New Roman" panose="02020603050405020304" pitchFamily="18" charset="0"/>
            </a:rPr>
            <a:t> TQVN </a:t>
          </a:r>
          <a:r>
            <a:rPr lang="en-US" sz="2400" kern="1200" dirty="0" err="1">
              <a:latin typeface="Times New Roman" panose="02020603050405020304" pitchFamily="18" charset="0"/>
              <a:cs typeface="Times New Roman" panose="02020603050405020304" pitchFamily="18" charset="0"/>
            </a:rPr>
            <a:t>và</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các</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thành</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viên</a:t>
          </a:r>
          <a:endParaRPr lang="en-US" sz="2400" kern="1200" dirty="0">
            <a:latin typeface="Times New Roman" panose="02020603050405020304" pitchFamily="18" charset="0"/>
            <a:cs typeface="Times New Roman" panose="02020603050405020304" pitchFamily="18" charset="0"/>
          </a:endParaRPr>
        </a:p>
      </dsp:txBody>
      <dsp:txXfrm>
        <a:off x="2927968" y="3084723"/>
        <a:ext cx="2173455" cy="811259"/>
      </dsp:txXfrm>
    </dsp:sp>
    <dsp:sp modelId="{E0E0E72D-389D-474C-9841-F6E4D7E92339}">
      <dsp:nvSpPr>
        <dsp:cNvPr id="0" name=""/>
        <dsp:cNvSpPr/>
      </dsp:nvSpPr>
      <dsp:spPr>
        <a:xfrm rot="61871">
          <a:off x="2022700" y="2089469"/>
          <a:ext cx="456672" cy="40288"/>
        </a:xfrm>
        <a:custGeom>
          <a:avLst/>
          <a:gdLst/>
          <a:ahLst/>
          <a:cxnLst/>
          <a:rect l="0" t="0" r="0" b="0"/>
          <a:pathLst>
            <a:path>
              <a:moveTo>
                <a:pt x="0" y="20144"/>
              </a:moveTo>
              <a:lnTo>
                <a:pt x="456672" y="201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Times New Roman" panose="02020603050405020304" pitchFamily="18" charset="0"/>
            <a:cs typeface="Times New Roman" panose="02020603050405020304" pitchFamily="18" charset="0"/>
          </a:endParaRPr>
        </a:p>
      </dsp:txBody>
      <dsp:txXfrm>
        <a:off x="2239619" y="2098197"/>
        <a:ext cx="22833" cy="22833"/>
      </dsp:txXfrm>
    </dsp:sp>
    <dsp:sp modelId="{5B9C1053-15B4-6840-BF55-72FC7E46D787}">
      <dsp:nvSpPr>
        <dsp:cNvPr id="0" name=""/>
        <dsp:cNvSpPr/>
      </dsp:nvSpPr>
      <dsp:spPr>
        <a:xfrm>
          <a:off x="2477829" y="1543273"/>
          <a:ext cx="2984086" cy="119455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latin typeface="Times New Roman" panose="02020603050405020304" pitchFamily="18" charset="0"/>
              <a:cs typeface="Times New Roman" panose="02020603050405020304" pitchFamily="18" charset="0"/>
            </a:rPr>
            <a:t>Nhà</a:t>
          </a:r>
          <a:r>
            <a:rPr lang="en-US" sz="2400" kern="1200" dirty="0">
              <a:latin typeface="Times New Roman" panose="02020603050405020304" pitchFamily="18" charset="0"/>
              <a:cs typeface="Times New Roman" panose="02020603050405020304" pitchFamily="18" charset="0"/>
            </a:rPr>
            <a:t> </a:t>
          </a:r>
          <a:r>
            <a:rPr lang="en-US" sz="2400" kern="1200" dirty="0" err="1">
              <a:latin typeface="Times New Roman" panose="02020603050405020304" pitchFamily="18" charset="0"/>
              <a:cs typeface="Times New Roman" panose="02020603050405020304" pitchFamily="18" charset="0"/>
            </a:rPr>
            <a:t>nước</a:t>
          </a:r>
          <a:r>
            <a:rPr lang="en-US" sz="2400" kern="1200" dirty="0">
              <a:latin typeface="Times New Roman" panose="02020603050405020304" pitchFamily="18" charset="0"/>
              <a:cs typeface="Times New Roman" panose="02020603050405020304" pitchFamily="18" charset="0"/>
            </a:rPr>
            <a:t> CHXHCNVN</a:t>
          </a:r>
        </a:p>
      </dsp:txBody>
      <dsp:txXfrm>
        <a:off x="2914838" y="1718212"/>
        <a:ext cx="2110068" cy="8446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1302C-F77B-7845-8AB3-39BD12D134C0}">
      <dsp:nvSpPr>
        <dsp:cNvPr id="0" name=""/>
        <dsp:cNvSpPr/>
      </dsp:nvSpPr>
      <dsp:spPr>
        <a:xfrm>
          <a:off x="1793937" y="803997"/>
          <a:ext cx="1141716" cy="1228002"/>
        </a:xfrm>
        <a:custGeom>
          <a:avLst/>
          <a:gdLst/>
          <a:ahLst/>
          <a:cxnLst/>
          <a:rect l="0" t="0" r="0" b="0"/>
          <a:pathLst>
            <a:path>
              <a:moveTo>
                <a:pt x="0" y="1228002"/>
              </a:moveTo>
              <a:lnTo>
                <a:pt x="1141716" y="1228002"/>
              </a:lnTo>
              <a:lnTo>
                <a:pt x="1141716"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3A4210-350B-7C4F-BF23-4E57141867E5}">
      <dsp:nvSpPr>
        <dsp:cNvPr id="0" name=""/>
        <dsp:cNvSpPr/>
      </dsp:nvSpPr>
      <dsp:spPr>
        <a:xfrm>
          <a:off x="1793937" y="2032000"/>
          <a:ext cx="245957" cy="1302528"/>
        </a:xfrm>
        <a:custGeom>
          <a:avLst/>
          <a:gdLst/>
          <a:ahLst/>
          <a:cxnLst/>
          <a:rect l="0" t="0" r="0" b="0"/>
          <a:pathLst>
            <a:path>
              <a:moveTo>
                <a:pt x="0" y="0"/>
              </a:moveTo>
              <a:lnTo>
                <a:pt x="66805" y="0"/>
              </a:lnTo>
              <a:lnTo>
                <a:pt x="66805" y="1302528"/>
              </a:lnTo>
              <a:lnTo>
                <a:pt x="245957" y="130252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E86A21-F846-3C48-B6F8-367D56FB1454}">
      <dsp:nvSpPr>
        <dsp:cNvPr id="0" name=""/>
        <dsp:cNvSpPr/>
      </dsp:nvSpPr>
      <dsp:spPr>
        <a:xfrm>
          <a:off x="1793937" y="1932872"/>
          <a:ext cx="2303355" cy="91440"/>
        </a:xfrm>
        <a:custGeom>
          <a:avLst/>
          <a:gdLst/>
          <a:ahLst/>
          <a:cxnLst/>
          <a:rect l="0" t="0" r="0" b="0"/>
          <a:pathLst>
            <a:path>
              <a:moveTo>
                <a:pt x="0" y="99127"/>
              </a:moveTo>
              <a:lnTo>
                <a:pt x="2124203" y="99127"/>
              </a:lnTo>
              <a:lnTo>
                <a:pt x="2124203" y="45720"/>
              </a:lnTo>
              <a:lnTo>
                <a:pt x="2303355" y="4572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140F7C-374C-E345-B200-11BE2B248729}">
      <dsp:nvSpPr>
        <dsp:cNvPr id="0" name=""/>
        <dsp:cNvSpPr/>
      </dsp:nvSpPr>
      <dsp:spPr>
        <a:xfrm>
          <a:off x="1793937" y="1063535"/>
          <a:ext cx="2303355" cy="968464"/>
        </a:xfrm>
        <a:custGeom>
          <a:avLst/>
          <a:gdLst/>
          <a:ahLst/>
          <a:cxnLst/>
          <a:rect l="0" t="0" r="0" b="0"/>
          <a:pathLst>
            <a:path>
              <a:moveTo>
                <a:pt x="0" y="968464"/>
              </a:moveTo>
              <a:lnTo>
                <a:pt x="2124203" y="968464"/>
              </a:lnTo>
              <a:lnTo>
                <a:pt x="2124203" y="0"/>
              </a:lnTo>
              <a:lnTo>
                <a:pt x="2303355"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5D5741-1AA8-8347-81E5-572B91779BA1}">
      <dsp:nvSpPr>
        <dsp:cNvPr id="0" name=""/>
        <dsp:cNvSpPr/>
      </dsp:nvSpPr>
      <dsp:spPr>
        <a:xfrm>
          <a:off x="1793937" y="1216593"/>
          <a:ext cx="245957" cy="815406"/>
        </a:xfrm>
        <a:custGeom>
          <a:avLst/>
          <a:gdLst/>
          <a:ahLst/>
          <a:cxnLst/>
          <a:rect l="0" t="0" r="0" b="0"/>
          <a:pathLst>
            <a:path>
              <a:moveTo>
                <a:pt x="0" y="815406"/>
              </a:moveTo>
              <a:lnTo>
                <a:pt x="66805" y="815406"/>
              </a:lnTo>
              <a:lnTo>
                <a:pt x="66805" y="0"/>
              </a:lnTo>
              <a:lnTo>
                <a:pt x="245957"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856A20-9F96-4345-8FBD-71F771BAC5C3}">
      <dsp:nvSpPr>
        <dsp:cNvPr id="0" name=""/>
        <dsp:cNvSpPr/>
      </dsp:nvSpPr>
      <dsp:spPr>
        <a:xfrm>
          <a:off x="2418" y="1758793"/>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Quyền con </a:t>
          </a:r>
          <a:r>
            <a:rPr lang="en-US" sz="1600" kern="1200" dirty="0" err="1">
              <a:latin typeface="Times New Roman" panose="02020603050405020304" pitchFamily="18" charset="0"/>
              <a:cs typeface="Times New Roman" panose="02020603050405020304" pitchFamily="18" charset="0"/>
            </a:rPr>
            <a:t>người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công</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dân</a:t>
          </a:r>
          <a:endParaRPr lang="en-US" sz="1600" kern="1200" dirty="0">
            <a:latin typeface="Times New Roman" panose="02020603050405020304" pitchFamily="18" charset="0"/>
            <a:cs typeface="Times New Roman" panose="02020603050405020304" pitchFamily="18" charset="0"/>
          </a:endParaRPr>
        </a:p>
      </dsp:txBody>
      <dsp:txXfrm>
        <a:off x="2418" y="1758793"/>
        <a:ext cx="1791518" cy="546413"/>
      </dsp:txXfrm>
    </dsp:sp>
    <dsp:sp modelId="{CF46AC63-1B05-894B-AED4-290ED97D58C1}">
      <dsp:nvSpPr>
        <dsp:cNvPr id="0" name=""/>
        <dsp:cNvSpPr/>
      </dsp:nvSpPr>
      <dsp:spPr>
        <a:xfrm>
          <a:off x="2039894" y="943387"/>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Nguyên </a:t>
          </a:r>
          <a:r>
            <a:rPr lang="en-US" sz="1600" kern="1200" dirty="0" err="1">
              <a:latin typeface="Times New Roman" panose="02020603050405020304" pitchFamily="18" charset="0"/>
              <a:cs typeface="Times New Roman" panose="02020603050405020304" pitchFamily="18" charset="0"/>
            </a:rPr>
            <a:t>tắc</a:t>
          </a:r>
          <a:endParaRPr lang="en-US" sz="1600" kern="1200" dirty="0">
            <a:latin typeface="Times New Roman" panose="02020603050405020304" pitchFamily="18" charset="0"/>
            <a:cs typeface="Times New Roman" panose="02020603050405020304" pitchFamily="18" charset="0"/>
          </a:endParaRPr>
        </a:p>
      </dsp:txBody>
      <dsp:txXfrm>
        <a:off x="2039894" y="943387"/>
        <a:ext cx="1791518" cy="546413"/>
      </dsp:txXfrm>
    </dsp:sp>
    <dsp:sp modelId="{5F29BB66-BFBB-6C4D-ABDF-B84040E59092}">
      <dsp:nvSpPr>
        <dsp:cNvPr id="0" name=""/>
        <dsp:cNvSpPr/>
      </dsp:nvSpPr>
      <dsp:spPr>
        <a:xfrm>
          <a:off x="4097292" y="790329"/>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Quyền </a:t>
          </a:r>
          <a:r>
            <a:rPr lang="en-US" sz="1600" kern="1200" dirty="0" err="1">
              <a:latin typeface="Times New Roman" panose="02020603050405020304" pitchFamily="18" charset="0"/>
              <a:cs typeface="Times New Roman" panose="02020603050405020304" pitchFamily="18" charset="0"/>
            </a:rPr>
            <a:t>không</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tách</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rời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nghĩa</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vụ</a:t>
          </a:r>
          <a:endParaRPr lang="en-US" sz="1600" kern="1200" dirty="0">
            <a:latin typeface="Times New Roman" panose="02020603050405020304" pitchFamily="18" charset="0"/>
            <a:cs typeface="Times New Roman" panose="02020603050405020304" pitchFamily="18" charset="0"/>
          </a:endParaRPr>
        </a:p>
      </dsp:txBody>
      <dsp:txXfrm>
        <a:off x="4097292" y="790329"/>
        <a:ext cx="1791518" cy="546413"/>
      </dsp:txXfrm>
    </dsp:sp>
    <dsp:sp modelId="{E0C1F8FB-BF5C-7048-89D8-5212B9144FE4}">
      <dsp:nvSpPr>
        <dsp:cNvPr id="0" name=""/>
        <dsp:cNvSpPr/>
      </dsp:nvSpPr>
      <dsp:spPr>
        <a:xfrm>
          <a:off x="4097292" y="1629185"/>
          <a:ext cx="1791518" cy="6988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Công </a:t>
          </a:r>
          <a:r>
            <a:rPr lang="en-US" sz="1600" kern="1200" dirty="0" err="1">
              <a:latin typeface="Times New Roman" panose="02020603050405020304" pitchFamily="18" charset="0"/>
              <a:cs typeface="Times New Roman" panose="02020603050405020304" pitchFamily="18" charset="0"/>
            </a:rPr>
            <a:t>nhận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tôn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trọng</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bảo</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đảm</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quyền</a:t>
          </a:r>
          <a:endParaRPr lang="en-US" sz="1600" kern="1200" dirty="0">
            <a:latin typeface="Times New Roman" panose="02020603050405020304" pitchFamily="18" charset="0"/>
            <a:cs typeface="Times New Roman" panose="02020603050405020304" pitchFamily="18" charset="0"/>
          </a:endParaRPr>
        </a:p>
      </dsp:txBody>
      <dsp:txXfrm>
        <a:off x="4097292" y="1629185"/>
        <a:ext cx="1791518" cy="698813"/>
      </dsp:txXfrm>
    </dsp:sp>
    <dsp:sp modelId="{67B52652-9270-FE40-8D58-5537AEC3DF88}">
      <dsp:nvSpPr>
        <dsp:cNvPr id="0" name=""/>
        <dsp:cNvSpPr/>
      </dsp:nvSpPr>
      <dsp:spPr>
        <a:xfrm>
          <a:off x="2039894" y="3061321"/>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Các </a:t>
          </a:r>
          <a:r>
            <a:rPr lang="en-US" sz="1600" kern="1200" dirty="0" err="1">
              <a:latin typeface="Times New Roman" panose="02020603050405020304" pitchFamily="18" charset="0"/>
              <a:cs typeface="Times New Roman" panose="02020603050405020304" pitchFamily="18" charset="0"/>
            </a:rPr>
            <a:t>quyền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cơ</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bản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theo</a:t>
          </a:r>
          <a:r>
            <a:rPr lang="en-US" sz="1600" kern="1200" dirty="0">
              <a:latin typeface="Times New Roman" panose="02020603050405020304" pitchFamily="18" charset="0"/>
              <a:cs typeface="Times New Roman" panose="02020603050405020304" pitchFamily="18" charset="0"/>
            </a:rPr>
            <a:t> HP </a:t>
          </a:r>
          <a:r>
            <a:rPr lang="en-US" sz="1600" kern="1200" dirty="0" err="1">
              <a:latin typeface="Times New Roman" panose="02020603050405020304" pitchFamily="18" charset="0"/>
              <a:cs typeface="Times New Roman" panose="02020603050405020304" pitchFamily="18" charset="0"/>
            </a:rPr>
            <a:t>năm</a:t>
          </a:r>
          <a:r>
            <a:rPr lang="en-US" sz="1600" kern="1200" dirty="0">
              <a:latin typeface="Times New Roman" panose="02020603050405020304" pitchFamily="18" charset="0"/>
              <a:cs typeface="Times New Roman" panose="02020603050405020304" pitchFamily="18" charset="0"/>
            </a:rPr>
            <a:t> 2013</a:t>
          </a:r>
        </a:p>
      </dsp:txBody>
      <dsp:txXfrm>
        <a:off x="2039894" y="3061321"/>
        <a:ext cx="1791518" cy="546413"/>
      </dsp:txXfrm>
    </dsp:sp>
    <dsp:sp modelId="{0BA19246-01AD-5342-9C23-984829120FC1}">
      <dsp:nvSpPr>
        <dsp:cNvPr id="0" name=""/>
        <dsp:cNvSpPr/>
      </dsp:nvSpPr>
      <dsp:spPr>
        <a:xfrm>
          <a:off x="2039894" y="257584"/>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Khái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niệm</a:t>
          </a:r>
          <a:endParaRPr lang="en-US" sz="1600" kern="1200" dirty="0">
            <a:latin typeface="Times New Roman" panose="02020603050405020304" pitchFamily="18" charset="0"/>
            <a:cs typeface="Times New Roman" panose="02020603050405020304" pitchFamily="18" charset="0"/>
          </a:endParaRPr>
        </a:p>
      </dsp:txBody>
      <dsp:txXfrm>
        <a:off x="2039894" y="257584"/>
        <a:ext cx="1791518" cy="546413"/>
      </dsp:txXfrm>
    </dsp:sp>
    <dsp:sp modelId="{C68739BF-6F93-934D-9202-DD2A1BE9183E}">
      <dsp:nvSpPr>
        <dsp:cNvPr id="0" name=""/>
        <dsp:cNvSpPr/>
      </dsp:nvSpPr>
      <dsp:spPr>
        <a:xfrm>
          <a:off x="4097292" y="2449009"/>
          <a:ext cx="1791518" cy="5464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Bình </a:t>
          </a:r>
          <a:r>
            <a:rPr lang="en-US" sz="1600" kern="1200" dirty="0" err="1">
              <a:latin typeface="Times New Roman" panose="02020603050405020304" pitchFamily="18" charset="0"/>
              <a:cs typeface="Times New Roman" panose="02020603050405020304" pitchFamily="18" charset="0"/>
            </a:rPr>
            <a:t>đẳng</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trước</a:t>
          </a:r>
          <a:r>
            <a:rPr lang="en-US" sz="1600" kern="1200" dirty="0">
              <a:latin typeface="Times New Roman" panose="02020603050405020304" pitchFamily="18" charset="0"/>
              <a:cs typeface="Times New Roman" panose="02020603050405020304" pitchFamily="18" charset="0"/>
            </a:rPr>
            <a:t> PL</a:t>
          </a:r>
        </a:p>
      </dsp:txBody>
      <dsp:txXfrm>
        <a:off x="4097292" y="2449009"/>
        <a:ext cx="1791518" cy="5464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ECAD72-303E-6540-9A65-27721B715838}">
      <dsp:nvSpPr>
        <dsp:cNvPr id="0" name=""/>
        <dsp:cNvSpPr/>
      </dsp:nvSpPr>
      <dsp:spPr>
        <a:xfrm>
          <a:off x="304802" y="1575593"/>
          <a:ext cx="1825625" cy="912812"/>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KT, VH, GD,…</a:t>
          </a:r>
        </a:p>
      </dsp:txBody>
      <dsp:txXfrm>
        <a:off x="331537" y="1602328"/>
        <a:ext cx="1772155" cy="859342"/>
      </dsp:txXfrm>
    </dsp:sp>
    <dsp:sp modelId="{A4800D99-10BB-694A-B075-A365FDB8AC4F}">
      <dsp:nvSpPr>
        <dsp:cNvPr id="0" name=""/>
        <dsp:cNvSpPr/>
      </dsp:nvSpPr>
      <dsp:spPr>
        <a:xfrm rot="17692822">
          <a:off x="1627705" y="1224484"/>
          <a:ext cx="1735694" cy="40429"/>
        </a:xfrm>
        <a:custGeom>
          <a:avLst/>
          <a:gdLst/>
          <a:ahLst/>
          <a:cxnLst/>
          <a:rect l="0" t="0" r="0" b="0"/>
          <a:pathLst>
            <a:path>
              <a:moveTo>
                <a:pt x="0" y="20214"/>
              </a:moveTo>
              <a:lnTo>
                <a:pt x="1735694" y="2021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Times New Roman" panose="02020603050405020304" pitchFamily="18" charset="0"/>
            <a:cs typeface="Times New Roman" panose="02020603050405020304" pitchFamily="18" charset="0"/>
          </a:endParaRPr>
        </a:p>
      </dsp:txBody>
      <dsp:txXfrm>
        <a:off x="2452160" y="1201306"/>
        <a:ext cx="86784" cy="86784"/>
      </dsp:txXfrm>
    </dsp:sp>
    <dsp:sp modelId="{DB88B1E2-AE80-6546-8B57-0799E2A6B96E}">
      <dsp:nvSpPr>
        <dsp:cNvPr id="0" name=""/>
        <dsp:cNvSpPr/>
      </dsp:nvSpPr>
      <dsp:spPr>
        <a:xfrm>
          <a:off x="2860677" y="992"/>
          <a:ext cx="3921132" cy="912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chemeClr val="bg1"/>
              </a:solidFill>
              <a:latin typeface="Times New Roman" panose="02020603050405020304" pitchFamily="18" charset="0"/>
              <a:cs typeface="Times New Roman" panose="02020603050405020304" pitchFamily="18" charset="0"/>
            </a:rPr>
            <a:t>Chế</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độ</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kinh</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tế</a:t>
          </a:r>
          <a:endParaRPr lang="en-US" sz="2800" kern="1200" dirty="0">
            <a:solidFill>
              <a:schemeClr val="bg1"/>
            </a:solidFill>
            <a:latin typeface="Times New Roman" panose="02020603050405020304" pitchFamily="18" charset="0"/>
            <a:cs typeface="Times New Roman" panose="02020603050405020304" pitchFamily="18" charset="0"/>
          </a:endParaRPr>
        </a:p>
      </dsp:txBody>
      <dsp:txXfrm>
        <a:off x="2887412" y="27727"/>
        <a:ext cx="3867662" cy="859342"/>
      </dsp:txXfrm>
    </dsp:sp>
    <dsp:sp modelId="{3BD50537-BB38-C942-8F66-B4BDBDCB193D}">
      <dsp:nvSpPr>
        <dsp:cNvPr id="0" name=""/>
        <dsp:cNvSpPr/>
      </dsp:nvSpPr>
      <dsp:spPr>
        <a:xfrm rot="19457599">
          <a:off x="2045899" y="1749351"/>
          <a:ext cx="899305" cy="40429"/>
        </a:xfrm>
        <a:custGeom>
          <a:avLst/>
          <a:gdLst/>
          <a:ahLst/>
          <a:cxnLst/>
          <a:rect l="0" t="0" r="0" b="0"/>
          <a:pathLst>
            <a:path>
              <a:moveTo>
                <a:pt x="0" y="20214"/>
              </a:moveTo>
              <a:lnTo>
                <a:pt x="899305" y="2021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3069" y="1747083"/>
        <a:ext cx="44965" cy="44965"/>
      </dsp:txXfrm>
    </dsp:sp>
    <dsp:sp modelId="{42FF8D47-3457-524E-9B5A-7A6EDBF17A95}">
      <dsp:nvSpPr>
        <dsp:cNvPr id="0" name=""/>
        <dsp:cNvSpPr/>
      </dsp:nvSpPr>
      <dsp:spPr>
        <a:xfrm>
          <a:off x="2860677" y="1050726"/>
          <a:ext cx="3921132" cy="912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chemeClr val="bg1"/>
              </a:solidFill>
              <a:latin typeface="Times New Roman" panose="02020603050405020304" pitchFamily="18" charset="0"/>
              <a:cs typeface="Times New Roman" panose="02020603050405020304" pitchFamily="18" charset="0"/>
            </a:rPr>
            <a:t>Chính</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sách</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xã</a:t>
          </a:r>
          <a:r>
            <a:rPr lang="en-US" sz="2800" kern="1200" dirty="0">
              <a:solidFill>
                <a:schemeClr val="bg1"/>
              </a:solidFill>
              <a:latin typeface="Times New Roman" panose="02020603050405020304" pitchFamily="18" charset="0"/>
              <a:cs typeface="Times New Roman" panose="02020603050405020304" pitchFamily="18" charset="0"/>
            </a:rPr>
            <a:t> </a:t>
          </a:r>
          <a:r>
            <a:rPr lang="en-US" sz="2800" kern="1200" dirty="0" err="1">
              <a:solidFill>
                <a:schemeClr val="bg1"/>
              </a:solidFill>
              <a:latin typeface="Times New Roman" panose="02020603050405020304" pitchFamily="18" charset="0"/>
              <a:cs typeface="Times New Roman" panose="02020603050405020304" pitchFamily="18" charset="0"/>
            </a:rPr>
            <a:t>hội</a:t>
          </a:r>
          <a:endParaRPr lang="en-US" sz="2800" kern="1200" dirty="0">
            <a:solidFill>
              <a:schemeClr val="bg1"/>
            </a:solidFill>
            <a:latin typeface="Times New Roman" panose="02020603050405020304" pitchFamily="18" charset="0"/>
            <a:cs typeface="Times New Roman" panose="02020603050405020304" pitchFamily="18" charset="0"/>
          </a:endParaRPr>
        </a:p>
      </dsp:txBody>
      <dsp:txXfrm>
        <a:off x="2887412" y="1077461"/>
        <a:ext cx="3867662" cy="859342"/>
      </dsp:txXfrm>
    </dsp:sp>
    <dsp:sp modelId="{9AB29A97-B002-C54F-AE71-AC57988714DC}">
      <dsp:nvSpPr>
        <dsp:cNvPr id="0" name=""/>
        <dsp:cNvSpPr/>
      </dsp:nvSpPr>
      <dsp:spPr>
        <a:xfrm rot="2142401">
          <a:off x="2045899" y="2274218"/>
          <a:ext cx="899305" cy="40429"/>
        </a:xfrm>
        <a:custGeom>
          <a:avLst/>
          <a:gdLst/>
          <a:ahLst/>
          <a:cxnLst/>
          <a:rect l="0" t="0" r="0" b="0"/>
          <a:pathLst>
            <a:path>
              <a:moveTo>
                <a:pt x="0" y="20214"/>
              </a:moveTo>
              <a:lnTo>
                <a:pt x="899305" y="2021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3069" y="2271950"/>
        <a:ext cx="44965" cy="44965"/>
      </dsp:txXfrm>
    </dsp:sp>
    <dsp:sp modelId="{A1229E04-663A-DE44-9220-0110F792CD3F}">
      <dsp:nvSpPr>
        <dsp:cNvPr id="0" name=""/>
        <dsp:cNvSpPr/>
      </dsp:nvSpPr>
      <dsp:spPr>
        <a:xfrm>
          <a:off x="2860677" y="2100460"/>
          <a:ext cx="3921132" cy="912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err="1">
              <a:solidFill>
                <a:schemeClr val="bg1"/>
              </a:solidFill>
              <a:latin typeface="Times New Roman" panose="02020603050405020304" pitchFamily="18" charset="0"/>
              <a:cs typeface="Times New Roman" panose="02020603050405020304" pitchFamily="18" charset="0"/>
            </a:rPr>
            <a:t>Chính</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sách</a:t>
          </a:r>
          <a:r>
            <a:rPr lang="en-US" sz="2700" kern="1200" dirty="0">
              <a:solidFill>
                <a:schemeClr val="bg1"/>
              </a:solidFill>
              <a:latin typeface="Times New Roman" panose="02020603050405020304" pitchFamily="18" charset="0"/>
              <a:cs typeface="Times New Roman" panose="02020603050405020304" pitchFamily="18" charset="0"/>
            </a:rPr>
            <a:t> khoa </a:t>
          </a:r>
          <a:r>
            <a:rPr lang="en-US" sz="2700" kern="1200" dirty="0" err="1">
              <a:solidFill>
                <a:schemeClr val="bg1"/>
              </a:solidFill>
              <a:latin typeface="Times New Roman" panose="02020603050405020304" pitchFamily="18" charset="0"/>
              <a:cs typeface="Times New Roman" panose="02020603050405020304" pitchFamily="18" charset="0"/>
            </a:rPr>
            <a:t>học</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công</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nghệ</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và</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môi</a:t>
          </a:r>
          <a:r>
            <a:rPr lang="en-US" sz="2700" kern="1200" dirty="0">
              <a:solidFill>
                <a:schemeClr val="bg1"/>
              </a:solidFill>
              <a:latin typeface="Times New Roman" panose="02020603050405020304" pitchFamily="18" charset="0"/>
              <a:cs typeface="Times New Roman" panose="02020603050405020304" pitchFamily="18" charset="0"/>
            </a:rPr>
            <a:t> </a:t>
          </a:r>
          <a:r>
            <a:rPr lang="en-US" sz="2700" kern="1200" dirty="0" err="1">
              <a:solidFill>
                <a:schemeClr val="bg1"/>
              </a:solidFill>
              <a:latin typeface="Times New Roman" panose="02020603050405020304" pitchFamily="18" charset="0"/>
              <a:cs typeface="Times New Roman" panose="02020603050405020304" pitchFamily="18" charset="0"/>
            </a:rPr>
            <a:t>trường</a:t>
          </a:r>
          <a:endParaRPr lang="en-US" sz="2700" kern="1200" dirty="0">
            <a:solidFill>
              <a:schemeClr val="bg1"/>
            </a:solidFill>
            <a:latin typeface="Times New Roman" panose="02020603050405020304" pitchFamily="18" charset="0"/>
            <a:cs typeface="Times New Roman" panose="02020603050405020304" pitchFamily="18" charset="0"/>
          </a:endParaRPr>
        </a:p>
      </dsp:txBody>
      <dsp:txXfrm>
        <a:off x="2887412" y="2127195"/>
        <a:ext cx="3867662" cy="859342"/>
      </dsp:txXfrm>
    </dsp:sp>
    <dsp:sp modelId="{2D3610B6-BF96-F044-8B3D-E6A721C1EBF1}">
      <dsp:nvSpPr>
        <dsp:cNvPr id="0" name=""/>
        <dsp:cNvSpPr/>
      </dsp:nvSpPr>
      <dsp:spPr>
        <a:xfrm rot="3907178">
          <a:off x="1627705" y="2799085"/>
          <a:ext cx="1735694" cy="40429"/>
        </a:xfrm>
        <a:custGeom>
          <a:avLst/>
          <a:gdLst/>
          <a:ahLst/>
          <a:cxnLst/>
          <a:rect l="0" t="0" r="0" b="0"/>
          <a:pathLst>
            <a:path>
              <a:moveTo>
                <a:pt x="0" y="20214"/>
              </a:moveTo>
              <a:lnTo>
                <a:pt x="1735694" y="2021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Times New Roman" panose="02020603050405020304" pitchFamily="18" charset="0"/>
            <a:cs typeface="Times New Roman" panose="02020603050405020304" pitchFamily="18" charset="0"/>
          </a:endParaRPr>
        </a:p>
      </dsp:txBody>
      <dsp:txXfrm>
        <a:off x="2452160" y="2775908"/>
        <a:ext cx="86784" cy="86784"/>
      </dsp:txXfrm>
    </dsp:sp>
    <dsp:sp modelId="{012CD85F-9F3E-3C40-AF71-09C6C9C94736}">
      <dsp:nvSpPr>
        <dsp:cNvPr id="0" name=""/>
        <dsp:cNvSpPr/>
      </dsp:nvSpPr>
      <dsp:spPr>
        <a:xfrm>
          <a:off x="2860677" y="3150195"/>
          <a:ext cx="4225920" cy="912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solidFill>
                <a:schemeClr val="bg1"/>
              </a:solidFill>
              <a:latin typeface="Times New Roman" panose="02020603050405020304" pitchFamily="18" charset="0"/>
              <a:cs typeface="Times New Roman" panose="02020603050405020304" pitchFamily="18" charset="0"/>
            </a:rPr>
            <a:t>Chính</a:t>
          </a:r>
          <a:r>
            <a:rPr lang="en-US" sz="2600" kern="1200" dirty="0">
              <a:solidFill>
                <a:schemeClr val="bg1"/>
              </a:solidFill>
              <a:latin typeface="Times New Roman" panose="02020603050405020304" pitchFamily="18" charset="0"/>
              <a:cs typeface="Times New Roman" panose="02020603050405020304" pitchFamily="18" charset="0"/>
            </a:rPr>
            <a:t> </a:t>
          </a:r>
          <a:r>
            <a:rPr lang="en-US" sz="2600" kern="1200" dirty="0" err="1">
              <a:solidFill>
                <a:schemeClr val="bg1"/>
              </a:solidFill>
              <a:latin typeface="Times New Roman" panose="02020603050405020304" pitchFamily="18" charset="0"/>
              <a:cs typeface="Times New Roman" panose="02020603050405020304" pitchFamily="18" charset="0"/>
            </a:rPr>
            <a:t>sách</a:t>
          </a:r>
          <a:r>
            <a:rPr lang="en-US" sz="2600" kern="1200" dirty="0">
              <a:solidFill>
                <a:schemeClr val="bg1"/>
              </a:solidFill>
              <a:latin typeface="Times New Roman" panose="02020603050405020304" pitchFamily="18" charset="0"/>
              <a:cs typeface="Times New Roman" panose="02020603050405020304" pitchFamily="18" charset="0"/>
            </a:rPr>
            <a:t> </a:t>
          </a:r>
          <a:r>
            <a:rPr lang="en-US" sz="2600" kern="1200" dirty="0" err="1">
              <a:solidFill>
                <a:schemeClr val="bg1"/>
              </a:solidFill>
              <a:latin typeface="Times New Roman" panose="02020603050405020304" pitchFamily="18" charset="0"/>
              <a:cs typeface="Times New Roman" panose="02020603050405020304" pitchFamily="18" charset="0"/>
            </a:rPr>
            <a:t>văn</a:t>
          </a:r>
          <a:r>
            <a:rPr lang="en-US" sz="2600" kern="1200" dirty="0">
              <a:solidFill>
                <a:schemeClr val="bg1"/>
              </a:solidFill>
              <a:latin typeface="Times New Roman" panose="02020603050405020304" pitchFamily="18" charset="0"/>
              <a:cs typeface="Times New Roman" panose="02020603050405020304" pitchFamily="18" charset="0"/>
            </a:rPr>
            <a:t> </a:t>
          </a:r>
          <a:r>
            <a:rPr lang="en-US" sz="2600" kern="1200" dirty="0" err="1">
              <a:solidFill>
                <a:schemeClr val="bg1"/>
              </a:solidFill>
              <a:latin typeface="Times New Roman" panose="02020603050405020304" pitchFamily="18" charset="0"/>
              <a:cs typeface="Times New Roman" panose="02020603050405020304" pitchFamily="18" charset="0"/>
            </a:rPr>
            <a:t>hoá</a:t>
          </a:r>
          <a:r>
            <a:rPr lang="en-US" sz="2600" kern="1200" dirty="0">
              <a:solidFill>
                <a:schemeClr val="bg1"/>
              </a:solidFill>
              <a:latin typeface="Times New Roman" panose="02020603050405020304" pitchFamily="18" charset="0"/>
              <a:cs typeface="Times New Roman" panose="02020603050405020304" pitchFamily="18" charset="0"/>
            </a:rPr>
            <a:t>, </a:t>
          </a:r>
          <a:r>
            <a:rPr lang="en-US" sz="2600" kern="1200" dirty="0" err="1">
              <a:solidFill>
                <a:schemeClr val="bg1"/>
              </a:solidFill>
              <a:latin typeface="Times New Roman" panose="02020603050405020304" pitchFamily="18" charset="0"/>
              <a:cs typeface="Times New Roman" panose="02020603050405020304" pitchFamily="18" charset="0"/>
            </a:rPr>
            <a:t>giáo</a:t>
          </a:r>
          <a:r>
            <a:rPr lang="en-US" sz="2600" kern="1200" dirty="0">
              <a:solidFill>
                <a:schemeClr val="bg1"/>
              </a:solidFill>
              <a:latin typeface="Times New Roman" panose="02020603050405020304" pitchFamily="18" charset="0"/>
              <a:cs typeface="Times New Roman" panose="02020603050405020304" pitchFamily="18" charset="0"/>
            </a:rPr>
            <a:t> </a:t>
          </a:r>
          <a:r>
            <a:rPr lang="en-US" sz="2600" kern="1200" dirty="0" err="1">
              <a:solidFill>
                <a:schemeClr val="bg1"/>
              </a:solidFill>
              <a:latin typeface="Times New Roman" panose="02020603050405020304" pitchFamily="18" charset="0"/>
              <a:cs typeface="Times New Roman" panose="02020603050405020304" pitchFamily="18" charset="0"/>
            </a:rPr>
            <a:t>dục</a:t>
          </a:r>
          <a:endParaRPr lang="en-US" sz="2600" kern="1200" dirty="0">
            <a:solidFill>
              <a:schemeClr val="bg1"/>
            </a:solidFill>
            <a:latin typeface="Times New Roman" panose="02020603050405020304" pitchFamily="18" charset="0"/>
            <a:cs typeface="Times New Roman" panose="02020603050405020304" pitchFamily="18" charset="0"/>
          </a:endParaRPr>
        </a:p>
      </dsp:txBody>
      <dsp:txXfrm>
        <a:off x="2887412" y="3176930"/>
        <a:ext cx="4172450" cy="8593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ECAD72-303E-6540-9A65-27721B715838}">
      <dsp:nvSpPr>
        <dsp:cNvPr id="0" name=""/>
        <dsp:cNvSpPr/>
      </dsp:nvSpPr>
      <dsp:spPr>
        <a:xfrm>
          <a:off x="6622" y="1512093"/>
          <a:ext cx="2079624" cy="1039812"/>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err="1">
              <a:latin typeface="Times New Roman" panose="02020603050405020304" pitchFamily="18" charset="0"/>
              <a:cs typeface="Times New Roman" panose="02020603050405020304" pitchFamily="18" charset="0"/>
            </a:rPr>
            <a:t>Chế</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độ</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bầu</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cử</a:t>
          </a:r>
          <a:endParaRPr lang="en-US" sz="3600" kern="1200" dirty="0">
            <a:latin typeface="Times New Roman" panose="02020603050405020304" pitchFamily="18" charset="0"/>
            <a:cs typeface="Times New Roman" panose="02020603050405020304" pitchFamily="18" charset="0"/>
          </a:endParaRPr>
        </a:p>
      </dsp:txBody>
      <dsp:txXfrm>
        <a:off x="37077" y="1542548"/>
        <a:ext cx="2018714" cy="978902"/>
      </dsp:txXfrm>
    </dsp:sp>
    <dsp:sp modelId="{A4800D99-10BB-694A-B075-A365FDB8AC4F}">
      <dsp:nvSpPr>
        <dsp:cNvPr id="0" name=""/>
        <dsp:cNvSpPr/>
      </dsp:nvSpPr>
      <dsp:spPr>
        <a:xfrm rot="18289469">
          <a:off x="1773839" y="1411080"/>
          <a:ext cx="1456665" cy="46054"/>
        </a:xfrm>
        <a:custGeom>
          <a:avLst/>
          <a:gdLst/>
          <a:ahLst/>
          <a:cxnLst/>
          <a:rect l="0" t="0" r="0" b="0"/>
          <a:pathLst>
            <a:path>
              <a:moveTo>
                <a:pt x="0" y="23027"/>
              </a:moveTo>
              <a:lnTo>
                <a:pt x="1456665" y="2302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Times New Roman" panose="02020603050405020304" pitchFamily="18" charset="0"/>
            <a:cs typeface="Times New Roman" panose="02020603050405020304" pitchFamily="18" charset="0"/>
          </a:endParaRPr>
        </a:p>
      </dsp:txBody>
      <dsp:txXfrm>
        <a:off x="2465755" y="1397691"/>
        <a:ext cx="72833" cy="72833"/>
      </dsp:txXfrm>
    </dsp:sp>
    <dsp:sp modelId="{DB88B1E2-AE80-6546-8B57-0799E2A6B96E}">
      <dsp:nvSpPr>
        <dsp:cNvPr id="0" name=""/>
        <dsp:cNvSpPr/>
      </dsp:nvSpPr>
      <dsp:spPr>
        <a:xfrm>
          <a:off x="2918097" y="316309"/>
          <a:ext cx="4466680" cy="1039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err="1">
              <a:solidFill>
                <a:schemeClr val="bg1"/>
              </a:solidFill>
              <a:latin typeface="Times New Roman" panose="02020603050405020304" pitchFamily="18" charset="0"/>
              <a:cs typeface="Times New Roman" panose="02020603050405020304" pitchFamily="18" charset="0"/>
            </a:rPr>
            <a:t>Khái</a:t>
          </a:r>
          <a:r>
            <a:rPr lang="en-US" sz="3600" kern="1200" dirty="0">
              <a:solidFill>
                <a:schemeClr val="bg1"/>
              </a:solidFill>
              <a:latin typeface="Times New Roman" panose="02020603050405020304" pitchFamily="18" charset="0"/>
              <a:cs typeface="Times New Roman" panose="02020603050405020304" pitchFamily="18" charset="0"/>
            </a:rPr>
            <a:t> </a:t>
          </a:r>
          <a:r>
            <a:rPr lang="en-US" sz="3600" kern="1200" dirty="0" err="1">
              <a:solidFill>
                <a:schemeClr val="bg1"/>
              </a:solidFill>
              <a:latin typeface="Times New Roman" panose="02020603050405020304" pitchFamily="18" charset="0"/>
              <a:cs typeface="Times New Roman" panose="02020603050405020304" pitchFamily="18" charset="0"/>
            </a:rPr>
            <a:t>niệm</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2948552" y="346764"/>
        <a:ext cx="4405770" cy="978902"/>
      </dsp:txXfrm>
    </dsp:sp>
    <dsp:sp modelId="{3BD50537-BB38-C942-8F66-B4BDBDCB193D}">
      <dsp:nvSpPr>
        <dsp:cNvPr id="0" name=""/>
        <dsp:cNvSpPr/>
      </dsp:nvSpPr>
      <dsp:spPr>
        <a:xfrm>
          <a:off x="2086247" y="2008972"/>
          <a:ext cx="831850" cy="46054"/>
        </a:xfrm>
        <a:custGeom>
          <a:avLst/>
          <a:gdLst/>
          <a:ahLst/>
          <a:cxnLst/>
          <a:rect l="0" t="0" r="0" b="0"/>
          <a:pathLst>
            <a:path>
              <a:moveTo>
                <a:pt x="0" y="23027"/>
              </a:moveTo>
              <a:lnTo>
                <a:pt x="831850" y="2302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1375" y="2011203"/>
        <a:ext cx="41592" cy="41592"/>
      </dsp:txXfrm>
    </dsp:sp>
    <dsp:sp modelId="{42FF8D47-3457-524E-9B5A-7A6EDBF17A95}">
      <dsp:nvSpPr>
        <dsp:cNvPr id="0" name=""/>
        <dsp:cNvSpPr/>
      </dsp:nvSpPr>
      <dsp:spPr>
        <a:xfrm>
          <a:off x="2918097" y="1512093"/>
          <a:ext cx="4466680" cy="1039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solidFill>
                <a:schemeClr val="bg1"/>
              </a:solidFill>
              <a:latin typeface="Times New Roman" panose="02020603050405020304" pitchFamily="18" charset="0"/>
              <a:cs typeface="Times New Roman" panose="02020603050405020304" pitchFamily="18" charset="0"/>
            </a:rPr>
            <a:t>Nguyên </a:t>
          </a:r>
          <a:r>
            <a:rPr lang="en-US" sz="3600" kern="1200" dirty="0" err="1">
              <a:solidFill>
                <a:schemeClr val="bg1"/>
              </a:solidFill>
              <a:latin typeface="Times New Roman" panose="02020603050405020304" pitchFamily="18" charset="0"/>
              <a:cs typeface="Times New Roman" panose="02020603050405020304" pitchFamily="18" charset="0"/>
            </a:rPr>
            <a:t>tắc</a:t>
          </a:r>
          <a:r>
            <a:rPr lang="en-US" sz="3600" kern="1200" dirty="0">
              <a:solidFill>
                <a:schemeClr val="bg1"/>
              </a:solidFill>
              <a:latin typeface="Times New Roman" panose="02020603050405020304" pitchFamily="18" charset="0"/>
              <a:cs typeface="Times New Roman" panose="02020603050405020304" pitchFamily="18" charset="0"/>
            </a:rPr>
            <a:t> </a:t>
          </a:r>
          <a:r>
            <a:rPr lang="en-US" sz="3600" kern="1200" dirty="0" err="1">
              <a:solidFill>
                <a:schemeClr val="bg1"/>
              </a:solidFill>
              <a:latin typeface="Times New Roman" panose="02020603050405020304" pitchFamily="18" charset="0"/>
              <a:cs typeface="Times New Roman" panose="02020603050405020304" pitchFamily="18" charset="0"/>
            </a:rPr>
            <a:t>bầu</a:t>
          </a:r>
          <a:r>
            <a:rPr lang="en-US" sz="3600" kern="1200" dirty="0">
              <a:solidFill>
                <a:schemeClr val="bg1"/>
              </a:solidFill>
              <a:latin typeface="Times New Roman" panose="02020603050405020304" pitchFamily="18" charset="0"/>
              <a:cs typeface="Times New Roman" panose="02020603050405020304" pitchFamily="18" charset="0"/>
            </a:rPr>
            <a:t> </a:t>
          </a:r>
          <a:r>
            <a:rPr lang="en-US" sz="3600" kern="1200" dirty="0" err="1">
              <a:solidFill>
                <a:schemeClr val="bg1"/>
              </a:solidFill>
              <a:latin typeface="Times New Roman" panose="02020603050405020304" pitchFamily="18" charset="0"/>
              <a:cs typeface="Times New Roman" panose="02020603050405020304" pitchFamily="18" charset="0"/>
            </a:rPr>
            <a:t>cử</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2948552" y="1542548"/>
        <a:ext cx="4405770" cy="978902"/>
      </dsp:txXfrm>
    </dsp:sp>
    <dsp:sp modelId="{9AB29A97-B002-C54F-AE71-AC57988714DC}">
      <dsp:nvSpPr>
        <dsp:cNvPr id="0" name=""/>
        <dsp:cNvSpPr/>
      </dsp:nvSpPr>
      <dsp:spPr>
        <a:xfrm rot="3310531">
          <a:off x="1773839" y="2606864"/>
          <a:ext cx="1456665" cy="46054"/>
        </a:xfrm>
        <a:custGeom>
          <a:avLst/>
          <a:gdLst/>
          <a:ahLst/>
          <a:cxnLst/>
          <a:rect l="0" t="0" r="0" b="0"/>
          <a:pathLst>
            <a:path>
              <a:moveTo>
                <a:pt x="0" y="23027"/>
              </a:moveTo>
              <a:lnTo>
                <a:pt x="1456665" y="2302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65755" y="2593475"/>
        <a:ext cx="72833" cy="72833"/>
      </dsp:txXfrm>
    </dsp:sp>
    <dsp:sp modelId="{A1229E04-663A-DE44-9220-0110F792CD3F}">
      <dsp:nvSpPr>
        <dsp:cNvPr id="0" name=""/>
        <dsp:cNvSpPr/>
      </dsp:nvSpPr>
      <dsp:spPr>
        <a:xfrm>
          <a:off x="2918097" y="2707878"/>
          <a:ext cx="4466680" cy="1039812"/>
        </a:xfrm>
        <a:prstGeom prst="roundRect">
          <a:avLst>
            <a:gd name="adj" fmla="val 10000"/>
          </a:avLst>
        </a:prstGeom>
        <a:pattFill prst="pct90">
          <a:fgClr>
            <a:schemeClr val="accent6">
              <a:lumMod val="60000"/>
              <a:lumOff val="40000"/>
            </a:schemeClr>
          </a:fgClr>
          <a:bgClr>
            <a:schemeClr val="bg1"/>
          </a:bgClr>
        </a:patt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solidFill>
                <a:schemeClr val="bg1"/>
              </a:solidFill>
              <a:latin typeface="Times New Roman" panose="02020603050405020304" pitchFamily="18" charset="0"/>
              <a:cs typeface="Times New Roman" panose="02020603050405020304" pitchFamily="18" charset="0"/>
            </a:rPr>
            <a:t>Quy </a:t>
          </a:r>
          <a:r>
            <a:rPr lang="en-US" sz="3600" kern="1200" dirty="0" err="1">
              <a:solidFill>
                <a:schemeClr val="bg1"/>
              </a:solidFill>
              <a:latin typeface="Times New Roman" panose="02020603050405020304" pitchFamily="18" charset="0"/>
              <a:cs typeface="Times New Roman" panose="02020603050405020304" pitchFamily="18" charset="0"/>
            </a:rPr>
            <a:t>trình</a:t>
          </a:r>
          <a:r>
            <a:rPr lang="en-US" sz="3600" kern="1200" dirty="0">
              <a:solidFill>
                <a:schemeClr val="bg1"/>
              </a:solidFill>
              <a:latin typeface="Times New Roman" panose="02020603050405020304" pitchFamily="18" charset="0"/>
              <a:cs typeface="Times New Roman" panose="02020603050405020304" pitchFamily="18" charset="0"/>
            </a:rPr>
            <a:t> </a:t>
          </a:r>
          <a:r>
            <a:rPr lang="en-US" sz="3600" kern="1200" dirty="0" err="1">
              <a:solidFill>
                <a:schemeClr val="bg1"/>
              </a:solidFill>
              <a:latin typeface="Times New Roman" panose="02020603050405020304" pitchFamily="18" charset="0"/>
              <a:cs typeface="Times New Roman" panose="02020603050405020304" pitchFamily="18" charset="0"/>
            </a:rPr>
            <a:t>bầu</a:t>
          </a:r>
          <a:r>
            <a:rPr lang="en-US" sz="3600" kern="1200" dirty="0">
              <a:solidFill>
                <a:schemeClr val="bg1"/>
              </a:solidFill>
              <a:latin typeface="Times New Roman" panose="02020603050405020304" pitchFamily="18" charset="0"/>
              <a:cs typeface="Times New Roman" panose="02020603050405020304" pitchFamily="18" charset="0"/>
            </a:rPr>
            <a:t> </a:t>
          </a:r>
          <a:r>
            <a:rPr lang="en-US" sz="3600" kern="1200" dirty="0" err="1">
              <a:solidFill>
                <a:schemeClr val="bg1"/>
              </a:solidFill>
              <a:latin typeface="Times New Roman" panose="02020603050405020304" pitchFamily="18" charset="0"/>
              <a:cs typeface="Times New Roman" panose="02020603050405020304" pitchFamily="18" charset="0"/>
            </a:rPr>
            <a:t>cử</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2948552" y="2738333"/>
        <a:ext cx="4405770" cy="978902"/>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2E5555-17EB-4F62-BD8B-04AAF2818B03}" type="datetimeFigureOut">
              <a:rPr lang="en-US" smtClean="0"/>
              <a:t>9/23/25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725EE-7A73-4FB2-9463-3ECD0929CE8D}" type="slidenum">
              <a:rPr lang="en-US" smtClean="0"/>
              <a:t>‹#›</a:t>
            </a:fld>
            <a:endParaRPr lang="en-US"/>
          </a:p>
        </p:txBody>
      </p:sp>
    </p:spTree>
    <p:extLst>
      <p:ext uri="{BB962C8B-B14F-4D97-AF65-F5344CB8AC3E}">
        <p14:creationId xmlns:p14="http://schemas.microsoft.com/office/powerpoint/2010/main" val="216326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E298A7D0-95A4-44FF-8020-9AB806A61429}" type="datetimeFigureOut">
              <a:rPr lang="en-US" smtClean="0"/>
              <a:pPr/>
              <a:t>9/23/25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3242227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98A7D0-95A4-44FF-8020-9AB806A61429}" type="datetimeFigureOut">
              <a:rPr lang="en-US" smtClean="0"/>
              <a:pPr/>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1462860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E298A7D0-95A4-44FF-8020-9AB806A61429}" type="datetimeFigureOut">
              <a:rPr lang="en-US" smtClean="0"/>
              <a:pPr/>
              <a:t>9/23/25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381747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3043347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98A7D0-95A4-44FF-8020-9AB806A61429}" type="datetimeFigureOut">
              <a:rPr lang="en-US" smtClean="0"/>
              <a:pPr/>
              <a:t>9/23/25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135681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98A7D0-95A4-44FF-8020-9AB806A61429}"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1732289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E298A7D0-95A4-44FF-8020-9AB806A61429}" type="datetimeFigureOut">
              <a:rPr lang="en-US" smtClean="0"/>
              <a:pPr/>
              <a:t>9/23/25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936619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175158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2925388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2716445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428565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D8554A37-CF17-4FB7-8687-3BE16B5B3699}" type="slidenum">
              <a:rPr lang="en-US" smtClean="0"/>
              <a:pPr/>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24655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98A7D0-95A4-44FF-8020-9AB806A61429}"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196461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98A7D0-95A4-44FF-8020-9AB806A61429}"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2425906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298A7D0-95A4-44FF-8020-9AB806A61429}"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504231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98A7D0-95A4-44FF-8020-9AB806A61429}" type="datetimeFigureOut">
              <a:rPr lang="en-US" smtClean="0"/>
              <a:pPr/>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54A37-CF17-4FB7-8687-3BE16B5B3699}" type="slidenum">
              <a:rPr lang="en-US" smtClean="0"/>
              <a:pPr/>
              <a:t>‹#›</a:t>
            </a:fld>
            <a:endParaRPr lang="en-US"/>
          </a:p>
        </p:txBody>
      </p:sp>
    </p:spTree>
    <p:extLst>
      <p:ext uri="{BB962C8B-B14F-4D97-AF65-F5344CB8AC3E}">
        <p14:creationId xmlns:p14="http://schemas.microsoft.com/office/powerpoint/2010/main" val="2508635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E298A7D0-95A4-44FF-8020-9AB806A61429}" type="datetimeFigureOut">
              <a:rPr lang="en-US" smtClean="0"/>
              <a:pPr/>
              <a:t>9/23/25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D8554A37-CF17-4FB7-8687-3BE16B5B3699}" type="slidenum">
              <a:rPr lang="en-US" smtClean="0"/>
              <a:pPr/>
              <a:t>‹#›</a:t>
            </a:fld>
            <a:endParaRPr lang="en-US"/>
          </a:p>
        </p:txBody>
      </p:sp>
    </p:spTree>
    <p:extLst>
      <p:ext uri="{BB962C8B-B14F-4D97-AF65-F5344CB8AC3E}">
        <p14:creationId xmlns:p14="http://schemas.microsoft.com/office/powerpoint/2010/main" val="122040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298A7D0-95A4-44FF-8020-9AB806A61429}" type="datetimeFigureOut">
              <a:rPr lang="en-US" smtClean="0"/>
              <a:pPr/>
              <a:t>9/23/25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D8554A37-CF17-4FB7-8687-3BE16B5B3699}" type="slidenum">
              <a:rPr lang="en-US" smtClean="0"/>
              <a:pPr/>
              <a:t>‹#›</a:t>
            </a:fld>
            <a:endParaRPr lang="en-US"/>
          </a:p>
        </p:txBody>
      </p:sp>
    </p:spTree>
    <p:extLst>
      <p:ext uri="{BB962C8B-B14F-4D97-AF65-F5344CB8AC3E}">
        <p14:creationId xmlns:p14="http://schemas.microsoft.com/office/powerpoint/2010/main" val="3763606698"/>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2" name="Rectangle 4"/>
          <p:cNvSpPr>
            <a:spLocks noGrp="1" noChangeArrowheads="1"/>
          </p:cNvSpPr>
          <p:nvPr>
            <p:ph type="ctrTitle"/>
          </p:nvPr>
        </p:nvSpPr>
        <p:spPr>
          <a:xfrm>
            <a:off x="76200" y="2514119"/>
            <a:ext cx="7772400" cy="1829761"/>
          </a:xfrm>
        </p:spPr>
        <p:txBody>
          <a:bodyPr>
            <a:noAutofit/>
          </a:bodyPr>
          <a:lstStyle/>
          <a:p>
            <a:pPr algn="ctr" eaLnBrk="1" hangingPunct="1">
              <a:defRPr/>
            </a:pPr>
            <a:r>
              <a:rPr lang="en-US" sz="3600" b="1" dirty="0">
                <a:latin typeface="Times New Roman" pitchFamily="18" charset="0"/>
                <a:cs typeface="Times New Roman" pitchFamily="18" charset="0"/>
              </a:rPr>
              <a:t>BÀI 6</a:t>
            </a:r>
            <a:br>
              <a:rPr lang="en-US" sz="3600" b="1" i="1" dirty="0">
                <a:latin typeface="Times New Roman" pitchFamily="18" charset="0"/>
                <a:cs typeface="Times New Roman" pitchFamily="18" charset="0"/>
              </a:rPr>
            </a:b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LUẬT HIẾN PHÁP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76132"/>
                                        </p:tgtEl>
                                        <p:attrNameLst>
                                          <p:attrName>style.visibility</p:attrName>
                                        </p:attrNameLst>
                                      </p:cBhvr>
                                      <p:to>
                                        <p:strVal val="visible"/>
                                      </p:to>
                                    </p:set>
                                    <p:anim from="(-#ppt_w/2)" to="(#ppt_x)" calcmode="lin" valueType="num">
                                      <p:cBhvr>
                                        <p:cTn id="7" dur="600" fill="hold">
                                          <p:stCondLst>
                                            <p:cond delay="0"/>
                                          </p:stCondLst>
                                        </p:cTn>
                                        <p:tgtEl>
                                          <p:spTgt spid="176132"/>
                                        </p:tgtEl>
                                        <p:attrNameLst>
                                          <p:attrName>ppt_x</p:attrName>
                                        </p:attrNameLst>
                                      </p:cBhvr>
                                    </p:anim>
                                    <p:anim from="0" to="-1.0" calcmode="lin" valueType="num">
                                      <p:cBhvr>
                                        <p:cTn id="8" dur="200" decel="50000" autoRev="1" fill="hold">
                                          <p:stCondLst>
                                            <p:cond delay="600"/>
                                          </p:stCondLst>
                                        </p:cTn>
                                        <p:tgtEl>
                                          <p:spTgt spid="176132"/>
                                        </p:tgtEl>
                                        <p:attrNameLst>
                                          <p:attrName>xshear</p:attrName>
                                        </p:attrNameLst>
                                      </p:cBhvr>
                                    </p:anim>
                                    <p:animScale>
                                      <p:cBhvr>
                                        <p:cTn id="9" dur="200" decel="100000" autoRev="1" fill="hold">
                                          <p:stCondLst>
                                            <p:cond delay="600"/>
                                          </p:stCondLst>
                                        </p:cTn>
                                        <p:tgtEl>
                                          <p:spTgt spid="176132"/>
                                        </p:tgtEl>
                                      </p:cBhvr>
                                      <p:from x="100000" y="100000"/>
                                      <p:to x="80000" y="100000"/>
                                    </p:animScale>
                                    <p:anim by="(#ppt_h/3+#ppt_w*0.1)" calcmode="lin" valueType="num">
                                      <p:cBhvr additive="sum">
                                        <p:cTn id="10" dur="200" decel="100000" autoRev="1" fill="hold">
                                          <p:stCondLst>
                                            <p:cond delay="600"/>
                                          </p:stCondLst>
                                        </p:cTn>
                                        <p:tgtEl>
                                          <p:spTgt spid="17613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rrowheads="1"/>
          </p:cNvSpPr>
          <p:nvPr>
            <p:ph type="title"/>
          </p:nvPr>
        </p:nvSpPr>
        <p:spPr/>
        <p:txBody>
          <a:bodyPr/>
          <a:lstStyle/>
          <a:p>
            <a:pPr eaLnBrk="1" hangingPunct="1">
              <a:defRPr/>
            </a:pPr>
            <a:r>
              <a:rPr lang="en-US" b="1" dirty="0">
                <a:latin typeface="Times New Roman" pitchFamily="18" charset="0"/>
                <a:cs typeface="Times New Roman" pitchFamily="18" charset="0"/>
              </a:rPr>
              <a:t>1. </a:t>
            </a:r>
            <a:r>
              <a:rPr lang="en-US" b="1" dirty="0" err="1">
                <a:latin typeface="Times New Roman" pitchFamily="18" charset="0"/>
                <a:cs typeface="Times New Roman" pitchFamily="18" charset="0"/>
              </a:rPr>
              <a:t>Khái</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niệm</a:t>
            </a:r>
            <a:endParaRPr lang="en-US" b="1" dirty="0">
              <a:latin typeface="Times New Roman" pitchFamily="18" charset="0"/>
              <a:cs typeface="Times New Roman" pitchFamily="18" charset="0"/>
            </a:endParaRPr>
          </a:p>
        </p:txBody>
      </p:sp>
      <p:sp>
        <p:nvSpPr>
          <p:cNvPr id="178179" name="Rectangle 3"/>
          <p:cNvSpPr>
            <a:spLocks noGrp="1" noRot="1" noChangeArrowheads="1"/>
          </p:cNvSpPr>
          <p:nvPr>
            <p:ph idx="1"/>
          </p:nvPr>
        </p:nvSpPr>
        <p:spPr>
          <a:xfrm>
            <a:off x="381000" y="2505456"/>
            <a:ext cx="8153400" cy="3599316"/>
          </a:xfrm>
        </p:spPr>
        <p:txBody>
          <a:bodyPr>
            <a:normAutofit fontScale="92500" lnSpcReduction="10000"/>
          </a:bodyPr>
          <a:lstStyle/>
          <a:p>
            <a:pPr algn="just"/>
            <a:r>
              <a:rPr lang="vi-VN" sz="3600" dirty="0">
                <a:latin typeface="Times New Roman" panose="02020603050405020304" pitchFamily="18" charset="0"/>
                <a:cs typeface="Times New Roman" panose="02020603050405020304" pitchFamily="18" charset="0"/>
              </a:rPr>
              <a:t>Hiến pháp là đạo luật cơ bản trong mỗi quốc gia, có hiệu lực pháp lý tối cao, quy định những vấn đề cơ bản nhất, quan trọng nhất của chế độ chính trị; chính sách phát triển kinh tế, văn hoá xã hội; các quyền con người, quyền và nghĩa vụ cơ bản của công dân; tổ chức và hoạt đọng của các cơ quan nhà nước then chốt ở trung ương và địa phương</a:t>
            </a:r>
          </a:p>
          <a:p>
            <a:pPr marL="609600" indent="-609600" algn="just" eaLnBrk="1" hangingPunct="1">
              <a:buFont typeface="Wingdings" pitchFamily="2" charset="2"/>
              <a:buNone/>
              <a:defRPr/>
            </a:pP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78178"/>
                                        </p:tgtEl>
                                        <p:attrNameLst>
                                          <p:attrName>style.visibility</p:attrName>
                                        </p:attrNameLst>
                                      </p:cBhvr>
                                      <p:to>
                                        <p:strVal val="visible"/>
                                      </p:to>
                                    </p:set>
                                    <p:anim from="(-#ppt_w/2)" to="(#ppt_x)" calcmode="lin" valueType="num">
                                      <p:cBhvr>
                                        <p:cTn id="7" dur="600" fill="hold">
                                          <p:stCondLst>
                                            <p:cond delay="0"/>
                                          </p:stCondLst>
                                        </p:cTn>
                                        <p:tgtEl>
                                          <p:spTgt spid="178178"/>
                                        </p:tgtEl>
                                        <p:attrNameLst>
                                          <p:attrName>ppt_x</p:attrName>
                                        </p:attrNameLst>
                                      </p:cBhvr>
                                    </p:anim>
                                    <p:anim from="0" to="-1.0" calcmode="lin" valueType="num">
                                      <p:cBhvr>
                                        <p:cTn id="8" dur="200" decel="50000" autoRev="1" fill="hold">
                                          <p:stCondLst>
                                            <p:cond delay="600"/>
                                          </p:stCondLst>
                                        </p:cTn>
                                        <p:tgtEl>
                                          <p:spTgt spid="178178"/>
                                        </p:tgtEl>
                                        <p:attrNameLst>
                                          <p:attrName>xshear</p:attrName>
                                        </p:attrNameLst>
                                      </p:cBhvr>
                                    </p:anim>
                                    <p:animScale>
                                      <p:cBhvr>
                                        <p:cTn id="9" dur="200" decel="100000" autoRev="1" fill="hold">
                                          <p:stCondLst>
                                            <p:cond delay="600"/>
                                          </p:stCondLst>
                                        </p:cTn>
                                        <p:tgtEl>
                                          <p:spTgt spid="178178"/>
                                        </p:tgtEl>
                                      </p:cBhvr>
                                      <p:from x="100000" y="100000"/>
                                      <p:to x="80000" y="100000"/>
                                    </p:animScale>
                                    <p:anim by="(#ppt_h/3+#ppt_w*0.1)" calcmode="lin" valueType="num">
                                      <p:cBhvr additive="sum">
                                        <p:cTn id="10" dur="200" decel="100000" autoRev="1" fill="hold">
                                          <p:stCondLst>
                                            <p:cond delay="600"/>
                                          </p:stCondLst>
                                        </p:cTn>
                                        <p:tgtEl>
                                          <p:spTgt spid="178178"/>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78179">
                                            <p:txEl>
                                              <p:pRg st="0" end="0"/>
                                            </p:txEl>
                                          </p:spTgt>
                                        </p:tgtEl>
                                        <p:attrNameLst>
                                          <p:attrName>style.visibility</p:attrName>
                                        </p:attrNameLst>
                                      </p:cBhvr>
                                      <p:to>
                                        <p:strVal val="visible"/>
                                      </p:to>
                                    </p:set>
                                    <p:animEffect transition="in" filter="wipe(down)">
                                      <p:cBhvr>
                                        <p:cTn id="15" dur="500"/>
                                        <p:tgtEl>
                                          <p:spTgt spid="1781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P spid="17817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Rot="1" noChangeArrowheads="1"/>
          </p:cNvSpPr>
          <p:nvPr>
            <p:ph type="title"/>
          </p:nvPr>
        </p:nvSpPr>
        <p:spPr>
          <a:xfrm>
            <a:off x="128994" y="685800"/>
            <a:ext cx="7696200" cy="1143000"/>
          </a:xfrm>
        </p:spPr>
        <p:txBody>
          <a:bodyPr>
            <a:normAutofit/>
          </a:bodyPr>
          <a:lstStyle/>
          <a:p>
            <a:pPr eaLnBrk="1" hangingPunct="1">
              <a:defRPr/>
            </a:pPr>
            <a:r>
              <a:rPr lang="en-US" i="1" dirty="0" err="1">
                <a:latin typeface="Times New Roman" pitchFamily="18" charset="0"/>
                <a:cs typeface="Times New Roman" pitchFamily="18" charset="0"/>
              </a:rPr>
              <a:t>Đặc</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trưng</a:t>
            </a:r>
            <a:endParaRPr lang="en-US" i="1" dirty="0">
              <a:latin typeface="Times New Roman" pitchFamily="18" charset="0"/>
              <a:cs typeface="Times New Roman" pitchFamily="18" charset="0"/>
            </a:endParaRPr>
          </a:p>
        </p:txBody>
      </p:sp>
      <p:graphicFrame>
        <p:nvGraphicFramePr>
          <p:cNvPr id="2" name="Diagram 1">
            <a:extLst>
              <a:ext uri="{FF2B5EF4-FFF2-40B4-BE49-F238E27FC236}">
                <a16:creationId xmlns:a16="http://schemas.microsoft.com/office/drawing/2014/main" id="{0C19F326-0B6E-A9A2-4E13-AC54F5C54F9B}"/>
              </a:ext>
            </a:extLst>
          </p:cNvPr>
          <p:cNvGraphicFramePr/>
          <p:nvPr>
            <p:extLst>
              <p:ext uri="{D42A27DB-BD31-4B8C-83A1-F6EECF244321}">
                <p14:modId xmlns:p14="http://schemas.microsoft.com/office/powerpoint/2010/main" val="787519206"/>
              </p:ext>
            </p:extLst>
          </p:nvPr>
        </p:nvGraphicFramePr>
        <p:xfrm>
          <a:off x="609600" y="2209800"/>
          <a:ext cx="76962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80226"/>
                                        </p:tgtEl>
                                        <p:attrNameLst>
                                          <p:attrName>style.visibility</p:attrName>
                                        </p:attrNameLst>
                                      </p:cBhvr>
                                      <p:to>
                                        <p:strVal val="visible"/>
                                      </p:to>
                                    </p:set>
                                    <p:anim calcmode="lin" valueType="num">
                                      <p:cBhvr>
                                        <p:cTn id="7" dur="1000" fill="hold"/>
                                        <p:tgtEl>
                                          <p:spTgt spid="180226"/>
                                        </p:tgtEl>
                                        <p:attrNameLst>
                                          <p:attrName>ppt_w</p:attrName>
                                        </p:attrNameLst>
                                      </p:cBhvr>
                                      <p:tavLst>
                                        <p:tav tm="0">
                                          <p:val>
                                            <p:fltVal val="0"/>
                                          </p:val>
                                        </p:tav>
                                        <p:tav tm="100000">
                                          <p:val>
                                            <p:strVal val="#ppt_w"/>
                                          </p:val>
                                        </p:tav>
                                      </p:tavLst>
                                    </p:anim>
                                    <p:anim calcmode="lin" valueType="num">
                                      <p:cBhvr>
                                        <p:cTn id="8" dur="1000" fill="hold"/>
                                        <p:tgtEl>
                                          <p:spTgt spid="180226"/>
                                        </p:tgtEl>
                                        <p:attrNameLst>
                                          <p:attrName>ppt_h</p:attrName>
                                        </p:attrNameLst>
                                      </p:cBhvr>
                                      <p:tavLst>
                                        <p:tav tm="0">
                                          <p:val>
                                            <p:fltVal val="0"/>
                                          </p:val>
                                        </p:tav>
                                        <p:tav tm="100000">
                                          <p:val>
                                            <p:strVal val="#ppt_h"/>
                                          </p:val>
                                        </p:tav>
                                      </p:tavLst>
                                    </p:anim>
                                    <p:anim calcmode="lin" valueType="num">
                                      <p:cBhvr>
                                        <p:cTn id="9" dur="1000" fill="hold"/>
                                        <p:tgtEl>
                                          <p:spTgt spid="180226"/>
                                        </p:tgtEl>
                                        <p:attrNameLst>
                                          <p:attrName>style.rotation</p:attrName>
                                        </p:attrNameLst>
                                      </p:cBhvr>
                                      <p:tavLst>
                                        <p:tav tm="0">
                                          <p:val>
                                            <p:fltVal val="90"/>
                                          </p:val>
                                        </p:tav>
                                        <p:tav tm="100000">
                                          <p:val>
                                            <p:fltVal val="0"/>
                                          </p:val>
                                        </p:tav>
                                      </p:tavLst>
                                    </p:anim>
                                    <p:animEffect transition="in" filter="fade">
                                      <p:cBhvr>
                                        <p:cTn id="10" dur="1000"/>
                                        <p:tgtEl>
                                          <p:spTgt spid="180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a:latin typeface="Times New Roman" panose="02020603050405020304" pitchFamily="18" charset="0"/>
                <a:cs typeface="Times New Roman" panose="02020603050405020304" pitchFamily="18" charset="0"/>
              </a:rPr>
              <a:t>Quy </a:t>
            </a:r>
            <a:r>
              <a:rPr lang="en-US" i="1" dirty="0" err="1">
                <a:latin typeface="Times New Roman" panose="02020603050405020304" pitchFamily="18" charset="0"/>
                <a:cs typeface="Times New Roman" panose="02020603050405020304" pitchFamily="18" charset="0"/>
              </a:rPr>
              <a:t>trình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lập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hiến</a:t>
            </a:r>
            <a:endParaRPr lang="en-US" i="1"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94D4EA6E-994B-B816-D0C3-1195D8FF8526}"/>
              </a:ext>
            </a:extLst>
          </p:cNvPr>
          <p:cNvGraphicFramePr/>
          <p:nvPr>
            <p:extLst>
              <p:ext uri="{D42A27DB-BD31-4B8C-83A1-F6EECF244321}">
                <p14:modId xmlns:p14="http://schemas.microsoft.com/office/powerpoint/2010/main" val="2172612794"/>
              </p:ext>
            </p:extLst>
          </p:nvPr>
        </p:nvGraphicFramePr>
        <p:xfrm>
          <a:off x="531638" y="2209800"/>
          <a:ext cx="8078961"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331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2F48B83-BEF2-BE43-135E-3F1984B04870}"/>
              </a:ext>
            </a:extLst>
          </p:cNvPr>
          <p:cNvSpPr>
            <a:spLocks noGrp="1"/>
          </p:cNvSpPr>
          <p:nvPr>
            <p:ph type="title"/>
          </p:nvPr>
        </p:nvSpPr>
        <p:spPr>
          <a:xfrm>
            <a:off x="531639" y="753228"/>
            <a:ext cx="6896534" cy="1080938"/>
          </a:xfrm>
        </p:spPr>
        <p:txBody>
          <a:bodyPr/>
          <a:lstStyle/>
          <a:p>
            <a:pPr algn="ctr"/>
            <a:r>
              <a:rPr lang="en-US" i="1" dirty="0" err="1">
                <a:latin typeface="Times New Roman" panose="02020603050405020304" pitchFamily="18" charset="0"/>
                <a:cs typeface="Times New Roman" panose="02020603050405020304" pitchFamily="18" charset="0"/>
              </a:rPr>
              <a:t>Lịch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sử</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lập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hiến</a:t>
            </a:r>
            <a:r>
              <a:rPr lang="en-US" i="1" dirty="0">
                <a:latin typeface="Times New Roman" panose="02020603050405020304" pitchFamily="18" charset="0"/>
                <a:cs typeface="Times New Roman" panose="02020603050405020304" pitchFamily="18" charset="0"/>
              </a:rPr>
              <a:t> Việt Nam</a:t>
            </a:r>
          </a:p>
        </p:txBody>
      </p:sp>
      <p:graphicFrame>
        <p:nvGraphicFramePr>
          <p:cNvPr id="8" name="Diagram 7">
            <a:extLst>
              <a:ext uri="{FF2B5EF4-FFF2-40B4-BE49-F238E27FC236}">
                <a16:creationId xmlns:a16="http://schemas.microsoft.com/office/drawing/2014/main" id="{8F27A0C2-0D70-3F2E-961B-588E9A94F67B}"/>
              </a:ext>
            </a:extLst>
          </p:cNvPr>
          <p:cNvGraphicFramePr/>
          <p:nvPr>
            <p:extLst>
              <p:ext uri="{D42A27DB-BD31-4B8C-83A1-F6EECF244321}">
                <p14:modId xmlns:p14="http://schemas.microsoft.com/office/powerpoint/2010/main" val="4147692764"/>
              </p:ext>
            </p:extLst>
          </p:nvPr>
        </p:nvGraphicFramePr>
        <p:xfrm>
          <a:off x="1344530" y="2209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900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6821-E90E-D3A7-E233-82764299DD1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FD00281-F5D5-4E16-DDF8-3D480D86E9DA}"/>
              </a:ext>
            </a:extLst>
          </p:cNvPr>
          <p:cNvSpPr>
            <a:spLocks noGrp="1"/>
          </p:cNvSpPr>
          <p:nvPr>
            <p:ph type="title"/>
          </p:nvPr>
        </p:nvSpPr>
        <p:spPr>
          <a:xfrm>
            <a:off x="531639" y="753228"/>
            <a:ext cx="6896534" cy="1080938"/>
          </a:xfrm>
        </p:spPr>
        <p:txBody>
          <a:bodyPr/>
          <a:lstStyle/>
          <a:p>
            <a:pPr algn="ctr"/>
            <a:r>
              <a:rPr lang="en-US" i="1" dirty="0">
                <a:latin typeface="Times New Roman" panose="02020603050405020304" pitchFamily="18" charset="0"/>
                <a:cs typeface="Times New Roman" panose="02020603050405020304" pitchFamily="18" charset="0"/>
              </a:rPr>
              <a:t>Các </a:t>
            </a:r>
            <a:r>
              <a:rPr lang="en-US" i="1" dirty="0" err="1">
                <a:latin typeface="Times New Roman" panose="02020603050405020304" pitchFamily="18" charset="0"/>
                <a:cs typeface="Times New Roman" panose="02020603050405020304" pitchFamily="18" charset="0"/>
              </a:rPr>
              <a:t>chế</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định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cơ</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bản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Hiến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pháp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năm</a:t>
            </a:r>
            <a:r>
              <a:rPr lang="en-US" i="1" dirty="0">
                <a:latin typeface="Times New Roman" panose="02020603050405020304" pitchFamily="18" charset="0"/>
                <a:cs typeface="Times New Roman" panose="02020603050405020304" pitchFamily="18" charset="0"/>
              </a:rPr>
              <a:t> 2013</a:t>
            </a:r>
          </a:p>
        </p:txBody>
      </p:sp>
      <p:graphicFrame>
        <p:nvGraphicFramePr>
          <p:cNvPr id="8" name="Diagram 7">
            <a:extLst>
              <a:ext uri="{FF2B5EF4-FFF2-40B4-BE49-F238E27FC236}">
                <a16:creationId xmlns:a16="http://schemas.microsoft.com/office/drawing/2014/main" id="{E0437B53-123F-899C-65E4-D2F311DFE673}"/>
              </a:ext>
            </a:extLst>
          </p:cNvPr>
          <p:cNvGraphicFramePr/>
          <p:nvPr>
            <p:extLst>
              <p:ext uri="{D42A27DB-BD31-4B8C-83A1-F6EECF244321}">
                <p14:modId xmlns:p14="http://schemas.microsoft.com/office/powerpoint/2010/main" val="3264807503"/>
              </p:ext>
            </p:extLst>
          </p:nvPr>
        </p:nvGraphicFramePr>
        <p:xfrm>
          <a:off x="543996" y="2209800"/>
          <a:ext cx="7304604"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8190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rrowheads="1"/>
          </p:cNvSpPr>
          <p:nvPr>
            <p:ph type="title"/>
          </p:nvPr>
        </p:nvSpPr>
        <p:spPr>
          <a:xfrm>
            <a:off x="-609600" y="685800"/>
            <a:ext cx="7772400" cy="1143000"/>
          </a:xfrm>
        </p:spPr>
        <p:txBody>
          <a:bodyPr/>
          <a:lstStyle/>
          <a:p>
            <a:pPr algn="ctr" eaLnBrk="1" hangingPunct="1">
              <a:defRPr/>
            </a:pPr>
            <a:r>
              <a:rPr lang="en-US" b="1" dirty="0" err="1">
                <a:latin typeface="Times New Roman" pitchFamily="18" charset="0"/>
                <a:cs typeface="Times New Roman" pitchFamily="18" charset="0"/>
              </a:rPr>
              <a:t>Chế</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độ</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chính</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trị</a:t>
            </a:r>
            <a:endParaRPr lang="en-US" b="1" dirty="0">
              <a:latin typeface="Times New Roman" pitchFamily="18" charset="0"/>
              <a:cs typeface="Times New Roman" pitchFamily="18" charset="0"/>
            </a:endParaRPr>
          </a:p>
        </p:txBody>
      </p:sp>
      <p:sp>
        <p:nvSpPr>
          <p:cNvPr id="185347" name="Rectangle 3"/>
          <p:cNvSpPr>
            <a:spLocks noGrp="1" noRot="1" noChangeArrowheads="1"/>
          </p:cNvSpPr>
          <p:nvPr>
            <p:ph idx="1"/>
          </p:nvPr>
        </p:nvSpPr>
        <p:spPr>
          <a:xfrm>
            <a:off x="152400" y="2362200"/>
            <a:ext cx="8686800" cy="2362200"/>
          </a:xfrm>
        </p:spPr>
        <p:txBody>
          <a:bodyPr>
            <a:noAutofit/>
          </a:bodyPr>
          <a:lstStyle/>
          <a:p>
            <a:pPr marL="0" indent="0" algn="just">
              <a:buNone/>
              <a:defRPr/>
            </a:pPr>
            <a:r>
              <a:rPr lang="en-US" sz="2800" i="1" dirty="0" err="1">
                <a:latin typeface="Times New Roman" pitchFamily="18" charset="0"/>
                <a:cs typeface="Times New Roman" pitchFamily="18" charset="0"/>
              </a:rPr>
              <a:t>Khái</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niệm</a:t>
            </a:r>
            <a:r>
              <a:rPr lang="en-US" sz="2800" i="1"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vi-VN" sz="2800" dirty="0">
                <a:latin typeface="Times New Roman" panose="02020603050405020304" pitchFamily="18" charset="0"/>
                <a:cs typeface="Times New Roman" panose="02020603050405020304" pitchFamily="18" charset="0"/>
              </a:rPr>
              <a:t>tổng thể những phương pháp, cách thức, hình thức mà giai cấp cầm quyền sử dụng để thực hiện quyền lực chính trị của mình đối với xã hội, bảo đảm cho sự tồn tại và hoạt động của bộ máy nhà nước cũng như duy trì trật tự xã hội theo ý chí của giai cấp đó.</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185346"/>
                                        </p:tgtEl>
                                        <p:attrNameLst>
                                          <p:attrName>style.visibility</p:attrName>
                                        </p:attrNameLst>
                                      </p:cBhvr>
                                      <p:to>
                                        <p:strVal val="visible"/>
                                      </p:to>
                                    </p:set>
                                    <p:anim calcmode="lin" valueType="num">
                                      <p:cBhvr>
                                        <p:cTn id="7" dur="1000" fill="hold"/>
                                        <p:tgtEl>
                                          <p:spTgt spid="18534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185346"/>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185346"/>
                                        </p:tgtEl>
                                        <p:attrNameLst>
                                          <p:attrName>ppt_y</p:attrName>
                                        </p:attrNameLst>
                                      </p:cBhvr>
                                      <p:tavLst>
                                        <p:tav tm="0">
                                          <p:val>
                                            <p:strVal val="#ppt_y"/>
                                          </p:val>
                                        </p:tav>
                                        <p:tav tm="100000">
                                          <p:val>
                                            <p:strVal val="#ppt_y"/>
                                          </p:val>
                                        </p:tav>
                                      </p:tavLst>
                                    </p:anim>
                                    <p:animEffect transition="in" filter="fade">
                                      <p:cBhvr>
                                        <p:cTn id="10" dur="1000"/>
                                        <p:tgtEl>
                                          <p:spTgt spid="185346"/>
                                        </p:tgtEl>
                                      </p:cBhvr>
                                    </p:animEffect>
                                  </p:childTnLst>
                                </p:cTn>
                              </p:par>
                            </p:childTnLst>
                          </p:cTn>
                        </p:par>
                      </p:childTnLst>
                    </p:cTn>
                  </p:par>
                  <p:par>
                    <p:cTn id="11" fill="hold">
                      <p:stCondLst>
                        <p:cond delay="indefinite"/>
                      </p:stCondLst>
                      <p:childTnLst>
                        <p:par>
                          <p:cTn id="12" fill="hold">
                            <p:stCondLst>
                              <p:cond delay="0"/>
                            </p:stCondLst>
                            <p:childTnLst>
                              <p:par>
                                <p:cTn id="13" presetID="48" presetClass="entr" presetSubtype="0" accel="50000" fill="hold" grpId="0" nodeType="clickEffect">
                                  <p:stCondLst>
                                    <p:cond delay="0"/>
                                  </p:stCondLst>
                                  <p:childTnLst>
                                    <p:set>
                                      <p:cBhvr>
                                        <p:cTn id="14" dur="1" fill="hold">
                                          <p:stCondLst>
                                            <p:cond delay="0"/>
                                          </p:stCondLst>
                                        </p:cTn>
                                        <p:tgtEl>
                                          <p:spTgt spid="185347">
                                            <p:txEl>
                                              <p:pRg st="0" end="0"/>
                                            </p:txEl>
                                          </p:spTgt>
                                        </p:tgtEl>
                                        <p:attrNameLst>
                                          <p:attrName>style.visibility</p:attrName>
                                        </p:attrNameLst>
                                      </p:cBhvr>
                                      <p:to>
                                        <p:strVal val="visible"/>
                                      </p:to>
                                    </p:set>
                                    <p:anim calcmode="lin" valueType="num">
                                      <p:cBhvr>
                                        <p:cTn id="15" dur="1000" fill="hold"/>
                                        <p:tgtEl>
                                          <p:spTgt spid="185347">
                                            <p:txEl>
                                              <p:pRg st="0" end="0"/>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6" dur="1000" fill="hold"/>
                                        <p:tgtEl>
                                          <p:spTgt spid="185347">
                                            <p:txEl>
                                              <p:pRg st="0" end="0"/>
                                            </p:txEl>
                                          </p:spTgt>
                                        </p:tgtEl>
                                        <p:attrNameLst>
                                          <p:attrName>ppt_x</p:attrName>
                                        </p:attrNameLst>
                                      </p:cBhvr>
                                      <p:tavLst>
                                        <p:tav tm="0">
                                          <p:val>
                                            <p:fltVal val="-1"/>
                                          </p:val>
                                        </p:tav>
                                        <p:tav tm="50000">
                                          <p:val>
                                            <p:fltVal val="0.95"/>
                                          </p:val>
                                        </p:tav>
                                        <p:tav tm="100000">
                                          <p:val>
                                            <p:strVal val="#ppt_x"/>
                                          </p:val>
                                        </p:tav>
                                      </p:tavLst>
                                    </p:anim>
                                    <p:anim calcmode="lin" valueType="num">
                                      <p:cBhvr>
                                        <p:cTn id="17" dur="1000" fill="hold"/>
                                        <p:tgtEl>
                                          <p:spTgt spid="185347">
                                            <p:txEl>
                                              <p:pRg st="0" end="0"/>
                                            </p:txEl>
                                          </p:spTgt>
                                        </p:tgtEl>
                                        <p:attrNameLst>
                                          <p:attrName>ppt_y</p:attrName>
                                        </p:attrNameLst>
                                      </p:cBhvr>
                                      <p:tavLst>
                                        <p:tav tm="0">
                                          <p:val>
                                            <p:strVal val="#ppt_y"/>
                                          </p:val>
                                        </p:tav>
                                        <p:tav tm="100000">
                                          <p:val>
                                            <p:strVal val="#ppt_y"/>
                                          </p:val>
                                        </p:tav>
                                      </p:tavLst>
                                    </p:anim>
                                    <p:animEffect transition="in" filter="fade">
                                      <p:cBhvr>
                                        <p:cTn id="18" dur="1000"/>
                                        <p:tgtEl>
                                          <p:spTgt spid="1853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p:bldP spid="1853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rrowheads="1"/>
          </p:cNvSpPr>
          <p:nvPr>
            <p:ph type="title"/>
          </p:nvPr>
        </p:nvSpPr>
        <p:spPr/>
        <p:txBody>
          <a:bodyPr/>
          <a:lstStyle/>
          <a:p>
            <a:pPr algn="ctr" eaLnBrk="1" hangingPunct="1">
              <a:defRPr/>
            </a:pPr>
            <a:r>
              <a:rPr lang="en-US" i="1" dirty="0" err="1">
                <a:latin typeface="Times New Roman" pitchFamily="18" charset="0"/>
                <a:cs typeface="Times New Roman" pitchFamily="18" charset="0"/>
              </a:rPr>
              <a:t>Hệ</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thống</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chính</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trị</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nước</a:t>
            </a:r>
            <a:r>
              <a:rPr lang="en-US" i="1" dirty="0">
                <a:latin typeface="Times New Roman" pitchFamily="18" charset="0"/>
                <a:cs typeface="Times New Roman" pitchFamily="18" charset="0"/>
              </a:rPr>
              <a:t> CHXHCN Việt Nam</a:t>
            </a:r>
          </a:p>
        </p:txBody>
      </p:sp>
      <p:graphicFrame>
        <p:nvGraphicFramePr>
          <p:cNvPr id="5" name="Diagram 4">
            <a:extLst>
              <a:ext uri="{FF2B5EF4-FFF2-40B4-BE49-F238E27FC236}">
                <a16:creationId xmlns:a16="http://schemas.microsoft.com/office/drawing/2014/main" id="{FD6D5827-F082-2BFE-08C6-95BA8B7B73F0}"/>
              </a:ext>
            </a:extLst>
          </p:cNvPr>
          <p:cNvGraphicFramePr/>
          <p:nvPr>
            <p:extLst>
              <p:ext uri="{D42A27DB-BD31-4B8C-83A1-F6EECF244321}">
                <p14:modId xmlns:p14="http://schemas.microsoft.com/office/powerpoint/2010/main" val="4014269529"/>
              </p:ext>
            </p:extLst>
          </p:nvPr>
        </p:nvGraphicFramePr>
        <p:xfrm>
          <a:off x="1332173" y="2286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90466"/>
                                        </p:tgtEl>
                                        <p:attrNameLst>
                                          <p:attrName>style.visibility</p:attrName>
                                        </p:attrNameLst>
                                      </p:cBhvr>
                                      <p:to>
                                        <p:strVal val="visible"/>
                                      </p:to>
                                    </p:set>
                                    <p:anim calcmode="lin" valueType="num">
                                      <p:cBhvr>
                                        <p:cTn id="7" dur="1000" fill="hold"/>
                                        <p:tgtEl>
                                          <p:spTgt spid="190466"/>
                                        </p:tgtEl>
                                        <p:attrNameLst>
                                          <p:attrName>ppt_w</p:attrName>
                                        </p:attrNameLst>
                                      </p:cBhvr>
                                      <p:tavLst>
                                        <p:tav tm="0">
                                          <p:val>
                                            <p:fltVal val="0"/>
                                          </p:val>
                                        </p:tav>
                                        <p:tav tm="100000">
                                          <p:val>
                                            <p:strVal val="#ppt_w"/>
                                          </p:val>
                                        </p:tav>
                                      </p:tavLst>
                                    </p:anim>
                                    <p:anim calcmode="lin" valueType="num">
                                      <p:cBhvr>
                                        <p:cTn id="8" dur="1000" fill="hold"/>
                                        <p:tgtEl>
                                          <p:spTgt spid="190466"/>
                                        </p:tgtEl>
                                        <p:attrNameLst>
                                          <p:attrName>ppt_h</p:attrName>
                                        </p:attrNameLst>
                                      </p:cBhvr>
                                      <p:tavLst>
                                        <p:tav tm="0">
                                          <p:val>
                                            <p:fltVal val="0"/>
                                          </p:val>
                                        </p:tav>
                                        <p:tav tm="100000">
                                          <p:val>
                                            <p:strVal val="#ppt_h"/>
                                          </p:val>
                                        </p:tav>
                                      </p:tavLst>
                                    </p:anim>
                                    <p:anim calcmode="lin" valueType="num">
                                      <p:cBhvr>
                                        <p:cTn id="9" dur="1000" fill="hold"/>
                                        <p:tgtEl>
                                          <p:spTgt spid="190466"/>
                                        </p:tgtEl>
                                        <p:attrNameLst>
                                          <p:attrName>style.rotation</p:attrName>
                                        </p:attrNameLst>
                                      </p:cBhvr>
                                      <p:tavLst>
                                        <p:tav tm="0">
                                          <p:val>
                                            <p:fltVal val="90"/>
                                          </p:val>
                                        </p:tav>
                                        <p:tav tm="100000">
                                          <p:val>
                                            <p:fltVal val="0"/>
                                          </p:val>
                                        </p:tav>
                                      </p:tavLst>
                                    </p:anim>
                                    <p:animEffect transition="in" filter="fade">
                                      <p:cBhvr>
                                        <p:cTn id="10" dur="1000"/>
                                        <p:tgtEl>
                                          <p:spTgt spid="190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94E67AD-1DD7-5E17-9022-BEBF5AC9E915}"/>
              </a:ext>
            </a:extLst>
          </p:cNvPr>
          <p:cNvSpPr>
            <a:spLocks noGrp="1" noRot="1" noChangeArrowheads="1"/>
          </p:cNvSpPr>
          <p:nvPr>
            <p:ph type="title"/>
          </p:nvPr>
        </p:nvSpPr>
        <p:spPr>
          <a:xfrm>
            <a:off x="531639" y="753228"/>
            <a:ext cx="6896534" cy="1080938"/>
          </a:xfrm>
        </p:spPr>
        <p:txBody>
          <a:bodyPr/>
          <a:lstStyle/>
          <a:p>
            <a:pPr algn="ctr" eaLnBrk="1" hangingPunct="1">
              <a:defRPr/>
            </a:pPr>
            <a:r>
              <a:rPr lang="en-US" i="1" dirty="0">
                <a:latin typeface="Times New Roman" pitchFamily="18" charset="0"/>
                <a:cs typeface="Times New Roman" pitchFamily="18" charset="0"/>
              </a:rPr>
              <a:t>Quyền con </a:t>
            </a:r>
            <a:r>
              <a:rPr lang="en-US" i="1" dirty="0" err="1">
                <a:latin typeface="Times New Roman" pitchFamily="18" charset="0"/>
                <a:cs typeface="Times New Roman" pitchFamily="18" charset="0"/>
              </a:rPr>
              <a:t>người</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quyền</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và</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nghĩa</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vụ</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cơ</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bản</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của</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công</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dân</a:t>
            </a:r>
            <a:endParaRPr lang="en-US" i="1" dirty="0">
              <a:latin typeface="Times New Roman" pitchFamily="18" charset="0"/>
              <a:cs typeface="Times New Roman" pitchFamily="18" charset="0"/>
            </a:endParaRPr>
          </a:p>
        </p:txBody>
      </p:sp>
      <p:graphicFrame>
        <p:nvGraphicFramePr>
          <p:cNvPr id="3" name="Diagram 2">
            <a:extLst>
              <a:ext uri="{FF2B5EF4-FFF2-40B4-BE49-F238E27FC236}">
                <a16:creationId xmlns:a16="http://schemas.microsoft.com/office/drawing/2014/main" id="{1BFC04A6-B9F4-A0E3-79CF-CB6A61F68CD1}"/>
              </a:ext>
            </a:extLst>
          </p:cNvPr>
          <p:cNvGraphicFramePr/>
          <p:nvPr>
            <p:extLst>
              <p:ext uri="{D42A27DB-BD31-4B8C-83A1-F6EECF244321}">
                <p14:modId xmlns:p14="http://schemas.microsoft.com/office/powerpoint/2010/main" val="4051049307"/>
              </p:ext>
            </p:extLst>
          </p:nvPr>
        </p:nvGraphicFramePr>
        <p:xfrm>
          <a:off x="931906" y="2028415"/>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700E5CD-A366-A1C4-4CBA-E3BD1CCC9877}"/>
              </a:ext>
            </a:extLst>
          </p:cNvPr>
          <p:cNvSpPr>
            <a:spLocks noGrp="1" noRot="1" noChangeArrowheads="1"/>
          </p:cNvSpPr>
          <p:nvPr>
            <p:ph type="title"/>
          </p:nvPr>
        </p:nvSpPr>
        <p:spPr>
          <a:xfrm>
            <a:off x="531639" y="753228"/>
            <a:ext cx="6896534" cy="1080938"/>
          </a:xfrm>
        </p:spPr>
        <p:txBody>
          <a:bodyPr/>
          <a:lstStyle/>
          <a:p>
            <a:pPr algn="ctr" eaLnBrk="1" hangingPunct="1">
              <a:defRPr/>
            </a:pPr>
            <a:r>
              <a:rPr lang="en-US" i="1" dirty="0">
                <a:latin typeface="Times New Roman" pitchFamily="18" charset="0"/>
                <a:cs typeface="Times New Roman" pitchFamily="18" charset="0"/>
              </a:rPr>
              <a:t>Kinh </a:t>
            </a:r>
            <a:r>
              <a:rPr lang="en-US" i="1" dirty="0" err="1">
                <a:latin typeface="Times New Roman" pitchFamily="18" charset="0"/>
                <a:cs typeface="Times New Roman" pitchFamily="18" charset="0"/>
              </a:rPr>
              <a:t>tế</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văn</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hoá</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xã</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hội</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giáo</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dục</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môi</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trường</a:t>
            </a:r>
            <a:r>
              <a:rPr lang="en-US" i="1" dirty="0">
                <a:latin typeface="Times New Roman" pitchFamily="18" charset="0"/>
                <a:cs typeface="Times New Roman" pitchFamily="18" charset="0"/>
              </a:rPr>
              <a:t>, khoa </a:t>
            </a:r>
            <a:r>
              <a:rPr lang="en-US" i="1" dirty="0" err="1">
                <a:latin typeface="Times New Roman" pitchFamily="18" charset="0"/>
                <a:cs typeface="Times New Roman" pitchFamily="18" charset="0"/>
              </a:rPr>
              <a:t>học</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công</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nghệ</a:t>
            </a:r>
            <a:endParaRPr lang="en-US" i="1" dirty="0">
              <a:latin typeface="Times New Roman" pitchFamily="18" charset="0"/>
              <a:cs typeface="Times New Roman" pitchFamily="18" charset="0"/>
            </a:endParaRPr>
          </a:p>
        </p:txBody>
      </p:sp>
      <p:graphicFrame>
        <p:nvGraphicFramePr>
          <p:cNvPr id="3" name="Diagram 2">
            <a:extLst>
              <a:ext uri="{FF2B5EF4-FFF2-40B4-BE49-F238E27FC236}">
                <a16:creationId xmlns:a16="http://schemas.microsoft.com/office/drawing/2014/main" id="{3B8A808C-249A-1C64-9735-AB54190124C1}"/>
              </a:ext>
            </a:extLst>
          </p:cNvPr>
          <p:cNvGraphicFramePr/>
          <p:nvPr>
            <p:extLst>
              <p:ext uri="{D42A27DB-BD31-4B8C-83A1-F6EECF244321}">
                <p14:modId xmlns:p14="http://schemas.microsoft.com/office/powerpoint/2010/main" val="2451261741"/>
              </p:ext>
            </p:extLst>
          </p:nvPr>
        </p:nvGraphicFramePr>
        <p:xfrm>
          <a:off x="609600" y="2209800"/>
          <a:ext cx="73914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5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06004205-0E51-8964-8B74-31DBED641F6A}"/>
              </a:ext>
            </a:extLst>
          </p:cNvPr>
          <p:cNvGraphicFramePr/>
          <p:nvPr>
            <p:extLst>
              <p:ext uri="{D42A27DB-BD31-4B8C-83A1-F6EECF244321}">
                <p14:modId xmlns:p14="http://schemas.microsoft.com/office/powerpoint/2010/main" val="1497379828"/>
              </p:ext>
            </p:extLst>
          </p:nvPr>
        </p:nvGraphicFramePr>
        <p:xfrm>
          <a:off x="609600" y="2209800"/>
          <a:ext cx="73914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2">
            <a:extLst>
              <a:ext uri="{FF2B5EF4-FFF2-40B4-BE49-F238E27FC236}">
                <a16:creationId xmlns:a16="http://schemas.microsoft.com/office/drawing/2014/main" id="{61A818DE-7B40-C122-922E-4AD69E7F6154}"/>
              </a:ext>
            </a:extLst>
          </p:cNvPr>
          <p:cNvSpPr>
            <a:spLocks noGrp="1" noRot="1" noChangeArrowheads="1"/>
          </p:cNvSpPr>
          <p:nvPr>
            <p:ph type="title"/>
          </p:nvPr>
        </p:nvSpPr>
        <p:spPr>
          <a:xfrm>
            <a:off x="531639" y="753228"/>
            <a:ext cx="6896534" cy="1080938"/>
          </a:xfrm>
        </p:spPr>
        <p:txBody>
          <a:bodyPr/>
          <a:lstStyle/>
          <a:p>
            <a:pPr algn="ctr" eaLnBrk="1" hangingPunct="1">
              <a:defRPr/>
            </a:pPr>
            <a:r>
              <a:rPr lang="en-US" i="1" dirty="0" err="1">
                <a:latin typeface="Times New Roman" pitchFamily="18" charset="0"/>
                <a:cs typeface="Times New Roman" pitchFamily="18" charset="0"/>
              </a:rPr>
              <a:t>Chế</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độ</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bầu</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cử</a:t>
            </a:r>
            <a:endParaRPr lang="en-US" i="1" dirty="0">
              <a:latin typeface="Times New Roman" pitchFamily="18" charset="0"/>
              <a:cs typeface="Times New Roman" pitchFamily="18" charset="0"/>
            </a:endParaRPr>
          </a:p>
        </p:txBody>
      </p:sp>
    </p:spTree>
    <p:extLst>
      <p:ext uri="{BB962C8B-B14F-4D97-AF65-F5344CB8AC3E}">
        <p14:creationId xmlns:p14="http://schemas.microsoft.com/office/powerpoint/2010/main" val="144831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EN\Desktop\the-end.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816</TotalTime>
  <Words>479</Words>
  <Application>Microsoft Macintosh PowerPoint</Application>
  <PresentationFormat>On-screen Show (4:3)</PresentationFormat>
  <Paragraphs>61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Times New Roman</vt:lpstr>
      <vt:lpstr>Trebuchet MS</vt:lpstr>
      <vt:lpstr>Wingdings</vt:lpstr>
      <vt:lpstr>Berlin</vt:lpstr>
      <vt:lpstr>BÀI 6  LUẬT HIẾN PHÁP</vt:lpstr>
      <vt:lpstr>1. Khái niệm</vt:lpstr>
      <vt:lpstr>Đặc trưng</vt:lpstr>
      <vt:lpstr>Quy trình lập hiến</vt:lpstr>
      <vt:lpstr>Lịch sử lập hiến Việt Nam</vt:lpstr>
      <vt:lpstr>Các chế định cơ bản của Hiến pháp năm 2013</vt:lpstr>
      <vt:lpstr>Chế độ chính trị</vt:lpstr>
      <vt:lpstr>Hệ thống chính trị nước CHXHCN Việt Nam</vt:lpstr>
      <vt:lpstr>Quyền con người, quyền và nghĩa vụ cơ bản của công dân</vt:lpstr>
      <vt:lpstr>Kinh tế, văn hoá, xã hội, giáo dục, môi trường, khoa học công nghệ</vt:lpstr>
      <vt:lpstr>Chế độ bầu cử</vt:lpstr>
      <vt:lpstr>PowerPoint Presentation</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6:  THỰC HIỆN PHÁP LUẬT VI PHẠM PHÁP LUẬT  TRÁCH NHIỆM PHÁP LÝ</dc:title>
  <dc:creator>LIEN</dc:creator>
  <cp:lastModifiedBy>Liên Nguyễn</cp:lastModifiedBy>
  <cp:revision>52</cp:revision>
  <dcterms:created xsi:type="dcterms:W3CDTF">2014-10-19T08:55:10Z</dcterms:created>
  <dcterms:modified xsi:type="dcterms:W3CDTF">2025-09-23T07:50:27Z</dcterms:modified>
</cp:coreProperties>
</file>