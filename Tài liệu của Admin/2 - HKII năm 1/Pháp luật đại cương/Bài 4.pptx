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66" r:id="rId3"/>
    <p:sldId id="268" r:id="rId4"/>
    <p:sldId id="269" r:id="rId5"/>
    <p:sldId id="270" r:id="rId6"/>
    <p:sldId id="271" r:id="rId7"/>
    <p:sldId id="317" r:id="rId8"/>
    <p:sldId id="314" r:id="rId9"/>
    <p:sldId id="272" r:id="rId10"/>
    <p:sldId id="273" r:id="rId11"/>
    <p:sldId id="274" r:id="rId12"/>
    <p:sldId id="275" r:id="rId13"/>
    <p:sldId id="276" r:id="rId14"/>
    <p:sldId id="278" r:id="rId15"/>
    <p:sldId id="279" r:id="rId16"/>
    <p:sldId id="280" r:id="rId17"/>
    <p:sldId id="297" r:id="rId18"/>
    <p:sldId id="298" r:id="rId19"/>
    <p:sldId id="299" r:id="rId20"/>
    <p:sldId id="306" r:id="rId21"/>
    <p:sldId id="307" r:id="rId22"/>
    <p:sldId id="308" r:id="rId23"/>
    <p:sldId id="321" r:id="rId24"/>
    <p:sldId id="309" r:id="rId25"/>
    <p:sldId id="322" r:id="rId26"/>
    <p:sldId id="323" r:id="rId27"/>
    <p:sldId id="313" r:id="rId2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64"/>
    <p:restoredTop sz="94637"/>
  </p:normalViewPr>
  <p:slideViewPr>
    <p:cSldViewPr>
      <p:cViewPr varScale="1">
        <p:scale>
          <a:sx n="103" d="100"/>
          <a:sy n="103" d="100"/>
        </p:scale>
        <p:origin x="576" y="18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iagrams/_rels/data1.xml.rels><?xml version="1.0" encoding="UTF-8" standalone="yes"?>
<Relationships xmlns="http://schemas.openxmlformats.org/package/2006/relationships"><Relationship Id="rId1" Type="http://schemas.openxmlformats.org/officeDocument/2006/relationships/image" Target="../media/image4.png"/></Relationships>
</file>

<file path=ppt/diagrams/_rels/data3.xml.rels><?xml version="1.0" encoding="UTF-8" standalone="yes"?>
<Relationships xmlns="http://schemas.openxmlformats.org/package/2006/relationships"><Relationship Id="rId1" Type="http://schemas.openxmlformats.org/officeDocument/2006/relationships/image" Target="../media/image4.png"/></Relationships>
</file>

<file path=ppt/diagrams/_rels/drawing3.xml.rels><?xml version="1.0" encoding="UTF-8" standalone="yes"?>
<Relationships xmlns="http://schemas.openxmlformats.org/package/2006/relationships"><Relationship Id="rId1" Type="http://schemas.openxmlformats.org/officeDocument/2006/relationships/image" Target="../media/image4.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16C64AA-CD0B-6445-B053-A234C6877827}" type="doc">
      <dgm:prSet loTypeId="urn:microsoft.com/office/officeart/2005/8/layout/pyramid2" loCatId="" qsTypeId="urn:microsoft.com/office/officeart/2005/8/quickstyle/simple2" qsCatId="simple" csTypeId="urn:microsoft.com/office/officeart/2005/8/colors/accent1_2" csCatId="accent1" phldr="1"/>
      <dgm:spPr/>
    </dgm:pt>
    <dgm:pt modelId="{12565F02-BEEF-B848-87C8-73FDD373EF97}">
      <dgm:prSet phldrT="[Text]"/>
      <dgm:spPr/>
      <dgm:t>
        <a:bodyPr/>
        <a:lstStyle/>
        <a:p>
          <a:r>
            <a:rPr lang="en-US" dirty="0" err="1">
              <a:latin typeface="Times New Roman" panose="02020603050405020304" pitchFamily="18" charset="0"/>
              <a:cs typeface="Times New Roman" panose="02020603050405020304" pitchFamily="18" charset="0"/>
            </a:rPr>
            <a:t>Chủ</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thể</a:t>
          </a:r>
          <a:endParaRPr lang="en-US" dirty="0">
            <a:latin typeface="Times New Roman" panose="02020603050405020304" pitchFamily="18" charset="0"/>
            <a:cs typeface="Times New Roman" panose="02020603050405020304" pitchFamily="18" charset="0"/>
          </a:endParaRPr>
        </a:p>
      </dgm:t>
    </dgm:pt>
    <dgm:pt modelId="{0DBA0DB3-F9D0-934A-A220-7B80544E2F78}" type="parTrans" cxnId="{C1929750-E6FC-694A-A273-B13884FD91A5}">
      <dgm:prSet/>
      <dgm:spPr/>
      <dgm:t>
        <a:bodyPr/>
        <a:lstStyle/>
        <a:p>
          <a:endParaRPr lang="en-US"/>
        </a:p>
      </dgm:t>
    </dgm:pt>
    <dgm:pt modelId="{10F95CC9-50BD-B642-A97B-220BF088C83A}" type="sibTrans" cxnId="{C1929750-E6FC-694A-A273-B13884FD91A5}">
      <dgm:prSet/>
      <dgm:spPr/>
      <dgm:t>
        <a:bodyPr/>
        <a:lstStyle/>
        <a:p>
          <a:endParaRPr lang="en-US"/>
        </a:p>
      </dgm:t>
    </dgm:pt>
    <dgm:pt modelId="{A2F5F681-6CB2-B84C-AFD5-3EA92C7D4A94}">
      <dgm:prSet phldrT="[Text]"/>
      <dgm:spPr/>
      <dgm:t>
        <a:bodyPr/>
        <a:lstStyle/>
        <a:p>
          <a:r>
            <a:rPr lang="en-US" dirty="0" err="1">
              <a:latin typeface="Times New Roman" panose="02020603050405020304" pitchFamily="18" charset="0"/>
              <a:cs typeface="Times New Roman" panose="02020603050405020304" pitchFamily="18" charset="0"/>
            </a:rPr>
            <a:t>Khách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thể</a:t>
          </a:r>
          <a:endParaRPr lang="en-US" dirty="0">
            <a:latin typeface="Times New Roman" panose="02020603050405020304" pitchFamily="18" charset="0"/>
            <a:cs typeface="Times New Roman" panose="02020603050405020304" pitchFamily="18" charset="0"/>
          </a:endParaRPr>
        </a:p>
      </dgm:t>
    </dgm:pt>
    <dgm:pt modelId="{4B7A0216-9C42-204C-AA4A-9C1DD54A1559}" type="parTrans" cxnId="{CFA84922-C7CB-CD42-B35E-1FF3C236884B}">
      <dgm:prSet/>
      <dgm:spPr/>
      <dgm:t>
        <a:bodyPr/>
        <a:lstStyle/>
        <a:p>
          <a:endParaRPr lang="en-US"/>
        </a:p>
      </dgm:t>
    </dgm:pt>
    <dgm:pt modelId="{FC68C9CF-63DE-E94A-AA07-D1C71EEBB489}" type="sibTrans" cxnId="{CFA84922-C7CB-CD42-B35E-1FF3C236884B}">
      <dgm:prSet/>
      <dgm:spPr/>
      <dgm:t>
        <a:bodyPr/>
        <a:lstStyle/>
        <a:p>
          <a:endParaRPr lang="en-US"/>
        </a:p>
      </dgm:t>
    </dgm:pt>
    <dgm:pt modelId="{A1D5CEB5-1620-EC46-B232-3AFE9D9BB887}">
      <dgm:prSet phldrT="[Text]"/>
      <dgm:spPr/>
      <dgm:t>
        <a:bodyPr/>
        <a:lstStyle/>
        <a:p>
          <a:r>
            <a:rPr lang="en-US" dirty="0" err="1">
              <a:latin typeface="Times New Roman" panose="02020603050405020304" pitchFamily="18" charset="0"/>
              <a:cs typeface="Times New Roman" panose="02020603050405020304" pitchFamily="18" charset="0"/>
            </a:rPr>
            <a:t>Nội</a:t>
          </a:r>
          <a:r>
            <a:rPr lang="en-US" dirty="0">
              <a:latin typeface="Times New Roman" panose="02020603050405020304" pitchFamily="18" charset="0"/>
              <a:cs typeface="Times New Roman" panose="02020603050405020304" pitchFamily="18" charset="0"/>
            </a:rPr>
            <a:t> dung</a:t>
          </a:r>
        </a:p>
      </dgm:t>
    </dgm:pt>
    <dgm:pt modelId="{32888852-D319-8B49-A729-6AE3053580D9}" type="parTrans" cxnId="{6E2EF128-BBA1-D743-825F-0709C71BA3A9}">
      <dgm:prSet/>
      <dgm:spPr/>
      <dgm:t>
        <a:bodyPr/>
        <a:lstStyle/>
        <a:p>
          <a:endParaRPr lang="en-US"/>
        </a:p>
      </dgm:t>
    </dgm:pt>
    <dgm:pt modelId="{7DF2920B-72BC-8445-9DB8-6887E0BFEE18}" type="sibTrans" cxnId="{6E2EF128-BBA1-D743-825F-0709C71BA3A9}">
      <dgm:prSet/>
      <dgm:spPr/>
      <dgm:t>
        <a:bodyPr/>
        <a:lstStyle/>
        <a:p>
          <a:endParaRPr lang="en-US"/>
        </a:p>
      </dgm:t>
    </dgm:pt>
    <dgm:pt modelId="{B6CAF38E-7215-8F40-B433-C454AFF72381}" type="pres">
      <dgm:prSet presAssocID="{C16C64AA-CD0B-6445-B053-A234C6877827}" presName="compositeShape" presStyleCnt="0">
        <dgm:presLayoutVars>
          <dgm:dir/>
          <dgm:resizeHandles/>
        </dgm:presLayoutVars>
      </dgm:prSet>
      <dgm:spPr/>
    </dgm:pt>
    <dgm:pt modelId="{6935C399-3AB8-CF44-966A-9B31904DB2F7}" type="pres">
      <dgm:prSet presAssocID="{C16C64AA-CD0B-6445-B053-A234C6877827}" presName="pyramid" presStyleLbl="node1" presStyleIdx="0" presStyleCnt="1" custLinFactNeighborX="-2500" custLinFactNeighborY="16284"/>
      <dgm:spPr/>
    </dgm:pt>
    <dgm:pt modelId="{3CEE82A4-E8E8-C344-AD1B-3580ED3530B2}" type="pres">
      <dgm:prSet presAssocID="{C16C64AA-CD0B-6445-B053-A234C6877827}" presName="theList" presStyleCnt="0"/>
      <dgm:spPr/>
    </dgm:pt>
    <dgm:pt modelId="{67EB60E1-200A-464C-A204-879AEA3A54E7}" type="pres">
      <dgm:prSet presAssocID="{12565F02-BEEF-B848-87C8-73FDD373EF97}" presName="aNode" presStyleLbl="fgAcc1" presStyleIdx="0" presStyleCnt="3">
        <dgm:presLayoutVars>
          <dgm:bulletEnabled val="1"/>
        </dgm:presLayoutVars>
      </dgm:prSet>
      <dgm:spPr/>
    </dgm:pt>
    <dgm:pt modelId="{7E3E0FC1-996E-E348-89B3-7327C1510A58}" type="pres">
      <dgm:prSet presAssocID="{12565F02-BEEF-B848-87C8-73FDD373EF97}" presName="aSpace" presStyleCnt="0"/>
      <dgm:spPr/>
    </dgm:pt>
    <dgm:pt modelId="{2C416879-5D3E-2E4B-B869-91D3D7480C46}" type="pres">
      <dgm:prSet presAssocID="{A2F5F681-6CB2-B84C-AFD5-3EA92C7D4A94}" presName="aNode" presStyleLbl="fgAcc1" presStyleIdx="1" presStyleCnt="3">
        <dgm:presLayoutVars>
          <dgm:bulletEnabled val="1"/>
        </dgm:presLayoutVars>
      </dgm:prSet>
      <dgm:spPr/>
    </dgm:pt>
    <dgm:pt modelId="{4D420DD3-2F7A-924E-9BBD-3127941EFF70}" type="pres">
      <dgm:prSet presAssocID="{A2F5F681-6CB2-B84C-AFD5-3EA92C7D4A94}" presName="aSpace" presStyleCnt="0"/>
      <dgm:spPr/>
    </dgm:pt>
    <dgm:pt modelId="{62C3C460-F34F-6442-8CFA-CF1E4AF74645}" type="pres">
      <dgm:prSet presAssocID="{A1D5CEB5-1620-EC46-B232-3AFE9D9BB887}" presName="aNode" presStyleLbl="fgAcc1" presStyleIdx="2" presStyleCnt="3">
        <dgm:presLayoutVars>
          <dgm:bulletEnabled val="1"/>
        </dgm:presLayoutVars>
      </dgm:prSet>
      <dgm:spPr/>
    </dgm:pt>
    <dgm:pt modelId="{2955233A-FE87-E540-BFE3-EED4BD5C80DE}" type="pres">
      <dgm:prSet presAssocID="{A1D5CEB5-1620-EC46-B232-3AFE9D9BB887}" presName="aSpace" presStyleCnt="0"/>
      <dgm:spPr/>
    </dgm:pt>
  </dgm:ptLst>
  <dgm:cxnLst>
    <dgm:cxn modelId="{CFA84922-C7CB-CD42-B35E-1FF3C236884B}" srcId="{C16C64AA-CD0B-6445-B053-A234C6877827}" destId="{A2F5F681-6CB2-B84C-AFD5-3EA92C7D4A94}" srcOrd="1" destOrd="0" parTransId="{4B7A0216-9C42-204C-AA4A-9C1DD54A1559}" sibTransId="{FC68C9CF-63DE-E94A-AA07-D1C71EEBB489}"/>
    <dgm:cxn modelId="{6E2EF128-BBA1-D743-825F-0709C71BA3A9}" srcId="{C16C64AA-CD0B-6445-B053-A234C6877827}" destId="{A1D5CEB5-1620-EC46-B232-3AFE9D9BB887}" srcOrd="2" destOrd="0" parTransId="{32888852-D319-8B49-A729-6AE3053580D9}" sibTransId="{7DF2920B-72BC-8445-9DB8-6887E0BFEE18}"/>
    <dgm:cxn modelId="{C1929750-E6FC-694A-A273-B13884FD91A5}" srcId="{C16C64AA-CD0B-6445-B053-A234C6877827}" destId="{12565F02-BEEF-B848-87C8-73FDD373EF97}" srcOrd="0" destOrd="0" parTransId="{0DBA0DB3-F9D0-934A-A220-7B80544E2F78}" sibTransId="{10F95CC9-50BD-B642-A97B-220BF088C83A}"/>
    <dgm:cxn modelId="{4DF45E69-330B-974A-AE17-79E2857F9CDD}" type="presOf" srcId="{A1D5CEB5-1620-EC46-B232-3AFE9D9BB887}" destId="{62C3C460-F34F-6442-8CFA-CF1E4AF74645}" srcOrd="0" destOrd="0" presId="urn:microsoft.com/office/officeart/2005/8/layout/pyramid2"/>
    <dgm:cxn modelId="{6045E77D-C6E1-8C4A-BBF2-49E4415D5CAD}" type="presOf" srcId="{A2F5F681-6CB2-B84C-AFD5-3EA92C7D4A94}" destId="{2C416879-5D3E-2E4B-B869-91D3D7480C46}" srcOrd="0" destOrd="0" presId="urn:microsoft.com/office/officeart/2005/8/layout/pyramid2"/>
    <dgm:cxn modelId="{C75D50A8-EA89-244F-AC4D-022C5A8F3820}" type="presOf" srcId="{12565F02-BEEF-B848-87C8-73FDD373EF97}" destId="{67EB60E1-200A-464C-A204-879AEA3A54E7}" srcOrd="0" destOrd="0" presId="urn:microsoft.com/office/officeart/2005/8/layout/pyramid2"/>
    <dgm:cxn modelId="{F9BA90B2-6ABF-714C-9ACC-745C066EDC3A}" type="presOf" srcId="{C16C64AA-CD0B-6445-B053-A234C6877827}" destId="{B6CAF38E-7215-8F40-B433-C454AFF72381}" srcOrd="0" destOrd="0" presId="urn:microsoft.com/office/officeart/2005/8/layout/pyramid2"/>
    <dgm:cxn modelId="{02F5E457-D656-7746-A41C-4142001E7347}" type="presParOf" srcId="{B6CAF38E-7215-8F40-B433-C454AFF72381}" destId="{6935C399-3AB8-CF44-966A-9B31904DB2F7}" srcOrd="0" destOrd="0" presId="urn:microsoft.com/office/officeart/2005/8/layout/pyramid2"/>
    <dgm:cxn modelId="{0F9E183A-E0B5-F940-BD25-58259A19E8CE}" type="presParOf" srcId="{B6CAF38E-7215-8F40-B433-C454AFF72381}" destId="{3CEE82A4-E8E8-C344-AD1B-3580ED3530B2}" srcOrd="1" destOrd="0" presId="urn:microsoft.com/office/officeart/2005/8/layout/pyramid2"/>
    <dgm:cxn modelId="{A5D4FEF6-84DC-F54D-8B74-1EF3A5A06F81}" type="presParOf" srcId="{3CEE82A4-E8E8-C344-AD1B-3580ED3530B2}" destId="{67EB60E1-200A-464C-A204-879AEA3A54E7}" srcOrd="0" destOrd="0" presId="urn:microsoft.com/office/officeart/2005/8/layout/pyramid2"/>
    <dgm:cxn modelId="{24A14FE3-0D5A-7D4F-98E6-A255719F7167}" type="presParOf" srcId="{3CEE82A4-E8E8-C344-AD1B-3580ED3530B2}" destId="{7E3E0FC1-996E-E348-89B3-7327C1510A58}" srcOrd="1" destOrd="0" presId="urn:microsoft.com/office/officeart/2005/8/layout/pyramid2"/>
    <dgm:cxn modelId="{2F45AFBC-5A9F-E640-9D06-AE35F9D148E0}" type="presParOf" srcId="{3CEE82A4-E8E8-C344-AD1B-3580ED3530B2}" destId="{2C416879-5D3E-2E4B-B869-91D3D7480C46}" srcOrd="2" destOrd="0" presId="urn:microsoft.com/office/officeart/2005/8/layout/pyramid2"/>
    <dgm:cxn modelId="{3AB2A91A-9290-7746-87DE-FF8F40AA53A2}" type="presParOf" srcId="{3CEE82A4-E8E8-C344-AD1B-3580ED3530B2}" destId="{4D420DD3-2F7A-924E-9BBD-3127941EFF70}" srcOrd="3" destOrd="0" presId="urn:microsoft.com/office/officeart/2005/8/layout/pyramid2"/>
    <dgm:cxn modelId="{C22C5861-F93C-BB42-8F85-E08C4697DC06}" type="presParOf" srcId="{3CEE82A4-E8E8-C344-AD1B-3580ED3530B2}" destId="{62C3C460-F34F-6442-8CFA-CF1E4AF74645}" srcOrd="4" destOrd="0" presId="urn:microsoft.com/office/officeart/2005/8/layout/pyramid2"/>
    <dgm:cxn modelId="{D18F12A7-46E8-7040-84DD-0B0D3162C8AC}" type="presParOf" srcId="{3CEE82A4-E8E8-C344-AD1B-3580ED3530B2}" destId="{2955233A-FE87-E540-BFE3-EED4BD5C80DE}" srcOrd="5" destOrd="0" presId="urn:microsoft.com/office/officeart/2005/8/layout/pyramid2"/>
  </dgm:cxnLst>
  <dgm:bg>
    <a:blipFill>
      <a:blip xmlns:r="http://schemas.openxmlformats.org/officeDocument/2006/relationships" r:embed="rId1"/>
      <a:tile tx="0" ty="0" sx="100000" sy="100000" flip="none" algn="tl"/>
    </a:blipFill>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D117A12-AE71-D546-B01A-32DCF1FEFEBA}" type="doc">
      <dgm:prSet loTypeId="urn:microsoft.com/office/officeart/2005/8/layout/hierarchy3" loCatId="" qsTypeId="urn:microsoft.com/office/officeart/2005/8/quickstyle/simple1" qsCatId="simple" csTypeId="urn:microsoft.com/office/officeart/2005/8/colors/accent1_2" csCatId="accent1" phldr="1"/>
      <dgm:spPr/>
      <dgm:t>
        <a:bodyPr/>
        <a:lstStyle/>
        <a:p>
          <a:endParaRPr lang="en-US"/>
        </a:p>
      </dgm:t>
    </dgm:pt>
    <dgm:pt modelId="{3FEDAB49-45FA-9844-9AF0-A6EA763D592A}">
      <dgm:prSet phldrT="[Text]" custT="1"/>
      <dgm:spPr/>
      <dgm:t>
        <a:bodyPr/>
        <a:lstStyle/>
        <a:p>
          <a:r>
            <a:rPr lang="en-US" sz="2800" dirty="0" err="1">
              <a:latin typeface="Times New Roman" panose="02020603050405020304" pitchFamily="18" charset="0"/>
              <a:cs typeface="Times New Roman" panose="02020603050405020304" pitchFamily="18" charset="0"/>
            </a:rPr>
            <a:t>Sự</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biến</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pháp</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lý</a:t>
          </a:r>
          <a:endParaRPr lang="en-US" sz="2800" dirty="0">
            <a:latin typeface="Times New Roman" panose="02020603050405020304" pitchFamily="18" charset="0"/>
            <a:cs typeface="Times New Roman" panose="02020603050405020304" pitchFamily="18" charset="0"/>
          </a:endParaRPr>
        </a:p>
      </dgm:t>
    </dgm:pt>
    <dgm:pt modelId="{4F45E830-94CE-8349-AC52-4BCD46385AE6}" type="parTrans" cxnId="{FC480C15-ED48-4348-885F-1AAA3E8D39C1}">
      <dgm:prSet/>
      <dgm:spPr/>
      <dgm:t>
        <a:bodyPr/>
        <a:lstStyle/>
        <a:p>
          <a:endParaRPr lang="en-US"/>
        </a:p>
      </dgm:t>
    </dgm:pt>
    <dgm:pt modelId="{E09CC8BC-8B6D-6C49-9D6B-60A8D79BDB3A}" type="sibTrans" cxnId="{FC480C15-ED48-4348-885F-1AAA3E8D39C1}">
      <dgm:prSet/>
      <dgm:spPr/>
      <dgm:t>
        <a:bodyPr/>
        <a:lstStyle/>
        <a:p>
          <a:endParaRPr lang="en-US"/>
        </a:p>
      </dgm:t>
    </dgm:pt>
    <dgm:pt modelId="{CC040DA9-3934-1D49-8D09-6E4F7C8DC34E}">
      <dgm:prSet phldrT="[Text]" custT="1"/>
      <dgm:spPr/>
      <dgm:t>
        <a:bodyPr/>
        <a:lstStyle/>
        <a:p>
          <a:r>
            <a:rPr lang="en-US" sz="2800" dirty="0">
              <a:latin typeface="Times New Roman" panose="02020603050405020304" pitchFamily="18" charset="0"/>
              <a:cs typeface="Times New Roman" panose="02020603050405020304" pitchFamily="18" charset="0"/>
            </a:rPr>
            <a:t>Do </a:t>
          </a:r>
          <a:r>
            <a:rPr lang="en-US" sz="2800" dirty="0" err="1">
              <a:latin typeface="Times New Roman" panose="02020603050405020304" pitchFamily="18" charset="0"/>
              <a:cs typeface="Times New Roman" panose="02020603050405020304" pitchFamily="18" charset="0"/>
            </a:rPr>
            <a:t>tác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động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từ</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các</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yếu</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tố</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khách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quan</a:t>
          </a:r>
          <a:endParaRPr lang="en-US" sz="2800" dirty="0">
            <a:latin typeface="Times New Roman" panose="02020603050405020304" pitchFamily="18" charset="0"/>
            <a:cs typeface="Times New Roman" panose="02020603050405020304" pitchFamily="18" charset="0"/>
          </a:endParaRPr>
        </a:p>
      </dgm:t>
    </dgm:pt>
    <dgm:pt modelId="{A630100D-D2EA-4E4B-A0D1-08D66A9D599A}" type="parTrans" cxnId="{FB838BEA-2388-844F-B030-72F0EC35654E}">
      <dgm:prSet/>
      <dgm:spPr/>
      <dgm:t>
        <a:bodyPr/>
        <a:lstStyle/>
        <a:p>
          <a:endParaRPr lang="en-US"/>
        </a:p>
      </dgm:t>
    </dgm:pt>
    <dgm:pt modelId="{785EB114-DE67-4343-AA83-AFA227568795}" type="sibTrans" cxnId="{FB838BEA-2388-844F-B030-72F0EC35654E}">
      <dgm:prSet/>
      <dgm:spPr/>
      <dgm:t>
        <a:bodyPr/>
        <a:lstStyle/>
        <a:p>
          <a:endParaRPr lang="en-US"/>
        </a:p>
      </dgm:t>
    </dgm:pt>
    <dgm:pt modelId="{F176EAB5-55DA-8D4F-8EAD-94254D1DE201}">
      <dgm:prSet phldrT="[Text]" custT="1"/>
      <dgm:spPr/>
      <dgm:t>
        <a:bodyPr/>
        <a:lstStyle/>
        <a:p>
          <a:r>
            <a:rPr lang="en-US" sz="2800" dirty="0" err="1">
              <a:latin typeface="Times New Roman" panose="02020603050405020304" pitchFamily="18" charset="0"/>
              <a:cs typeface="Times New Roman" panose="02020603050405020304" pitchFamily="18" charset="0"/>
            </a:rPr>
            <a:t>Hành</a:t>
          </a:r>
          <a:r>
            <a:rPr lang="en-US" sz="2800" dirty="0">
              <a:latin typeface="Times New Roman" panose="02020603050405020304" pitchFamily="18" charset="0"/>
              <a:cs typeface="Times New Roman" panose="02020603050405020304" pitchFamily="18" charset="0"/>
            </a:rPr>
            <a:t> vi </a:t>
          </a:r>
          <a:r>
            <a:rPr lang="en-US" sz="2800" dirty="0" err="1">
              <a:latin typeface="Times New Roman" panose="02020603050405020304" pitchFamily="18" charset="0"/>
              <a:cs typeface="Times New Roman" panose="02020603050405020304" pitchFamily="18" charset="0"/>
            </a:rPr>
            <a:t>pháp</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lý</a:t>
          </a:r>
          <a:endParaRPr lang="en-US" sz="2800" dirty="0">
            <a:latin typeface="Times New Roman" panose="02020603050405020304" pitchFamily="18" charset="0"/>
            <a:cs typeface="Times New Roman" panose="02020603050405020304" pitchFamily="18" charset="0"/>
          </a:endParaRPr>
        </a:p>
      </dgm:t>
    </dgm:pt>
    <dgm:pt modelId="{C380D02C-0784-1D40-8B76-BE1AD8D44533}" type="parTrans" cxnId="{F873B9BD-EF6B-F642-AA28-54E0CB65427E}">
      <dgm:prSet/>
      <dgm:spPr/>
      <dgm:t>
        <a:bodyPr/>
        <a:lstStyle/>
        <a:p>
          <a:endParaRPr lang="en-US"/>
        </a:p>
      </dgm:t>
    </dgm:pt>
    <dgm:pt modelId="{D17A7A0B-2BAA-3940-B5B4-6B09F29C477E}" type="sibTrans" cxnId="{F873B9BD-EF6B-F642-AA28-54E0CB65427E}">
      <dgm:prSet/>
      <dgm:spPr/>
      <dgm:t>
        <a:bodyPr/>
        <a:lstStyle/>
        <a:p>
          <a:endParaRPr lang="en-US"/>
        </a:p>
      </dgm:t>
    </dgm:pt>
    <dgm:pt modelId="{BF2A3807-A1D0-B44D-964C-D26794BBFDAC}">
      <dgm:prSet phldrT="[Text]" custT="1"/>
      <dgm:spPr/>
      <dgm:t>
        <a:bodyPr/>
        <a:lstStyle/>
        <a:p>
          <a:r>
            <a:rPr lang="en-US" sz="2800" dirty="0" err="1">
              <a:latin typeface="Times New Roman" panose="02020603050405020304" pitchFamily="18" charset="0"/>
              <a:cs typeface="Times New Roman" panose="02020603050405020304" pitchFamily="18" charset="0"/>
            </a:rPr>
            <a:t>Hành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động</a:t>
          </a:r>
          <a:endParaRPr lang="en-US" sz="2800" dirty="0">
            <a:latin typeface="Times New Roman" panose="02020603050405020304" pitchFamily="18" charset="0"/>
            <a:cs typeface="Times New Roman" panose="02020603050405020304" pitchFamily="18" charset="0"/>
          </a:endParaRPr>
        </a:p>
      </dgm:t>
    </dgm:pt>
    <dgm:pt modelId="{3EB43EEF-A16D-164A-B221-AD81CC2612E5}" type="parTrans" cxnId="{5372D89C-E089-DA45-AD48-60E2E6C6C378}">
      <dgm:prSet/>
      <dgm:spPr/>
      <dgm:t>
        <a:bodyPr/>
        <a:lstStyle/>
        <a:p>
          <a:endParaRPr lang="en-US"/>
        </a:p>
      </dgm:t>
    </dgm:pt>
    <dgm:pt modelId="{AC4ECC37-547C-014A-80CB-14A212A9FBE4}" type="sibTrans" cxnId="{5372D89C-E089-DA45-AD48-60E2E6C6C378}">
      <dgm:prSet/>
      <dgm:spPr/>
      <dgm:t>
        <a:bodyPr/>
        <a:lstStyle/>
        <a:p>
          <a:endParaRPr lang="en-US"/>
        </a:p>
      </dgm:t>
    </dgm:pt>
    <dgm:pt modelId="{E1682B5F-EEFD-0A44-881A-BA108CDDDCED}">
      <dgm:prSet phldrT="[Text]" custT="1"/>
      <dgm:spPr/>
      <dgm:t>
        <a:bodyPr/>
        <a:lstStyle/>
        <a:p>
          <a:r>
            <a:rPr lang="en-US" sz="2800" dirty="0" err="1">
              <a:latin typeface="Times New Roman" panose="02020603050405020304" pitchFamily="18" charset="0"/>
              <a:cs typeface="Times New Roman" panose="02020603050405020304" pitchFamily="18" charset="0"/>
            </a:rPr>
            <a:t>Không</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hành</a:t>
          </a:r>
          <a:r>
            <a:rPr lang="en-US" sz="2800" dirty="0">
              <a:latin typeface="Times New Roman" panose="02020603050405020304" pitchFamily="18" charset="0"/>
              <a:cs typeface="Times New Roman" panose="02020603050405020304" pitchFamily="18" charset="0"/>
            </a:rPr>
            <a:t> </a:t>
          </a:r>
          <a:r>
            <a:rPr lang="en-US" sz="2800" dirty="0" err="1">
              <a:latin typeface="Times New Roman" panose="02020603050405020304" pitchFamily="18" charset="0"/>
              <a:cs typeface="Times New Roman" panose="02020603050405020304" pitchFamily="18" charset="0"/>
            </a:rPr>
            <a:t>động</a:t>
          </a:r>
          <a:endParaRPr lang="en-US" sz="2800" dirty="0">
            <a:latin typeface="Times New Roman" panose="02020603050405020304" pitchFamily="18" charset="0"/>
            <a:cs typeface="Times New Roman" panose="02020603050405020304" pitchFamily="18" charset="0"/>
          </a:endParaRPr>
        </a:p>
      </dgm:t>
    </dgm:pt>
    <dgm:pt modelId="{6B27C92F-399A-2F4F-9A49-7B48E9A26FEE}" type="parTrans" cxnId="{B67C1159-687C-024D-9554-BE37D8DA8558}">
      <dgm:prSet/>
      <dgm:spPr/>
      <dgm:t>
        <a:bodyPr/>
        <a:lstStyle/>
        <a:p>
          <a:endParaRPr lang="en-US"/>
        </a:p>
      </dgm:t>
    </dgm:pt>
    <dgm:pt modelId="{AE5BEC16-F3C9-F84C-8FE4-6605682E2F35}" type="sibTrans" cxnId="{B67C1159-687C-024D-9554-BE37D8DA8558}">
      <dgm:prSet/>
      <dgm:spPr/>
      <dgm:t>
        <a:bodyPr/>
        <a:lstStyle/>
        <a:p>
          <a:endParaRPr lang="en-US"/>
        </a:p>
      </dgm:t>
    </dgm:pt>
    <dgm:pt modelId="{F6C52294-7398-8541-9A2A-AA7099B7998A}" type="pres">
      <dgm:prSet presAssocID="{6D117A12-AE71-D546-B01A-32DCF1FEFEBA}" presName="diagram" presStyleCnt="0">
        <dgm:presLayoutVars>
          <dgm:chPref val="1"/>
          <dgm:dir/>
          <dgm:animOne val="branch"/>
          <dgm:animLvl val="lvl"/>
          <dgm:resizeHandles/>
        </dgm:presLayoutVars>
      </dgm:prSet>
      <dgm:spPr/>
    </dgm:pt>
    <dgm:pt modelId="{7520026A-5BCC-A241-915F-C3BF0487047B}" type="pres">
      <dgm:prSet presAssocID="{3FEDAB49-45FA-9844-9AF0-A6EA763D592A}" presName="root" presStyleCnt="0"/>
      <dgm:spPr/>
    </dgm:pt>
    <dgm:pt modelId="{A839B0A8-0F4A-2C4F-9BF7-7C11B521E6D3}" type="pres">
      <dgm:prSet presAssocID="{3FEDAB49-45FA-9844-9AF0-A6EA763D592A}" presName="rootComposite" presStyleCnt="0"/>
      <dgm:spPr/>
    </dgm:pt>
    <dgm:pt modelId="{39D1054C-28DD-CD4A-8C4B-42173DF5E886}" type="pres">
      <dgm:prSet presAssocID="{3FEDAB49-45FA-9844-9AF0-A6EA763D592A}" presName="rootText" presStyleLbl="node1" presStyleIdx="0" presStyleCnt="2"/>
      <dgm:spPr/>
    </dgm:pt>
    <dgm:pt modelId="{17E01D7D-309B-4E47-8357-56A86D2E174B}" type="pres">
      <dgm:prSet presAssocID="{3FEDAB49-45FA-9844-9AF0-A6EA763D592A}" presName="rootConnector" presStyleLbl="node1" presStyleIdx="0" presStyleCnt="2"/>
      <dgm:spPr/>
    </dgm:pt>
    <dgm:pt modelId="{30ADBAD8-3292-724C-B10D-33BDFD5946AA}" type="pres">
      <dgm:prSet presAssocID="{3FEDAB49-45FA-9844-9AF0-A6EA763D592A}" presName="childShape" presStyleCnt="0"/>
      <dgm:spPr/>
    </dgm:pt>
    <dgm:pt modelId="{4FD153CF-75B4-5143-9F13-AADFE2216791}" type="pres">
      <dgm:prSet presAssocID="{A630100D-D2EA-4E4B-A0D1-08D66A9D599A}" presName="Name13" presStyleLbl="parChTrans1D2" presStyleIdx="0" presStyleCnt="3"/>
      <dgm:spPr/>
    </dgm:pt>
    <dgm:pt modelId="{1494F71B-3CF3-8B4E-AC3F-1E78BA523E6F}" type="pres">
      <dgm:prSet presAssocID="{CC040DA9-3934-1D49-8D09-6E4F7C8DC34E}" presName="childText" presStyleLbl="bgAcc1" presStyleIdx="0" presStyleCnt="3" custScaleY="196923">
        <dgm:presLayoutVars>
          <dgm:bulletEnabled val="1"/>
        </dgm:presLayoutVars>
      </dgm:prSet>
      <dgm:spPr/>
    </dgm:pt>
    <dgm:pt modelId="{A49557C6-4CAE-3640-B1FD-CB1DE95FB53E}" type="pres">
      <dgm:prSet presAssocID="{F176EAB5-55DA-8D4F-8EAD-94254D1DE201}" presName="root" presStyleCnt="0"/>
      <dgm:spPr/>
    </dgm:pt>
    <dgm:pt modelId="{A04F0B41-A109-284F-BC9A-D2573ED843C5}" type="pres">
      <dgm:prSet presAssocID="{F176EAB5-55DA-8D4F-8EAD-94254D1DE201}" presName="rootComposite" presStyleCnt="0"/>
      <dgm:spPr/>
    </dgm:pt>
    <dgm:pt modelId="{3393713B-4D74-CF4D-8B67-A6AE3B350DB0}" type="pres">
      <dgm:prSet presAssocID="{F176EAB5-55DA-8D4F-8EAD-94254D1DE201}" presName="rootText" presStyleLbl="node1" presStyleIdx="1" presStyleCnt="2"/>
      <dgm:spPr/>
    </dgm:pt>
    <dgm:pt modelId="{D9FB6CD5-CBDD-324C-9F97-A4781448F77C}" type="pres">
      <dgm:prSet presAssocID="{F176EAB5-55DA-8D4F-8EAD-94254D1DE201}" presName="rootConnector" presStyleLbl="node1" presStyleIdx="1" presStyleCnt="2"/>
      <dgm:spPr/>
    </dgm:pt>
    <dgm:pt modelId="{66D76AD1-1C37-A847-958D-D2F0AE146A66}" type="pres">
      <dgm:prSet presAssocID="{F176EAB5-55DA-8D4F-8EAD-94254D1DE201}" presName="childShape" presStyleCnt="0"/>
      <dgm:spPr/>
    </dgm:pt>
    <dgm:pt modelId="{29B782B9-1678-AD4D-981D-E275C238BA8E}" type="pres">
      <dgm:prSet presAssocID="{3EB43EEF-A16D-164A-B221-AD81CC2612E5}" presName="Name13" presStyleLbl="parChTrans1D2" presStyleIdx="1" presStyleCnt="3"/>
      <dgm:spPr/>
    </dgm:pt>
    <dgm:pt modelId="{4E2EB20D-0311-FB46-A0BC-BAD819972A7B}" type="pres">
      <dgm:prSet presAssocID="{BF2A3807-A1D0-B44D-964C-D26794BBFDAC}" presName="childText" presStyleLbl="bgAcc1" presStyleIdx="1" presStyleCnt="3">
        <dgm:presLayoutVars>
          <dgm:bulletEnabled val="1"/>
        </dgm:presLayoutVars>
      </dgm:prSet>
      <dgm:spPr/>
    </dgm:pt>
    <dgm:pt modelId="{DC26E597-677F-FB41-A8E2-E2839E0E5862}" type="pres">
      <dgm:prSet presAssocID="{6B27C92F-399A-2F4F-9A49-7B48E9A26FEE}" presName="Name13" presStyleLbl="parChTrans1D2" presStyleIdx="2" presStyleCnt="3"/>
      <dgm:spPr/>
    </dgm:pt>
    <dgm:pt modelId="{1AA0A39F-E889-4E40-889C-9082C28E4D52}" type="pres">
      <dgm:prSet presAssocID="{E1682B5F-EEFD-0A44-881A-BA108CDDDCED}" presName="childText" presStyleLbl="bgAcc1" presStyleIdx="2" presStyleCnt="3">
        <dgm:presLayoutVars>
          <dgm:bulletEnabled val="1"/>
        </dgm:presLayoutVars>
      </dgm:prSet>
      <dgm:spPr/>
    </dgm:pt>
  </dgm:ptLst>
  <dgm:cxnLst>
    <dgm:cxn modelId="{3C940703-7816-854F-85B5-13F18A72BF11}" type="presOf" srcId="{CC040DA9-3934-1D49-8D09-6E4F7C8DC34E}" destId="{1494F71B-3CF3-8B4E-AC3F-1E78BA523E6F}" srcOrd="0" destOrd="0" presId="urn:microsoft.com/office/officeart/2005/8/layout/hierarchy3"/>
    <dgm:cxn modelId="{11862108-D9B8-B349-8E56-4D48F23228CC}" type="presOf" srcId="{6D117A12-AE71-D546-B01A-32DCF1FEFEBA}" destId="{F6C52294-7398-8541-9A2A-AA7099B7998A}" srcOrd="0" destOrd="0" presId="urn:microsoft.com/office/officeart/2005/8/layout/hierarchy3"/>
    <dgm:cxn modelId="{1083BE0C-3C02-204D-BA46-BE5BB4A6E9CB}" type="presOf" srcId="{F176EAB5-55DA-8D4F-8EAD-94254D1DE201}" destId="{D9FB6CD5-CBDD-324C-9F97-A4781448F77C}" srcOrd="1" destOrd="0" presId="urn:microsoft.com/office/officeart/2005/8/layout/hierarchy3"/>
    <dgm:cxn modelId="{FC480C15-ED48-4348-885F-1AAA3E8D39C1}" srcId="{6D117A12-AE71-D546-B01A-32DCF1FEFEBA}" destId="{3FEDAB49-45FA-9844-9AF0-A6EA763D592A}" srcOrd="0" destOrd="0" parTransId="{4F45E830-94CE-8349-AC52-4BCD46385AE6}" sibTransId="{E09CC8BC-8B6D-6C49-9D6B-60A8D79BDB3A}"/>
    <dgm:cxn modelId="{929DFD53-A17E-2E47-9C7F-5A2586FF1055}" type="presOf" srcId="{F176EAB5-55DA-8D4F-8EAD-94254D1DE201}" destId="{3393713B-4D74-CF4D-8B67-A6AE3B350DB0}" srcOrd="0" destOrd="0" presId="urn:microsoft.com/office/officeart/2005/8/layout/hierarchy3"/>
    <dgm:cxn modelId="{B67C1159-687C-024D-9554-BE37D8DA8558}" srcId="{F176EAB5-55DA-8D4F-8EAD-94254D1DE201}" destId="{E1682B5F-EEFD-0A44-881A-BA108CDDDCED}" srcOrd="1" destOrd="0" parTransId="{6B27C92F-399A-2F4F-9A49-7B48E9A26FEE}" sibTransId="{AE5BEC16-F3C9-F84C-8FE4-6605682E2F35}"/>
    <dgm:cxn modelId="{1A3E1766-A3BA-5F42-9C48-26F09EBEA2E6}" type="presOf" srcId="{6B27C92F-399A-2F4F-9A49-7B48E9A26FEE}" destId="{DC26E597-677F-FB41-A8E2-E2839E0E5862}" srcOrd="0" destOrd="0" presId="urn:microsoft.com/office/officeart/2005/8/layout/hierarchy3"/>
    <dgm:cxn modelId="{F9B2C074-0B2B-1A4D-8112-A4254109B3B0}" type="presOf" srcId="{3FEDAB49-45FA-9844-9AF0-A6EA763D592A}" destId="{39D1054C-28DD-CD4A-8C4B-42173DF5E886}" srcOrd="0" destOrd="0" presId="urn:microsoft.com/office/officeart/2005/8/layout/hierarchy3"/>
    <dgm:cxn modelId="{33BD888F-14A5-5841-B993-33C6D767D144}" type="presOf" srcId="{A630100D-D2EA-4E4B-A0D1-08D66A9D599A}" destId="{4FD153CF-75B4-5143-9F13-AADFE2216791}" srcOrd="0" destOrd="0" presId="urn:microsoft.com/office/officeart/2005/8/layout/hierarchy3"/>
    <dgm:cxn modelId="{2FE04E95-979B-A64D-8A79-2510E62918F2}" type="presOf" srcId="{E1682B5F-EEFD-0A44-881A-BA108CDDDCED}" destId="{1AA0A39F-E889-4E40-889C-9082C28E4D52}" srcOrd="0" destOrd="0" presId="urn:microsoft.com/office/officeart/2005/8/layout/hierarchy3"/>
    <dgm:cxn modelId="{5372D89C-E089-DA45-AD48-60E2E6C6C378}" srcId="{F176EAB5-55DA-8D4F-8EAD-94254D1DE201}" destId="{BF2A3807-A1D0-B44D-964C-D26794BBFDAC}" srcOrd="0" destOrd="0" parTransId="{3EB43EEF-A16D-164A-B221-AD81CC2612E5}" sibTransId="{AC4ECC37-547C-014A-80CB-14A212A9FBE4}"/>
    <dgm:cxn modelId="{7124F69E-467B-FA4D-B655-3FD4F96B3909}" type="presOf" srcId="{3FEDAB49-45FA-9844-9AF0-A6EA763D592A}" destId="{17E01D7D-309B-4E47-8357-56A86D2E174B}" srcOrd="1" destOrd="0" presId="urn:microsoft.com/office/officeart/2005/8/layout/hierarchy3"/>
    <dgm:cxn modelId="{004F65A1-DC1D-B34B-B050-ED593A1AF506}" type="presOf" srcId="{3EB43EEF-A16D-164A-B221-AD81CC2612E5}" destId="{29B782B9-1678-AD4D-981D-E275C238BA8E}" srcOrd="0" destOrd="0" presId="urn:microsoft.com/office/officeart/2005/8/layout/hierarchy3"/>
    <dgm:cxn modelId="{F873B9BD-EF6B-F642-AA28-54E0CB65427E}" srcId="{6D117A12-AE71-D546-B01A-32DCF1FEFEBA}" destId="{F176EAB5-55DA-8D4F-8EAD-94254D1DE201}" srcOrd="1" destOrd="0" parTransId="{C380D02C-0784-1D40-8B76-BE1AD8D44533}" sibTransId="{D17A7A0B-2BAA-3940-B5B4-6B09F29C477E}"/>
    <dgm:cxn modelId="{8E3DEDCD-6C2C-FC4B-9327-5BE8EC52DEEF}" type="presOf" srcId="{BF2A3807-A1D0-B44D-964C-D26794BBFDAC}" destId="{4E2EB20D-0311-FB46-A0BC-BAD819972A7B}" srcOrd="0" destOrd="0" presId="urn:microsoft.com/office/officeart/2005/8/layout/hierarchy3"/>
    <dgm:cxn modelId="{FB838BEA-2388-844F-B030-72F0EC35654E}" srcId="{3FEDAB49-45FA-9844-9AF0-A6EA763D592A}" destId="{CC040DA9-3934-1D49-8D09-6E4F7C8DC34E}" srcOrd="0" destOrd="0" parTransId="{A630100D-D2EA-4E4B-A0D1-08D66A9D599A}" sibTransId="{785EB114-DE67-4343-AA83-AFA227568795}"/>
    <dgm:cxn modelId="{07ED9D72-089A-BE47-8010-4F398785C96B}" type="presParOf" srcId="{F6C52294-7398-8541-9A2A-AA7099B7998A}" destId="{7520026A-5BCC-A241-915F-C3BF0487047B}" srcOrd="0" destOrd="0" presId="urn:microsoft.com/office/officeart/2005/8/layout/hierarchy3"/>
    <dgm:cxn modelId="{2BF7BF97-3603-4B48-891C-7274747AB9BB}" type="presParOf" srcId="{7520026A-5BCC-A241-915F-C3BF0487047B}" destId="{A839B0A8-0F4A-2C4F-9BF7-7C11B521E6D3}" srcOrd="0" destOrd="0" presId="urn:microsoft.com/office/officeart/2005/8/layout/hierarchy3"/>
    <dgm:cxn modelId="{2F52410C-A17D-4F49-B708-014D43B78A16}" type="presParOf" srcId="{A839B0A8-0F4A-2C4F-9BF7-7C11B521E6D3}" destId="{39D1054C-28DD-CD4A-8C4B-42173DF5E886}" srcOrd="0" destOrd="0" presId="urn:microsoft.com/office/officeart/2005/8/layout/hierarchy3"/>
    <dgm:cxn modelId="{294972C1-4849-894E-83E0-A7C756ABF852}" type="presParOf" srcId="{A839B0A8-0F4A-2C4F-9BF7-7C11B521E6D3}" destId="{17E01D7D-309B-4E47-8357-56A86D2E174B}" srcOrd="1" destOrd="0" presId="urn:microsoft.com/office/officeart/2005/8/layout/hierarchy3"/>
    <dgm:cxn modelId="{9FFADB50-FAAB-CA4B-95B6-C757463F4970}" type="presParOf" srcId="{7520026A-5BCC-A241-915F-C3BF0487047B}" destId="{30ADBAD8-3292-724C-B10D-33BDFD5946AA}" srcOrd="1" destOrd="0" presId="urn:microsoft.com/office/officeart/2005/8/layout/hierarchy3"/>
    <dgm:cxn modelId="{E9AC7A10-DAB3-684A-9EEB-A4A247DFA6C4}" type="presParOf" srcId="{30ADBAD8-3292-724C-B10D-33BDFD5946AA}" destId="{4FD153CF-75B4-5143-9F13-AADFE2216791}" srcOrd="0" destOrd="0" presId="urn:microsoft.com/office/officeart/2005/8/layout/hierarchy3"/>
    <dgm:cxn modelId="{4576970B-3739-3843-9482-4EFCC7E8FE1E}" type="presParOf" srcId="{30ADBAD8-3292-724C-B10D-33BDFD5946AA}" destId="{1494F71B-3CF3-8B4E-AC3F-1E78BA523E6F}" srcOrd="1" destOrd="0" presId="urn:microsoft.com/office/officeart/2005/8/layout/hierarchy3"/>
    <dgm:cxn modelId="{4EDC87C0-CBFB-C544-AB3B-C7C5D0BF388E}" type="presParOf" srcId="{F6C52294-7398-8541-9A2A-AA7099B7998A}" destId="{A49557C6-4CAE-3640-B1FD-CB1DE95FB53E}" srcOrd="1" destOrd="0" presId="urn:microsoft.com/office/officeart/2005/8/layout/hierarchy3"/>
    <dgm:cxn modelId="{DE69C47E-9890-9249-AA7A-BA44A5478918}" type="presParOf" srcId="{A49557C6-4CAE-3640-B1FD-CB1DE95FB53E}" destId="{A04F0B41-A109-284F-BC9A-D2573ED843C5}" srcOrd="0" destOrd="0" presId="urn:microsoft.com/office/officeart/2005/8/layout/hierarchy3"/>
    <dgm:cxn modelId="{44EECC64-DE7A-6549-B216-34687058F327}" type="presParOf" srcId="{A04F0B41-A109-284F-BC9A-D2573ED843C5}" destId="{3393713B-4D74-CF4D-8B67-A6AE3B350DB0}" srcOrd="0" destOrd="0" presId="urn:microsoft.com/office/officeart/2005/8/layout/hierarchy3"/>
    <dgm:cxn modelId="{9E2C8120-9266-C646-98AE-1D2562C56DAF}" type="presParOf" srcId="{A04F0B41-A109-284F-BC9A-D2573ED843C5}" destId="{D9FB6CD5-CBDD-324C-9F97-A4781448F77C}" srcOrd="1" destOrd="0" presId="urn:microsoft.com/office/officeart/2005/8/layout/hierarchy3"/>
    <dgm:cxn modelId="{058A1605-182D-B346-A79E-6A8F6021E113}" type="presParOf" srcId="{A49557C6-4CAE-3640-B1FD-CB1DE95FB53E}" destId="{66D76AD1-1C37-A847-958D-D2F0AE146A66}" srcOrd="1" destOrd="0" presId="urn:microsoft.com/office/officeart/2005/8/layout/hierarchy3"/>
    <dgm:cxn modelId="{239F16C4-711A-964E-BBF4-4EDFA914E88B}" type="presParOf" srcId="{66D76AD1-1C37-A847-958D-D2F0AE146A66}" destId="{29B782B9-1678-AD4D-981D-E275C238BA8E}" srcOrd="0" destOrd="0" presId="urn:microsoft.com/office/officeart/2005/8/layout/hierarchy3"/>
    <dgm:cxn modelId="{56D3EA72-AE51-7E46-BC91-A2BFACEC6EFF}" type="presParOf" srcId="{66D76AD1-1C37-A847-958D-D2F0AE146A66}" destId="{4E2EB20D-0311-FB46-A0BC-BAD819972A7B}" srcOrd="1" destOrd="0" presId="urn:microsoft.com/office/officeart/2005/8/layout/hierarchy3"/>
    <dgm:cxn modelId="{70A59C4C-C9F8-B443-B28A-C3A00F49E4A3}" type="presParOf" srcId="{66D76AD1-1C37-A847-958D-D2F0AE146A66}" destId="{DC26E597-677F-FB41-A8E2-E2839E0E5862}" srcOrd="2" destOrd="0" presId="urn:microsoft.com/office/officeart/2005/8/layout/hierarchy3"/>
    <dgm:cxn modelId="{13FE793D-886A-B64A-AFAD-CE308C196FC1}" type="presParOf" srcId="{66D76AD1-1C37-A847-958D-D2F0AE146A66}" destId="{1AA0A39F-E889-4E40-889C-9082C28E4D52}" srcOrd="3" destOrd="0" presId="urn:microsoft.com/office/officeart/2005/8/layout/hierarchy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DDB1483-7216-104F-89F0-B63D5FB1CD56}" type="doc">
      <dgm:prSet loTypeId="urn:microsoft.com/office/officeart/2008/layout/HorizontalMultiLevelHierarchy" loCatId="" qsTypeId="urn:microsoft.com/office/officeart/2005/8/quickstyle/simple3" qsCatId="simple" csTypeId="urn:microsoft.com/office/officeart/2005/8/colors/accent1_2" csCatId="accent1" phldr="1"/>
      <dgm:spPr/>
      <dgm:t>
        <a:bodyPr/>
        <a:lstStyle/>
        <a:p>
          <a:endParaRPr lang="en-US"/>
        </a:p>
      </dgm:t>
    </dgm:pt>
    <dgm:pt modelId="{7EB366C0-8DC3-0545-A9E3-4A8DCDED1587}">
      <dgm:prSet phldrT="[Text]"/>
      <dgm:spPr>
        <a:blipFill rotWithShape="0">
          <a:blip xmlns:r="http://schemas.openxmlformats.org/officeDocument/2006/relationships" r:embed="rId1"/>
          <a:tile tx="0" ty="0" sx="100000" sy="100000" flip="none" algn="tl"/>
        </a:blipFill>
      </dgm:spPr>
      <dgm:t>
        <a:bodyPr/>
        <a:lstStyle/>
        <a:p>
          <a:r>
            <a:rPr lang="en-US" dirty="0" err="1">
              <a:latin typeface="Times New Roman" panose="02020603050405020304" pitchFamily="18" charset="0"/>
              <a:cs typeface="Times New Roman" panose="02020603050405020304" pitchFamily="18" charset="0"/>
            </a:rPr>
            <a:t>Dựa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vào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hậu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quả</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pháp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lý</a:t>
          </a:r>
          <a:endParaRPr lang="en-US" dirty="0">
            <a:latin typeface="Times New Roman" panose="02020603050405020304" pitchFamily="18" charset="0"/>
            <a:cs typeface="Times New Roman" panose="02020603050405020304" pitchFamily="18" charset="0"/>
          </a:endParaRPr>
        </a:p>
      </dgm:t>
    </dgm:pt>
    <dgm:pt modelId="{17279590-83F4-3747-B246-C0ACFDD4E5EF}" type="parTrans" cxnId="{EA0A91E2-E6EA-AE4D-A827-63AD6A471D43}">
      <dgm:prSet/>
      <dgm:spPr/>
      <dgm:t>
        <a:bodyPr/>
        <a:lstStyle/>
        <a:p>
          <a:endParaRPr lang="en-US">
            <a:latin typeface="Times New Roman" panose="02020603050405020304" pitchFamily="18" charset="0"/>
            <a:cs typeface="Times New Roman" panose="02020603050405020304" pitchFamily="18" charset="0"/>
          </a:endParaRPr>
        </a:p>
      </dgm:t>
    </dgm:pt>
    <dgm:pt modelId="{D68BAF8D-B113-F744-8AA0-A1AD04F8B8AD}" type="sibTrans" cxnId="{EA0A91E2-E6EA-AE4D-A827-63AD6A471D43}">
      <dgm:prSet/>
      <dgm:spPr/>
      <dgm:t>
        <a:bodyPr/>
        <a:lstStyle/>
        <a:p>
          <a:endParaRPr lang="en-US">
            <a:latin typeface="Times New Roman" panose="02020603050405020304" pitchFamily="18" charset="0"/>
            <a:cs typeface="Times New Roman" panose="02020603050405020304" pitchFamily="18" charset="0"/>
          </a:endParaRPr>
        </a:p>
      </dgm:t>
    </dgm:pt>
    <dgm:pt modelId="{88BB7029-7528-314D-A75E-7E380C8E4F61}">
      <dgm:prSet phldrT="[Text]"/>
      <dgm:spPr/>
      <dgm:t>
        <a:bodyPr/>
        <a:lstStyle/>
        <a:p>
          <a:r>
            <a:rPr lang="en-US" dirty="0">
              <a:latin typeface="Times New Roman" panose="02020603050405020304" pitchFamily="18" charset="0"/>
              <a:cs typeface="Times New Roman" panose="02020603050405020304" pitchFamily="18" charset="0"/>
            </a:rPr>
            <a:t>SKPL </a:t>
          </a:r>
          <a:r>
            <a:rPr lang="en-US" dirty="0" err="1">
              <a:latin typeface="Times New Roman" panose="02020603050405020304" pitchFamily="18" charset="0"/>
              <a:cs typeface="Times New Roman" panose="02020603050405020304" pitchFamily="18" charset="0"/>
            </a:rPr>
            <a:t>làm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phát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sinh</a:t>
          </a:r>
          <a:r>
            <a:rPr lang="en-US" dirty="0">
              <a:latin typeface="Times New Roman" panose="02020603050405020304" pitchFamily="18" charset="0"/>
              <a:cs typeface="Times New Roman" panose="02020603050405020304" pitchFamily="18" charset="0"/>
            </a:rPr>
            <a:t> QHPL</a:t>
          </a:r>
        </a:p>
      </dgm:t>
    </dgm:pt>
    <dgm:pt modelId="{AFD45561-86F6-484A-A722-0A175B7454F0}" type="parTrans" cxnId="{39F539CD-30E8-DB4E-ABAE-EFA5AD58789C}">
      <dgm:prSet/>
      <dgm:spPr/>
      <dgm:t>
        <a:bodyPr/>
        <a:lstStyle/>
        <a:p>
          <a:endParaRPr lang="en-US">
            <a:latin typeface="Times New Roman" panose="02020603050405020304" pitchFamily="18" charset="0"/>
            <a:cs typeface="Times New Roman" panose="02020603050405020304" pitchFamily="18" charset="0"/>
          </a:endParaRPr>
        </a:p>
      </dgm:t>
    </dgm:pt>
    <dgm:pt modelId="{0BAEAE8F-883D-CC45-A313-F1065FC51DBC}" type="sibTrans" cxnId="{39F539CD-30E8-DB4E-ABAE-EFA5AD58789C}">
      <dgm:prSet/>
      <dgm:spPr/>
      <dgm:t>
        <a:bodyPr/>
        <a:lstStyle/>
        <a:p>
          <a:endParaRPr lang="en-US">
            <a:latin typeface="Times New Roman" panose="02020603050405020304" pitchFamily="18" charset="0"/>
            <a:cs typeface="Times New Roman" panose="02020603050405020304" pitchFamily="18" charset="0"/>
          </a:endParaRPr>
        </a:p>
      </dgm:t>
    </dgm:pt>
    <dgm:pt modelId="{3F3A4C52-8A91-9C44-841C-9C8CDCCD0D9D}">
      <dgm:prSet phldrT="[Text]"/>
      <dgm:spPr/>
      <dgm:t>
        <a:bodyPr/>
        <a:lstStyle/>
        <a:p>
          <a:r>
            <a:rPr lang="en-US" dirty="0">
              <a:latin typeface="Times New Roman" panose="02020603050405020304" pitchFamily="18" charset="0"/>
              <a:cs typeface="Times New Roman" panose="02020603050405020304" pitchFamily="18" charset="0"/>
            </a:rPr>
            <a:t>SKPL </a:t>
          </a:r>
          <a:r>
            <a:rPr lang="en-US" dirty="0" err="1">
              <a:latin typeface="Times New Roman" panose="02020603050405020304" pitchFamily="18" charset="0"/>
              <a:cs typeface="Times New Roman" panose="02020603050405020304" pitchFamily="18" charset="0"/>
            </a:rPr>
            <a:t>làm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thay</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đổi</a:t>
          </a:r>
          <a:r>
            <a:rPr lang="en-US" dirty="0">
              <a:latin typeface="Times New Roman" panose="02020603050405020304" pitchFamily="18" charset="0"/>
              <a:cs typeface="Times New Roman" panose="02020603050405020304" pitchFamily="18" charset="0"/>
            </a:rPr>
            <a:t> QHPL</a:t>
          </a:r>
        </a:p>
      </dgm:t>
    </dgm:pt>
    <dgm:pt modelId="{81442416-3433-8246-9D1C-675B4AA4057D}" type="parTrans" cxnId="{14CFE01F-9DAA-054E-8057-7B1374E0F34A}">
      <dgm:prSet/>
      <dgm:spPr/>
      <dgm:t>
        <a:bodyPr/>
        <a:lstStyle/>
        <a:p>
          <a:endParaRPr lang="en-US">
            <a:latin typeface="Times New Roman" panose="02020603050405020304" pitchFamily="18" charset="0"/>
            <a:cs typeface="Times New Roman" panose="02020603050405020304" pitchFamily="18" charset="0"/>
          </a:endParaRPr>
        </a:p>
      </dgm:t>
    </dgm:pt>
    <dgm:pt modelId="{808B19E2-0C19-CF4C-9545-B227CD2280B2}" type="sibTrans" cxnId="{14CFE01F-9DAA-054E-8057-7B1374E0F34A}">
      <dgm:prSet/>
      <dgm:spPr/>
      <dgm:t>
        <a:bodyPr/>
        <a:lstStyle/>
        <a:p>
          <a:endParaRPr lang="en-US">
            <a:latin typeface="Times New Roman" panose="02020603050405020304" pitchFamily="18" charset="0"/>
            <a:cs typeface="Times New Roman" panose="02020603050405020304" pitchFamily="18" charset="0"/>
          </a:endParaRPr>
        </a:p>
      </dgm:t>
    </dgm:pt>
    <dgm:pt modelId="{75BBE66B-0BBF-5348-ABEC-71A3A3840331}">
      <dgm:prSet phldrT="[Text]"/>
      <dgm:spPr/>
      <dgm:t>
        <a:bodyPr/>
        <a:lstStyle/>
        <a:p>
          <a:r>
            <a:rPr lang="en-US" dirty="0">
              <a:latin typeface="Times New Roman" panose="02020603050405020304" pitchFamily="18" charset="0"/>
              <a:cs typeface="Times New Roman" panose="02020603050405020304" pitchFamily="18" charset="0"/>
            </a:rPr>
            <a:t>SKPL </a:t>
          </a:r>
          <a:r>
            <a:rPr lang="en-US" dirty="0" err="1">
              <a:latin typeface="Times New Roman" panose="02020603050405020304" pitchFamily="18" charset="0"/>
              <a:cs typeface="Times New Roman" panose="02020603050405020304" pitchFamily="18" charset="0"/>
            </a:rPr>
            <a:t>làm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chấm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dứt</a:t>
          </a:r>
          <a:r>
            <a:rPr lang="en-US" dirty="0">
              <a:latin typeface="Times New Roman" panose="02020603050405020304" pitchFamily="18" charset="0"/>
              <a:cs typeface="Times New Roman" panose="02020603050405020304" pitchFamily="18" charset="0"/>
            </a:rPr>
            <a:t> QHPL</a:t>
          </a:r>
        </a:p>
      </dgm:t>
    </dgm:pt>
    <dgm:pt modelId="{73A05CBC-A26A-6742-A1D9-EBB9EAA313BE}" type="parTrans" cxnId="{F34ED074-7177-2E4E-9896-3F11123BCF34}">
      <dgm:prSet/>
      <dgm:spPr/>
      <dgm:t>
        <a:bodyPr/>
        <a:lstStyle/>
        <a:p>
          <a:endParaRPr lang="en-US">
            <a:latin typeface="Times New Roman" panose="02020603050405020304" pitchFamily="18" charset="0"/>
            <a:cs typeface="Times New Roman" panose="02020603050405020304" pitchFamily="18" charset="0"/>
          </a:endParaRPr>
        </a:p>
      </dgm:t>
    </dgm:pt>
    <dgm:pt modelId="{DB989904-17C2-E049-8A24-6C2A78574465}" type="sibTrans" cxnId="{F34ED074-7177-2E4E-9896-3F11123BCF34}">
      <dgm:prSet/>
      <dgm:spPr/>
      <dgm:t>
        <a:bodyPr/>
        <a:lstStyle/>
        <a:p>
          <a:endParaRPr lang="en-US">
            <a:latin typeface="Times New Roman" panose="02020603050405020304" pitchFamily="18" charset="0"/>
            <a:cs typeface="Times New Roman" panose="02020603050405020304" pitchFamily="18" charset="0"/>
          </a:endParaRPr>
        </a:p>
      </dgm:t>
    </dgm:pt>
    <dgm:pt modelId="{8865F7D8-D16D-8B4C-800E-AABDA76CAC6F}" type="pres">
      <dgm:prSet presAssocID="{7DDB1483-7216-104F-89F0-B63D5FB1CD56}" presName="Name0" presStyleCnt="0">
        <dgm:presLayoutVars>
          <dgm:chPref val="1"/>
          <dgm:dir/>
          <dgm:animOne val="branch"/>
          <dgm:animLvl val="lvl"/>
          <dgm:resizeHandles val="exact"/>
        </dgm:presLayoutVars>
      </dgm:prSet>
      <dgm:spPr/>
    </dgm:pt>
    <dgm:pt modelId="{82725F64-7240-9E4B-A853-256763424813}" type="pres">
      <dgm:prSet presAssocID="{7EB366C0-8DC3-0545-A9E3-4A8DCDED1587}" presName="root1" presStyleCnt="0"/>
      <dgm:spPr/>
    </dgm:pt>
    <dgm:pt modelId="{B31BFEB7-BF77-094A-8866-CA260ED3BF83}" type="pres">
      <dgm:prSet presAssocID="{7EB366C0-8DC3-0545-A9E3-4A8DCDED1587}" presName="LevelOneTextNode" presStyleLbl="node0" presStyleIdx="0" presStyleCnt="1" custAng="5400000" custScaleX="118421" custScaleY="41500" custLinFactNeighborX="89">
        <dgm:presLayoutVars>
          <dgm:chPref val="3"/>
        </dgm:presLayoutVars>
      </dgm:prSet>
      <dgm:spPr/>
    </dgm:pt>
    <dgm:pt modelId="{3FE1E3FB-0CF1-6B4C-8E9C-B1DBB565DDE0}" type="pres">
      <dgm:prSet presAssocID="{7EB366C0-8DC3-0545-A9E3-4A8DCDED1587}" presName="level2hierChild" presStyleCnt="0"/>
      <dgm:spPr/>
    </dgm:pt>
    <dgm:pt modelId="{090B4D61-2A7C-9846-9E91-A4A124F8CBFC}" type="pres">
      <dgm:prSet presAssocID="{AFD45561-86F6-484A-A722-0A175B7454F0}" presName="conn2-1" presStyleLbl="parChTrans1D2" presStyleIdx="0" presStyleCnt="3"/>
      <dgm:spPr/>
    </dgm:pt>
    <dgm:pt modelId="{622BCDAF-3D9B-2B4F-9B8C-78DE9415B077}" type="pres">
      <dgm:prSet presAssocID="{AFD45561-86F6-484A-A722-0A175B7454F0}" presName="connTx" presStyleLbl="parChTrans1D2" presStyleIdx="0" presStyleCnt="3"/>
      <dgm:spPr/>
    </dgm:pt>
    <dgm:pt modelId="{23134044-EC23-0F45-99FB-4E4D462549D3}" type="pres">
      <dgm:prSet presAssocID="{88BB7029-7528-314D-A75E-7E380C8E4F61}" presName="root2" presStyleCnt="0"/>
      <dgm:spPr/>
    </dgm:pt>
    <dgm:pt modelId="{27376EFC-7D60-6D4D-B633-4E060D5252FC}" type="pres">
      <dgm:prSet presAssocID="{88BB7029-7528-314D-A75E-7E380C8E4F61}" presName="LevelTwoTextNode" presStyleLbl="node2" presStyleIdx="0" presStyleCnt="3" custScaleX="160520">
        <dgm:presLayoutVars>
          <dgm:chPref val="3"/>
        </dgm:presLayoutVars>
      </dgm:prSet>
      <dgm:spPr/>
    </dgm:pt>
    <dgm:pt modelId="{C8E3D384-2E6F-B64A-AA06-D77AC9C9F17E}" type="pres">
      <dgm:prSet presAssocID="{88BB7029-7528-314D-A75E-7E380C8E4F61}" presName="level3hierChild" presStyleCnt="0"/>
      <dgm:spPr/>
    </dgm:pt>
    <dgm:pt modelId="{1D1917C1-DD4C-074E-8165-6CE4D450F07D}" type="pres">
      <dgm:prSet presAssocID="{81442416-3433-8246-9D1C-675B4AA4057D}" presName="conn2-1" presStyleLbl="parChTrans1D2" presStyleIdx="1" presStyleCnt="3"/>
      <dgm:spPr/>
    </dgm:pt>
    <dgm:pt modelId="{FCA17278-6010-C844-9C0D-0EF0FE68DE8B}" type="pres">
      <dgm:prSet presAssocID="{81442416-3433-8246-9D1C-675B4AA4057D}" presName="connTx" presStyleLbl="parChTrans1D2" presStyleIdx="1" presStyleCnt="3"/>
      <dgm:spPr/>
    </dgm:pt>
    <dgm:pt modelId="{24B49D80-2678-254B-882C-01F311FF9D43}" type="pres">
      <dgm:prSet presAssocID="{3F3A4C52-8A91-9C44-841C-9C8CDCCD0D9D}" presName="root2" presStyleCnt="0"/>
      <dgm:spPr/>
    </dgm:pt>
    <dgm:pt modelId="{1FB14D2B-3996-2444-91DD-5CB6B3C6DB90}" type="pres">
      <dgm:prSet presAssocID="{3F3A4C52-8A91-9C44-841C-9C8CDCCD0D9D}" presName="LevelTwoTextNode" presStyleLbl="node2" presStyleIdx="1" presStyleCnt="3" custScaleX="166884">
        <dgm:presLayoutVars>
          <dgm:chPref val="3"/>
        </dgm:presLayoutVars>
      </dgm:prSet>
      <dgm:spPr/>
    </dgm:pt>
    <dgm:pt modelId="{7AA011FD-9F6E-044B-A7A7-38E3184F8567}" type="pres">
      <dgm:prSet presAssocID="{3F3A4C52-8A91-9C44-841C-9C8CDCCD0D9D}" presName="level3hierChild" presStyleCnt="0"/>
      <dgm:spPr/>
    </dgm:pt>
    <dgm:pt modelId="{AF0FA570-44A0-8F4B-9F1A-E493D95C7223}" type="pres">
      <dgm:prSet presAssocID="{73A05CBC-A26A-6742-A1D9-EBB9EAA313BE}" presName="conn2-1" presStyleLbl="parChTrans1D2" presStyleIdx="2" presStyleCnt="3"/>
      <dgm:spPr/>
    </dgm:pt>
    <dgm:pt modelId="{4370BDAD-76CE-C54F-903E-057B7DE709A4}" type="pres">
      <dgm:prSet presAssocID="{73A05CBC-A26A-6742-A1D9-EBB9EAA313BE}" presName="connTx" presStyleLbl="parChTrans1D2" presStyleIdx="2" presStyleCnt="3"/>
      <dgm:spPr/>
    </dgm:pt>
    <dgm:pt modelId="{14C719AF-AA23-BE4D-8691-996998282701}" type="pres">
      <dgm:prSet presAssocID="{75BBE66B-0BBF-5348-ABEC-71A3A3840331}" presName="root2" presStyleCnt="0"/>
      <dgm:spPr/>
    </dgm:pt>
    <dgm:pt modelId="{048F7E7C-C2E5-9441-B02A-EC7ABAC1B0F1}" type="pres">
      <dgm:prSet presAssocID="{75BBE66B-0BBF-5348-ABEC-71A3A3840331}" presName="LevelTwoTextNode" presStyleLbl="node2" presStyleIdx="2" presStyleCnt="3" custScaleX="160145">
        <dgm:presLayoutVars>
          <dgm:chPref val="3"/>
        </dgm:presLayoutVars>
      </dgm:prSet>
      <dgm:spPr/>
    </dgm:pt>
    <dgm:pt modelId="{C24A9383-AFB6-0446-BF92-C4070B8B679D}" type="pres">
      <dgm:prSet presAssocID="{75BBE66B-0BBF-5348-ABEC-71A3A3840331}" presName="level3hierChild" presStyleCnt="0"/>
      <dgm:spPr/>
    </dgm:pt>
  </dgm:ptLst>
  <dgm:cxnLst>
    <dgm:cxn modelId="{459D4804-D230-D74E-9E23-58651F452D27}" type="presOf" srcId="{81442416-3433-8246-9D1C-675B4AA4057D}" destId="{FCA17278-6010-C844-9C0D-0EF0FE68DE8B}" srcOrd="1" destOrd="0" presId="urn:microsoft.com/office/officeart/2008/layout/HorizontalMultiLevelHierarchy"/>
    <dgm:cxn modelId="{E6EDE710-9E65-3440-AD94-BE626A114A8F}" type="presOf" srcId="{73A05CBC-A26A-6742-A1D9-EBB9EAA313BE}" destId="{4370BDAD-76CE-C54F-903E-057B7DE709A4}" srcOrd="1" destOrd="0" presId="urn:microsoft.com/office/officeart/2008/layout/HorizontalMultiLevelHierarchy"/>
    <dgm:cxn modelId="{440EDE11-D216-D941-93DF-9888F0EEA0BC}" type="presOf" srcId="{7EB366C0-8DC3-0545-A9E3-4A8DCDED1587}" destId="{B31BFEB7-BF77-094A-8866-CA260ED3BF83}" srcOrd="0" destOrd="0" presId="urn:microsoft.com/office/officeart/2008/layout/HorizontalMultiLevelHierarchy"/>
    <dgm:cxn modelId="{AF56B71A-31A7-1341-A90A-FF8771F11B21}" type="presOf" srcId="{AFD45561-86F6-484A-A722-0A175B7454F0}" destId="{622BCDAF-3D9B-2B4F-9B8C-78DE9415B077}" srcOrd="1" destOrd="0" presId="urn:microsoft.com/office/officeart/2008/layout/HorizontalMultiLevelHierarchy"/>
    <dgm:cxn modelId="{5D65F21D-A93E-F241-AF79-9445F153A2FF}" type="presOf" srcId="{73A05CBC-A26A-6742-A1D9-EBB9EAA313BE}" destId="{AF0FA570-44A0-8F4B-9F1A-E493D95C7223}" srcOrd="0" destOrd="0" presId="urn:microsoft.com/office/officeart/2008/layout/HorizontalMultiLevelHierarchy"/>
    <dgm:cxn modelId="{14CFE01F-9DAA-054E-8057-7B1374E0F34A}" srcId="{7EB366C0-8DC3-0545-A9E3-4A8DCDED1587}" destId="{3F3A4C52-8A91-9C44-841C-9C8CDCCD0D9D}" srcOrd="1" destOrd="0" parTransId="{81442416-3433-8246-9D1C-675B4AA4057D}" sibTransId="{808B19E2-0C19-CF4C-9545-B227CD2280B2}"/>
    <dgm:cxn modelId="{2C3DBC67-AEFD-CB4F-BEE2-AA057DD717C3}" type="presOf" srcId="{75BBE66B-0BBF-5348-ABEC-71A3A3840331}" destId="{048F7E7C-C2E5-9441-B02A-EC7ABAC1B0F1}" srcOrd="0" destOrd="0" presId="urn:microsoft.com/office/officeart/2008/layout/HorizontalMultiLevelHierarchy"/>
    <dgm:cxn modelId="{F34ED074-7177-2E4E-9896-3F11123BCF34}" srcId="{7EB366C0-8DC3-0545-A9E3-4A8DCDED1587}" destId="{75BBE66B-0BBF-5348-ABEC-71A3A3840331}" srcOrd="2" destOrd="0" parTransId="{73A05CBC-A26A-6742-A1D9-EBB9EAA313BE}" sibTransId="{DB989904-17C2-E049-8A24-6C2A78574465}"/>
    <dgm:cxn modelId="{30143292-D09D-4C41-866F-E4A4832AECE1}" type="presOf" srcId="{AFD45561-86F6-484A-A722-0A175B7454F0}" destId="{090B4D61-2A7C-9846-9E91-A4A124F8CBFC}" srcOrd="0" destOrd="0" presId="urn:microsoft.com/office/officeart/2008/layout/HorizontalMultiLevelHierarchy"/>
    <dgm:cxn modelId="{7F7F549B-BED1-EE45-8E7E-F9CB78EEB0A3}" type="presOf" srcId="{7DDB1483-7216-104F-89F0-B63D5FB1CD56}" destId="{8865F7D8-D16D-8B4C-800E-AABDA76CAC6F}" srcOrd="0" destOrd="0" presId="urn:microsoft.com/office/officeart/2008/layout/HorizontalMultiLevelHierarchy"/>
    <dgm:cxn modelId="{0D694C9C-EA58-F64F-B6C5-BF61E22BC033}" type="presOf" srcId="{81442416-3433-8246-9D1C-675B4AA4057D}" destId="{1D1917C1-DD4C-074E-8165-6CE4D450F07D}" srcOrd="0" destOrd="0" presId="urn:microsoft.com/office/officeart/2008/layout/HorizontalMultiLevelHierarchy"/>
    <dgm:cxn modelId="{602B08A3-7656-314B-A3D3-19998B0BD180}" type="presOf" srcId="{88BB7029-7528-314D-A75E-7E380C8E4F61}" destId="{27376EFC-7D60-6D4D-B633-4E060D5252FC}" srcOrd="0" destOrd="0" presId="urn:microsoft.com/office/officeart/2008/layout/HorizontalMultiLevelHierarchy"/>
    <dgm:cxn modelId="{5F4480AF-4C04-2744-93EB-FCC0D4F794C8}" type="presOf" srcId="{3F3A4C52-8A91-9C44-841C-9C8CDCCD0D9D}" destId="{1FB14D2B-3996-2444-91DD-5CB6B3C6DB90}" srcOrd="0" destOrd="0" presId="urn:microsoft.com/office/officeart/2008/layout/HorizontalMultiLevelHierarchy"/>
    <dgm:cxn modelId="{39F539CD-30E8-DB4E-ABAE-EFA5AD58789C}" srcId="{7EB366C0-8DC3-0545-A9E3-4A8DCDED1587}" destId="{88BB7029-7528-314D-A75E-7E380C8E4F61}" srcOrd="0" destOrd="0" parTransId="{AFD45561-86F6-484A-A722-0A175B7454F0}" sibTransId="{0BAEAE8F-883D-CC45-A313-F1065FC51DBC}"/>
    <dgm:cxn modelId="{EA0A91E2-E6EA-AE4D-A827-63AD6A471D43}" srcId="{7DDB1483-7216-104F-89F0-B63D5FB1CD56}" destId="{7EB366C0-8DC3-0545-A9E3-4A8DCDED1587}" srcOrd="0" destOrd="0" parTransId="{17279590-83F4-3747-B246-C0ACFDD4E5EF}" sibTransId="{D68BAF8D-B113-F744-8AA0-A1AD04F8B8AD}"/>
    <dgm:cxn modelId="{381C1CF9-26CE-6043-8B0F-BA22544A5C9A}" type="presParOf" srcId="{8865F7D8-D16D-8B4C-800E-AABDA76CAC6F}" destId="{82725F64-7240-9E4B-A853-256763424813}" srcOrd="0" destOrd="0" presId="urn:microsoft.com/office/officeart/2008/layout/HorizontalMultiLevelHierarchy"/>
    <dgm:cxn modelId="{3E44ADFE-E8B6-E646-8924-E6E5C6C165B5}" type="presParOf" srcId="{82725F64-7240-9E4B-A853-256763424813}" destId="{B31BFEB7-BF77-094A-8866-CA260ED3BF83}" srcOrd="0" destOrd="0" presId="urn:microsoft.com/office/officeart/2008/layout/HorizontalMultiLevelHierarchy"/>
    <dgm:cxn modelId="{25A9F031-6F90-084E-B5DD-04FCEA9715D5}" type="presParOf" srcId="{82725F64-7240-9E4B-A853-256763424813}" destId="{3FE1E3FB-0CF1-6B4C-8E9C-B1DBB565DDE0}" srcOrd="1" destOrd="0" presId="urn:microsoft.com/office/officeart/2008/layout/HorizontalMultiLevelHierarchy"/>
    <dgm:cxn modelId="{1FDE8A5F-A1FE-FD42-A54F-0CA29F588353}" type="presParOf" srcId="{3FE1E3FB-0CF1-6B4C-8E9C-B1DBB565DDE0}" destId="{090B4D61-2A7C-9846-9E91-A4A124F8CBFC}" srcOrd="0" destOrd="0" presId="urn:microsoft.com/office/officeart/2008/layout/HorizontalMultiLevelHierarchy"/>
    <dgm:cxn modelId="{34DEF83F-A4BA-5B4C-85D5-0A4FC9E4155C}" type="presParOf" srcId="{090B4D61-2A7C-9846-9E91-A4A124F8CBFC}" destId="{622BCDAF-3D9B-2B4F-9B8C-78DE9415B077}" srcOrd="0" destOrd="0" presId="urn:microsoft.com/office/officeart/2008/layout/HorizontalMultiLevelHierarchy"/>
    <dgm:cxn modelId="{4BF702CB-2085-214E-9CC8-42143B240CEF}" type="presParOf" srcId="{3FE1E3FB-0CF1-6B4C-8E9C-B1DBB565DDE0}" destId="{23134044-EC23-0F45-99FB-4E4D462549D3}" srcOrd="1" destOrd="0" presId="urn:microsoft.com/office/officeart/2008/layout/HorizontalMultiLevelHierarchy"/>
    <dgm:cxn modelId="{ABF52401-F434-4D4C-8470-AA7012AA5078}" type="presParOf" srcId="{23134044-EC23-0F45-99FB-4E4D462549D3}" destId="{27376EFC-7D60-6D4D-B633-4E060D5252FC}" srcOrd="0" destOrd="0" presId="urn:microsoft.com/office/officeart/2008/layout/HorizontalMultiLevelHierarchy"/>
    <dgm:cxn modelId="{4503FBBB-A0FD-0F44-AD16-BA3B8A91FBEC}" type="presParOf" srcId="{23134044-EC23-0F45-99FB-4E4D462549D3}" destId="{C8E3D384-2E6F-B64A-AA06-D77AC9C9F17E}" srcOrd="1" destOrd="0" presId="urn:microsoft.com/office/officeart/2008/layout/HorizontalMultiLevelHierarchy"/>
    <dgm:cxn modelId="{0BD72BB5-853C-5E48-A9C8-79EF509689A1}" type="presParOf" srcId="{3FE1E3FB-0CF1-6B4C-8E9C-B1DBB565DDE0}" destId="{1D1917C1-DD4C-074E-8165-6CE4D450F07D}" srcOrd="2" destOrd="0" presId="urn:microsoft.com/office/officeart/2008/layout/HorizontalMultiLevelHierarchy"/>
    <dgm:cxn modelId="{53265E4F-8AED-AF4B-B1BE-EDDEDD48CCB2}" type="presParOf" srcId="{1D1917C1-DD4C-074E-8165-6CE4D450F07D}" destId="{FCA17278-6010-C844-9C0D-0EF0FE68DE8B}" srcOrd="0" destOrd="0" presId="urn:microsoft.com/office/officeart/2008/layout/HorizontalMultiLevelHierarchy"/>
    <dgm:cxn modelId="{DB56364A-1176-9945-AF3B-2B8F4D60CCCD}" type="presParOf" srcId="{3FE1E3FB-0CF1-6B4C-8E9C-B1DBB565DDE0}" destId="{24B49D80-2678-254B-882C-01F311FF9D43}" srcOrd="3" destOrd="0" presId="urn:microsoft.com/office/officeart/2008/layout/HorizontalMultiLevelHierarchy"/>
    <dgm:cxn modelId="{46C78B04-C5AE-3344-9D5C-D2AE5D765404}" type="presParOf" srcId="{24B49D80-2678-254B-882C-01F311FF9D43}" destId="{1FB14D2B-3996-2444-91DD-5CB6B3C6DB90}" srcOrd="0" destOrd="0" presId="urn:microsoft.com/office/officeart/2008/layout/HorizontalMultiLevelHierarchy"/>
    <dgm:cxn modelId="{0CE4193F-A19C-3745-9178-191E507C72DD}" type="presParOf" srcId="{24B49D80-2678-254B-882C-01F311FF9D43}" destId="{7AA011FD-9F6E-044B-A7A7-38E3184F8567}" srcOrd="1" destOrd="0" presId="urn:microsoft.com/office/officeart/2008/layout/HorizontalMultiLevelHierarchy"/>
    <dgm:cxn modelId="{4D72B0A3-273B-7B49-8143-4C2A969DA6C8}" type="presParOf" srcId="{3FE1E3FB-0CF1-6B4C-8E9C-B1DBB565DDE0}" destId="{AF0FA570-44A0-8F4B-9F1A-E493D95C7223}" srcOrd="4" destOrd="0" presId="urn:microsoft.com/office/officeart/2008/layout/HorizontalMultiLevelHierarchy"/>
    <dgm:cxn modelId="{4C4FE682-FF3B-4244-896A-D544637475D1}" type="presParOf" srcId="{AF0FA570-44A0-8F4B-9F1A-E493D95C7223}" destId="{4370BDAD-76CE-C54F-903E-057B7DE709A4}" srcOrd="0" destOrd="0" presId="urn:microsoft.com/office/officeart/2008/layout/HorizontalMultiLevelHierarchy"/>
    <dgm:cxn modelId="{C61A4CB0-B060-BF49-9405-C67F01A83689}" type="presParOf" srcId="{3FE1E3FB-0CF1-6B4C-8E9C-B1DBB565DDE0}" destId="{14C719AF-AA23-BE4D-8691-996998282701}" srcOrd="5" destOrd="0" presId="urn:microsoft.com/office/officeart/2008/layout/HorizontalMultiLevelHierarchy"/>
    <dgm:cxn modelId="{C4B8E957-94C0-6340-AC0C-E6B10A565034}" type="presParOf" srcId="{14C719AF-AA23-BE4D-8691-996998282701}" destId="{048F7E7C-C2E5-9441-B02A-EC7ABAC1B0F1}" srcOrd="0" destOrd="0" presId="urn:microsoft.com/office/officeart/2008/layout/HorizontalMultiLevelHierarchy"/>
    <dgm:cxn modelId="{3482A3B9-C441-4740-8318-74E6B8D00F9A}" type="presParOf" srcId="{14C719AF-AA23-BE4D-8691-996998282701}" destId="{C24A9383-AFB6-0446-BF92-C4070B8B679D}" srcOrd="1" destOrd="0" presId="urn:microsoft.com/office/officeart/2008/layout/HorizontalMultiLevel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935C399-3AB8-CF44-966A-9B31904DB2F7}">
      <dsp:nvSpPr>
        <dsp:cNvPr id="0" name=""/>
        <dsp:cNvSpPr/>
      </dsp:nvSpPr>
      <dsp:spPr>
        <a:xfrm>
          <a:off x="609600" y="0"/>
          <a:ext cx="4064000" cy="4064000"/>
        </a:xfrm>
        <a:prstGeom prst="triangl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ln>
        <a:effectLst/>
      </dsp:spPr>
      <dsp:style>
        <a:lnRef idx="3">
          <a:scrgbClr r="0" g="0" b="0"/>
        </a:lnRef>
        <a:fillRef idx="1">
          <a:scrgbClr r="0" g="0" b="0"/>
        </a:fillRef>
        <a:effectRef idx="1">
          <a:scrgbClr r="0" g="0" b="0"/>
        </a:effectRef>
        <a:fontRef idx="minor">
          <a:schemeClr val="lt1"/>
        </a:fontRef>
      </dsp:style>
    </dsp:sp>
    <dsp:sp modelId="{67EB60E1-200A-464C-A204-879AEA3A54E7}">
      <dsp:nvSpPr>
        <dsp:cNvPr id="0" name=""/>
        <dsp:cNvSpPr/>
      </dsp:nvSpPr>
      <dsp:spPr>
        <a:xfrm>
          <a:off x="2743200" y="408582"/>
          <a:ext cx="2641600" cy="962025"/>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1866900">
            <a:lnSpc>
              <a:spcPct val="90000"/>
            </a:lnSpc>
            <a:spcBef>
              <a:spcPct val="0"/>
            </a:spcBef>
            <a:spcAft>
              <a:spcPct val="35000"/>
            </a:spcAft>
            <a:buNone/>
          </a:pPr>
          <a:r>
            <a:rPr lang="en-US" sz="4200" kern="1200" dirty="0" err="1">
              <a:latin typeface="Times New Roman" panose="02020603050405020304" pitchFamily="18" charset="0"/>
              <a:cs typeface="Times New Roman" panose="02020603050405020304" pitchFamily="18" charset="0"/>
            </a:rPr>
            <a:t>Chủ</a:t>
          </a:r>
          <a:r>
            <a:rPr lang="en-US" sz="4200" kern="1200" dirty="0">
              <a:latin typeface="Times New Roman" panose="02020603050405020304" pitchFamily="18" charset="0"/>
              <a:cs typeface="Times New Roman" panose="02020603050405020304" pitchFamily="18" charset="0"/>
            </a:rPr>
            <a:t> </a:t>
          </a:r>
          <a:r>
            <a:rPr lang="en-US" sz="4200" kern="1200" dirty="0" err="1">
              <a:latin typeface="Times New Roman" panose="02020603050405020304" pitchFamily="18" charset="0"/>
              <a:cs typeface="Times New Roman" panose="02020603050405020304" pitchFamily="18" charset="0"/>
            </a:rPr>
            <a:t>thể</a:t>
          </a:r>
          <a:endParaRPr lang="en-US" sz="4200" kern="1200" dirty="0">
            <a:latin typeface="Times New Roman" panose="02020603050405020304" pitchFamily="18" charset="0"/>
            <a:cs typeface="Times New Roman" panose="02020603050405020304" pitchFamily="18" charset="0"/>
          </a:endParaRPr>
        </a:p>
      </dsp:txBody>
      <dsp:txXfrm>
        <a:off x="2790162" y="455544"/>
        <a:ext cx="2547676" cy="868101"/>
      </dsp:txXfrm>
    </dsp:sp>
    <dsp:sp modelId="{2C416879-5D3E-2E4B-B869-91D3D7480C46}">
      <dsp:nvSpPr>
        <dsp:cNvPr id="0" name=""/>
        <dsp:cNvSpPr/>
      </dsp:nvSpPr>
      <dsp:spPr>
        <a:xfrm>
          <a:off x="2743200" y="1490860"/>
          <a:ext cx="2641600" cy="962025"/>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1866900">
            <a:lnSpc>
              <a:spcPct val="90000"/>
            </a:lnSpc>
            <a:spcBef>
              <a:spcPct val="0"/>
            </a:spcBef>
            <a:spcAft>
              <a:spcPct val="35000"/>
            </a:spcAft>
            <a:buNone/>
          </a:pPr>
          <a:r>
            <a:rPr lang="en-US" sz="4200" kern="1200" dirty="0" err="1">
              <a:latin typeface="Times New Roman" panose="02020603050405020304" pitchFamily="18" charset="0"/>
              <a:cs typeface="Times New Roman" panose="02020603050405020304" pitchFamily="18" charset="0"/>
            </a:rPr>
            <a:t>Khách</a:t>
          </a:r>
          <a:r>
            <a:rPr lang="en-US" sz="4200" kern="1200" dirty="0">
              <a:latin typeface="Times New Roman" panose="02020603050405020304" pitchFamily="18" charset="0"/>
              <a:cs typeface="Times New Roman" panose="02020603050405020304" pitchFamily="18" charset="0"/>
            </a:rPr>
            <a:t> </a:t>
          </a:r>
          <a:r>
            <a:rPr lang="en-US" sz="4200" kern="1200" dirty="0" err="1">
              <a:latin typeface="Times New Roman" panose="02020603050405020304" pitchFamily="18" charset="0"/>
              <a:cs typeface="Times New Roman" panose="02020603050405020304" pitchFamily="18" charset="0"/>
            </a:rPr>
            <a:t>thể</a:t>
          </a:r>
          <a:endParaRPr lang="en-US" sz="4200" kern="1200" dirty="0">
            <a:latin typeface="Times New Roman" panose="02020603050405020304" pitchFamily="18" charset="0"/>
            <a:cs typeface="Times New Roman" panose="02020603050405020304" pitchFamily="18" charset="0"/>
          </a:endParaRPr>
        </a:p>
      </dsp:txBody>
      <dsp:txXfrm>
        <a:off x="2790162" y="1537822"/>
        <a:ext cx="2547676" cy="868101"/>
      </dsp:txXfrm>
    </dsp:sp>
    <dsp:sp modelId="{62C3C460-F34F-6442-8CFA-CF1E4AF74645}">
      <dsp:nvSpPr>
        <dsp:cNvPr id="0" name=""/>
        <dsp:cNvSpPr/>
      </dsp:nvSpPr>
      <dsp:spPr>
        <a:xfrm>
          <a:off x="2743200" y="2573139"/>
          <a:ext cx="2641600" cy="962025"/>
        </a:xfrm>
        <a:prstGeom prst="round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60020" tIns="160020" rIns="160020" bIns="160020" numCol="1" spcCol="1270" anchor="ctr" anchorCtr="0">
          <a:noAutofit/>
        </a:bodyPr>
        <a:lstStyle/>
        <a:p>
          <a:pPr marL="0" lvl="0" indent="0" algn="ctr" defTabSz="1866900">
            <a:lnSpc>
              <a:spcPct val="90000"/>
            </a:lnSpc>
            <a:spcBef>
              <a:spcPct val="0"/>
            </a:spcBef>
            <a:spcAft>
              <a:spcPct val="35000"/>
            </a:spcAft>
            <a:buNone/>
          </a:pPr>
          <a:r>
            <a:rPr lang="en-US" sz="4200" kern="1200" dirty="0" err="1">
              <a:latin typeface="Times New Roman" panose="02020603050405020304" pitchFamily="18" charset="0"/>
              <a:cs typeface="Times New Roman" panose="02020603050405020304" pitchFamily="18" charset="0"/>
            </a:rPr>
            <a:t>Nội</a:t>
          </a:r>
          <a:r>
            <a:rPr lang="en-US" sz="4200" kern="1200" dirty="0">
              <a:latin typeface="Times New Roman" panose="02020603050405020304" pitchFamily="18" charset="0"/>
              <a:cs typeface="Times New Roman" panose="02020603050405020304" pitchFamily="18" charset="0"/>
            </a:rPr>
            <a:t> dung</a:t>
          </a:r>
        </a:p>
      </dsp:txBody>
      <dsp:txXfrm>
        <a:off x="2790162" y="2620101"/>
        <a:ext cx="2547676" cy="86810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9D1054C-28DD-CD4A-8C4B-42173DF5E886}">
      <dsp:nvSpPr>
        <dsp:cNvPr id="0" name=""/>
        <dsp:cNvSpPr/>
      </dsp:nvSpPr>
      <dsp:spPr>
        <a:xfrm>
          <a:off x="436066" y="496"/>
          <a:ext cx="2321718" cy="116085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en-US" sz="2800" kern="1200" dirty="0" err="1">
              <a:latin typeface="Times New Roman" panose="02020603050405020304" pitchFamily="18" charset="0"/>
              <a:cs typeface="Times New Roman" panose="02020603050405020304" pitchFamily="18" charset="0"/>
            </a:rPr>
            <a:t>Sự</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biến</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pháp</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lý</a:t>
          </a:r>
          <a:endParaRPr lang="en-US" sz="2800" kern="1200" dirty="0">
            <a:latin typeface="Times New Roman" panose="02020603050405020304" pitchFamily="18" charset="0"/>
            <a:cs typeface="Times New Roman" panose="02020603050405020304" pitchFamily="18" charset="0"/>
          </a:endParaRPr>
        </a:p>
      </dsp:txBody>
      <dsp:txXfrm>
        <a:off x="470066" y="34496"/>
        <a:ext cx="2253718" cy="1092859"/>
      </dsp:txXfrm>
    </dsp:sp>
    <dsp:sp modelId="{4FD153CF-75B4-5143-9F13-AADFE2216791}">
      <dsp:nvSpPr>
        <dsp:cNvPr id="0" name=""/>
        <dsp:cNvSpPr/>
      </dsp:nvSpPr>
      <dsp:spPr>
        <a:xfrm>
          <a:off x="668238" y="1161355"/>
          <a:ext cx="232171" cy="1433214"/>
        </a:xfrm>
        <a:custGeom>
          <a:avLst/>
          <a:gdLst/>
          <a:ahLst/>
          <a:cxnLst/>
          <a:rect l="0" t="0" r="0" b="0"/>
          <a:pathLst>
            <a:path>
              <a:moveTo>
                <a:pt x="0" y="0"/>
              </a:moveTo>
              <a:lnTo>
                <a:pt x="0" y="1433214"/>
              </a:lnTo>
              <a:lnTo>
                <a:pt x="232171" y="1433214"/>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494F71B-3CF3-8B4E-AC3F-1E78BA523E6F}">
      <dsp:nvSpPr>
        <dsp:cNvPr id="0" name=""/>
        <dsp:cNvSpPr/>
      </dsp:nvSpPr>
      <dsp:spPr>
        <a:xfrm>
          <a:off x="900410" y="1451570"/>
          <a:ext cx="1857374" cy="228599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en-US" sz="2800" kern="1200" dirty="0">
              <a:latin typeface="Times New Roman" panose="02020603050405020304" pitchFamily="18" charset="0"/>
              <a:cs typeface="Times New Roman" panose="02020603050405020304" pitchFamily="18" charset="0"/>
            </a:rPr>
            <a:t>Do </a:t>
          </a:r>
          <a:r>
            <a:rPr lang="en-US" sz="2800" kern="1200" dirty="0" err="1">
              <a:latin typeface="Times New Roman" panose="02020603050405020304" pitchFamily="18" charset="0"/>
              <a:cs typeface="Times New Roman" panose="02020603050405020304" pitchFamily="18" charset="0"/>
            </a:rPr>
            <a:t>tác</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động</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từ</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các</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yếu</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tố</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khách</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quan</a:t>
          </a:r>
          <a:endParaRPr lang="en-US" sz="2800" kern="1200" dirty="0">
            <a:latin typeface="Times New Roman" panose="02020603050405020304" pitchFamily="18" charset="0"/>
            <a:cs typeface="Times New Roman" panose="02020603050405020304" pitchFamily="18" charset="0"/>
          </a:endParaRPr>
        </a:p>
      </dsp:txBody>
      <dsp:txXfrm>
        <a:off x="954811" y="1505971"/>
        <a:ext cx="1748572" cy="2177197"/>
      </dsp:txXfrm>
    </dsp:sp>
    <dsp:sp modelId="{3393713B-4D74-CF4D-8B67-A6AE3B350DB0}">
      <dsp:nvSpPr>
        <dsp:cNvPr id="0" name=""/>
        <dsp:cNvSpPr/>
      </dsp:nvSpPr>
      <dsp:spPr>
        <a:xfrm>
          <a:off x="3338214" y="496"/>
          <a:ext cx="2321718" cy="1160859"/>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en-US" sz="2800" kern="1200" dirty="0" err="1">
              <a:latin typeface="Times New Roman" panose="02020603050405020304" pitchFamily="18" charset="0"/>
              <a:cs typeface="Times New Roman" panose="02020603050405020304" pitchFamily="18" charset="0"/>
            </a:rPr>
            <a:t>Hành</a:t>
          </a:r>
          <a:r>
            <a:rPr lang="en-US" sz="2800" kern="1200" dirty="0">
              <a:latin typeface="Times New Roman" panose="02020603050405020304" pitchFamily="18" charset="0"/>
              <a:cs typeface="Times New Roman" panose="02020603050405020304" pitchFamily="18" charset="0"/>
            </a:rPr>
            <a:t> vi </a:t>
          </a:r>
          <a:r>
            <a:rPr lang="en-US" sz="2800" kern="1200" dirty="0" err="1">
              <a:latin typeface="Times New Roman" panose="02020603050405020304" pitchFamily="18" charset="0"/>
              <a:cs typeface="Times New Roman" panose="02020603050405020304" pitchFamily="18" charset="0"/>
            </a:rPr>
            <a:t>pháp</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lý</a:t>
          </a:r>
          <a:endParaRPr lang="en-US" sz="2800" kern="1200" dirty="0">
            <a:latin typeface="Times New Roman" panose="02020603050405020304" pitchFamily="18" charset="0"/>
            <a:cs typeface="Times New Roman" panose="02020603050405020304" pitchFamily="18" charset="0"/>
          </a:endParaRPr>
        </a:p>
      </dsp:txBody>
      <dsp:txXfrm>
        <a:off x="3372214" y="34496"/>
        <a:ext cx="2253718" cy="1092859"/>
      </dsp:txXfrm>
    </dsp:sp>
    <dsp:sp modelId="{29B782B9-1678-AD4D-981D-E275C238BA8E}">
      <dsp:nvSpPr>
        <dsp:cNvPr id="0" name=""/>
        <dsp:cNvSpPr/>
      </dsp:nvSpPr>
      <dsp:spPr>
        <a:xfrm>
          <a:off x="3570386" y="1161355"/>
          <a:ext cx="232171" cy="870644"/>
        </a:xfrm>
        <a:custGeom>
          <a:avLst/>
          <a:gdLst/>
          <a:ahLst/>
          <a:cxnLst/>
          <a:rect l="0" t="0" r="0" b="0"/>
          <a:pathLst>
            <a:path>
              <a:moveTo>
                <a:pt x="0" y="0"/>
              </a:moveTo>
              <a:lnTo>
                <a:pt x="0" y="870644"/>
              </a:lnTo>
              <a:lnTo>
                <a:pt x="232171" y="870644"/>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4E2EB20D-0311-FB46-A0BC-BAD819972A7B}">
      <dsp:nvSpPr>
        <dsp:cNvPr id="0" name=""/>
        <dsp:cNvSpPr/>
      </dsp:nvSpPr>
      <dsp:spPr>
        <a:xfrm>
          <a:off x="3802558" y="1451570"/>
          <a:ext cx="1857374" cy="116085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en-US" sz="2800" kern="1200" dirty="0" err="1">
              <a:latin typeface="Times New Roman" panose="02020603050405020304" pitchFamily="18" charset="0"/>
              <a:cs typeface="Times New Roman" panose="02020603050405020304" pitchFamily="18" charset="0"/>
            </a:rPr>
            <a:t>Hành</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động</a:t>
          </a:r>
          <a:endParaRPr lang="en-US" sz="2800" kern="1200" dirty="0">
            <a:latin typeface="Times New Roman" panose="02020603050405020304" pitchFamily="18" charset="0"/>
            <a:cs typeface="Times New Roman" panose="02020603050405020304" pitchFamily="18" charset="0"/>
          </a:endParaRPr>
        </a:p>
      </dsp:txBody>
      <dsp:txXfrm>
        <a:off x="3836558" y="1485570"/>
        <a:ext cx="1789374" cy="1092859"/>
      </dsp:txXfrm>
    </dsp:sp>
    <dsp:sp modelId="{DC26E597-677F-FB41-A8E2-E2839E0E5862}">
      <dsp:nvSpPr>
        <dsp:cNvPr id="0" name=""/>
        <dsp:cNvSpPr/>
      </dsp:nvSpPr>
      <dsp:spPr>
        <a:xfrm>
          <a:off x="3570386" y="1161355"/>
          <a:ext cx="232171" cy="2321718"/>
        </a:xfrm>
        <a:custGeom>
          <a:avLst/>
          <a:gdLst/>
          <a:ahLst/>
          <a:cxnLst/>
          <a:rect l="0" t="0" r="0" b="0"/>
          <a:pathLst>
            <a:path>
              <a:moveTo>
                <a:pt x="0" y="0"/>
              </a:moveTo>
              <a:lnTo>
                <a:pt x="0" y="2321718"/>
              </a:lnTo>
              <a:lnTo>
                <a:pt x="232171" y="2321718"/>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sp>
    <dsp:sp modelId="{1AA0A39F-E889-4E40-889C-9082C28E4D52}">
      <dsp:nvSpPr>
        <dsp:cNvPr id="0" name=""/>
        <dsp:cNvSpPr/>
      </dsp:nvSpPr>
      <dsp:spPr>
        <a:xfrm>
          <a:off x="3802558" y="2902644"/>
          <a:ext cx="1857374" cy="1160859"/>
        </a:xfrm>
        <a:prstGeom prst="roundRect">
          <a:avLst>
            <a:gd name="adj" fmla="val 10000"/>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53340" tIns="35560" rIns="53340" bIns="35560" numCol="1" spcCol="1270" anchor="ctr" anchorCtr="0">
          <a:noAutofit/>
        </a:bodyPr>
        <a:lstStyle/>
        <a:p>
          <a:pPr marL="0" lvl="0" indent="0" algn="ctr" defTabSz="1244600">
            <a:lnSpc>
              <a:spcPct val="90000"/>
            </a:lnSpc>
            <a:spcBef>
              <a:spcPct val="0"/>
            </a:spcBef>
            <a:spcAft>
              <a:spcPct val="35000"/>
            </a:spcAft>
            <a:buNone/>
          </a:pPr>
          <a:r>
            <a:rPr lang="en-US" sz="2800" kern="1200" dirty="0" err="1">
              <a:latin typeface="Times New Roman" panose="02020603050405020304" pitchFamily="18" charset="0"/>
              <a:cs typeface="Times New Roman" panose="02020603050405020304" pitchFamily="18" charset="0"/>
            </a:rPr>
            <a:t>Không</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hành</a:t>
          </a:r>
          <a:r>
            <a:rPr lang="en-US" sz="2800" kern="1200" dirty="0">
              <a:latin typeface="Times New Roman" panose="02020603050405020304" pitchFamily="18" charset="0"/>
              <a:cs typeface="Times New Roman" panose="02020603050405020304" pitchFamily="18" charset="0"/>
            </a:rPr>
            <a:t> </a:t>
          </a:r>
          <a:r>
            <a:rPr lang="en-US" sz="2800" kern="1200" dirty="0" err="1">
              <a:latin typeface="Times New Roman" panose="02020603050405020304" pitchFamily="18" charset="0"/>
              <a:cs typeface="Times New Roman" panose="02020603050405020304" pitchFamily="18" charset="0"/>
            </a:rPr>
            <a:t>động</a:t>
          </a:r>
          <a:endParaRPr lang="en-US" sz="2800" kern="1200" dirty="0">
            <a:latin typeface="Times New Roman" panose="02020603050405020304" pitchFamily="18" charset="0"/>
            <a:cs typeface="Times New Roman" panose="02020603050405020304" pitchFamily="18" charset="0"/>
          </a:endParaRPr>
        </a:p>
      </dsp:txBody>
      <dsp:txXfrm>
        <a:off x="3836558" y="2936644"/>
        <a:ext cx="1789374" cy="109285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0FA570-44A0-8F4B-9F1A-E493D95C7223}">
      <dsp:nvSpPr>
        <dsp:cNvPr id="0" name=""/>
        <dsp:cNvSpPr/>
      </dsp:nvSpPr>
      <dsp:spPr>
        <a:xfrm>
          <a:off x="1139295" y="2032000"/>
          <a:ext cx="505849" cy="965199"/>
        </a:xfrm>
        <a:custGeom>
          <a:avLst/>
          <a:gdLst/>
          <a:ahLst/>
          <a:cxnLst/>
          <a:rect l="0" t="0" r="0" b="0"/>
          <a:pathLst>
            <a:path>
              <a:moveTo>
                <a:pt x="0" y="0"/>
              </a:moveTo>
              <a:lnTo>
                <a:pt x="252924" y="0"/>
              </a:lnTo>
              <a:lnTo>
                <a:pt x="252924" y="965199"/>
              </a:lnTo>
              <a:lnTo>
                <a:pt x="505849" y="965199"/>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latin typeface="Times New Roman" panose="02020603050405020304" pitchFamily="18" charset="0"/>
            <a:cs typeface="Times New Roman" panose="02020603050405020304" pitchFamily="18" charset="0"/>
          </a:endParaRPr>
        </a:p>
      </dsp:txBody>
      <dsp:txXfrm>
        <a:off x="1364977" y="2487356"/>
        <a:ext cx="54486" cy="54486"/>
      </dsp:txXfrm>
    </dsp:sp>
    <dsp:sp modelId="{1D1917C1-DD4C-074E-8165-6CE4D450F07D}">
      <dsp:nvSpPr>
        <dsp:cNvPr id="0" name=""/>
        <dsp:cNvSpPr/>
      </dsp:nvSpPr>
      <dsp:spPr>
        <a:xfrm>
          <a:off x="1139295" y="1986280"/>
          <a:ext cx="505849" cy="91440"/>
        </a:xfrm>
        <a:custGeom>
          <a:avLst/>
          <a:gdLst/>
          <a:ahLst/>
          <a:cxnLst/>
          <a:rect l="0" t="0" r="0" b="0"/>
          <a:pathLst>
            <a:path>
              <a:moveTo>
                <a:pt x="0" y="45720"/>
              </a:moveTo>
              <a:lnTo>
                <a:pt x="505849" y="45720"/>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latin typeface="Times New Roman" panose="02020603050405020304" pitchFamily="18" charset="0"/>
            <a:cs typeface="Times New Roman" panose="02020603050405020304" pitchFamily="18" charset="0"/>
          </a:endParaRPr>
        </a:p>
      </dsp:txBody>
      <dsp:txXfrm>
        <a:off x="1379574" y="2019353"/>
        <a:ext cx="25292" cy="25292"/>
      </dsp:txXfrm>
    </dsp:sp>
    <dsp:sp modelId="{090B4D61-2A7C-9846-9E91-A4A124F8CBFC}">
      <dsp:nvSpPr>
        <dsp:cNvPr id="0" name=""/>
        <dsp:cNvSpPr/>
      </dsp:nvSpPr>
      <dsp:spPr>
        <a:xfrm>
          <a:off x="1139295" y="1066800"/>
          <a:ext cx="505849" cy="965200"/>
        </a:xfrm>
        <a:custGeom>
          <a:avLst/>
          <a:gdLst/>
          <a:ahLst/>
          <a:cxnLst/>
          <a:rect l="0" t="0" r="0" b="0"/>
          <a:pathLst>
            <a:path>
              <a:moveTo>
                <a:pt x="0" y="965200"/>
              </a:moveTo>
              <a:lnTo>
                <a:pt x="252924" y="965200"/>
              </a:lnTo>
              <a:lnTo>
                <a:pt x="252924" y="0"/>
              </a:lnTo>
              <a:lnTo>
                <a:pt x="505849" y="0"/>
              </a:lnTo>
            </a:path>
          </a:pathLst>
        </a:custGeom>
        <a:noFill/>
        <a:ln w="127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latin typeface="Times New Roman" panose="02020603050405020304" pitchFamily="18" charset="0"/>
            <a:cs typeface="Times New Roman" panose="02020603050405020304" pitchFamily="18" charset="0"/>
          </a:endParaRPr>
        </a:p>
      </dsp:txBody>
      <dsp:txXfrm>
        <a:off x="1364977" y="1522156"/>
        <a:ext cx="54486" cy="54486"/>
      </dsp:txXfrm>
    </dsp:sp>
    <dsp:sp modelId="{B31BFEB7-BF77-094A-8866-CA260ED3BF83}">
      <dsp:nvSpPr>
        <dsp:cNvPr id="0" name=""/>
        <dsp:cNvSpPr/>
      </dsp:nvSpPr>
      <dsp:spPr>
        <a:xfrm>
          <a:off x="-161184" y="1574800"/>
          <a:ext cx="1686560" cy="914399"/>
        </a:xfrm>
        <a:prstGeom prst="rect">
          <a:avLst/>
        </a:prstGeom>
        <a:blipFill rotWithShape="0">
          <a:blip xmlns:r="http://schemas.openxmlformats.org/officeDocument/2006/relationships" r:embed="rId1"/>
          <a:tile tx="0" ty="0" sx="100000" sy="100000" flip="none" algn="tl"/>
        </a:blip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kern="1200" dirty="0" err="1">
              <a:latin typeface="Times New Roman" panose="02020603050405020304" pitchFamily="18" charset="0"/>
              <a:cs typeface="Times New Roman" panose="02020603050405020304" pitchFamily="18" charset="0"/>
            </a:rPr>
            <a:t>Dựa</a:t>
          </a:r>
          <a:r>
            <a:rPr lang="en-US" sz="2500" kern="1200" dirty="0">
              <a:latin typeface="Times New Roman" panose="02020603050405020304" pitchFamily="18" charset="0"/>
              <a:cs typeface="Times New Roman" panose="02020603050405020304" pitchFamily="18" charset="0"/>
            </a:rPr>
            <a:t> </a:t>
          </a:r>
          <a:r>
            <a:rPr lang="en-US" sz="2500" kern="1200" dirty="0" err="1">
              <a:latin typeface="Times New Roman" panose="02020603050405020304" pitchFamily="18" charset="0"/>
              <a:cs typeface="Times New Roman" panose="02020603050405020304" pitchFamily="18" charset="0"/>
            </a:rPr>
            <a:t>vào</a:t>
          </a:r>
          <a:r>
            <a:rPr lang="en-US" sz="2500" kern="1200" dirty="0">
              <a:latin typeface="Times New Roman" panose="02020603050405020304" pitchFamily="18" charset="0"/>
              <a:cs typeface="Times New Roman" panose="02020603050405020304" pitchFamily="18" charset="0"/>
            </a:rPr>
            <a:t> </a:t>
          </a:r>
          <a:r>
            <a:rPr lang="en-US" sz="2500" kern="1200" dirty="0" err="1">
              <a:latin typeface="Times New Roman" panose="02020603050405020304" pitchFamily="18" charset="0"/>
              <a:cs typeface="Times New Roman" panose="02020603050405020304" pitchFamily="18" charset="0"/>
            </a:rPr>
            <a:t>hậu</a:t>
          </a:r>
          <a:r>
            <a:rPr lang="en-US" sz="2500" kern="1200" dirty="0">
              <a:latin typeface="Times New Roman" panose="02020603050405020304" pitchFamily="18" charset="0"/>
              <a:cs typeface="Times New Roman" panose="02020603050405020304" pitchFamily="18" charset="0"/>
            </a:rPr>
            <a:t> </a:t>
          </a:r>
          <a:r>
            <a:rPr lang="en-US" sz="2500" kern="1200" dirty="0" err="1">
              <a:latin typeface="Times New Roman" panose="02020603050405020304" pitchFamily="18" charset="0"/>
              <a:cs typeface="Times New Roman" panose="02020603050405020304" pitchFamily="18" charset="0"/>
            </a:rPr>
            <a:t>quả</a:t>
          </a:r>
          <a:r>
            <a:rPr lang="en-US" sz="2500" kern="1200" dirty="0">
              <a:latin typeface="Times New Roman" panose="02020603050405020304" pitchFamily="18" charset="0"/>
              <a:cs typeface="Times New Roman" panose="02020603050405020304" pitchFamily="18" charset="0"/>
            </a:rPr>
            <a:t> </a:t>
          </a:r>
          <a:r>
            <a:rPr lang="en-US" sz="2500" kern="1200" dirty="0" err="1">
              <a:latin typeface="Times New Roman" panose="02020603050405020304" pitchFamily="18" charset="0"/>
              <a:cs typeface="Times New Roman" panose="02020603050405020304" pitchFamily="18" charset="0"/>
            </a:rPr>
            <a:t>pháp</a:t>
          </a:r>
          <a:r>
            <a:rPr lang="en-US" sz="2500" kern="1200" dirty="0">
              <a:latin typeface="Times New Roman" panose="02020603050405020304" pitchFamily="18" charset="0"/>
              <a:cs typeface="Times New Roman" panose="02020603050405020304" pitchFamily="18" charset="0"/>
            </a:rPr>
            <a:t> </a:t>
          </a:r>
          <a:r>
            <a:rPr lang="en-US" sz="2500" kern="1200" dirty="0" err="1">
              <a:latin typeface="Times New Roman" panose="02020603050405020304" pitchFamily="18" charset="0"/>
              <a:cs typeface="Times New Roman" panose="02020603050405020304" pitchFamily="18" charset="0"/>
            </a:rPr>
            <a:t>lý</a:t>
          </a:r>
          <a:endParaRPr lang="en-US" sz="2500" kern="1200" dirty="0">
            <a:latin typeface="Times New Roman" panose="02020603050405020304" pitchFamily="18" charset="0"/>
            <a:cs typeface="Times New Roman" panose="02020603050405020304" pitchFamily="18" charset="0"/>
          </a:endParaRPr>
        </a:p>
      </dsp:txBody>
      <dsp:txXfrm>
        <a:off x="-161184" y="1574800"/>
        <a:ext cx="1686560" cy="914399"/>
      </dsp:txXfrm>
    </dsp:sp>
    <dsp:sp modelId="{27376EFC-7D60-6D4D-B633-4E060D5252FC}">
      <dsp:nvSpPr>
        <dsp:cNvPr id="0" name=""/>
        <dsp:cNvSpPr/>
      </dsp:nvSpPr>
      <dsp:spPr>
        <a:xfrm>
          <a:off x="1645145" y="680720"/>
          <a:ext cx="4065465" cy="772160"/>
        </a:xfrm>
        <a:prstGeom prst="rect">
          <a:avLst/>
        </a:prstGeom>
        <a:gradFill rotWithShape="0">
          <a:gsLst>
            <a:gs pos="0">
              <a:schemeClr val="accent1">
                <a:hueOff val="0"/>
                <a:satOff val="0"/>
                <a:lumOff val="0"/>
                <a:alphaOff val="0"/>
                <a:tint val="60000"/>
                <a:satMod val="100000"/>
                <a:lumMod val="110000"/>
              </a:schemeClr>
            </a:gs>
            <a:gs pos="100000">
              <a:schemeClr val="accent1">
                <a:hueOff val="0"/>
                <a:satOff val="0"/>
                <a:lumOff val="0"/>
                <a:alphaOff val="0"/>
                <a:tint val="70000"/>
                <a:satMod val="100000"/>
                <a:lumMod val="10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kern="1200" dirty="0">
              <a:latin typeface="Times New Roman" panose="02020603050405020304" pitchFamily="18" charset="0"/>
              <a:cs typeface="Times New Roman" panose="02020603050405020304" pitchFamily="18" charset="0"/>
            </a:rPr>
            <a:t>SKPL </a:t>
          </a:r>
          <a:r>
            <a:rPr lang="en-US" sz="2500" kern="1200" dirty="0" err="1">
              <a:latin typeface="Times New Roman" panose="02020603050405020304" pitchFamily="18" charset="0"/>
              <a:cs typeface="Times New Roman" panose="02020603050405020304" pitchFamily="18" charset="0"/>
            </a:rPr>
            <a:t>làm</a:t>
          </a:r>
          <a:r>
            <a:rPr lang="en-US" sz="2500" kern="1200" dirty="0">
              <a:latin typeface="Times New Roman" panose="02020603050405020304" pitchFamily="18" charset="0"/>
              <a:cs typeface="Times New Roman" panose="02020603050405020304" pitchFamily="18" charset="0"/>
            </a:rPr>
            <a:t> </a:t>
          </a:r>
          <a:r>
            <a:rPr lang="en-US" sz="2500" kern="1200" dirty="0" err="1">
              <a:latin typeface="Times New Roman" panose="02020603050405020304" pitchFamily="18" charset="0"/>
              <a:cs typeface="Times New Roman" panose="02020603050405020304" pitchFamily="18" charset="0"/>
            </a:rPr>
            <a:t>phát</a:t>
          </a:r>
          <a:r>
            <a:rPr lang="en-US" sz="2500" kern="1200" dirty="0">
              <a:latin typeface="Times New Roman" panose="02020603050405020304" pitchFamily="18" charset="0"/>
              <a:cs typeface="Times New Roman" panose="02020603050405020304" pitchFamily="18" charset="0"/>
            </a:rPr>
            <a:t> </a:t>
          </a:r>
          <a:r>
            <a:rPr lang="en-US" sz="2500" kern="1200" dirty="0" err="1">
              <a:latin typeface="Times New Roman" panose="02020603050405020304" pitchFamily="18" charset="0"/>
              <a:cs typeface="Times New Roman" panose="02020603050405020304" pitchFamily="18" charset="0"/>
            </a:rPr>
            <a:t>sinh</a:t>
          </a:r>
          <a:r>
            <a:rPr lang="en-US" sz="2500" kern="1200" dirty="0">
              <a:latin typeface="Times New Roman" panose="02020603050405020304" pitchFamily="18" charset="0"/>
              <a:cs typeface="Times New Roman" panose="02020603050405020304" pitchFamily="18" charset="0"/>
            </a:rPr>
            <a:t> QHPL</a:t>
          </a:r>
        </a:p>
      </dsp:txBody>
      <dsp:txXfrm>
        <a:off x="1645145" y="680720"/>
        <a:ext cx="4065465" cy="772160"/>
      </dsp:txXfrm>
    </dsp:sp>
    <dsp:sp modelId="{1FB14D2B-3996-2444-91DD-5CB6B3C6DB90}">
      <dsp:nvSpPr>
        <dsp:cNvPr id="0" name=""/>
        <dsp:cNvSpPr/>
      </dsp:nvSpPr>
      <dsp:spPr>
        <a:xfrm>
          <a:off x="1645145" y="1645920"/>
          <a:ext cx="4226645" cy="772160"/>
        </a:xfrm>
        <a:prstGeom prst="rect">
          <a:avLst/>
        </a:prstGeom>
        <a:gradFill rotWithShape="0">
          <a:gsLst>
            <a:gs pos="0">
              <a:schemeClr val="accent1">
                <a:hueOff val="0"/>
                <a:satOff val="0"/>
                <a:lumOff val="0"/>
                <a:alphaOff val="0"/>
                <a:tint val="60000"/>
                <a:satMod val="100000"/>
                <a:lumMod val="110000"/>
              </a:schemeClr>
            </a:gs>
            <a:gs pos="100000">
              <a:schemeClr val="accent1">
                <a:hueOff val="0"/>
                <a:satOff val="0"/>
                <a:lumOff val="0"/>
                <a:alphaOff val="0"/>
                <a:tint val="70000"/>
                <a:satMod val="100000"/>
                <a:lumMod val="10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kern="1200" dirty="0">
              <a:latin typeface="Times New Roman" panose="02020603050405020304" pitchFamily="18" charset="0"/>
              <a:cs typeface="Times New Roman" panose="02020603050405020304" pitchFamily="18" charset="0"/>
            </a:rPr>
            <a:t>SKPL </a:t>
          </a:r>
          <a:r>
            <a:rPr lang="en-US" sz="2500" kern="1200" dirty="0" err="1">
              <a:latin typeface="Times New Roman" panose="02020603050405020304" pitchFamily="18" charset="0"/>
              <a:cs typeface="Times New Roman" panose="02020603050405020304" pitchFamily="18" charset="0"/>
            </a:rPr>
            <a:t>làm</a:t>
          </a:r>
          <a:r>
            <a:rPr lang="en-US" sz="2500" kern="1200" dirty="0">
              <a:latin typeface="Times New Roman" panose="02020603050405020304" pitchFamily="18" charset="0"/>
              <a:cs typeface="Times New Roman" panose="02020603050405020304" pitchFamily="18" charset="0"/>
            </a:rPr>
            <a:t> </a:t>
          </a:r>
          <a:r>
            <a:rPr lang="en-US" sz="2500" kern="1200" dirty="0" err="1">
              <a:latin typeface="Times New Roman" panose="02020603050405020304" pitchFamily="18" charset="0"/>
              <a:cs typeface="Times New Roman" panose="02020603050405020304" pitchFamily="18" charset="0"/>
            </a:rPr>
            <a:t>thay</a:t>
          </a:r>
          <a:r>
            <a:rPr lang="en-US" sz="2500" kern="1200" dirty="0">
              <a:latin typeface="Times New Roman" panose="02020603050405020304" pitchFamily="18" charset="0"/>
              <a:cs typeface="Times New Roman" panose="02020603050405020304" pitchFamily="18" charset="0"/>
            </a:rPr>
            <a:t> </a:t>
          </a:r>
          <a:r>
            <a:rPr lang="en-US" sz="2500" kern="1200" dirty="0" err="1">
              <a:latin typeface="Times New Roman" panose="02020603050405020304" pitchFamily="18" charset="0"/>
              <a:cs typeface="Times New Roman" panose="02020603050405020304" pitchFamily="18" charset="0"/>
            </a:rPr>
            <a:t>đổi</a:t>
          </a:r>
          <a:r>
            <a:rPr lang="en-US" sz="2500" kern="1200" dirty="0">
              <a:latin typeface="Times New Roman" panose="02020603050405020304" pitchFamily="18" charset="0"/>
              <a:cs typeface="Times New Roman" panose="02020603050405020304" pitchFamily="18" charset="0"/>
            </a:rPr>
            <a:t> QHPL</a:t>
          </a:r>
        </a:p>
      </dsp:txBody>
      <dsp:txXfrm>
        <a:off x="1645145" y="1645920"/>
        <a:ext cx="4226645" cy="772160"/>
      </dsp:txXfrm>
    </dsp:sp>
    <dsp:sp modelId="{048F7E7C-C2E5-9441-B02A-EC7ABAC1B0F1}">
      <dsp:nvSpPr>
        <dsp:cNvPr id="0" name=""/>
        <dsp:cNvSpPr/>
      </dsp:nvSpPr>
      <dsp:spPr>
        <a:xfrm>
          <a:off x="1645145" y="2611119"/>
          <a:ext cx="4055968" cy="772160"/>
        </a:xfrm>
        <a:prstGeom prst="rect">
          <a:avLst/>
        </a:prstGeom>
        <a:gradFill rotWithShape="0">
          <a:gsLst>
            <a:gs pos="0">
              <a:schemeClr val="accent1">
                <a:hueOff val="0"/>
                <a:satOff val="0"/>
                <a:lumOff val="0"/>
                <a:alphaOff val="0"/>
                <a:tint val="60000"/>
                <a:satMod val="100000"/>
                <a:lumMod val="110000"/>
              </a:schemeClr>
            </a:gs>
            <a:gs pos="100000">
              <a:schemeClr val="accent1">
                <a:hueOff val="0"/>
                <a:satOff val="0"/>
                <a:lumOff val="0"/>
                <a:alphaOff val="0"/>
                <a:tint val="70000"/>
                <a:satMod val="100000"/>
                <a:lumMod val="100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15875" tIns="15875" rIns="15875" bIns="15875" numCol="1" spcCol="1270" anchor="ctr" anchorCtr="0">
          <a:noAutofit/>
        </a:bodyPr>
        <a:lstStyle/>
        <a:p>
          <a:pPr marL="0" lvl="0" indent="0" algn="ctr" defTabSz="1111250">
            <a:lnSpc>
              <a:spcPct val="90000"/>
            </a:lnSpc>
            <a:spcBef>
              <a:spcPct val="0"/>
            </a:spcBef>
            <a:spcAft>
              <a:spcPct val="35000"/>
            </a:spcAft>
            <a:buNone/>
          </a:pPr>
          <a:r>
            <a:rPr lang="en-US" sz="2500" kern="1200" dirty="0">
              <a:latin typeface="Times New Roman" panose="02020603050405020304" pitchFamily="18" charset="0"/>
              <a:cs typeface="Times New Roman" panose="02020603050405020304" pitchFamily="18" charset="0"/>
            </a:rPr>
            <a:t>SKPL </a:t>
          </a:r>
          <a:r>
            <a:rPr lang="en-US" sz="2500" kern="1200" dirty="0" err="1">
              <a:latin typeface="Times New Roman" panose="02020603050405020304" pitchFamily="18" charset="0"/>
              <a:cs typeface="Times New Roman" panose="02020603050405020304" pitchFamily="18" charset="0"/>
            </a:rPr>
            <a:t>làm</a:t>
          </a:r>
          <a:r>
            <a:rPr lang="en-US" sz="2500" kern="1200" dirty="0">
              <a:latin typeface="Times New Roman" panose="02020603050405020304" pitchFamily="18" charset="0"/>
              <a:cs typeface="Times New Roman" panose="02020603050405020304" pitchFamily="18" charset="0"/>
            </a:rPr>
            <a:t> </a:t>
          </a:r>
          <a:r>
            <a:rPr lang="en-US" sz="2500" kern="1200" dirty="0" err="1">
              <a:latin typeface="Times New Roman" panose="02020603050405020304" pitchFamily="18" charset="0"/>
              <a:cs typeface="Times New Roman" panose="02020603050405020304" pitchFamily="18" charset="0"/>
            </a:rPr>
            <a:t>chấm</a:t>
          </a:r>
          <a:r>
            <a:rPr lang="en-US" sz="2500" kern="1200" dirty="0">
              <a:latin typeface="Times New Roman" panose="02020603050405020304" pitchFamily="18" charset="0"/>
              <a:cs typeface="Times New Roman" panose="02020603050405020304" pitchFamily="18" charset="0"/>
            </a:rPr>
            <a:t> </a:t>
          </a:r>
          <a:r>
            <a:rPr lang="en-US" sz="2500" kern="1200" dirty="0" err="1">
              <a:latin typeface="Times New Roman" panose="02020603050405020304" pitchFamily="18" charset="0"/>
              <a:cs typeface="Times New Roman" panose="02020603050405020304" pitchFamily="18" charset="0"/>
            </a:rPr>
            <a:t>dứt</a:t>
          </a:r>
          <a:r>
            <a:rPr lang="en-US" sz="2500" kern="1200" dirty="0">
              <a:latin typeface="Times New Roman" panose="02020603050405020304" pitchFamily="18" charset="0"/>
              <a:cs typeface="Times New Roman" panose="02020603050405020304" pitchFamily="18" charset="0"/>
            </a:rPr>
            <a:t> QHPL</a:t>
          </a:r>
        </a:p>
      </dsp:txBody>
      <dsp:txXfrm>
        <a:off x="1645145" y="2611119"/>
        <a:ext cx="4055968" cy="772160"/>
      </dsp:txXfrm>
    </dsp:sp>
  </dsp:spTree>
</dsp:drawing>
</file>

<file path=ppt/diagrams/layout1.xml><?xml version="1.0" encoding="utf-8"?>
<dgm:layoutDef xmlns:dgm="http://schemas.openxmlformats.org/drawingml/2006/diagram" xmlns:a="http://schemas.openxmlformats.org/drawingml/2006/main" uniqueId="urn:microsoft.com/office/officeart/2005/8/layout/pyramid2">
  <dgm:title val=""/>
  <dgm:desc val=""/>
  <dgm:catLst>
    <dgm:cat type="pyramid" pri="3000"/>
    <dgm:cat type="list" pri="21000"/>
    <dgm:cat type="convert" pri="17000"/>
  </dgm:catLst>
  <dgm:sampData useDef="1">
    <dgm:dataModel>
      <dgm:ptLst/>
      <dgm:bg/>
      <dgm:whole/>
    </dgm:dataModel>
  </dgm:sampData>
  <dgm:styleData useDef="1">
    <dgm:dataModel>
      <dgm:ptLst/>
      <dgm:bg/>
      <dgm:whole/>
    </dgm:dataModel>
  </dgm:styleData>
  <dgm:clrData useDef="1">
    <dgm:dataModel>
      <dgm:ptLst/>
      <dgm:bg/>
      <dgm:whole/>
    </dgm:dataModel>
  </dgm:clrData>
  <dgm:layoutNode name="compositeShape">
    <dgm:alg type="composite"/>
    <dgm:shape xmlns:r="http://schemas.openxmlformats.org/officeDocument/2006/relationships" r:blip="">
      <dgm:adjLst/>
    </dgm:shape>
    <dgm:presOf/>
    <dgm:varLst>
      <dgm:dir/>
      <dgm:resizeHandles/>
    </dgm:varLst>
    <dgm:choose name="Name0">
      <dgm:if name="Name1" func="var" arg="dir" op="equ" val="norm">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l" for="ch" forName="theList" refType="w" refFor="ch" refForName="pyramid" fact="0.5"/>
          <dgm:constr type="h" for="des" forName="aSpace" refType="h" fact="0.1"/>
        </dgm:constrLst>
      </dgm:if>
      <dgm:else name="Name2">
        <dgm:constrLst>
          <dgm:constr type="w" for="ch" forName="pyramid" refType="h"/>
          <dgm:constr type="h" for="ch" forName="pyramid" refType="h"/>
          <dgm:constr type="h" for="ch" forName="theList" refType="h" fact="0.8"/>
          <dgm:constr type="w" for="ch" forName="theList" refType="h" fact="0.65"/>
          <dgm:constr type="ctrY" for="ch" forName="theList" refType="h" refFor="ch" refForName="pyramid" fact="0.5"/>
          <dgm:constr type="r" for="ch" forName="theList" refType="w" refFor="ch" refForName="pyramid" fact="0.5"/>
          <dgm:constr type="h" for="des" forName="aSpace" refType="h" fact="0.1"/>
        </dgm:constrLst>
      </dgm:else>
    </dgm:choose>
    <dgm:ruleLst/>
    <dgm:choose name="Name3">
      <dgm:if name="Name4" axis="ch" ptType="node" func="cnt" op="gte" val="1">
        <dgm:layoutNode name="pyramid" styleLbl="node1">
          <dgm:alg type="sp"/>
          <dgm:shape xmlns:r="http://schemas.openxmlformats.org/officeDocument/2006/relationships" type="triangle" r:blip="">
            <dgm:adjLst/>
          </dgm:shape>
          <dgm:presOf/>
          <dgm:constrLst/>
          <dgm:ruleLst/>
        </dgm:layoutNode>
        <dgm:layoutNode name="theList">
          <dgm:alg type="lin">
            <dgm:param type="linDir" val="fromT"/>
          </dgm:alg>
          <dgm:shape xmlns:r="http://schemas.openxmlformats.org/officeDocument/2006/relationships" r:blip="">
            <dgm:adjLst/>
          </dgm:shape>
          <dgm:presOf/>
          <dgm:constrLst>
            <dgm:constr type="w" for="ch" forName="aNode" refType="w"/>
            <dgm:constr type="h" for="ch" forName="aNode" refType="h"/>
            <dgm:constr type="primFontSz" for="ch" ptType="node" op="equ"/>
          </dgm:constrLst>
          <dgm:ruleLst/>
          <dgm:forEach name="aNodeForEach" axis="ch" ptType="node">
            <dgm:layoutNode name="aNode" styleLbl="fgAcc1">
              <dgm:varLst>
                <dgm:bulletEnabled val="1"/>
              </dgm:varLst>
              <dgm:alg type="tx"/>
              <dgm:shape xmlns:r="http://schemas.openxmlformats.org/officeDocument/2006/relationships" type="roundRect" r:blip="">
                <dgm:adjLst/>
              </dgm:shape>
              <dgm:presOf axis="desOrSelf" ptType="node"/>
              <dgm:constrLst>
                <dgm:constr type="primFontSz" val="65"/>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aSpace">
              <dgm:alg type="sp"/>
              <dgm:shape xmlns:r="http://schemas.openxmlformats.org/officeDocument/2006/relationships" r:blip="">
                <dgm:adjLst/>
              </dgm:shape>
              <dgm:presOf/>
              <dgm:constrLst/>
              <dgm:ruleLst/>
            </dgm:layoutNode>
          </dgm:forEach>
        </dgm:layoutNode>
      </dgm:if>
      <dgm:else name="Name5"/>
    </dgm:choose>
  </dgm:layoutNode>
</dgm:layoutDef>
</file>

<file path=ppt/diagrams/layout2.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6726063"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833787" y="4243845"/>
            <a:ext cx="2307831" cy="276940"/>
          </a:xfrm>
          <a:prstGeom prst="rect">
            <a:avLst/>
          </a:prstGeom>
        </p:spPr>
      </p:pic>
      <p:sp>
        <p:nvSpPr>
          <p:cNvPr id="9" name="Rectangle 8"/>
          <p:cNvSpPr/>
          <p:nvPr/>
        </p:nvSpPr>
        <p:spPr bwMode="ltGray">
          <a:xfrm>
            <a:off x="0" y="2590078"/>
            <a:ext cx="6726064"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6833787" y="2590078"/>
            <a:ext cx="2307832"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510242" y="2733709"/>
            <a:ext cx="6069268" cy="1373070"/>
          </a:xfrm>
        </p:spPr>
        <p:txBody>
          <a:bodyPr anchor="b">
            <a:noAutofit/>
          </a:bodyPr>
          <a:lstStyle>
            <a:lvl1pPr algn="r">
              <a:defRPr sz="4800"/>
            </a:lvl1pPr>
          </a:lstStyle>
          <a:p>
            <a:r>
              <a:rPr lang="en-US"/>
              <a:t>Click to edit Master title style</a:t>
            </a:r>
            <a:endParaRPr lang="en-US" dirty="0"/>
          </a:p>
        </p:txBody>
      </p:sp>
      <p:sp>
        <p:nvSpPr>
          <p:cNvPr id="3" name="Subtitle 2"/>
          <p:cNvSpPr>
            <a:spLocks noGrp="1"/>
          </p:cNvSpPr>
          <p:nvPr>
            <p:ph type="subTitle" idx="1"/>
          </p:nvPr>
        </p:nvSpPr>
        <p:spPr>
          <a:xfrm>
            <a:off x="510241" y="4394040"/>
            <a:ext cx="6108101"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4555655" y="5936188"/>
            <a:ext cx="2057400" cy="365125"/>
          </a:xfrm>
        </p:spPr>
        <p:txBody>
          <a:bodyPr/>
          <a:lstStyle/>
          <a:p>
            <a:fld id="{7C52EA0F-FE42-402D-9DFD-5DB9E49E8CE1}" type="datetimeFigureOut">
              <a:rPr lang="en-US" smtClean="0"/>
              <a:pPr/>
              <a:t>9/23/25</a:t>
            </a:fld>
            <a:endParaRPr lang="en-US"/>
          </a:p>
        </p:txBody>
      </p:sp>
      <p:sp>
        <p:nvSpPr>
          <p:cNvPr id="5" name="Footer Placeholder 4"/>
          <p:cNvSpPr>
            <a:spLocks noGrp="1"/>
          </p:cNvSpPr>
          <p:nvPr>
            <p:ph type="ftr" sz="quarter" idx="11"/>
          </p:nvPr>
        </p:nvSpPr>
        <p:spPr>
          <a:xfrm>
            <a:off x="533401" y="5936189"/>
            <a:ext cx="4021666" cy="365125"/>
          </a:xfrm>
        </p:spPr>
        <p:txBody>
          <a:bodyPr/>
          <a:lstStyle/>
          <a:p>
            <a:endParaRPr lang="en-US"/>
          </a:p>
        </p:txBody>
      </p:sp>
      <p:sp>
        <p:nvSpPr>
          <p:cNvPr id="6" name="Slide Number Placeholder 5"/>
          <p:cNvSpPr>
            <a:spLocks noGrp="1"/>
          </p:cNvSpPr>
          <p:nvPr>
            <p:ph type="sldNum" sz="quarter" idx="12"/>
          </p:nvPr>
        </p:nvSpPr>
        <p:spPr>
          <a:xfrm>
            <a:off x="7010399" y="2750337"/>
            <a:ext cx="1370293" cy="1356442"/>
          </a:xfrm>
        </p:spPr>
        <p:txBody>
          <a:bodyPr/>
          <a:lstStyle/>
          <a:p>
            <a:fld id="{73BAD68D-FC00-4879-9562-455603F033C0}" type="slidenum">
              <a:rPr lang="en-US" smtClean="0"/>
              <a:pPr/>
              <a:t>‹#›</a:t>
            </a:fld>
            <a:endParaRPr lang="en-US"/>
          </a:p>
        </p:txBody>
      </p:sp>
    </p:spTree>
    <p:extLst>
      <p:ext uri="{BB962C8B-B14F-4D97-AF65-F5344CB8AC3E}">
        <p14:creationId xmlns:p14="http://schemas.microsoft.com/office/powerpoint/2010/main" val="18200756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27" name="Group 26"/>
          <p:cNvGrpSpPr/>
          <p:nvPr/>
        </p:nvGrpSpPr>
        <p:grpSpPr>
          <a:xfrm>
            <a:off x="0" y="609600"/>
            <a:ext cx="9161969" cy="1677035"/>
            <a:chOff x="0" y="2895600"/>
            <a:chExt cx="9161969" cy="1677035"/>
          </a:xfrm>
        </p:grpSpPr>
        <p:pic>
          <p:nvPicPr>
            <p:cNvPr id="28" name="Picture 2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9" name="Picture 28"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0" name="Rectangle 2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1" name="Rectangle 3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C52EA0F-FE42-402D-9DFD-5DB9E49E8CE1}" type="datetimeFigureOut">
              <a:rPr lang="en-US" smtClean="0"/>
              <a:pPr/>
              <a:t>9/23/25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BAD68D-FC00-4879-9562-455603F033C0}" type="slidenum">
              <a:rPr lang="en-US" smtClean="0"/>
              <a:pPr/>
              <a:t>‹#›</a:t>
            </a:fld>
            <a:endParaRPr lang="en-US"/>
          </a:p>
        </p:txBody>
      </p:sp>
    </p:spTree>
    <p:extLst>
      <p:ext uri="{BB962C8B-B14F-4D97-AF65-F5344CB8AC3E}">
        <p14:creationId xmlns:p14="http://schemas.microsoft.com/office/powerpoint/2010/main" val="2174214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18" name="Group 17"/>
          <p:cNvGrpSpPr/>
          <p:nvPr/>
        </p:nvGrpSpPr>
        <p:grpSpPr>
          <a:xfrm>
            <a:off x="0" y="2728432"/>
            <a:ext cx="9161969" cy="1677035"/>
            <a:chOff x="0" y="2895600"/>
            <a:chExt cx="9161969" cy="1677035"/>
          </a:xfrm>
        </p:grpSpPr>
        <p:pic>
          <p:nvPicPr>
            <p:cNvPr id="19" name="Picture 18"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0" name="Picture 19"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1" name="Rectangle 20"/>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2" name="Rectangle 21"/>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2869895"/>
            <a:ext cx="688915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531639" y="4232172"/>
            <a:ext cx="688915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5365810" y="5936188"/>
            <a:ext cx="2057400" cy="365125"/>
          </a:xfrm>
        </p:spPr>
        <p:txBody>
          <a:bodyPr/>
          <a:lstStyle/>
          <a:p>
            <a:fld id="{7C52EA0F-FE42-402D-9DFD-5DB9E49E8CE1}" type="datetimeFigureOut">
              <a:rPr lang="en-US" smtClean="0"/>
              <a:pPr/>
              <a:t>9/23/25</a:t>
            </a:fld>
            <a:endParaRPr lang="en-US"/>
          </a:p>
        </p:txBody>
      </p:sp>
      <p:sp>
        <p:nvSpPr>
          <p:cNvPr id="5" name="Footer Placeholder 4"/>
          <p:cNvSpPr>
            <a:spLocks noGrp="1"/>
          </p:cNvSpPr>
          <p:nvPr>
            <p:ph type="ftr" sz="quarter" idx="11"/>
          </p:nvPr>
        </p:nvSpPr>
        <p:spPr>
          <a:xfrm>
            <a:off x="533400" y="5936189"/>
            <a:ext cx="4834673" cy="365125"/>
          </a:xfrm>
        </p:spPr>
        <p:txBody>
          <a:bodyPr/>
          <a:lstStyle/>
          <a:p>
            <a:endParaRPr lang="en-US"/>
          </a:p>
        </p:txBody>
      </p:sp>
      <p:sp>
        <p:nvSpPr>
          <p:cNvPr id="6" name="Slide Number Placeholder 5"/>
          <p:cNvSpPr>
            <a:spLocks noGrp="1"/>
          </p:cNvSpPr>
          <p:nvPr>
            <p:ph type="sldNum" sz="quarter" idx="12"/>
          </p:nvPr>
        </p:nvSpPr>
        <p:spPr>
          <a:xfrm>
            <a:off x="7856438" y="2869896"/>
            <a:ext cx="1149836" cy="1090789"/>
          </a:xfrm>
        </p:spPr>
        <p:txBody>
          <a:bodyPr/>
          <a:lstStyle/>
          <a:p>
            <a:fld id="{73BAD68D-FC00-4879-9562-455603F033C0}" type="slidenum">
              <a:rPr lang="en-US" smtClean="0"/>
              <a:pPr/>
              <a:t>‹#›</a:t>
            </a:fld>
            <a:endParaRPr lang="en-US"/>
          </a:p>
        </p:txBody>
      </p:sp>
    </p:spTree>
    <p:extLst>
      <p:ext uri="{BB962C8B-B14F-4D97-AF65-F5344CB8AC3E}">
        <p14:creationId xmlns:p14="http://schemas.microsoft.com/office/powerpoint/2010/main" val="32131286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grpSp>
        <p:nvGrpSpPr>
          <p:cNvPr id="17" name="Group 16"/>
          <p:cNvGrpSpPr/>
          <p:nvPr/>
        </p:nvGrpSpPr>
        <p:grpSpPr>
          <a:xfrm>
            <a:off x="0" y="609600"/>
            <a:ext cx="9161969" cy="1677035"/>
            <a:chOff x="0" y="2895600"/>
            <a:chExt cx="9161969" cy="1677035"/>
          </a:xfrm>
        </p:grpSpPr>
        <p:pic>
          <p:nvPicPr>
            <p:cNvPr id="18" name="Picture 1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9" name="Picture 18"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0" name="Rectangle 1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3400" y="753228"/>
            <a:ext cx="6887390" cy="1080938"/>
          </a:xfrm>
        </p:spPr>
        <p:txBody>
          <a:bodyPr/>
          <a:lstStyle/>
          <a:p>
            <a:r>
              <a:rPr lang="en-US"/>
              <a:t>Click to edit Master title style</a:t>
            </a:r>
            <a:endParaRPr lang="en-US" dirty="0"/>
          </a:p>
        </p:txBody>
      </p:sp>
      <p:sp>
        <p:nvSpPr>
          <p:cNvPr id="3" name="Content Placeholder 2"/>
          <p:cNvSpPr>
            <a:spLocks noGrp="1"/>
          </p:cNvSpPr>
          <p:nvPr>
            <p:ph sz="half" idx="1"/>
          </p:nvPr>
        </p:nvSpPr>
        <p:spPr>
          <a:xfrm>
            <a:off x="533400" y="2336873"/>
            <a:ext cx="3357899"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061128" y="2336873"/>
            <a:ext cx="3359661"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C52EA0F-FE42-402D-9DFD-5DB9E49E8CE1}" type="datetimeFigureOut">
              <a:rPr lang="en-US" smtClean="0"/>
              <a:pPr/>
              <a:t>9/23/25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BAD68D-FC00-4879-9562-455603F033C0}" type="slidenum">
              <a:rPr lang="en-US" smtClean="0"/>
              <a:pPr/>
              <a:t>‹#›</a:t>
            </a:fld>
            <a:endParaRPr lang="en-US"/>
          </a:p>
        </p:txBody>
      </p:sp>
    </p:spTree>
    <p:extLst>
      <p:ext uri="{BB962C8B-B14F-4D97-AF65-F5344CB8AC3E}">
        <p14:creationId xmlns:p14="http://schemas.microsoft.com/office/powerpoint/2010/main" val="19507657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grpSp>
        <p:nvGrpSpPr>
          <p:cNvPr id="28" name="Group 27"/>
          <p:cNvGrpSpPr/>
          <p:nvPr/>
        </p:nvGrpSpPr>
        <p:grpSpPr>
          <a:xfrm>
            <a:off x="0" y="609600"/>
            <a:ext cx="9161969" cy="1677035"/>
            <a:chOff x="0" y="2895600"/>
            <a:chExt cx="9161969" cy="1677035"/>
          </a:xfrm>
        </p:grpSpPr>
        <p:pic>
          <p:nvPicPr>
            <p:cNvPr id="29" name="Picture 28"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30" name="Picture 29"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1" name="Rectangle 30"/>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2" name="Rectangle 31"/>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30"/>
            <a:ext cx="6896534"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760988" y="2336874"/>
            <a:ext cx="3145080"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31638" y="3030009"/>
            <a:ext cx="336704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282646" y="2336873"/>
            <a:ext cx="3145527"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061129" y="3030009"/>
            <a:ext cx="3367044"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C52EA0F-FE42-402D-9DFD-5DB9E49E8CE1}" type="datetimeFigureOut">
              <a:rPr lang="en-US" smtClean="0"/>
              <a:pPr/>
              <a:t>9/23/25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3BAD68D-FC00-4879-9562-455603F033C0}" type="slidenum">
              <a:rPr lang="en-US" smtClean="0"/>
              <a:pPr/>
              <a:t>‹#›</a:t>
            </a:fld>
            <a:endParaRPr lang="en-US"/>
          </a:p>
        </p:txBody>
      </p:sp>
    </p:spTree>
    <p:extLst>
      <p:ext uri="{BB962C8B-B14F-4D97-AF65-F5344CB8AC3E}">
        <p14:creationId xmlns:p14="http://schemas.microsoft.com/office/powerpoint/2010/main" val="2865889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grpSp>
        <p:nvGrpSpPr>
          <p:cNvPr id="15" name="Group 14"/>
          <p:cNvGrpSpPr/>
          <p:nvPr/>
        </p:nvGrpSpPr>
        <p:grpSpPr>
          <a:xfrm>
            <a:off x="0" y="609600"/>
            <a:ext cx="9161969" cy="1677035"/>
            <a:chOff x="0" y="2895600"/>
            <a:chExt cx="9161969" cy="1677035"/>
          </a:xfrm>
        </p:grpSpPr>
        <p:pic>
          <p:nvPicPr>
            <p:cNvPr id="16" name="Picture 15"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7" name="Picture 16"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18" name="Rectangle 17"/>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9" name="Rectangle 18"/>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C52EA0F-FE42-402D-9DFD-5DB9E49E8CE1}" type="datetimeFigureOut">
              <a:rPr lang="en-US" smtClean="0"/>
              <a:pPr/>
              <a:t>9/23/25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3BAD68D-FC00-4879-9562-455603F033C0}" type="slidenum">
              <a:rPr lang="en-US" smtClean="0"/>
              <a:pPr/>
              <a:t>‹#›</a:t>
            </a:fld>
            <a:endParaRPr lang="en-US"/>
          </a:p>
        </p:txBody>
      </p:sp>
    </p:spTree>
    <p:extLst>
      <p:ext uri="{BB962C8B-B14F-4D97-AF65-F5344CB8AC3E}">
        <p14:creationId xmlns:p14="http://schemas.microsoft.com/office/powerpoint/2010/main" val="386394231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12" name="Picture 11" descr="HD-ShadowShort.png"/>
          <p:cNvPicPr>
            <a:picLocks noChangeAspect="1"/>
          </p:cNvPicPr>
          <p:nvPr/>
        </p:nvPicPr>
        <p:blipFill rotWithShape="1">
          <a:blip r:embed="rId2">
            <a:extLst>
              <a:ext uri="{28A0092B-C50C-407E-A947-70E740481C1C}">
                <a14:useLocalDpi xmlns:a14="http://schemas.microsoft.com/office/drawing/2010/main" val="0"/>
              </a:ext>
            </a:extLst>
          </a:blip>
          <a:srcRect r="9871"/>
          <a:stretch/>
        </p:blipFill>
        <p:spPr>
          <a:xfrm>
            <a:off x="7717217" y="1973262"/>
            <a:ext cx="1444752" cy="144270"/>
          </a:xfrm>
          <a:prstGeom prst="rect">
            <a:avLst/>
          </a:prstGeom>
        </p:spPr>
      </p:pic>
      <p:sp>
        <p:nvSpPr>
          <p:cNvPr id="14" name="Rectangle 13"/>
          <p:cNvSpPr/>
          <p:nvPr/>
        </p:nvSpPr>
        <p:spPr>
          <a:xfrm>
            <a:off x="7710769" y="609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7C52EA0F-FE42-402D-9DFD-5DB9E49E8CE1}" type="datetimeFigureOut">
              <a:rPr lang="en-US" smtClean="0"/>
              <a:pPr/>
              <a:t>9/23/25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3BAD68D-FC00-4879-9562-455603F033C0}" type="slidenum">
              <a:rPr lang="en-US" smtClean="0"/>
              <a:pPr/>
              <a:t>‹#›</a:t>
            </a:fld>
            <a:endParaRPr lang="en-US"/>
          </a:p>
        </p:txBody>
      </p:sp>
    </p:spTree>
    <p:extLst>
      <p:ext uri="{BB962C8B-B14F-4D97-AF65-F5344CB8AC3E}">
        <p14:creationId xmlns:p14="http://schemas.microsoft.com/office/powerpoint/2010/main" val="33471499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17" name="Group 16"/>
          <p:cNvGrpSpPr/>
          <p:nvPr/>
        </p:nvGrpSpPr>
        <p:grpSpPr>
          <a:xfrm>
            <a:off x="0" y="609600"/>
            <a:ext cx="9161969" cy="1677035"/>
            <a:chOff x="0" y="2895600"/>
            <a:chExt cx="9161969" cy="1677035"/>
          </a:xfrm>
        </p:grpSpPr>
        <p:pic>
          <p:nvPicPr>
            <p:cNvPr id="18" name="Picture 1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9" name="Picture 18"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0" name="Rectangle 1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27"/>
            <a:ext cx="6896534"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3514385" y="2336874"/>
            <a:ext cx="3913788"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33401" y="2336873"/>
            <a:ext cx="2796240"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C52EA0F-FE42-402D-9DFD-5DB9E49E8CE1}" type="datetimeFigureOut">
              <a:rPr lang="en-US" smtClean="0"/>
              <a:pPr/>
              <a:t>9/23/25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BAD68D-FC00-4879-9562-455603F033C0}" type="slidenum">
              <a:rPr lang="en-US" smtClean="0"/>
              <a:pPr/>
              <a:t>‹#›</a:t>
            </a:fld>
            <a:endParaRPr lang="en-US"/>
          </a:p>
        </p:txBody>
      </p:sp>
    </p:spTree>
    <p:extLst>
      <p:ext uri="{BB962C8B-B14F-4D97-AF65-F5344CB8AC3E}">
        <p14:creationId xmlns:p14="http://schemas.microsoft.com/office/powerpoint/2010/main" val="234206664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7" name="Group 16"/>
          <p:cNvGrpSpPr/>
          <p:nvPr/>
        </p:nvGrpSpPr>
        <p:grpSpPr>
          <a:xfrm>
            <a:off x="0" y="609600"/>
            <a:ext cx="9161969" cy="1677035"/>
            <a:chOff x="0" y="2895600"/>
            <a:chExt cx="9161969" cy="1677035"/>
          </a:xfrm>
        </p:grpSpPr>
        <p:pic>
          <p:nvPicPr>
            <p:cNvPr id="18" name="Picture 17"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9" name="Picture 18"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0" name="Rectangle 19"/>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1" name="Rectangle 20"/>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28"/>
            <a:ext cx="6896534"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10956" y="2336874"/>
            <a:ext cx="3917217"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31638" y="2336874"/>
            <a:ext cx="2798487"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C52EA0F-FE42-402D-9DFD-5DB9E49E8CE1}" type="datetimeFigureOut">
              <a:rPr lang="en-US" smtClean="0"/>
              <a:pPr/>
              <a:t>9/23/25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BAD68D-FC00-4879-9562-455603F033C0}" type="slidenum">
              <a:rPr lang="en-US" smtClean="0"/>
              <a:pPr/>
              <a:t>‹#›</a:t>
            </a:fld>
            <a:endParaRPr lang="en-US"/>
          </a:p>
        </p:txBody>
      </p:sp>
    </p:spTree>
    <p:extLst>
      <p:ext uri="{BB962C8B-B14F-4D97-AF65-F5344CB8AC3E}">
        <p14:creationId xmlns:p14="http://schemas.microsoft.com/office/powerpoint/2010/main" val="24769410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20" name="Group 19"/>
          <p:cNvGrpSpPr/>
          <p:nvPr/>
        </p:nvGrpSpPr>
        <p:grpSpPr>
          <a:xfrm>
            <a:off x="0" y="4572000"/>
            <a:ext cx="9161969" cy="1677035"/>
            <a:chOff x="0" y="2895600"/>
            <a:chExt cx="9161969" cy="1677035"/>
          </a:xfrm>
        </p:grpSpPr>
        <p:pic>
          <p:nvPicPr>
            <p:cNvPr id="24" name="Picture 23"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5" name="Picture 24"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6" name="Rectangle 25"/>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3403" y="4711617"/>
            <a:ext cx="6894770" cy="544482"/>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31639" y="609598"/>
            <a:ext cx="6896534"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533401" y="5256098"/>
            <a:ext cx="6894772" cy="547819"/>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C52EA0F-FE42-402D-9DFD-5DB9E49E8CE1}" type="datetimeFigureOut">
              <a:rPr lang="en-US" smtClean="0"/>
              <a:pPr/>
              <a:t>9/23/25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856438" y="4711310"/>
            <a:ext cx="1149836" cy="1090789"/>
          </a:xfrm>
        </p:spPr>
        <p:txBody>
          <a:bodyPr/>
          <a:lstStyle/>
          <a:p>
            <a:fld id="{73BAD68D-FC00-4879-9562-455603F033C0}" type="slidenum">
              <a:rPr lang="en-US" smtClean="0"/>
              <a:pPr/>
              <a:t>‹#›</a:t>
            </a:fld>
            <a:endParaRPr lang="en-US"/>
          </a:p>
        </p:txBody>
      </p:sp>
    </p:spTree>
    <p:extLst>
      <p:ext uri="{BB962C8B-B14F-4D97-AF65-F5344CB8AC3E}">
        <p14:creationId xmlns:p14="http://schemas.microsoft.com/office/powerpoint/2010/main" val="103309125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grpSp>
        <p:nvGrpSpPr>
          <p:cNvPr id="21" name="Group 20"/>
          <p:cNvGrpSpPr/>
          <p:nvPr/>
        </p:nvGrpSpPr>
        <p:grpSpPr>
          <a:xfrm>
            <a:off x="0" y="4572000"/>
            <a:ext cx="9161969" cy="1677035"/>
            <a:chOff x="0" y="2895600"/>
            <a:chExt cx="9161969" cy="1677035"/>
          </a:xfrm>
        </p:grpSpPr>
        <p:pic>
          <p:nvPicPr>
            <p:cNvPr id="22" name="Picture 21"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3" name="Picture 22"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4" name="Rectangle 23"/>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5" name="Rectangle 24"/>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24255" y="609597"/>
            <a:ext cx="6896534"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531638" y="4710340"/>
            <a:ext cx="6889151" cy="1101764"/>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C52EA0F-FE42-402D-9DFD-5DB9E49E8CE1}" type="datetimeFigureOut">
              <a:rPr lang="en-US" smtClean="0"/>
              <a:pPr/>
              <a:t>9/23/25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856438" y="4711616"/>
            <a:ext cx="1149836" cy="1090789"/>
          </a:xfrm>
        </p:spPr>
        <p:txBody>
          <a:bodyPr/>
          <a:lstStyle/>
          <a:p>
            <a:fld id="{73BAD68D-FC00-4879-9562-455603F033C0}" type="slidenum">
              <a:rPr lang="en-US" smtClean="0"/>
              <a:pPr/>
              <a:t>‹#›</a:t>
            </a:fld>
            <a:endParaRPr lang="en-US"/>
          </a:p>
        </p:txBody>
      </p:sp>
    </p:spTree>
    <p:extLst>
      <p:ext uri="{BB962C8B-B14F-4D97-AF65-F5344CB8AC3E}">
        <p14:creationId xmlns:p14="http://schemas.microsoft.com/office/powerpoint/2010/main" val="378291057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grpSp>
        <p:nvGrpSpPr>
          <p:cNvPr id="29" name="Group 28"/>
          <p:cNvGrpSpPr/>
          <p:nvPr/>
        </p:nvGrpSpPr>
        <p:grpSpPr>
          <a:xfrm>
            <a:off x="0" y="4572000"/>
            <a:ext cx="9161969" cy="1677035"/>
            <a:chOff x="0" y="2895600"/>
            <a:chExt cx="9161969" cy="1677035"/>
          </a:xfrm>
        </p:grpSpPr>
        <p:pic>
          <p:nvPicPr>
            <p:cNvPr id="30" name="Picture 29"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31" name="Picture 30"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2" name="Rectangle 31"/>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3" name="Rectangle 32"/>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767921" y="616983"/>
            <a:ext cx="642514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989438" y="3660763"/>
            <a:ext cx="5987731"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531638" y="4710340"/>
            <a:ext cx="6903919" cy="1101764"/>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C52EA0F-FE42-402D-9DFD-5DB9E49E8CE1}" type="datetimeFigureOut">
              <a:rPr lang="en-US" smtClean="0"/>
              <a:pPr/>
              <a:t>9/23/25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856438" y="4709926"/>
            <a:ext cx="1149836" cy="1090789"/>
          </a:xfrm>
        </p:spPr>
        <p:txBody>
          <a:bodyPr/>
          <a:lstStyle/>
          <a:p>
            <a:fld id="{73BAD68D-FC00-4879-9562-455603F033C0}" type="slidenum">
              <a:rPr lang="en-US" smtClean="0"/>
              <a:pPr/>
              <a:t>‹#›</a:t>
            </a:fld>
            <a:endParaRPr lang="en-US"/>
          </a:p>
        </p:txBody>
      </p:sp>
      <p:sp>
        <p:nvSpPr>
          <p:cNvPr id="27" name="TextBox 26"/>
          <p:cNvSpPr txBox="1"/>
          <p:nvPr/>
        </p:nvSpPr>
        <p:spPr>
          <a:xfrm>
            <a:off x="270932" y="748116"/>
            <a:ext cx="5334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28" name="TextBox 27"/>
          <p:cNvSpPr txBox="1"/>
          <p:nvPr/>
        </p:nvSpPr>
        <p:spPr>
          <a:xfrm>
            <a:off x="6967191" y="2998573"/>
            <a:ext cx="457200" cy="584777"/>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1436953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grpSp>
        <p:nvGrpSpPr>
          <p:cNvPr id="22" name="Group 21"/>
          <p:cNvGrpSpPr/>
          <p:nvPr/>
        </p:nvGrpSpPr>
        <p:grpSpPr>
          <a:xfrm>
            <a:off x="0" y="4572000"/>
            <a:ext cx="9161969" cy="1677035"/>
            <a:chOff x="0" y="2895600"/>
            <a:chExt cx="9161969" cy="1677035"/>
          </a:xfrm>
        </p:grpSpPr>
        <p:pic>
          <p:nvPicPr>
            <p:cNvPr id="23" name="Picture 22"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4" name="Picture 23"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5" name="Rectangle 24"/>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6" name="Rectangle 25"/>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8" y="4710340"/>
            <a:ext cx="6896534" cy="589812"/>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531639" y="5300150"/>
            <a:ext cx="6896534" cy="511954"/>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7C52EA0F-FE42-402D-9DFD-5DB9E49E8CE1}" type="datetimeFigureOut">
              <a:rPr lang="en-US" smtClean="0"/>
              <a:pPr/>
              <a:t>9/23/25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a:xfrm>
            <a:off x="7856438" y="4709926"/>
            <a:ext cx="1149836" cy="1090789"/>
          </a:xfrm>
        </p:spPr>
        <p:txBody>
          <a:bodyPr/>
          <a:lstStyle/>
          <a:p>
            <a:fld id="{73BAD68D-FC00-4879-9562-455603F033C0}" type="slidenum">
              <a:rPr lang="en-US" smtClean="0"/>
              <a:pPr/>
              <a:t>‹#›</a:t>
            </a:fld>
            <a:endParaRPr lang="en-US"/>
          </a:p>
        </p:txBody>
      </p:sp>
    </p:spTree>
    <p:extLst>
      <p:ext uri="{BB962C8B-B14F-4D97-AF65-F5344CB8AC3E}">
        <p14:creationId xmlns:p14="http://schemas.microsoft.com/office/powerpoint/2010/main" val="41140792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grpSp>
        <p:nvGrpSpPr>
          <p:cNvPr id="23" name="Group 22"/>
          <p:cNvGrpSpPr/>
          <p:nvPr/>
        </p:nvGrpSpPr>
        <p:grpSpPr>
          <a:xfrm>
            <a:off x="0" y="609600"/>
            <a:ext cx="9161969" cy="1677035"/>
            <a:chOff x="0" y="2895600"/>
            <a:chExt cx="9161969" cy="1677035"/>
          </a:xfrm>
        </p:grpSpPr>
        <p:pic>
          <p:nvPicPr>
            <p:cNvPr id="24" name="Picture 23"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25" name="Picture 24"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26" name="Rectangle 25"/>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7" name="Rectangle 26"/>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15" name="Title 1"/>
          <p:cNvSpPr>
            <a:spLocks noGrp="1"/>
          </p:cNvSpPr>
          <p:nvPr>
            <p:ph type="title"/>
          </p:nvPr>
        </p:nvSpPr>
        <p:spPr>
          <a:xfrm>
            <a:off x="531639" y="753228"/>
            <a:ext cx="6896534"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532629" y="2329489"/>
            <a:ext cx="219456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539777" y="3015290"/>
            <a:ext cx="219456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2878413" y="2336873"/>
            <a:ext cx="219456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2879710" y="3007906"/>
            <a:ext cx="219456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226136" y="2336873"/>
            <a:ext cx="219456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233520" y="3007905"/>
            <a:ext cx="219456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C52EA0F-FE42-402D-9DFD-5DB9E49E8CE1}" type="datetimeFigureOut">
              <a:rPr lang="en-US" smtClean="0"/>
              <a:pPr/>
              <a:t>9/23/25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3BAD68D-FC00-4879-9562-455603F033C0}" type="slidenum">
              <a:rPr lang="en-US" smtClean="0"/>
              <a:pPr/>
              <a:t>‹#›</a:t>
            </a:fld>
            <a:endParaRPr lang="en-US"/>
          </a:p>
        </p:txBody>
      </p:sp>
    </p:spTree>
    <p:extLst>
      <p:ext uri="{BB962C8B-B14F-4D97-AF65-F5344CB8AC3E}">
        <p14:creationId xmlns:p14="http://schemas.microsoft.com/office/powerpoint/2010/main" val="285641614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grpSp>
        <p:nvGrpSpPr>
          <p:cNvPr id="34" name="Group 33"/>
          <p:cNvGrpSpPr/>
          <p:nvPr/>
        </p:nvGrpSpPr>
        <p:grpSpPr>
          <a:xfrm>
            <a:off x="0" y="609600"/>
            <a:ext cx="9161969" cy="1677035"/>
            <a:chOff x="0" y="2895600"/>
            <a:chExt cx="9161969" cy="1677035"/>
          </a:xfrm>
        </p:grpSpPr>
        <p:pic>
          <p:nvPicPr>
            <p:cNvPr id="35" name="Picture 34"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36" name="Picture 35"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37" name="Rectangle 36"/>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8" name="Rectangle 37"/>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30" name="Title 1"/>
          <p:cNvSpPr>
            <a:spLocks noGrp="1"/>
          </p:cNvSpPr>
          <p:nvPr>
            <p:ph type="title"/>
          </p:nvPr>
        </p:nvSpPr>
        <p:spPr>
          <a:xfrm>
            <a:off x="531639" y="753228"/>
            <a:ext cx="6896534"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532391" y="4297503"/>
            <a:ext cx="2192257"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532391" y="2336873"/>
            <a:ext cx="2192257"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532391" y="4873765"/>
            <a:ext cx="219225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2870497" y="4297503"/>
            <a:ext cx="221507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2870497" y="2336873"/>
            <a:ext cx="221507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2869483" y="4873764"/>
            <a:ext cx="2218004"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231028" y="4297503"/>
            <a:ext cx="2194333"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5231027" y="2336873"/>
            <a:ext cx="2194333"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230934" y="4873762"/>
            <a:ext cx="2197239"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7C52EA0F-FE42-402D-9DFD-5DB9E49E8CE1}" type="datetimeFigureOut">
              <a:rPr lang="en-US" smtClean="0"/>
              <a:pPr/>
              <a:t>9/23/25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3BAD68D-FC00-4879-9562-455603F033C0}" type="slidenum">
              <a:rPr lang="en-US" smtClean="0"/>
              <a:pPr/>
              <a:t>‹#›</a:t>
            </a:fld>
            <a:endParaRPr lang="en-US"/>
          </a:p>
        </p:txBody>
      </p:sp>
    </p:spTree>
    <p:extLst>
      <p:ext uri="{BB962C8B-B14F-4D97-AF65-F5344CB8AC3E}">
        <p14:creationId xmlns:p14="http://schemas.microsoft.com/office/powerpoint/2010/main" val="428272735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grpSp>
        <p:nvGrpSpPr>
          <p:cNvPr id="16" name="Group 15"/>
          <p:cNvGrpSpPr/>
          <p:nvPr/>
        </p:nvGrpSpPr>
        <p:grpSpPr>
          <a:xfrm>
            <a:off x="0" y="609600"/>
            <a:ext cx="9161969" cy="1677035"/>
            <a:chOff x="0" y="2895600"/>
            <a:chExt cx="9161969" cy="1677035"/>
          </a:xfrm>
        </p:grpSpPr>
        <p:pic>
          <p:nvPicPr>
            <p:cNvPr id="17" name="Picture 16" descr="HD-ShadowLong.png"/>
            <p:cNvPicPr>
              <a:picLocks noChangeAspect="1"/>
            </p:cNvPicPr>
            <p:nvPr/>
          </p:nvPicPr>
          <p:blipFill rotWithShape="1">
            <a:blip r:embed="rId2">
              <a:extLst>
                <a:ext uri="{28A0092B-C50C-407E-A947-70E740481C1C}">
                  <a14:useLocalDpi xmlns:a14="http://schemas.microsoft.com/office/drawing/2010/main" val="0"/>
                </a:ext>
              </a:extLst>
            </a:blip>
            <a:srcRect l="26982" r="-217"/>
            <a:stretch/>
          </p:blipFill>
          <p:spPr>
            <a:xfrm>
              <a:off x="0" y="4251471"/>
              <a:ext cx="7644384" cy="321164"/>
            </a:xfrm>
            <a:prstGeom prst="rect">
              <a:avLst/>
            </a:prstGeom>
          </p:spPr>
        </p:pic>
        <p:pic>
          <p:nvPicPr>
            <p:cNvPr id="18" name="Picture 17" descr="HD-ShadowShort.png"/>
            <p:cNvPicPr>
              <a:picLocks noChangeAspect="1"/>
            </p:cNvPicPr>
            <p:nvPr/>
          </p:nvPicPr>
          <p:blipFill rotWithShape="1">
            <a:blip r:embed="rId3">
              <a:extLst>
                <a:ext uri="{28A0092B-C50C-407E-A947-70E740481C1C}">
                  <a14:useLocalDpi xmlns:a14="http://schemas.microsoft.com/office/drawing/2010/main" val="0"/>
                </a:ext>
              </a:extLst>
            </a:blip>
            <a:srcRect r="9871"/>
            <a:stretch/>
          </p:blipFill>
          <p:spPr>
            <a:xfrm>
              <a:off x="7717217" y="4259262"/>
              <a:ext cx="1444752" cy="144270"/>
            </a:xfrm>
            <a:prstGeom prst="rect">
              <a:avLst/>
            </a:prstGeom>
          </p:spPr>
        </p:pic>
        <p:sp>
          <p:nvSpPr>
            <p:cNvPr id="19" name="Rectangle 18"/>
            <p:cNvSpPr/>
            <p:nvPr/>
          </p:nvSpPr>
          <p:spPr bwMode="ltGray">
            <a:xfrm>
              <a:off x="0" y="2895600"/>
              <a:ext cx="7567140"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Rectangle 19"/>
            <p:cNvSpPr/>
            <p:nvPr/>
          </p:nvSpPr>
          <p:spPr>
            <a:xfrm>
              <a:off x="7710769" y="2895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Title 1"/>
          <p:cNvSpPr>
            <a:spLocks noGrp="1"/>
          </p:cNvSpPr>
          <p:nvPr>
            <p:ph type="title"/>
          </p:nvPr>
        </p:nvSpPr>
        <p:spPr>
          <a:xfrm>
            <a:off x="531639" y="753228"/>
            <a:ext cx="6896534" cy="1080938"/>
          </a:xfrm>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C52EA0F-FE42-402D-9DFD-5DB9E49E8CE1}" type="datetimeFigureOut">
              <a:rPr lang="en-US" smtClean="0"/>
              <a:pPr/>
              <a:t>9/23/25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3BAD68D-FC00-4879-9562-455603F033C0}" type="slidenum">
              <a:rPr lang="en-US" smtClean="0"/>
              <a:pPr/>
              <a:t>‹#›</a:t>
            </a:fld>
            <a:endParaRPr lang="en-US"/>
          </a:p>
        </p:txBody>
      </p:sp>
    </p:spTree>
    <p:extLst>
      <p:ext uri="{BB962C8B-B14F-4D97-AF65-F5344CB8AC3E}">
        <p14:creationId xmlns:p14="http://schemas.microsoft.com/office/powerpoint/2010/main" val="28751120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grpSp>
        <p:nvGrpSpPr>
          <p:cNvPr id="14" name="Group 13"/>
          <p:cNvGrpSpPr/>
          <p:nvPr/>
        </p:nvGrpSpPr>
        <p:grpSpPr>
          <a:xfrm rot="5400000">
            <a:off x="4575305" y="2747178"/>
            <a:ext cx="6862555" cy="1368199"/>
            <a:chOff x="2281445" y="609600"/>
            <a:chExt cx="6862555" cy="1368199"/>
          </a:xfrm>
        </p:grpSpPr>
        <p:sp>
          <p:nvSpPr>
            <p:cNvPr id="12" name="Rectangle 11"/>
            <p:cNvSpPr/>
            <p:nvPr/>
          </p:nvSpPr>
          <p:spPr bwMode="ltGray">
            <a:xfrm>
              <a:off x="2281445" y="609601"/>
              <a:ext cx="5285695"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7710769" y="609600"/>
              <a:ext cx="1433231"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grpSp>
      <p:sp>
        <p:nvSpPr>
          <p:cNvPr id="2" name="Vertical Title 1"/>
          <p:cNvSpPr>
            <a:spLocks noGrp="1"/>
          </p:cNvSpPr>
          <p:nvPr>
            <p:ph type="title" orient="vert"/>
          </p:nvPr>
        </p:nvSpPr>
        <p:spPr>
          <a:xfrm>
            <a:off x="7464798" y="609597"/>
            <a:ext cx="1069602" cy="4461936"/>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0241" y="609598"/>
            <a:ext cx="6576359"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5029144" y="5936188"/>
            <a:ext cx="2057400" cy="365125"/>
          </a:xfrm>
        </p:spPr>
        <p:txBody>
          <a:bodyPr/>
          <a:lstStyle/>
          <a:p>
            <a:fld id="{7C52EA0F-FE42-402D-9DFD-5DB9E49E8CE1}" type="datetimeFigureOut">
              <a:rPr lang="en-US" smtClean="0"/>
              <a:pPr/>
              <a:t>9/23/25</a:t>
            </a:fld>
            <a:endParaRPr lang="en-US"/>
          </a:p>
        </p:txBody>
      </p:sp>
      <p:sp>
        <p:nvSpPr>
          <p:cNvPr id="5" name="Footer Placeholder 4"/>
          <p:cNvSpPr>
            <a:spLocks noGrp="1"/>
          </p:cNvSpPr>
          <p:nvPr>
            <p:ph type="ftr" sz="quarter" idx="11"/>
          </p:nvPr>
        </p:nvSpPr>
        <p:spPr>
          <a:xfrm>
            <a:off x="510241" y="5936189"/>
            <a:ext cx="4518959" cy="365125"/>
          </a:xfrm>
        </p:spPr>
        <p:txBody>
          <a:bodyPr/>
          <a:lstStyle/>
          <a:p>
            <a:endParaRPr lang="en-US"/>
          </a:p>
        </p:txBody>
      </p:sp>
      <p:sp>
        <p:nvSpPr>
          <p:cNvPr id="6" name="Slide Number Placeholder 5"/>
          <p:cNvSpPr>
            <a:spLocks noGrp="1"/>
          </p:cNvSpPr>
          <p:nvPr>
            <p:ph type="sldNum" sz="quarter" idx="12"/>
          </p:nvPr>
        </p:nvSpPr>
        <p:spPr>
          <a:xfrm>
            <a:off x="7431152" y="5432500"/>
            <a:ext cx="1149636" cy="1273100"/>
          </a:xfrm>
        </p:spPr>
        <p:txBody>
          <a:bodyPr anchor="t"/>
          <a:lstStyle>
            <a:lvl1pPr algn="ctr">
              <a:defRPr/>
            </a:lvl1pPr>
          </a:lstStyle>
          <a:p>
            <a:fld id="{73BAD68D-FC00-4879-9562-455603F033C0}" type="slidenum">
              <a:rPr lang="en-US" smtClean="0"/>
              <a:pPr/>
              <a:t>‹#›</a:t>
            </a:fld>
            <a:endParaRPr lang="en-US"/>
          </a:p>
        </p:txBody>
      </p:sp>
    </p:spTree>
    <p:extLst>
      <p:ext uri="{BB962C8B-B14F-4D97-AF65-F5344CB8AC3E}">
        <p14:creationId xmlns:p14="http://schemas.microsoft.com/office/powerpoint/2010/main" val="41828308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7" name="Picture 3" descr="C:\Users\James\Desktop\msft\Berlin\build Assets\hashOverlaySD-FullResolve.png"/>
          <p:cNvPicPr>
            <a:picLocks noChangeAspect="1" noChangeArrowheads="1"/>
          </p:cNvPicPr>
          <p:nvPr/>
        </p:nvPicPr>
        <p:blipFill>
          <a:blip r:embed="rId19">
            <a:alphaModFix amt="10000"/>
            <a:extLst>
              <a:ext uri="{28A0092B-C50C-407E-A947-70E740481C1C}">
                <a14:useLocalDpi xmlns:a14="http://schemas.microsoft.com/office/drawing/2010/main" val="0"/>
              </a:ext>
            </a:extLst>
          </a:blip>
          <a:srcRect/>
          <a:stretch>
            <a:fillRect/>
          </a:stretch>
        </p:blipFill>
        <p:spPr bwMode="auto">
          <a:xfrm>
            <a:off x="0" y="1"/>
            <a:ext cx="9144000" cy="6858000"/>
          </a:xfrm>
          <a:prstGeom prst="rect">
            <a:avLst/>
          </a:prstGeom>
          <a:extLst>
            <a:ext uri="{909E8E84-426E-40dd-AFC4-6F175D3DCCD1}">
              <a14:hiddenFill xmlns="" xmlns:a14="http://schemas.microsoft.com/office/drawing/2010/main">
                <a:solidFill>
                  <a:srgbClr val="FFFFFF"/>
                </a:solidFill>
              </a14:hiddenFill>
            </a:ext>
          </a:extLst>
        </p:spPr>
      </p:pic>
      <p:sp>
        <p:nvSpPr>
          <p:cNvPr id="2" name="Title Placeholder 1"/>
          <p:cNvSpPr>
            <a:spLocks noGrp="1"/>
          </p:cNvSpPr>
          <p:nvPr>
            <p:ph type="title"/>
          </p:nvPr>
        </p:nvSpPr>
        <p:spPr>
          <a:xfrm>
            <a:off x="531639" y="753228"/>
            <a:ext cx="6896534"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33400" y="2336873"/>
            <a:ext cx="6887389"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367881" y="5936188"/>
            <a:ext cx="20574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7C52EA0F-FE42-402D-9DFD-5DB9E49E8CE1}" type="datetimeFigureOut">
              <a:rPr lang="en-US" smtClean="0"/>
              <a:pPr/>
              <a:t>9/23/25</a:t>
            </a:fld>
            <a:endParaRPr lang="en-US"/>
          </a:p>
        </p:txBody>
      </p:sp>
      <p:sp>
        <p:nvSpPr>
          <p:cNvPr id="5" name="Footer Placeholder 4"/>
          <p:cNvSpPr>
            <a:spLocks noGrp="1"/>
          </p:cNvSpPr>
          <p:nvPr>
            <p:ph type="ftr" sz="quarter" idx="3"/>
          </p:nvPr>
        </p:nvSpPr>
        <p:spPr>
          <a:xfrm>
            <a:off x="533400" y="5936189"/>
            <a:ext cx="4834673"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7848600" y="753228"/>
            <a:ext cx="1157674"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73BAD68D-FC00-4879-9562-455603F033C0}" type="slidenum">
              <a:rPr lang="en-US" smtClean="0"/>
              <a:pPr/>
              <a:t>‹#›</a:t>
            </a:fld>
            <a:endParaRPr lang="en-US"/>
          </a:p>
        </p:txBody>
      </p:sp>
    </p:spTree>
    <p:extLst>
      <p:ext uri="{BB962C8B-B14F-4D97-AF65-F5344CB8AC3E}">
        <p14:creationId xmlns:p14="http://schemas.microsoft.com/office/powerpoint/2010/main" val="939516346"/>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 id="2147483701"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2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4800" y="685800"/>
            <a:ext cx="7772400" cy="1829761"/>
          </a:xfrm>
        </p:spPr>
        <p:txBody>
          <a:bodyPr>
            <a:normAutofit/>
          </a:bodyPr>
          <a:lstStyle/>
          <a:p>
            <a:pPr algn="ctr"/>
            <a:r>
              <a:rPr lang="en-US" sz="5400" dirty="0" err="1">
                <a:solidFill>
                  <a:schemeClr val="tx1"/>
                </a:solidFill>
                <a:latin typeface="Times New Roman" pitchFamily="18" charset="0"/>
                <a:cs typeface="Times New Roman" pitchFamily="18" charset="0"/>
              </a:rPr>
              <a:t>Bài</a:t>
            </a:r>
            <a:r>
              <a:rPr lang="en-US" sz="5400" dirty="0">
                <a:solidFill>
                  <a:schemeClr val="tx1"/>
                </a:solidFill>
                <a:latin typeface="Times New Roman" pitchFamily="18" charset="0"/>
                <a:cs typeface="Times New Roman" pitchFamily="18" charset="0"/>
              </a:rPr>
              <a:t> 4</a:t>
            </a:r>
          </a:p>
        </p:txBody>
      </p:sp>
      <p:sp>
        <p:nvSpPr>
          <p:cNvPr id="3" name="Subtitle 2"/>
          <p:cNvSpPr>
            <a:spLocks noGrp="1"/>
          </p:cNvSpPr>
          <p:nvPr>
            <p:ph type="subTitle" idx="1"/>
          </p:nvPr>
        </p:nvSpPr>
        <p:spPr>
          <a:xfrm>
            <a:off x="304800" y="2590800"/>
            <a:ext cx="8077200" cy="2743200"/>
          </a:xfrm>
        </p:spPr>
        <p:txBody>
          <a:bodyPr>
            <a:noAutofit/>
          </a:bodyPr>
          <a:lstStyle/>
          <a:p>
            <a:pPr algn="ctr"/>
            <a:r>
              <a:rPr lang="en-US" sz="5400" b="1" dirty="0">
                <a:solidFill>
                  <a:schemeClr val="tx1"/>
                </a:solidFill>
                <a:latin typeface="Times New Roman" pitchFamily="18" charset="0"/>
                <a:cs typeface="Times New Roman" pitchFamily="18" charset="0"/>
              </a:rPr>
              <a:t>QUY PHẠM PHÁP LUẬT  QUAN HỆ PHÁP LUẬT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2"/>
          <p:cNvSpPr>
            <a:spLocks noGrp="1" noRot="1" noChangeArrowheads="1"/>
          </p:cNvSpPr>
          <p:nvPr>
            <p:ph type="title"/>
          </p:nvPr>
        </p:nvSpPr>
        <p:spPr>
          <a:xfrm>
            <a:off x="228600" y="609600"/>
            <a:ext cx="6896534" cy="1066800"/>
          </a:xfrm>
        </p:spPr>
        <p:txBody>
          <a:bodyPr>
            <a:noAutofit/>
          </a:bodyPr>
          <a:lstStyle/>
          <a:p>
            <a:pPr eaLnBrk="1" hangingPunct="1">
              <a:defRPr/>
            </a:pPr>
            <a:r>
              <a:rPr lang="en-US" b="1" dirty="0">
                <a:latin typeface="Times New Roman" pitchFamily="18" charset="0"/>
                <a:cs typeface="Times New Roman" pitchFamily="18" charset="0"/>
              </a:rPr>
              <a:t>1</a:t>
            </a:r>
            <a:r>
              <a:rPr lang="en-US" b="1" dirty="0">
                <a:effectLst/>
                <a:latin typeface="Times New Roman" pitchFamily="18" charset="0"/>
                <a:cs typeface="Times New Roman" pitchFamily="18" charset="0"/>
              </a:rPr>
              <a:t>. Quy </a:t>
            </a:r>
            <a:r>
              <a:rPr lang="en-US" b="1" dirty="0" err="1">
                <a:effectLst/>
                <a:latin typeface="Times New Roman" pitchFamily="18" charset="0"/>
                <a:cs typeface="Times New Roman" pitchFamily="18" charset="0"/>
              </a:rPr>
              <a:t>phạm</a:t>
            </a:r>
            <a:r>
              <a:rPr lang="en-US" b="1" dirty="0">
                <a:effectLst/>
                <a:latin typeface="Times New Roman" pitchFamily="18" charset="0"/>
                <a:cs typeface="Times New Roman" pitchFamily="18" charset="0"/>
              </a:rPr>
              <a:t> </a:t>
            </a:r>
            <a:r>
              <a:rPr lang="en-US" b="1" dirty="0" err="1">
                <a:latin typeface="Times New Roman" pitchFamily="18" charset="0"/>
                <a:cs typeface="Times New Roman" pitchFamily="18" charset="0"/>
              </a:rPr>
              <a:t>pháp</a:t>
            </a:r>
            <a:r>
              <a:rPr lang="en-US" b="1" dirty="0">
                <a:latin typeface="Times New Roman" pitchFamily="18" charset="0"/>
                <a:cs typeface="Times New Roman" pitchFamily="18" charset="0"/>
              </a:rPr>
              <a:t> </a:t>
            </a:r>
            <a:r>
              <a:rPr lang="en-US" b="1" dirty="0" err="1">
                <a:latin typeface="Times New Roman" pitchFamily="18" charset="0"/>
                <a:cs typeface="Times New Roman" pitchFamily="18" charset="0"/>
              </a:rPr>
              <a:t>luật</a:t>
            </a:r>
            <a:br>
              <a:rPr lang="en-US" b="1" dirty="0">
                <a:effectLst/>
                <a:latin typeface="Times New Roman" pitchFamily="18" charset="0"/>
                <a:cs typeface="Times New Roman" pitchFamily="18" charset="0"/>
              </a:rPr>
            </a:br>
            <a:endParaRPr lang="en-US" b="1" dirty="0">
              <a:effectLst/>
              <a:latin typeface="Times New Roman" pitchFamily="18" charset="0"/>
              <a:cs typeface="Times New Roman" pitchFamily="18" charset="0"/>
            </a:endParaRPr>
          </a:p>
        </p:txBody>
      </p:sp>
      <p:sp>
        <p:nvSpPr>
          <p:cNvPr id="142339" name="Rectangle 3"/>
          <p:cNvSpPr>
            <a:spLocks noGrp="1" noRot="1" noChangeArrowheads="1"/>
          </p:cNvSpPr>
          <p:nvPr>
            <p:ph idx="1"/>
          </p:nvPr>
        </p:nvSpPr>
        <p:spPr>
          <a:xfrm>
            <a:off x="685800" y="2286000"/>
            <a:ext cx="8007350" cy="4724400"/>
          </a:xfrm>
        </p:spPr>
        <p:txBody>
          <a:bodyPr>
            <a:normAutofit/>
          </a:bodyPr>
          <a:lstStyle/>
          <a:p>
            <a:pPr algn="just" eaLnBrk="1" hangingPunct="1">
              <a:buFont typeface="Wingdings" pitchFamily="2" charset="2"/>
              <a:buNone/>
              <a:defRPr/>
            </a:pPr>
            <a:r>
              <a:rPr lang="en-US" sz="3200" i="1" dirty="0" err="1">
                <a:latin typeface="Times New Roman" pitchFamily="18" charset="0"/>
                <a:cs typeface="Times New Roman" pitchFamily="18" charset="0"/>
              </a:rPr>
              <a:t>Khái</a:t>
            </a:r>
            <a:r>
              <a:rPr lang="en-US" sz="3200" i="1" dirty="0">
                <a:latin typeface="Times New Roman" pitchFamily="18" charset="0"/>
                <a:cs typeface="Times New Roman" pitchFamily="18" charset="0"/>
              </a:rPr>
              <a:t> </a:t>
            </a:r>
            <a:r>
              <a:rPr lang="en-US" sz="3200" i="1" dirty="0" err="1">
                <a:latin typeface="Times New Roman" pitchFamily="18" charset="0"/>
                <a:cs typeface="Times New Roman" pitchFamily="18" charset="0"/>
              </a:rPr>
              <a:t>niệm</a:t>
            </a:r>
            <a:r>
              <a:rPr lang="en-US" sz="3200" i="1" dirty="0">
                <a:latin typeface="Times New Roman" pitchFamily="18" charset="0"/>
                <a:cs typeface="Times New Roman" pitchFamily="18" charset="0"/>
              </a:rPr>
              <a:t> </a:t>
            </a:r>
          </a:p>
          <a:p>
            <a:pPr algn="just" eaLnBrk="1" hangingPunct="1">
              <a:defRPr/>
            </a:pPr>
            <a:r>
              <a:rPr lang="en-US" sz="3200" dirty="0" err="1">
                <a:latin typeface="Times New Roman" pitchFamily="18" charset="0"/>
                <a:cs typeface="Times New Roman" pitchFamily="18" charset="0"/>
              </a:rPr>
              <a:t>Là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quy</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tắc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xử</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sự</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mang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tính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bắt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buộc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chung</a:t>
            </a:r>
            <a:endParaRPr lang="en-US" sz="3200" dirty="0">
              <a:latin typeface="Times New Roman" pitchFamily="18" charset="0"/>
              <a:cs typeface="Times New Roman" pitchFamily="18" charset="0"/>
            </a:endParaRPr>
          </a:p>
          <a:p>
            <a:pPr algn="just" eaLnBrk="1" hangingPunct="1">
              <a:defRPr/>
            </a:pPr>
            <a:r>
              <a:rPr lang="en-US" sz="3200" dirty="0">
                <a:latin typeface="Times New Roman" pitchFamily="18" charset="0"/>
                <a:cs typeface="Times New Roman" pitchFamily="18" charset="0"/>
              </a:rPr>
              <a:t>Do </a:t>
            </a:r>
            <a:r>
              <a:rPr lang="en-US" sz="3200" dirty="0" err="1">
                <a:latin typeface="Times New Roman" pitchFamily="18" charset="0"/>
                <a:cs typeface="Times New Roman" pitchFamily="18" charset="0"/>
              </a:rPr>
              <a:t>cơ</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quan</a:t>
            </a:r>
            <a:r>
              <a:rPr lang="en-US" sz="3200" dirty="0">
                <a:latin typeface="Times New Roman" pitchFamily="18" charset="0"/>
                <a:cs typeface="Times New Roman" pitchFamily="18" charset="0"/>
              </a:rPr>
              <a:t> NN </a:t>
            </a:r>
            <a:r>
              <a:rPr lang="en-US" sz="3200" dirty="0" err="1">
                <a:latin typeface="Times New Roman" pitchFamily="18" charset="0"/>
                <a:cs typeface="Times New Roman" pitchFamily="18" charset="0"/>
              </a:rPr>
              <a:t>có</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thẩm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quyền</a:t>
            </a:r>
            <a:r>
              <a:rPr lang="en-US" sz="3200" dirty="0">
                <a:latin typeface="Times New Roman" pitchFamily="18" charset="0"/>
                <a:cs typeface="Times New Roman" pitchFamily="18" charset="0"/>
              </a:rPr>
              <a:t> ban </a:t>
            </a:r>
            <a:r>
              <a:rPr lang="en-US" sz="3200" dirty="0" err="1">
                <a:latin typeface="Times New Roman" pitchFamily="18" charset="0"/>
                <a:cs typeface="Times New Roman" pitchFamily="18" charset="0"/>
              </a:rPr>
              <a:t>hành</a:t>
            </a:r>
            <a:endParaRPr lang="en-US" sz="3200" dirty="0">
              <a:latin typeface="Times New Roman" pitchFamily="18" charset="0"/>
              <a:cs typeface="Times New Roman" pitchFamily="18" charset="0"/>
            </a:endParaRPr>
          </a:p>
          <a:p>
            <a:pPr algn="just" eaLnBrk="1" hangingPunct="1">
              <a:defRPr/>
            </a:pPr>
            <a:r>
              <a:rPr lang="en-US" sz="3200" dirty="0" err="1">
                <a:latin typeface="Times New Roman" pitchFamily="18" charset="0"/>
                <a:cs typeface="Times New Roman" pitchFamily="18" charset="0"/>
              </a:rPr>
              <a:t>Được</a:t>
            </a:r>
            <a:r>
              <a:rPr lang="en-US" sz="3200" dirty="0">
                <a:latin typeface="Times New Roman" pitchFamily="18" charset="0"/>
                <a:cs typeface="Times New Roman" pitchFamily="18" charset="0"/>
              </a:rPr>
              <a:t> NN </a:t>
            </a:r>
            <a:r>
              <a:rPr lang="en-US" sz="3200" dirty="0" err="1">
                <a:latin typeface="Times New Roman" pitchFamily="18" charset="0"/>
                <a:cs typeface="Times New Roman" pitchFamily="18" charset="0"/>
              </a:rPr>
              <a:t>đảm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bảo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thực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hiện</a:t>
            </a:r>
            <a:endParaRPr lang="en-US" sz="3200" dirty="0">
              <a:latin typeface="Times New Roman" pitchFamily="18" charset="0"/>
              <a:cs typeface="Times New Roman" pitchFamily="18" charset="0"/>
            </a:endParaRPr>
          </a:p>
          <a:p>
            <a:pPr algn="just" eaLnBrk="1" hangingPunct="1">
              <a:defRPr/>
            </a:pPr>
            <a:r>
              <a:rPr lang="en-US" sz="3200" dirty="0" err="1">
                <a:latin typeface="Times New Roman" pitchFamily="18" charset="0"/>
                <a:cs typeface="Times New Roman" pitchFamily="18" charset="0"/>
              </a:rPr>
              <a:t>Điều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chỉnh</a:t>
            </a:r>
            <a:r>
              <a:rPr lang="en-US" sz="3200" dirty="0">
                <a:latin typeface="Times New Roman" pitchFamily="18" charset="0"/>
                <a:cs typeface="Times New Roman" pitchFamily="18" charset="0"/>
              </a:rPr>
              <a:t> QHXH </a:t>
            </a:r>
            <a:r>
              <a:rPr lang="en-US" sz="3200" dirty="0" err="1">
                <a:latin typeface="Times New Roman" pitchFamily="18" charset="0"/>
                <a:cs typeface="Times New Roman" pitchFamily="18" charset="0"/>
              </a:rPr>
              <a:t>theo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định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hướng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mục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đích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nhất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định</a:t>
            </a: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142338"/>
                                        </p:tgtEl>
                                        <p:attrNameLst>
                                          <p:attrName>style.visibility</p:attrName>
                                        </p:attrNameLst>
                                      </p:cBhvr>
                                      <p:to>
                                        <p:strVal val="visible"/>
                                      </p:to>
                                    </p:set>
                                    <p:anim calcmode="lin" valueType="num">
                                      <p:cBhvr>
                                        <p:cTn id="7" dur="1000" fill="hold"/>
                                        <p:tgtEl>
                                          <p:spTgt spid="142338"/>
                                        </p:tgtEl>
                                        <p:attrNameLst>
                                          <p:attrName>ppt_w</p:attrName>
                                        </p:attrNameLst>
                                      </p:cBhvr>
                                      <p:tavLst>
                                        <p:tav tm="0">
                                          <p:val>
                                            <p:fltVal val="0"/>
                                          </p:val>
                                        </p:tav>
                                        <p:tav tm="100000">
                                          <p:val>
                                            <p:strVal val="#ppt_w"/>
                                          </p:val>
                                        </p:tav>
                                      </p:tavLst>
                                    </p:anim>
                                    <p:anim calcmode="lin" valueType="num">
                                      <p:cBhvr>
                                        <p:cTn id="8" dur="1000" fill="hold"/>
                                        <p:tgtEl>
                                          <p:spTgt spid="142338"/>
                                        </p:tgtEl>
                                        <p:attrNameLst>
                                          <p:attrName>ppt_h</p:attrName>
                                        </p:attrNameLst>
                                      </p:cBhvr>
                                      <p:tavLst>
                                        <p:tav tm="0">
                                          <p:val>
                                            <p:fltVal val="0"/>
                                          </p:val>
                                        </p:tav>
                                        <p:tav tm="100000">
                                          <p:val>
                                            <p:strVal val="#ppt_h"/>
                                          </p:val>
                                        </p:tav>
                                      </p:tavLst>
                                    </p:anim>
                                    <p:anim calcmode="lin" valueType="num">
                                      <p:cBhvr>
                                        <p:cTn id="9" dur="1000" fill="hold"/>
                                        <p:tgtEl>
                                          <p:spTgt spid="142338"/>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42338"/>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53" presetClass="entr" presetSubtype="0" fill="hold" grpId="0" nodeType="clickEffect">
                                  <p:stCondLst>
                                    <p:cond delay="0"/>
                                  </p:stCondLst>
                                  <p:childTnLst>
                                    <p:set>
                                      <p:cBhvr>
                                        <p:cTn id="14" dur="1" fill="hold">
                                          <p:stCondLst>
                                            <p:cond delay="0"/>
                                          </p:stCondLst>
                                        </p:cTn>
                                        <p:tgtEl>
                                          <p:spTgt spid="142339">
                                            <p:txEl>
                                              <p:pRg st="0" end="0"/>
                                            </p:txEl>
                                          </p:spTgt>
                                        </p:tgtEl>
                                        <p:attrNameLst>
                                          <p:attrName>style.visibility</p:attrName>
                                        </p:attrNameLst>
                                      </p:cBhvr>
                                      <p:to>
                                        <p:strVal val="visible"/>
                                      </p:to>
                                    </p:set>
                                    <p:anim calcmode="lin" valueType="num">
                                      <p:cBhvr>
                                        <p:cTn id="15" dur="500" fill="hold"/>
                                        <p:tgtEl>
                                          <p:spTgt spid="142339">
                                            <p:txEl>
                                              <p:pRg st="0" end="0"/>
                                            </p:txEl>
                                          </p:spTgt>
                                        </p:tgtEl>
                                        <p:attrNameLst>
                                          <p:attrName>ppt_w</p:attrName>
                                        </p:attrNameLst>
                                      </p:cBhvr>
                                      <p:tavLst>
                                        <p:tav tm="0">
                                          <p:val>
                                            <p:fltVal val="0"/>
                                          </p:val>
                                        </p:tav>
                                        <p:tav tm="100000">
                                          <p:val>
                                            <p:strVal val="#ppt_w"/>
                                          </p:val>
                                        </p:tav>
                                      </p:tavLst>
                                    </p:anim>
                                    <p:anim calcmode="lin" valueType="num">
                                      <p:cBhvr>
                                        <p:cTn id="16" dur="500" fill="hold"/>
                                        <p:tgtEl>
                                          <p:spTgt spid="142339">
                                            <p:txEl>
                                              <p:pRg st="0" end="0"/>
                                            </p:txEl>
                                          </p:spTgt>
                                        </p:tgtEl>
                                        <p:attrNameLst>
                                          <p:attrName>ppt_h</p:attrName>
                                        </p:attrNameLst>
                                      </p:cBhvr>
                                      <p:tavLst>
                                        <p:tav tm="0">
                                          <p:val>
                                            <p:fltVal val="0"/>
                                          </p:val>
                                        </p:tav>
                                        <p:tav tm="100000">
                                          <p:val>
                                            <p:strVal val="#ppt_h"/>
                                          </p:val>
                                        </p:tav>
                                      </p:tavLst>
                                    </p:anim>
                                    <p:animEffect transition="in" filter="fade">
                                      <p:cBhvr>
                                        <p:cTn id="17" dur="500"/>
                                        <p:tgtEl>
                                          <p:spTgt spid="142339">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53" presetClass="entr" presetSubtype="0" fill="hold" grpId="0" nodeType="clickEffect">
                                  <p:stCondLst>
                                    <p:cond delay="0"/>
                                  </p:stCondLst>
                                  <p:childTnLst>
                                    <p:set>
                                      <p:cBhvr>
                                        <p:cTn id="21" dur="1" fill="hold">
                                          <p:stCondLst>
                                            <p:cond delay="0"/>
                                          </p:stCondLst>
                                        </p:cTn>
                                        <p:tgtEl>
                                          <p:spTgt spid="142339">
                                            <p:txEl>
                                              <p:pRg st="1" end="1"/>
                                            </p:txEl>
                                          </p:spTgt>
                                        </p:tgtEl>
                                        <p:attrNameLst>
                                          <p:attrName>style.visibility</p:attrName>
                                        </p:attrNameLst>
                                      </p:cBhvr>
                                      <p:to>
                                        <p:strVal val="visible"/>
                                      </p:to>
                                    </p:set>
                                    <p:anim calcmode="lin" valueType="num">
                                      <p:cBhvr>
                                        <p:cTn id="22" dur="500" fill="hold"/>
                                        <p:tgtEl>
                                          <p:spTgt spid="142339">
                                            <p:txEl>
                                              <p:pRg st="1" end="1"/>
                                            </p:txEl>
                                          </p:spTgt>
                                        </p:tgtEl>
                                        <p:attrNameLst>
                                          <p:attrName>ppt_w</p:attrName>
                                        </p:attrNameLst>
                                      </p:cBhvr>
                                      <p:tavLst>
                                        <p:tav tm="0">
                                          <p:val>
                                            <p:fltVal val="0"/>
                                          </p:val>
                                        </p:tav>
                                        <p:tav tm="100000">
                                          <p:val>
                                            <p:strVal val="#ppt_w"/>
                                          </p:val>
                                        </p:tav>
                                      </p:tavLst>
                                    </p:anim>
                                    <p:anim calcmode="lin" valueType="num">
                                      <p:cBhvr>
                                        <p:cTn id="23" dur="500" fill="hold"/>
                                        <p:tgtEl>
                                          <p:spTgt spid="142339">
                                            <p:txEl>
                                              <p:pRg st="1" end="1"/>
                                            </p:txEl>
                                          </p:spTgt>
                                        </p:tgtEl>
                                        <p:attrNameLst>
                                          <p:attrName>ppt_h</p:attrName>
                                        </p:attrNameLst>
                                      </p:cBhvr>
                                      <p:tavLst>
                                        <p:tav tm="0">
                                          <p:val>
                                            <p:fltVal val="0"/>
                                          </p:val>
                                        </p:tav>
                                        <p:tav tm="100000">
                                          <p:val>
                                            <p:strVal val="#ppt_h"/>
                                          </p:val>
                                        </p:tav>
                                      </p:tavLst>
                                    </p:anim>
                                    <p:animEffect transition="in" filter="fade">
                                      <p:cBhvr>
                                        <p:cTn id="24" dur="500"/>
                                        <p:tgtEl>
                                          <p:spTgt spid="142339">
                                            <p:txEl>
                                              <p:pRg st="1" end="1"/>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53" presetClass="entr" presetSubtype="0" fill="hold" grpId="0" nodeType="clickEffect">
                                  <p:stCondLst>
                                    <p:cond delay="0"/>
                                  </p:stCondLst>
                                  <p:childTnLst>
                                    <p:set>
                                      <p:cBhvr>
                                        <p:cTn id="28" dur="1" fill="hold">
                                          <p:stCondLst>
                                            <p:cond delay="0"/>
                                          </p:stCondLst>
                                        </p:cTn>
                                        <p:tgtEl>
                                          <p:spTgt spid="142339">
                                            <p:txEl>
                                              <p:pRg st="2" end="2"/>
                                            </p:txEl>
                                          </p:spTgt>
                                        </p:tgtEl>
                                        <p:attrNameLst>
                                          <p:attrName>style.visibility</p:attrName>
                                        </p:attrNameLst>
                                      </p:cBhvr>
                                      <p:to>
                                        <p:strVal val="visible"/>
                                      </p:to>
                                    </p:set>
                                    <p:anim calcmode="lin" valueType="num">
                                      <p:cBhvr>
                                        <p:cTn id="29" dur="500" fill="hold"/>
                                        <p:tgtEl>
                                          <p:spTgt spid="142339">
                                            <p:txEl>
                                              <p:pRg st="2" end="2"/>
                                            </p:txEl>
                                          </p:spTgt>
                                        </p:tgtEl>
                                        <p:attrNameLst>
                                          <p:attrName>ppt_w</p:attrName>
                                        </p:attrNameLst>
                                      </p:cBhvr>
                                      <p:tavLst>
                                        <p:tav tm="0">
                                          <p:val>
                                            <p:fltVal val="0"/>
                                          </p:val>
                                        </p:tav>
                                        <p:tav tm="100000">
                                          <p:val>
                                            <p:strVal val="#ppt_w"/>
                                          </p:val>
                                        </p:tav>
                                      </p:tavLst>
                                    </p:anim>
                                    <p:anim calcmode="lin" valueType="num">
                                      <p:cBhvr>
                                        <p:cTn id="30" dur="500" fill="hold"/>
                                        <p:tgtEl>
                                          <p:spTgt spid="142339">
                                            <p:txEl>
                                              <p:pRg st="2" end="2"/>
                                            </p:txEl>
                                          </p:spTgt>
                                        </p:tgtEl>
                                        <p:attrNameLst>
                                          <p:attrName>ppt_h</p:attrName>
                                        </p:attrNameLst>
                                      </p:cBhvr>
                                      <p:tavLst>
                                        <p:tav tm="0">
                                          <p:val>
                                            <p:fltVal val="0"/>
                                          </p:val>
                                        </p:tav>
                                        <p:tav tm="100000">
                                          <p:val>
                                            <p:strVal val="#ppt_h"/>
                                          </p:val>
                                        </p:tav>
                                      </p:tavLst>
                                    </p:anim>
                                    <p:animEffect transition="in" filter="fade">
                                      <p:cBhvr>
                                        <p:cTn id="31" dur="500"/>
                                        <p:tgtEl>
                                          <p:spTgt spid="142339">
                                            <p:txEl>
                                              <p:pRg st="2" end="2"/>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53" presetClass="entr" presetSubtype="0" fill="hold" grpId="0" nodeType="clickEffect">
                                  <p:stCondLst>
                                    <p:cond delay="0"/>
                                  </p:stCondLst>
                                  <p:childTnLst>
                                    <p:set>
                                      <p:cBhvr>
                                        <p:cTn id="35" dur="1" fill="hold">
                                          <p:stCondLst>
                                            <p:cond delay="0"/>
                                          </p:stCondLst>
                                        </p:cTn>
                                        <p:tgtEl>
                                          <p:spTgt spid="142339">
                                            <p:txEl>
                                              <p:pRg st="3" end="3"/>
                                            </p:txEl>
                                          </p:spTgt>
                                        </p:tgtEl>
                                        <p:attrNameLst>
                                          <p:attrName>style.visibility</p:attrName>
                                        </p:attrNameLst>
                                      </p:cBhvr>
                                      <p:to>
                                        <p:strVal val="visible"/>
                                      </p:to>
                                    </p:set>
                                    <p:anim calcmode="lin" valueType="num">
                                      <p:cBhvr>
                                        <p:cTn id="36" dur="500" fill="hold"/>
                                        <p:tgtEl>
                                          <p:spTgt spid="142339">
                                            <p:txEl>
                                              <p:pRg st="3" end="3"/>
                                            </p:txEl>
                                          </p:spTgt>
                                        </p:tgtEl>
                                        <p:attrNameLst>
                                          <p:attrName>ppt_w</p:attrName>
                                        </p:attrNameLst>
                                      </p:cBhvr>
                                      <p:tavLst>
                                        <p:tav tm="0">
                                          <p:val>
                                            <p:fltVal val="0"/>
                                          </p:val>
                                        </p:tav>
                                        <p:tav tm="100000">
                                          <p:val>
                                            <p:strVal val="#ppt_w"/>
                                          </p:val>
                                        </p:tav>
                                      </p:tavLst>
                                    </p:anim>
                                    <p:anim calcmode="lin" valueType="num">
                                      <p:cBhvr>
                                        <p:cTn id="37" dur="500" fill="hold"/>
                                        <p:tgtEl>
                                          <p:spTgt spid="142339">
                                            <p:txEl>
                                              <p:pRg st="3" end="3"/>
                                            </p:txEl>
                                          </p:spTgt>
                                        </p:tgtEl>
                                        <p:attrNameLst>
                                          <p:attrName>ppt_h</p:attrName>
                                        </p:attrNameLst>
                                      </p:cBhvr>
                                      <p:tavLst>
                                        <p:tav tm="0">
                                          <p:val>
                                            <p:fltVal val="0"/>
                                          </p:val>
                                        </p:tav>
                                        <p:tav tm="100000">
                                          <p:val>
                                            <p:strVal val="#ppt_h"/>
                                          </p:val>
                                        </p:tav>
                                      </p:tavLst>
                                    </p:anim>
                                    <p:animEffect transition="in" filter="fade">
                                      <p:cBhvr>
                                        <p:cTn id="38" dur="500"/>
                                        <p:tgtEl>
                                          <p:spTgt spid="142339">
                                            <p:txEl>
                                              <p:pRg st="3" end="3"/>
                                            </p:txEl>
                                          </p:spTgt>
                                        </p:tgtEl>
                                      </p:cBhvr>
                                    </p:animEffect>
                                  </p:childTnLst>
                                </p:cTn>
                              </p:par>
                            </p:childTnLst>
                          </p:cTn>
                        </p:par>
                      </p:childTnLst>
                    </p:cTn>
                  </p:par>
                  <p:par>
                    <p:cTn id="39" fill="hold">
                      <p:stCondLst>
                        <p:cond delay="indefinite"/>
                      </p:stCondLst>
                      <p:childTnLst>
                        <p:par>
                          <p:cTn id="40" fill="hold">
                            <p:stCondLst>
                              <p:cond delay="0"/>
                            </p:stCondLst>
                            <p:childTnLst>
                              <p:par>
                                <p:cTn id="41" presetID="53" presetClass="entr" presetSubtype="0" fill="hold" grpId="0" nodeType="clickEffect">
                                  <p:stCondLst>
                                    <p:cond delay="0"/>
                                  </p:stCondLst>
                                  <p:childTnLst>
                                    <p:set>
                                      <p:cBhvr>
                                        <p:cTn id="42" dur="1" fill="hold">
                                          <p:stCondLst>
                                            <p:cond delay="0"/>
                                          </p:stCondLst>
                                        </p:cTn>
                                        <p:tgtEl>
                                          <p:spTgt spid="142339">
                                            <p:txEl>
                                              <p:pRg st="4" end="4"/>
                                            </p:txEl>
                                          </p:spTgt>
                                        </p:tgtEl>
                                        <p:attrNameLst>
                                          <p:attrName>style.visibility</p:attrName>
                                        </p:attrNameLst>
                                      </p:cBhvr>
                                      <p:to>
                                        <p:strVal val="visible"/>
                                      </p:to>
                                    </p:set>
                                    <p:anim calcmode="lin" valueType="num">
                                      <p:cBhvr>
                                        <p:cTn id="43" dur="500" fill="hold"/>
                                        <p:tgtEl>
                                          <p:spTgt spid="142339">
                                            <p:txEl>
                                              <p:pRg st="4" end="4"/>
                                            </p:txEl>
                                          </p:spTgt>
                                        </p:tgtEl>
                                        <p:attrNameLst>
                                          <p:attrName>ppt_w</p:attrName>
                                        </p:attrNameLst>
                                      </p:cBhvr>
                                      <p:tavLst>
                                        <p:tav tm="0">
                                          <p:val>
                                            <p:fltVal val="0"/>
                                          </p:val>
                                        </p:tav>
                                        <p:tav tm="100000">
                                          <p:val>
                                            <p:strVal val="#ppt_w"/>
                                          </p:val>
                                        </p:tav>
                                      </p:tavLst>
                                    </p:anim>
                                    <p:anim calcmode="lin" valueType="num">
                                      <p:cBhvr>
                                        <p:cTn id="44" dur="500" fill="hold"/>
                                        <p:tgtEl>
                                          <p:spTgt spid="142339">
                                            <p:txEl>
                                              <p:pRg st="4" end="4"/>
                                            </p:txEl>
                                          </p:spTgt>
                                        </p:tgtEl>
                                        <p:attrNameLst>
                                          <p:attrName>ppt_h</p:attrName>
                                        </p:attrNameLst>
                                      </p:cBhvr>
                                      <p:tavLst>
                                        <p:tav tm="0">
                                          <p:val>
                                            <p:fltVal val="0"/>
                                          </p:val>
                                        </p:tav>
                                        <p:tav tm="100000">
                                          <p:val>
                                            <p:strVal val="#ppt_h"/>
                                          </p:val>
                                        </p:tav>
                                      </p:tavLst>
                                    </p:anim>
                                    <p:animEffect transition="in" filter="fade">
                                      <p:cBhvr>
                                        <p:cTn id="45" dur="500"/>
                                        <p:tgtEl>
                                          <p:spTgt spid="14233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2338" grpId="0"/>
      <p:bldP spid="142339"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Rectangle 2"/>
          <p:cNvSpPr>
            <a:spLocks noGrp="1" noRot="1" noChangeArrowheads="1"/>
          </p:cNvSpPr>
          <p:nvPr>
            <p:ph type="title"/>
          </p:nvPr>
        </p:nvSpPr>
        <p:spPr>
          <a:xfrm>
            <a:off x="381000" y="914400"/>
            <a:ext cx="2820988" cy="746125"/>
          </a:xfrm>
        </p:spPr>
        <p:txBody>
          <a:bodyPr>
            <a:noAutofit/>
          </a:bodyPr>
          <a:lstStyle/>
          <a:p>
            <a:pPr eaLnBrk="1" hangingPunct="1">
              <a:defRPr/>
            </a:pPr>
            <a:r>
              <a:rPr lang="en-US" sz="4400" dirty="0">
                <a:effectLst/>
                <a:latin typeface="Times New Roman" pitchFamily="18" charset="0"/>
                <a:cs typeface="Times New Roman" pitchFamily="18" charset="0"/>
              </a:rPr>
              <a:t> </a:t>
            </a:r>
            <a:r>
              <a:rPr lang="en-US" sz="4400" i="1" dirty="0" err="1">
                <a:effectLst/>
                <a:latin typeface="Times New Roman" pitchFamily="18" charset="0"/>
                <a:cs typeface="Times New Roman" pitchFamily="18" charset="0"/>
              </a:rPr>
              <a:t>Đặc</a:t>
            </a:r>
            <a:r>
              <a:rPr lang="en-US" sz="4400" i="1" dirty="0">
                <a:effectLst/>
                <a:latin typeface="Times New Roman" pitchFamily="18" charset="0"/>
                <a:cs typeface="Times New Roman" pitchFamily="18" charset="0"/>
              </a:rPr>
              <a:t> </a:t>
            </a:r>
            <a:r>
              <a:rPr lang="en-US" sz="4400" i="1" dirty="0" err="1">
                <a:effectLst/>
                <a:latin typeface="Times New Roman" pitchFamily="18" charset="0"/>
                <a:cs typeface="Times New Roman" pitchFamily="18" charset="0"/>
              </a:rPr>
              <a:t>điểm</a:t>
            </a:r>
            <a:endParaRPr lang="en-US" sz="4400" i="1" dirty="0">
              <a:effectLst/>
              <a:latin typeface="Times New Roman" pitchFamily="18" charset="0"/>
              <a:cs typeface="Times New Roman" pitchFamily="18" charset="0"/>
            </a:endParaRPr>
          </a:p>
        </p:txBody>
      </p:sp>
      <p:sp>
        <p:nvSpPr>
          <p:cNvPr id="144387" name="Rectangle 3"/>
          <p:cNvSpPr>
            <a:spLocks noGrp="1" noRot="1" noChangeArrowheads="1"/>
          </p:cNvSpPr>
          <p:nvPr>
            <p:ph idx="1"/>
          </p:nvPr>
        </p:nvSpPr>
        <p:spPr>
          <a:xfrm>
            <a:off x="0" y="2438400"/>
            <a:ext cx="8915400" cy="5181600"/>
          </a:xfrm>
        </p:spPr>
        <p:txBody>
          <a:bodyPr>
            <a:noAutofit/>
          </a:bodyPr>
          <a:lstStyle/>
          <a:p>
            <a:pPr algn="just" eaLnBrk="1" hangingPunct="1">
              <a:defRPr/>
            </a:pPr>
            <a:r>
              <a:rPr lang="en-US" sz="3200" dirty="0" err="1">
                <a:latin typeface="Times New Roman" pitchFamily="18" charset="0"/>
                <a:cs typeface="Times New Roman" pitchFamily="18" charset="0"/>
              </a:rPr>
              <a:t>Là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quy</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tắc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xử</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sự</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chung</a:t>
            </a:r>
            <a:endParaRPr lang="en-US" sz="3200" dirty="0">
              <a:latin typeface="Times New Roman" pitchFamily="18" charset="0"/>
              <a:cs typeface="Times New Roman" pitchFamily="18" charset="0"/>
            </a:endParaRPr>
          </a:p>
          <a:p>
            <a:pPr algn="just">
              <a:defRPr/>
            </a:pPr>
            <a:r>
              <a:rPr lang="en-US" sz="3200" dirty="0">
                <a:latin typeface="Times New Roman" pitchFamily="18" charset="0"/>
                <a:cs typeface="Times New Roman" pitchFamily="18" charset="0"/>
              </a:rPr>
              <a:t>Do </a:t>
            </a:r>
            <a:r>
              <a:rPr lang="en-US" sz="3200" dirty="0" err="1">
                <a:latin typeface="Times New Roman" pitchFamily="18" charset="0"/>
                <a:cs typeface="Times New Roman" pitchFamily="18" charset="0"/>
              </a:rPr>
              <a:t>cơ</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quan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có</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thẩm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quyền</a:t>
            </a:r>
            <a:r>
              <a:rPr lang="en-US" sz="3200" dirty="0">
                <a:latin typeface="Times New Roman" pitchFamily="18" charset="0"/>
                <a:cs typeface="Times New Roman" pitchFamily="18" charset="0"/>
              </a:rPr>
              <a:t> ban </a:t>
            </a:r>
            <a:r>
              <a:rPr lang="en-US" sz="3200" dirty="0" err="1">
                <a:latin typeface="Times New Roman" pitchFamily="18" charset="0"/>
                <a:cs typeface="Times New Roman" pitchFamily="18" charset="0"/>
              </a:rPr>
              <a:t>hành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bảo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đảm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thực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hiện</a:t>
            </a:r>
            <a:endParaRPr lang="en-US" sz="3200" dirty="0">
              <a:latin typeface="Times New Roman" pitchFamily="18" charset="0"/>
              <a:cs typeface="Times New Roman" pitchFamily="18" charset="0"/>
            </a:endParaRPr>
          </a:p>
          <a:p>
            <a:pPr algn="just" eaLnBrk="1" hangingPunct="1">
              <a:defRPr/>
            </a:pPr>
            <a:r>
              <a:rPr lang="en-US" sz="3200" dirty="0" err="1">
                <a:latin typeface="Times New Roman" pitchFamily="18" charset="0"/>
                <a:cs typeface="Times New Roman" pitchFamily="18" charset="0"/>
              </a:rPr>
              <a:t>Chỉ</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ra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quyền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nghĩa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vụ</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pháp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lý</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của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bên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tham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gia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quan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hệ</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nó</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điều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chỉnh</a:t>
            </a:r>
            <a:endParaRPr lang="en-US" sz="3200" dirty="0">
              <a:latin typeface="Times New Roman" pitchFamily="18" charset="0"/>
              <a:cs typeface="Times New Roman" pitchFamily="18" charset="0"/>
            </a:endParaRPr>
          </a:p>
          <a:p>
            <a:pPr algn="just" eaLnBrk="1" hangingPunct="1">
              <a:defRPr/>
            </a:pPr>
            <a:r>
              <a:rPr lang="en-US" sz="3200" dirty="0" err="1">
                <a:latin typeface="Times New Roman" pitchFamily="18" charset="0"/>
                <a:cs typeface="Times New Roman" pitchFamily="18" charset="0"/>
              </a:rPr>
              <a:t>Có</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tính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hệ</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thống</a:t>
            </a: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5" presetClass="entr" presetSubtype="0" fill="hold" grpId="0" nodeType="clickEffect">
                                  <p:stCondLst>
                                    <p:cond delay="0"/>
                                  </p:stCondLst>
                                  <p:childTnLst>
                                    <p:set>
                                      <p:cBhvr>
                                        <p:cTn id="6" dur="1" fill="hold">
                                          <p:stCondLst>
                                            <p:cond delay="0"/>
                                          </p:stCondLst>
                                        </p:cTn>
                                        <p:tgtEl>
                                          <p:spTgt spid="144386"/>
                                        </p:tgtEl>
                                        <p:attrNameLst>
                                          <p:attrName>style.visibility</p:attrName>
                                        </p:attrNameLst>
                                      </p:cBhvr>
                                      <p:to>
                                        <p:strVal val="visible"/>
                                      </p:to>
                                    </p:set>
                                    <p:animEffect transition="in" filter="fade">
                                      <p:cBhvr>
                                        <p:cTn id="7" dur="2000"/>
                                        <p:tgtEl>
                                          <p:spTgt spid="144386"/>
                                        </p:tgtEl>
                                      </p:cBhvr>
                                    </p:animEffect>
                                    <p:anim calcmode="lin" valueType="num">
                                      <p:cBhvr>
                                        <p:cTn id="8" dur="2000" fill="hold"/>
                                        <p:tgtEl>
                                          <p:spTgt spid="144386"/>
                                        </p:tgtEl>
                                        <p:attrNameLst>
                                          <p:attrName>style.rotation</p:attrName>
                                        </p:attrNameLst>
                                      </p:cBhvr>
                                      <p:tavLst>
                                        <p:tav tm="0">
                                          <p:val>
                                            <p:fltVal val="720"/>
                                          </p:val>
                                        </p:tav>
                                        <p:tav tm="100000">
                                          <p:val>
                                            <p:fltVal val="0"/>
                                          </p:val>
                                        </p:tav>
                                      </p:tavLst>
                                    </p:anim>
                                    <p:anim calcmode="lin" valueType="num">
                                      <p:cBhvr>
                                        <p:cTn id="9" dur="2000" fill="hold"/>
                                        <p:tgtEl>
                                          <p:spTgt spid="144386"/>
                                        </p:tgtEl>
                                        <p:attrNameLst>
                                          <p:attrName>ppt_h</p:attrName>
                                        </p:attrNameLst>
                                      </p:cBhvr>
                                      <p:tavLst>
                                        <p:tav tm="0">
                                          <p:val>
                                            <p:fltVal val="0"/>
                                          </p:val>
                                        </p:tav>
                                        <p:tav tm="100000">
                                          <p:val>
                                            <p:strVal val="#ppt_h"/>
                                          </p:val>
                                        </p:tav>
                                      </p:tavLst>
                                    </p:anim>
                                    <p:anim calcmode="lin" valueType="num">
                                      <p:cBhvr>
                                        <p:cTn id="10" dur="2000" fill="hold"/>
                                        <p:tgtEl>
                                          <p:spTgt spid="144386"/>
                                        </p:tgtEl>
                                        <p:attrNameLst>
                                          <p:attrName>ppt_w</p:attrName>
                                        </p:attrNameLst>
                                      </p:cBhvr>
                                      <p:tavLst>
                                        <p:tav tm="0">
                                          <p:val>
                                            <p:fltVal val="0"/>
                                          </p:val>
                                        </p:tav>
                                        <p:tav tm="100000">
                                          <p:val>
                                            <p:strVal val="#ppt_w"/>
                                          </p:val>
                                        </p:tav>
                                      </p:tavLst>
                                    </p:anim>
                                  </p:childTnLst>
                                </p:cTn>
                              </p:par>
                            </p:childTnLst>
                          </p:cTn>
                        </p:par>
                      </p:childTnLst>
                    </p:cTn>
                  </p:par>
                  <p:par>
                    <p:cTn id="11" fill="hold">
                      <p:stCondLst>
                        <p:cond delay="indefinite"/>
                      </p:stCondLst>
                      <p:childTnLst>
                        <p:par>
                          <p:cTn id="12" fill="hold">
                            <p:stCondLst>
                              <p:cond delay="0"/>
                            </p:stCondLst>
                            <p:childTnLst>
                              <p:par>
                                <p:cTn id="13" presetID="21" presetClass="entr" presetSubtype="4" fill="hold" grpId="0" nodeType="clickEffect">
                                  <p:stCondLst>
                                    <p:cond delay="0"/>
                                  </p:stCondLst>
                                  <p:childTnLst>
                                    <p:set>
                                      <p:cBhvr>
                                        <p:cTn id="14" dur="1" fill="hold">
                                          <p:stCondLst>
                                            <p:cond delay="0"/>
                                          </p:stCondLst>
                                        </p:cTn>
                                        <p:tgtEl>
                                          <p:spTgt spid="144387">
                                            <p:txEl>
                                              <p:pRg st="0" end="0"/>
                                            </p:txEl>
                                          </p:spTgt>
                                        </p:tgtEl>
                                        <p:attrNameLst>
                                          <p:attrName>style.visibility</p:attrName>
                                        </p:attrNameLst>
                                      </p:cBhvr>
                                      <p:to>
                                        <p:strVal val="visible"/>
                                      </p:to>
                                    </p:set>
                                    <p:animEffect transition="in" filter="wheel(4)">
                                      <p:cBhvr>
                                        <p:cTn id="15" dur="2000"/>
                                        <p:tgtEl>
                                          <p:spTgt spid="144387">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1" presetClass="entr" presetSubtype="4" fill="hold" grpId="0" nodeType="clickEffect">
                                  <p:stCondLst>
                                    <p:cond delay="0"/>
                                  </p:stCondLst>
                                  <p:childTnLst>
                                    <p:set>
                                      <p:cBhvr>
                                        <p:cTn id="19" dur="1" fill="hold">
                                          <p:stCondLst>
                                            <p:cond delay="0"/>
                                          </p:stCondLst>
                                        </p:cTn>
                                        <p:tgtEl>
                                          <p:spTgt spid="144387">
                                            <p:txEl>
                                              <p:pRg st="1" end="1"/>
                                            </p:txEl>
                                          </p:spTgt>
                                        </p:tgtEl>
                                        <p:attrNameLst>
                                          <p:attrName>style.visibility</p:attrName>
                                        </p:attrNameLst>
                                      </p:cBhvr>
                                      <p:to>
                                        <p:strVal val="visible"/>
                                      </p:to>
                                    </p:set>
                                    <p:animEffect transition="in" filter="wheel(4)">
                                      <p:cBhvr>
                                        <p:cTn id="20" dur="2000"/>
                                        <p:tgtEl>
                                          <p:spTgt spid="144387">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1" presetClass="entr" presetSubtype="4" fill="hold" grpId="0" nodeType="clickEffect">
                                  <p:stCondLst>
                                    <p:cond delay="0"/>
                                  </p:stCondLst>
                                  <p:childTnLst>
                                    <p:set>
                                      <p:cBhvr>
                                        <p:cTn id="24" dur="1" fill="hold">
                                          <p:stCondLst>
                                            <p:cond delay="0"/>
                                          </p:stCondLst>
                                        </p:cTn>
                                        <p:tgtEl>
                                          <p:spTgt spid="144387">
                                            <p:txEl>
                                              <p:pRg st="2" end="2"/>
                                            </p:txEl>
                                          </p:spTgt>
                                        </p:tgtEl>
                                        <p:attrNameLst>
                                          <p:attrName>style.visibility</p:attrName>
                                        </p:attrNameLst>
                                      </p:cBhvr>
                                      <p:to>
                                        <p:strVal val="visible"/>
                                      </p:to>
                                    </p:set>
                                    <p:animEffect transition="in" filter="wheel(4)">
                                      <p:cBhvr>
                                        <p:cTn id="25" dur="2000"/>
                                        <p:tgtEl>
                                          <p:spTgt spid="144387">
                                            <p:txEl>
                                              <p:pRg st="2" end="2"/>
                                            </p:txEl>
                                          </p:spTgt>
                                        </p:tgtEl>
                                      </p:cBhvr>
                                    </p:animEffect>
                                  </p:childTnLst>
                                </p:cTn>
                              </p:par>
                            </p:childTnLst>
                          </p:cTn>
                        </p:par>
                      </p:childTnLst>
                    </p:cTn>
                  </p:par>
                  <p:par>
                    <p:cTn id="26" fill="hold">
                      <p:stCondLst>
                        <p:cond delay="indefinite"/>
                      </p:stCondLst>
                      <p:childTnLst>
                        <p:par>
                          <p:cTn id="27" fill="hold">
                            <p:stCondLst>
                              <p:cond delay="0"/>
                            </p:stCondLst>
                            <p:childTnLst>
                              <p:par>
                                <p:cTn id="28" presetID="21" presetClass="entr" presetSubtype="4" fill="hold" grpId="0" nodeType="clickEffect">
                                  <p:stCondLst>
                                    <p:cond delay="0"/>
                                  </p:stCondLst>
                                  <p:childTnLst>
                                    <p:set>
                                      <p:cBhvr>
                                        <p:cTn id="29" dur="1" fill="hold">
                                          <p:stCondLst>
                                            <p:cond delay="0"/>
                                          </p:stCondLst>
                                        </p:cTn>
                                        <p:tgtEl>
                                          <p:spTgt spid="144387">
                                            <p:txEl>
                                              <p:pRg st="3" end="3"/>
                                            </p:txEl>
                                          </p:spTgt>
                                        </p:tgtEl>
                                        <p:attrNameLst>
                                          <p:attrName>style.visibility</p:attrName>
                                        </p:attrNameLst>
                                      </p:cBhvr>
                                      <p:to>
                                        <p:strVal val="visible"/>
                                      </p:to>
                                    </p:set>
                                    <p:animEffect transition="in" filter="wheel(4)">
                                      <p:cBhvr>
                                        <p:cTn id="30" dur="2000"/>
                                        <p:tgtEl>
                                          <p:spTgt spid="14438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4386" grpId="0"/>
      <p:bldP spid="144387" grpId="0"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10" name="Rectangle 2"/>
          <p:cNvSpPr>
            <a:spLocks noGrp="1" noRot="1" noChangeArrowheads="1"/>
          </p:cNvSpPr>
          <p:nvPr>
            <p:ph type="title"/>
          </p:nvPr>
        </p:nvSpPr>
        <p:spPr>
          <a:xfrm>
            <a:off x="224481" y="685800"/>
            <a:ext cx="7319319" cy="1143000"/>
          </a:xfrm>
        </p:spPr>
        <p:txBody>
          <a:bodyPr>
            <a:normAutofit/>
          </a:bodyPr>
          <a:lstStyle/>
          <a:p>
            <a:pPr eaLnBrk="1" hangingPunct="1">
              <a:defRPr/>
            </a:pPr>
            <a:r>
              <a:rPr lang="en-US" b="1" dirty="0">
                <a:effectLst/>
                <a:latin typeface="Times New Roman" pitchFamily="18" charset="0"/>
                <a:cs typeface="Times New Roman" pitchFamily="18" charset="0"/>
              </a:rPr>
              <a:t>2. </a:t>
            </a:r>
            <a:r>
              <a:rPr lang="en-US" b="1" dirty="0" err="1">
                <a:effectLst/>
                <a:latin typeface="Times New Roman" pitchFamily="18" charset="0"/>
                <a:cs typeface="Times New Roman" pitchFamily="18" charset="0"/>
              </a:rPr>
              <a:t>Cấu</a:t>
            </a:r>
            <a:r>
              <a:rPr lang="en-US" b="1" dirty="0">
                <a:effectLst/>
                <a:latin typeface="Times New Roman" pitchFamily="18" charset="0"/>
                <a:cs typeface="Times New Roman" pitchFamily="18" charset="0"/>
              </a:rPr>
              <a:t> </a:t>
            </a:r>
            <a:r>
              <a:rPr lang="en-US" b="1" dirty="0" err="1">
                <a:effectLst/>
                <a:latin typeface="Times New Roman" pitchFamily="18" charset="0"/>
                <a:cs typeface="Times New Roman" pitchFamily="18" charset="0"/>
              </a:rPr>
              <a:t>trúc</a:t>
            </a:r>
            <a:r>
              <a:rPr lang="en-US" b="1" dirty="0">
                <a:effectLst/>
                <a:latin typeface="Times New Roman" pitchFamily="18" charset="0"/>
                <a:cs typeface="Times New Roman" pitchFamily="18" charset="0"/>
              </a:rPr>
              <a:t> </a:t>
            </a:r>
            <a:r>
              <a:rPr lang="en-US" b="1" dirty="0" err="1">
                <a:effectLst/>
                <a:latin typeface="Times New Roman" pitchFamily="18" charset="0"/>
                <a:cs typeface="Times New Roman" pitchFamily="18" charset="0"/>
              </a:rPr>
              <a:t>của</a:t>
            </a:r>
            <a:r>
              <a:rPr lang="en-US" b="1" dirty="0">
                <a:effectLst/>
                <a:latin typeface="Times New Roman" pitchFamily="18" charset="0"/>
                <a:cs typeface="Times New Roman" pitchFamily="18" charset="0"/>
              </a:rPr>
              <a:t> </a:t>
            </a:r>
            <a:r>
              <a:rPr lang="en-US" b="1" dirty="0" err="1">
                <a:effectLst/>
                <a:latin typeface="Times New Roman" pitchFamily="18" charset="0"/>
                <a:cs typeface="Times New Roman" pitchFamily="18" charset="0"/>
              </a:rPr>
              <a:t>quy</a:t>
            </a:r>
            <a:r>
              <a:rPr lang="en-US" b="1" dirty="0">
                <a:effectLst/>
                <a:latin typeface="Times New Roman" pitchFamily="18" charset="0"/>
                <a:cs typeface="Times New Roman" pitchFamily="18" charset="0"/>
              </a:rPr>
              <a:t> </a:t>
            </a:r>
            <a:r>
              <a:rPr lang="en-US" b="1" dirty="0" err="1">
                <a:effectLst/>
                <a:latin typeface="Times New Roman" pitchFamily="18" charset="0"/>
                <a:cs typeface="Times New Roman" pitchFamily="18" charset="0"/>
              </a:rPr>
              <a:t>phạm</a:t>
            </a:r>
            <a:r>
              <a:rPr lang="en-US" b="1" dirty="0">
                <a:effectLst/>
                <a:latin typeface="Times New Roman" pitchFamily="18" charset="0"/>
                <a:cs typeface="Times New Roman" pitchFamily="18" charset="0"/>
              </a:rPr>
              <a:t> </a:t>
            </a:r>
            <a:r>
              <a:rPr lang="en-US" b="1" dirty="0" err="1">
                <a:effectLst/>
                <a:latin typeface="Times New Roman" pitchFamily="18" charset="0"/>
                <a:cs typeface="Times New Roman" pitchFamily="18" charset="0"/>
              </a:rPr>
              <a:t>pháp</a:t>
            </a:r>
            <a:r>
              <a:rPr lang="en-US" b="1" dirty="0">
                <a:effectLst/>
                <a:latin typeface="Times New Roman" pitchFamily="18" charset="0"/>
                <a:cs typeface="Times New Roman" pitchFamily="18" charset="0"/>
              </a:rPr>
              <a:t> </a:t>
            </a:r>
            <a:r>
              <a:rPr lang="en-US" b="1" dirty="0" err="1">
                <a:effectLst/>
                <a:latin typeface="Times New Roman" pitchFamily="18" charset="0"/>
                <a:cs typeface="Times New Roman" pitchFamily="18" charset="0"/>
              </a:rPr>
              <a:t>luật</a:t>
            </a:r>
            <a:endParaRPr lang="en-US" b="1" dirty="0">
              <a:effectLst/>
              <a:latin typeface="Times New Roman" pitchFamily="18" charset="0"/>
              <a:cs typeface="Times New Roman" pitchFamily="18" charset="0"/>
            </a:endParaRPr>
          </a:p>
        </p:txBody>
      </p:sp>
      <p:sp>
        <p:nvSpPr>
          <p:cNvPr id="145411" name="Rectangle 3"/>
          <p:cNvSpPr>
            <a:spLocks noGrp="1" noRot="1" noChangeArrowheads="1"/>
          </p:cNvSpPr>
          <p:nvPr>
            <p:ph idx="1"/>
          </p:nvPr>
        </p:nvSpPr>
        <p:spPr>
          <a:xfrm>
            <a:off x="224481" y="2438399"/>
            <a:ext cx="8458200" cy="3048001"/>
          </a:xfrm>
        </p:spPr>
        <p:txBody>
          <a:bodyPr>
            <a:noAutofit/>
          </a:bodyPr>
          <a:lstStyle/>
          <a:p>
            <a:pPr eaLnBrk="1" hangingPunct="1">
              <a:buFont typeface="Wingdings" pitchFamily="2" charset="2"/>
              <a:buNone/>
              <a:defRPr/>
            </a:pPr>
            <a:r>
              <a:rPr lang="en-US" sz="3200" b="1" dirty="0" err="1">
                <a:solidFill>
                  <a:srgbClr val="33CCFF"/>
                </a:solidFill>
                <a:latin typeface="Times New Roman" pitchFamily="18" charset="0"/>
                <a:cs typeface="Times New Roman" pitchFamily="18" charset="0"/>
              </a:rPr>
              <a:t>Giả</a:t>
            </a:r>
            <a:r>
              <a:rPr lang="en-US" sz="3200" b="1" dirty="0">
                <a:solidFill>
                  <a:srgbClr val="33CCFF"/>
                </a:solidFill>
                <a:latin typeface="Times New Roman" pitchFamily="18" charset="0"/>
                <a:cs typeface="Times New Roman" pitchFamily="18" charset="0"/>
              </a:rPr>
              <a:t> </a:t>
            </a:r>
            <a:r>
              <a:rPr lang="en-US" sz="3200" b="1" dirty="0" err="1">
                <a:solidFill>
                  <a:srgbClr val="33CCFF"/>
                </a:solidFill>
                <a:latin typeface="Times New Roman" pitchFamily="18" charset="0"/>
                <a:cs typeface="Times New Roman" pitchFamily="18" charset="0"/>
              </a:rPr>
              <a:t>định</a:t>
            </a:r>
            <a:endParaRPr lang="en-US" sz="3200" b="1" dirty="0">
              <a:solidFill>
                <a:srgbClr val="33CCFF"/>
              </a:solidFill>
              <a:latin typeface="Times New Roman" pitchFamily="18" charset="0"/>
              <a:cs typeface="Times New Roman" pitchFamily="18" charset="0"/>
            </a:endParaRPr>
          </a:p>
          <a:p>
            <a:pPr eaLnBrk="1" hangingPunct="1">
              <a:defRPr/>
            </a:pPr>
            <a:r>
              <a:rPr lang="en-US" sz="3200" dirty="0" err="1">
                <a:latin typeface="Times New Roman" pitchFamily="18" charset="0"/>
                <a:cs typeface="Times New Roman" pitchFamily="18" charset="0"/>
              </a:rPr>
              <a:t>Là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bộ</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phận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nêu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lên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tình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huống</a:t>
            </a:r>
            <a:r>
              <a:rPr lang="en-US" sz="3200" dirty="0">
                <a:latin typeface="Times New Roman" pitchFamily="18" charset="0"/>
                <a:cs typeface="Times New Roman" pitchFamily="18" charset="0"/>
              </a:rPr>
              <a:t> (</a:t>
            </a:r>
            <a:r>
              <a:rPr lang="en-US" sz="3200" i="1" dirty="0" err="1">
                <a:latin typeface="Times New Roman" pitchFamily="18" charset="0"/>
                <a:cs typeface="Times New Roman" pitchFamily="18" charset="0"/>
              </a:rPr>
              <a:t>điều</a:t>
            </a:r>
            <a:r>
              <a:rPr lang="en-US" sz="3200" i="1" dirty="0">
                <a:latin typeface="Times New Roman" pitchFamily="18" charset="0"/>
                <a:cs typeface="Times New Roman" pitchFamily="18" charset="0"/>
              </a:rPr>
              <a:t> </a:t>
            </a:r>
            <a:r>
              <a:rPr lang="en-US" sz="3200" i="1" dirty="0" err="1">
                <a:latin typeface="Times New Roman" pitchFamily="18" charset="0"/>
                <a:cs typeface="Times New Roman" pitchFamily="18" charset="0"/>
              </a:rPr>
              <a:t>kiện</a:t>
            </a:r>
            <a:r>
              <a:rPr lang="en-US" sz="3200" i="1" dirty="0">
                <a:latin typeface="Times New Roman" pitchFamily="18" charset="0"/>
                <a:cs typeface="Times New Roman" pitchFamily="18" charset="0"/>
              </a:rPr>
              <a:t>, </a:t>
            </a:r>
            <a:r>
              <a:rPr lang="en-US" sz="3200" i="1" dirty="0" err="1">
                <a:latin typeface="Times New Roman" pitchFamily="18" charset="0"/>
                <a:cs typeface="Times New Roman" pitchFamily="18" charset="0"/>
              </a:rPr>
              <a:t>hoàn</a:t>
            </a:r>
            <a:r>
              <a:rPr lang="en-US" sz="3200" i="1" dirty="0">
                <a:latin typeface="Times New Roman" pitchFamily="18" charset="0"/>
                <a:cs typeface="Times New Roman" pitchFamily="18" charset="0"/>
              </a:rPr>
              <a:t> </a:t>
            </a:r>
            <a:r>
              <a:rPr lang="en-US" sz="3200" i="1" dirty="0" err="1">
                <a:latin typeface="Times New Roman" pitchFamily="18" charset="0"/>
                <a:cs typeface="Times New Roman" pitchFamily="18" charset="0"/>
              </a:rPr>
              <a:t>cảnh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có</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xảy</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ra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trong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thực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tế</a:t>
            </a:r>
            <a:r>
              <a:rPr lang="en-US" sz="3200" dirty="0">
                <a:latin typeface="Times New Roman" pitchFamily="18" charset="0"/>
                <a:cs typeface="Times New Roman" pitchFamily="18" charset="0"/>
              </a:rPr>
              <a:t>, </a:t>
            </a:r>
          </a:p>
          <a:p>
            <a:pPr eaLnBrk="1" hangingPunct="1">
              <a:defRPr/>
            </a:pPr>
            <a:r>
              <a:rPr lang="en-US" sz="3200" dirty="0">
                <a:latin typeface="Times New Roman" pitchFamily="18" charset="0"/>
                <a:cs typeface="Times New Roman" pitchFamily="18" charset="0"/>
              </a:rPr>
              <a:t>Khi </a:t>
            </a:r>
            <a:r>
              <a:rPr lang="en-US" sz="3200" dirty="0" err="1">
                <a:latin typeface="Times New Roman" pitchFamily="18" charset="0"/>
                <a:cs typeface="Times New Roman" pitchFamily="18" charset="0"/>
              </a:rPr>
              <a:t>chủ</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nào</a:t>
            </a:r>
            <a:r>
              <a:rPr lang="en-US" sz="3200" dirty="0">
                <a:latin typeface="Times New Roman" pitchFamily="18" charset="0"/>
                <a:cs typeface="Times New Roman" pitchFamily="18" charset="0"/>
              </a:rPr>
              <a:t> ở </a:t>
            </a:r>
            <a:r>
              <a:rPr lang="en-US" sz="3200" dirty="0" err="1">
                <a:latin typeface="Times New Roman" pitchFamily="18" charset="0"/>
                <a:cs typeface="Times New Roman" pitchFamily="18" charset="0"/>
              </a:rPr>
              <a:t>vào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tình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huống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đó</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thì</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phải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hiện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xử</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sự</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phù</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hợp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với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quy</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định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của</a:t>
            </a:r>
            <a:r>
              <a:rPr lang="en-US" sz="3200" dirty="0">
                <a:latin typeface="Times New Roman" pitchFamily="18" charset="0"/>
                <a:cs typeface="Times New Roman" pitchFamily="18" charset="0"/>
              </a:rPr>
              <a:t> PL</a:t>
            </a:r>
          </a:p>
          <a:p>
            <a:pPr eaLnBrk="1" hangingPunct="1">
              <a:buFont typeface="Wingdings" pitchFamily="2" charset="2"/>
              <a:buNone/>
              <a:defRPr/>
            </a:pP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9" presetClass="entr" presetSubtype="0" accel="100000" fill="hold" grpId="0" nodeType="clickEffect">
                                  <p:stCondLst>
                                    <p:cond delay="0"/>
                                  </p:stCondLst>
                                  <p:childTnLst>
                                    <p:set>
                                      <p:cBhvr>
                                        <p:cTn id="6" dur="1" fill="hold">
                                          <p:stCondLst>
                                            <p:cond delay="0"/>
                                          </p:stCondLst>
                                        </p:cTn>
                                        <p:tgtEl>
                                          <p:spTgt spid="145410"/>
                                        </p:tgtEl>
                                        <p:attrNameLst>
                                          <p:attrName>style.visibility</p:attrName>
                                        </p:attrNameLst>
                                      </p:cBhvr>
                                      <p:to>
                                        <p:strVal val="visible"/>
                                      </p:to>
                                    </p:set>
                                    <p:anim calcmode="lin" valueType="num">
                                      <p:cBhvr>
                                        <p:cTn id="7" dur="500" fill="hold"/>
                                        <p:tgtEl>
                                          <p:spTgt spid="145410"/>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145410"/>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145410"/>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145410"/>
                                        </p:tgtEl>
                                        <p:attrNameLst>
                                          <p:attrName>ppt_y</p:attrName>
                                        </p:attrNameLst>
                                      </p:cBhvr>
                                      <p:tavLst>
                                        <p:tav tm="0">
                                          <p:val>
                                            <p:strVal val="#ppt_y"/>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40" presetClass="entr" presetSubtype="0" fill="hold" grpId="0" nodeType="clickEffect">
                                  <p:stCondLst>
                                    <p:cond delay="0"/>
                                  </p:stCondLst>
                                  <p:iterate type="lt">
                                    <p:tmPct val="10000"/>
                                  </p:iterate>
                                  <p:childTnLst>
                                    <p:set>
                                      <p:cBhvr>
                                        <p:cTn id="14" dur="1" fill="hold">
                                          <p:stCondLst>
                                            <p:cond delay="0"/>
                                          </p:stCondLst>
                                        </p:cTn>
                                        <p:tgtEl>
                                          <p:spTgt spid="145411">
                                            <p:txEl>
                                              <p:pRg st="0" end="0"/>
                                            </p:txEl>
                                          </p:spTgt>
                                        </p:tgtEl>
                                        <p:attrNameLst>
                                          <p:attrName>style.visibility</p:attrName>
                                        </p:attrNameLst>
                                      </p:cBhvr>
                                      <p:to>
                                        <p:strVal val="visible"/>
                                      </p:to>
                                    </p:set>
                                    <p:animEffect transition="in" filter="fade">
                                      <p:cBhvr>
                                        <p:cTn id="15" dur="1000"/>
                                        <p:tgtEl>
                                          <p:spTgt spid="145411">
                                            <p:txEl>
                                              <p:pRg st="0" end="0"/>
                                            </p:txEl>
                                          </p:spTgt>
                                        </p:tgtEl>
                                      </p:cBhvr>
                                    </p:animEffect>
                                    <p:anim calcmode="lin" valueType="num">
                                      <p:cBhvr>
                                        <p:cTn id="16" dur="1000" fill="hold"/>
                                        <p:tgtEl>
                                          <p:spTgt spid="145411">
                                            <p:txEl>
                                              <p:pRg st="0" end="0"/>
                                            </p:txEl>
                                          </p:spTgt>
                                        </p:tgtEl>
                                        <p:attrNameLst>
                                          <p:attrName>ppt_x</p:attrName>
                                        </p:attrNameLst>
                                      </p:cBhvr>
                                      <p:tavLst>
                                        <p:tav tm="0">
                                          <p:val>
                                            <p:strVal val="#ppt_x-.1"/>
                                          </p:val>
                                        </p:tav>
                                        <p:tav tm="100000">
                                          <p:val>
                                            <p:strVal val="#ppt_x"/>
                                          </p:val>
                                        </p:tav>
                                      </p:tavLst>
                                    </p:anim>
                                    <p:anim calcmode="lin" valueType="num">
                                      <p:cBhvr>
                                        <p:cTn id="17" dur="1000" fill="hold"/>
                                        <p:tgtEl>
                                          <p:spTgt spid="145411">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40" presetClass="entr" presetSubtype="0" fill="hold" grpId="0" nodeType="clickEffect">
                                  <p:stCondLst>
                                    <p:cond delay="0"/>
                                  </p:stCondLst>
                                  <p:iterate type="lt">
                                    <p:tmPct val="10000"/>
                                  </p:iterate>
                                  <p:childTnLst>
                                    <p:set>
                                      <p:cBhvr>
                                        <p:cTn id="21" dur="1" fill="hold">
                                          <p:stCondLst>
                                            <p:cond delay="0"/>
                                          </p:stCondLst>
                                        </p:cTn>
                                        <p:tgtEl>
                                          <p:spTgt spid="145411">
                                            <p:txEl>
                                              <p:pRg st="1" end="1"/>
                                            </p:txEl>
                                          </p:spTgt>
                                        </p:tgtEl>
                                        <p:attrNameLst>
                                          <p:attrName>style.visibility</p:attrName>
                                        </p:attrNameLst>
                                      </p:cBhvr>
                                      <p:to>
                                        <p:strVal val="visible"/>
                                      </p:to>
                                    </p:set>
                                    <p:animEffect transition="in" filter="fade">
                                      <p:cBhvr>
                                        <p:cTn id="22" dur="1000"/>
                                        <p:tgtEl>
                                          <p:spTgt spid="145411">
                                            <p:txEl>
                                              <p:pRg st="1" end="1"/>
                                            </p:txEl>
                                          </p:spTgt>
                                        </p:tgtEl>
                                      </p:cBhvr>
                                    </p:animEffect>
                                    <p:anim calcmode="lin" valueType="num">
                                      <p:cBhvr>
                                        <p:cTn id="23" dur="1000" fill="hold"/>
                                        <p:tgtEl>
                                          <p:spTgt spid="145411">
                                            <p:txEl>
                                              <p:pRg st="1" end="1"/>
                                            </p:txEl>
                                          </p:spTgt>
                                        </p:tgtEl>
                                        <p:attrNameLst>
                                          <p:attrName>ppt_x</p:attrName>
                                        </p:attrNameLst>
                                      </p:cBhvr>
                                      <p:tavLst>
                                        <p:tav tm="0">
                                          <p:val>
                                            <p:strVal val="#ppt_x-.1"/>
                                          </p:val>
                                        </p:tav>
                                        <p:tav tm="100000">
                                          <p:val>
                                            <p:strVal val="#ppt_x"/>
                                          </p:val>
                                        </p:tav>
                                      </p:tavLst>
                                    </p:anim>
                                    <p:anim calcmode="lin" valueType="num">
                                      <p:cBhvr>
                                        <p:cTn id="24" dur="1000" fill="hold"/>
                                        <p:tgtEl>
                                          <p:spTgt spid="145411">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0" presetClass="entr" presetSubtype="0" fill="hold" grpId="0" nodeType="clickEffect">
                                  <p:stCondLst>
                                    <p:cond delay="0"/>
                                  </p:stCondLst>
                                  <p:iterate type="lt">
                                    <p:tmPct val="10000"/>
                                  </p:iterate>
                                  <p:childTnLst>
                                    <p:set>
                                      <p:cBhvr>
                                        <p:cTn id="28" dur="1" fill="hold">
                                          <p:stCondLst>
                                            <p:cond delay="0"/>
                                          </p:stCondLst>
                                        </p:cTn>
                                        <p:tgtEl>
                                          <p:spTgt spid="145411">
                                            <p:txEl>
                                              <p:pRg st="2" end="2"/>
                                            </p:txEl>
                                          </p:spTgt>
                                        </p:tgtEl>
                                        <p:attrNameLst>
                                          <p:attrName>style.visibility</p:attrName>
                                        </p:attrNameLst>
                                      </p:cBhvr>
                                      <p:to>
                                        <p:strVal val="visible"/>
                                      </p:to>
                                    </p:set>
                                    <p:animEffect transition="in" filter="fade">
                                      <p:cBhvr>
                                        <p:cTn id="29" dur="1000"/>
                                        <p:tgtEl>
                                          <p:spTgt spid="145411">
                                            <p:txEl>
                                              <p:pRg st="2" end="2"/>
                                            </p:txEl>
                                          </p:spTgt>
                                        </p:tgtEl>
                                      </p:cBhvr>
                                    </p:animEffect>
                                    <p:anim calcmode="lin" valueType="num">
                                      <p:cBhvr>
                                        <p:cTn id="30" dur="1000" fill="hold"/>
                                        <p:tgtEl>
                                          <p:spTgt spid="145411">
                                            <p:txEl>
                                              <p:pRg st="2" end="2"/>
                                            </p:txEl>
                                          </p:spTgt>
                                        </p:tgtEl>
                                        <p:attrNameLst>
                                          <p:attrName>ppt_x</p:attrName>
                                        </p:attrNameLst>
                                      </p:cBhvr>
                                      <p:tavLst>
                                        <p:tav tm="0">
                                          <p:val>
                                            <p:strVal val="#ppt_x-.1"/>
                                          </p:val>
                                        </p:tav>
                                        <p:tav tm="100000">
                                          <p:val>
                                            <p:strVal val="#ppt_x"/>
                                          </p:val>
                                        </p:tav>
                                      </p:tavLst>
                                    </p:anim>
                                    <p:anim calcmode="lin" valueType="num">
                                      <p:cBhvr>
                                        <p:cTn id="31" dur="1000" fill="hold"/>
                                        <p:tgtEl>
                                          <p:spTgt spid="145411">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5410" grpId="0"/>
      <p:bldP spid="145411" grpId="0"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8" name="Rectangle 2"/>
          <p:cNvSpPr>
            <a:spLocks noGrp="1" noRot="1" noChangeArrowheads="1"/>
          </p:cNvSpPr>
          <p:nvPr>
            <p:ph type="title"/>
          </p:nvPr>
        </p:nvSpPr>
        <p:spPr>
          <a:xfrm>
            <a:off x="234940" y="2286000"/>
            <a:ext cx="4660890" cy="1143000"/>
          </a:xfrm>
        </p:spPr>
        <p:txBody>
          <a:bodyPr>
            <a:normAutofit/>
          </a:bodyPr>
          <a:lstStyle/>
          <a:p>
            <a:pPr algn="ctr" eaLnBrk="1" hangingPunct="1">
              <a:defRPr/>
            </a:pPr>
            <a:r>
              <a:rPr lang="en-US" b="1" dirty="0">
                <a:solidFill>
                  <a:srgbClr val="00B0F0"/>
                </a:solidFill>
                <a:latin typeface="Times New Roman" pitchFamily="18" charset="0"/>
                <a:cs typeface="Times New Roman" pitchFamily="18" charset="0"/>
              </a:rPr>
              <a:t>Quy </a:t>
            </a:r>
            <a:r>
              <a:rPr lang="en-US" b="1" dirty="0" err="1">
                <a:solidFill>
                  <a:srgbClr val="00B0F0"/>
                </a:solidFill>
                <a:latin typeface="Times New Roman" pitchFamily="18" charset="0"/>
                <a:cs typeface="Times New Roman" pitchFamily="18" charset="0"/>
              </a:rPr>
              <a:t>định</a:t>
            </a:r>
            <a:endParaRPr lang="en-US" b="1" dirty="0">
              <a:solidFill>
                <a:srgbClr val="00B0F0"/>
              </a:solidFill>
              <a:latin typeface="Times New Roman" pitchFamily="18" charset="0"/>
              <a:cs typeface="Times New Roman" pitchFamily="18" charset="0"/>
            </a:endParaRPr>
          </a:p>
        </p:txBody>
      </p:sp>
      <p:sp>
        <p:nvSpPr>
          <p:cNvPr id="147459" name="Rectangle 3"/>
          <p:cNvSpPr>
            <a:spLocks noGrp="1" noRot="1" noChangeArrowheads="1"/>
          </p:cNvSpPr>
          <p:nvPr>
            <p:ph idx="1"/>
          </p:nvPr>
        </p:nvSpPr>
        <p:spPr>
          <a:xfrm>
            <a:off x="234940" y="3414584"/>
            <a:ext cx="8464550" cy="4953000"/>
          </a:xfrm>
        </p:spPr>
        <p:txBody>
          <a:bodyPr>
            <a:normAutofit/>
          </a:bodyPr>
          <a:lstStyle/>
          <a:p>
            <a:pPr algn="just" eaLnBrk="1" hangingPunct="1">
              <a:defRPr/>
            </a:pPr>
            <a:r>
              <a:rPr lang="en-US" sz="3200" dirty="0" err="1">
                <a:latin typeface="Times New Roman" pitchFamily="18" charset="0"/>
                <a:cs typeface="Times New Roman" pitchFamily="18" charset="0"/>
              </a:rPr>
              <a:t>Là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bộ</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phận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nêu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lên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xử</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sự</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buộc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chủ</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phải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tuân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theo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khi</a:t>
            </a:r>
            <a:r>
              <a:rPr lang="en-US" sz="3200" dirty="0">
                <a:latin typeface="Times New Roman" pitchFamily="18" charset="0"/>
                <a:cs typeface="Times New Roman" pitchFamily="18" charset="0"/>
              </a:rPr>
              <a:t> ở </a:t>
            </a:r>
            <a:r>
              <a:rPr lang="en-US" sz="3200" dirty="0" err="1">
                <a:latin typeface="Times New Roman" pitchFamily="18" charset="0"/>
                <a:cs typeface="Times New Roman" pitchFamily="18" charset="0"/>
              </a:rPr>
              <a:t>vào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tình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huống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đã</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nêu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trong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phần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giả</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định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của</a:t>
            </a:r>
            <a:r>
              <a:rPr lang="en-US" sz="3200" dirty="0">
                <a:latin typeface="Times New Roman" pitchFamily="18" charset="0"/>
                <a:cs typeface="Times New Roman" pitchFamily="18" charset="0"/>
              </a:rPr>
              <a:t> QPPL</a:t>
            </a:r>
          </a:p>
          <a:p>
            <a:pPr algn="just" eaLnBrk="1" hangingPunct="1">
              <a:defRPr/>
            </a:pPr>
            <a:r>
              <a:rPr lang="en-US" sz="3200" dirty="0" err="1">
                <a:latin typeface="Times New Roman" pitchFamily="18" charset="0"/>
                <a:cs typeface="Times New Roman" pitchFamily="18" charset="0"/>
              </a:rPr>
              <a:t>Được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xây</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dựng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theo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mô</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hình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cấm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làm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gì</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phải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làm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gì</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được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làm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gì</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làm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như</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thế</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nào</a:t>
            </a:r>
            <a:endParaRPr lang="en-US" sz="3200" dirty="0">
              <a:latin typeface="Times New Roman" pitchFamily="18" charset="0"/>
              <a:cs typeface="Times New Roman" pitchFamily="18" charset="0"/>
            </a:endParaRPr>
          </a:p>
          <a:p>
            <a:pPr algn="just" eaLnBrk="1" hangingPunct="1">
              <a:defRPr/>
            </a:pPr>
            <a:r>
              <a:rPr lang="en-US" sz="3200" dirty="0" err="1">
                <a:latin typeface="Times New Roman" pitchFamily="18" charset="0"/>
                <a:cs typeface="Times New Roman" pitchFamily="18" charset="0"/>
              </a:rPr>
              <a:t>Quy</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định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dứt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khoát</a:t>
            </a:r>
            <a:r>
              <a:rPr lang="en-US" sz="3200" dirty="0">
                <a:latin typeface="Times New Roman" pitchFamily="18" charset="0"/>
                <a:cs typeface="Times New Roman" pitchFamily="18" charset="0"/>
              </a:rPr>
              <a:t> hay </a:t>
            </a:r>
            <a:r>
              <a:rPr lang="en-US" sz="3200" dirty="0" err="1">
                <a:latin typeface="Times New Roman" pitchFamily="18" charset="0"/>
                <a:cs typeface="Times New Roman" pitchFamily="18" charset="0"/>
              </a:rPr>
              <a:t>quy</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định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tùy</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nghi</a:t>
            </a: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147458"/>
                                        </p:tgtEl>
                                        <p:attrNameLst>
                                          <p:attrName>style.visibility</p:attrName>
                                        </p:attrNameLst>
                                      </p:cBhvr>
                                      <p:to>
                                        <p:strVal val="visible"/>
                                      </p:to>
                                    </p:set>
                                    <p:anim calcmode="lin" valueType="num">
                                      <p:cBhvr>
                                        <p:cTn id="7" dur="1000" fill="hold"/>
                                        <p:tgtEl>
                                          <p:spTgt spid="147458"/>
                                        </p:tgtEl>
                                        <p:attrNameLst>
                                          <p:attrName>ppt_w</p:attrName>
                                        </p:attrNameLst>
                                      </p:cBhvr>
                                      <p:tavLst>
                                        <p:tav tm="0">
                                          <p:val>
                                            <p:fltVal val="0"/>
                                          </p:val>
                                        </p:tav>
                                        <p:tav tm="100000">
                                          <p:val>
                                            <p:strVal val="#ppt_w"/>
                                          </p:val>
                                        </p:tav>
                                      </p:tavLst>
                                    </p:anim>
                                    <p:anim calcmode="lin" valueType="num">
                                      <p:cBhvr>
                                        <p:cTn id="8" dur="1000" fill="hold"/>
                                        <p:tgtEl>
                                          <p:spTgt spid="147458"/>
                                        </p:tgtEl>
                                        <p:attrNameLst>
                                          <p:attrName>ppt_h</p:attrName>
                                        </p:attrNameLst>
                                      </p:cBhvr>
                                      <p:tavLst>
                                        <p:tav tm="0">
                                          <p:val>
                                            <p:fltVal val="0"/>
                                          </p:val>
                                        </p:tav>
                                        <p:tav tm="100000">
                                          <p:val>
                                            <p:strVal val="#ppt_h"/>
                                          </p:val>
                                        </p:tav>
                                      </p:tavLst>
                                    </p:anim>
                                    <p:anim calcmode="lin" valueType="num">
                                      <p:cBhvr>
                                        <p:cTn id="9" dur="1000" fill="hold"/>
                                        <p:tgtEl>
                                          <p:spTgt spid="147458"/>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47458"/>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20" presetClass="entr" presetSubtype="0" fill="hold" grpId="0" nodeType="clickEffect">
                                  <p:stCondLst>
                                    <p:cond delay="0"/>
                                  </p:stCondLst>
                                  <p:childTnLst>
                                    <p:set>
                                      <p:cBhvr>
                                        <p:cTn id="14" dur="1" fill="hold">
                                          <p:stCondLst>
                                            <p:cond delay="0"/>
                                          </p:stCondLst>
                                        </p:cTn>
                                        <p:tgtEl>
                                          <p:spTgt spid="147459">
                                            <p:txEl>
                                              <p:pRg st="0" end="0"/>
                                            </p:txEl>
                                          </p:spTgt>
                                        </p:tgtEl>
                                        <p:attrNameLst>
                                          <p:attrName>style.visibility</p:attrName>
                                        </p:attrNameLst>
                                      </p:cBhvr>
                                      <p:to>
                                        <p:strVal val="visible"/>
                                      </p:to>
                                    </p:set>
                                    <p:animEffect transition="in" filter="wedge">
                                      <p:cBhvr>
                                        <p:cTn id="15" dur="2000"/>
                                        <p:tgtEl>
                                          <p:spTgt spid="147459">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0" presetClass="entr" presetSubtype="0" fill="hold" grpId="0" nodeType="clickEffect">
                                  <p:stCondLst>
                                    <p:cond delay="0"/>
                                  </p:stCondLst>
                                  <p:childTnLst>
                                    <p:set>
                                      <p:cBhvr>
                                        <p:cTn id="19" dur="1" fill="hold">
                                          <p:stCondLst>
                                            <p:cond delay="0"/>
                                          </p:stCondLst>
                                        </p:cTn>
                                        <p:tgtEl>
                                          <p:spTgt spid="147459">
                                            <p:txEl>
                                              <p:pRg st="1" end="1"/>
                                            </p:txEl>
                                          </p:spTgt>
                                        </p:tgtEl>
                                        <p:attrNameLst>
                                          <p:attrName>style.visibility</p:attrName>
                                        </p:attrNameLst>
                                      </p:cBhvr>
                                      <p:to>
                                        <p:strVal val="visible"/>
                                      </p:to>
                                    </p:set>
                                    <p:animEffect transition="in" filter="wedge">
                                      <p:cBhvr>
                                        <p:cTn id="20" dur="2000"/>
                                        <p:tgtEl>
                                          <p:spTgt spid="147459">
                                            <p:txEl>
                                              <p:pRg st="1" end="1"/>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0" presetClass="entr" presetSubtype="0" fill="hold" grpId="0" nodeType="clickEffect">
                                  <p:stCondLst>
                                    <p:cond delay="0"/>
                                  </p:stCondLst>
                                  <p:childTnLst>
                                    <p:set>
                                      <p:cBhvr>
                                        <p:cTn id="24" dur="1" fill="hold">
                                          <p:stCondLst>
                                            <p:cond delay="0"/>
                                          </p:stCondLst>
                                        </p:cTn>
                                        <p:tgtEl>
                                          <p:spTgt spid="147459">
                                            <p:txEl>
                                              <p:pRg st="2" end="2"/>
                                            </p:txEl>
                                          </p:spTgt>
                                        </p:tgtEl>
                                        <p:attrNameLst>
                                          <p:attrName>style.visibility</p:attrName>
                                        </p:attrNameLst>
                                      </p:cBhvr>
                                      <p:to>
                                        <p:strVal val="visible"/>
                                      </p:to>
                                    </p:set>
                                    <p:animEffect transition="in" filter="wedge">
                                      <p:cBhvr>
                                        <p:cTn id="25" dur="2000"/>
                                        <p:tgtEl>
                                          <p:spTgt spid="14745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7458" grpId="0"/>
      <p:bldP spid="147459"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6" name="Rectangle 2"/>
          <p:cNvSpPr>
            <a:spLocks noGrp="1" noRot="1" noChangeArrowheads="1"/>
          </p:cNvSpPr>
          <p:nvPr>
            <p:ph type="title"/>
          </p:nvPr>
        </p:nvSpPr>
        <p:spPr>
          <a:xfrm>
            <a:off x="533400" y="1981200"/>
            <a:ext cx="6896534" cy="1080938"/>
          </a:xfrm>
        </p:spPr>
        <p:txBody>
          <a:bodyPr>
            <a:normAutofit/>
          </a:bodyPr>
          <a:lstStyle/>
          <a:p>
            <a:pPr algn="ctr" eaLnBrk="1" hangingPunct="1">
              <a:defRPr/>
            </a:pPr>
            <a:r>
              <a:rPr lang="en-US" sz="3200" b="1" dirty="0" err="1">
                <a:solidFill>
                  <a:srgbClr val="00B0F0"/>
                </a:solidFill>
                <a:effectLst/>
                <a:latin typeface="Times New Roman" pitchFamily="18" charset="0"/>
                <a:cs typeface="Times New Roman" pitchFamily="18" charset="0"/>
              </a:rPr>
              <a:t>Chế</a:t>
            </a:r>
            <a:r>
              <a:rPr lang="en-US" sz="3200" b="1" dirty="0">
                <a:solidFill>
                  <a:srgbClr val="00B0F0"/>
                </a:solidFill>
                <a:effectLst/>
                <a:latin typeface="Times New Roman" pitchFamily="18" charset="0"/>
                <a:cs typeface="Times New Roman" pitchFamily="18" charset="0"/>
              </a:rPr>
              <a:t> </a:t>
            </a:r>
            <a:r>
              <a:rPr lang="en-US" sz="3200" b="1" dirty="0" err="1">
                <a:solidFill>
                  <a:srgbClr val="00B0F0"/>
                </a:solidFill>
                <a:effectLst/>
                <a:latin typeface="Times New Roman" pitchFamily="18" charset="0"/>
                <a:cs typeface="Times New Roman" pitchFamily="18" charset="0"/>
              </a:rPr>
              <a:t>tài</a:t>
            </a:r>
            <a:endParaRPr lang="en-US" sz="3200" b="1" dirty="0">
              <a:solidFill>
                <a:srgbClr val="00B0F0"/>
              </a:solidFill>
              <a:effectLst/>
              <a:latin typeface="Times New Roman" pitchFamily="18" charset="0"/>
              <a:cs typeface="Times New Roman" pitchFamily="18" charset="0"/>
            </a:endParaRPr>
          </a:p>
        </p:txBody>
      </p:sp>
      <p:sp>
        <p:nvSpPr>
          <p:cNvPr id="149507" name="Rectangle 3"/>
          <p:cNvSpPr>
            <a:spLocks noGrp="1" noRot="1" noChangeArrowheads="1"/>
          </p:cNvSpPr>
          <p:nvPr>
            <p:ph idx="1"/>
          </p:nvPr>
        </p:nvSpPr>
        <p:spPr>
          <a:xfrm>
            <a:off x="878237" y="3437772"/>
            <a:ext cx="6887389" cy="2667000"/>
          </a:xfrm>
        </p:spPr>
        <p:txBody>
          <a:bodyPr>
            <a:normAutofit/>
          </a:bodyPr>
          <a:lstStyle/>
          <a:p>
            <a:pPr algn="just" eaLnBrk="1" hangingPunct="1">
              <a:defRPr/>
            </a:pPr>
            <a:r>
              <a:rPr lang="en-US" sz="3200" dirty="0" err="1">
                <a:latin typeface="Times New Roman" pitchFamily="18" charset="0"/>
                <a:cs typeface="Times New Roman" pitchFamily="18" charset="0"/>
              </a:rPr>
              <a:t>Là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bộ</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phận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nêu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lên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biện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pháp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động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của</a:t>
            </a:r>
            <a:r>
              <a:rPr lang="en-US" sz="3200" dirty="0">
                <a:latin typeface="Times New Roman" pitchFamily="18" charset="0"/>
                <a:cs typeface="Times New Roman" pitchFamily="18" charset="0"/>
              </a:rPr>
              <a:t> NN, </a:t>
            </a:r>
            <a:r>
              <a:rPr lang="en-US" sz="3200" dirty="0" err="1">
                <a:latin typeface="Times New Roman" pitchFamily="18" charset="0"/>
                <a:cs typeface="Times New Roman" pitchFamily="18" charset="0"/>
              </a:rPr>
              <a:t>dự</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kiến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sẽ</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áp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dụng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đối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với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chủ</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nào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không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thực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hiện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đúng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theo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hướng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dẫn</a:t>
            </a:r>
            <a:r>
              <a:rPr lang="en-US" sz="3200" dirty="0">
                <a:latin typeface="Times New Roman" pitchFamily="18" charset="0"/>
                <a:cs typeface="Times New Roman" pitchFamily="18" charset="0"/>
              </a:rPr>
              <a:t> ở </a:t>
            </a:r>
            <a:r>
              <a:rPr lang="en-US" sz="3200" dirty="0" err="1">
                <a:latin typeface="Times New Roman" pitchFamily="18" charset="0"/>
                <a:cs typeface="Times New Roman" pitchFamily="18" charset="0"/>
              </a:rPr>
              <a:t>phần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quy</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định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của</a:t>
            </a:r>
            <a:r>
              <a:rPr lang="en-US" sz="3200" dirty="0">
                <a:latin typeface="Times New Roman" pitchFamily="18" charset="0"/>
                <a:cs typeface="Times New Roman" pitchFamily="18" charset="0"/>
              </a:rPr>
              <a:t> QPPL, </a:t>
            </a:r>
            <a:r>
              <a:rPr lang="en-US" sz="3200" dirty="0" err="1">
                <a:latin typeface="Times New Roman" pitchFamily="18" charset="0"/>
                <a:cs typeface="Times New Roman" pitchFamily="18" charset="0"/>
              </a:rPr>
              <a:t>nên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đã</a:t>
            </a:r>
            <a:r>
              <a:rPr lang="en-US" sz="3200" dirty="0">
                <a:latin typeface="Times New Roman" pitchFamily="18" charset="0"/>
                <a:cs typeface="Times New Roman" pitchFamily="18" charset="0"/>
              </a:rPr>
              <a:t> vi </a:t>
            </a:r>
            <a:r>
              <a:rPr lang="en-US" sz="3200" dirty="0" err="1">
                <a:latin typeface="Times New Roman" pitchFamily="18" charset="0"/>
                <a:cs typeface="Times New Roman" pitchFamily="18" charset="0"/>
              </a:rPr>
              <a:t>phạm</a:t>
            </a:r>
            <a:r>
              <a:rPr lang="en-US" sz="3200" dirty="0">
                <a:latin typeface="Times New Roman" pitchFamily="18" charset="0"/>
                <a:cs typeface="Times New Roman" pitchFamily="18" charset="0"/>
              </a:rPr>
              <a:t> PL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149506"/>
                                        </p:tgtEl>
                                        <p:attrNameLst>
                                          <p:attrName>style.visibility</p:attrName>
                                        </p:attrNameLst>
                                      </p:cBhvr>
                                      <p:to>
                                        <p:strVal val="visible"/>
                                      </p:to>
                                    </p:set>
                                    <p:anim calcmode="lin" valueType="num">
                                      <p:cBhvr>
                                        <p:cTn id="7" dur="1000" fill="hold"/>
                                        <p:tgtEl>
                                          <p:spTgt spid="149506"/>
                                        </p:tgtEl>
                                        <p:attrNameLst>
                                          <p:attrName>ppt_w</p:attrName>
                                        </p:attrNameLst>
                                      </p:cBhvr>
                                      <p:tavLst>
                                        <p:tav tm="0">
                                          <p:val>
                                            <p:fltVal val="0"/>
                                          </p:val>
                                        </p:tav>
                                        <p:tav tm="100000">
                                          <p:val>
                                            <p:strVal val="#ppt_w"/>
                                          </p:val>
                                        </p:tav>
                                      </p:tavLst>
                                    </p:anim>
                                    <p:anim calcmode="lin" valueType="num">
                                      <p:cBhvr>
                                        <p:cTn id="8" dur="1000" fill="hold"/>
                                        <p:tgtEl>
                                          <p:spTgt spid="149506"/>
                                        </p:tgtEl>
                                        <p:attrNameLst>
                                          <p:attrName>ppt_h</p:attrName>
                                        </p:attrNameLst>
                                      </p:cBhvr>
                                      <p:tavLst>
                                        <p:tav tm="0">
                                          <p:val>
                                            <p:fltVal val="0"/>
                                          </p:val>
                                        </p:tav>
                                        <p:tav tm="100000">
                                          <p:val>
                                            <p:strVal val="#ppt_h"/>
                                          </p:val>
                                        </p:tav>
                                      </p:tavLst>
                                    </p:anim>
                                    <p:anim calcmode="lin" valueType="num">
                                      <p:cBhvr>
                                        <p:cTn id="9" dur="1000" fill="hold"/>
                                        <p:tgtEl>
                                          <p:spTgt spid="149506"/>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49506"/>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21" presetClass="entr" presetSubtype="4" fill="hold" grpId="0" nodeType="clickEffect">
                                  <p:stCondLst>
                                    <p:cond delay="0"/>
                                  </p:stCondLst>
                                  <p:childTnLst>
                                    <p:set>
                                      <p:cBhvr>
                                        <p:cTn id="14" dur="1" fill="hold">
                                          <p:stCondLst>
                                            <p:cond delay="0"/>
                                          </p:stCondLst>
                                        </p:cTn>
                                        <p:tgtEl>
                                          <p:spTgt spid="149507">
                                            <p:txEl>
                                              <p:pRg st="0" end="0"/>
                                            </p:txEl>
                                          </p:spTgt>
                                        </p:tgtEl>
                                        <p:attrNameLst>
                                          <p:attrName>style.visibility</p:attrName>
                                        </p:attrNameLst>
                                      </p:cBhvr>
                                      <p:to>
                                        <p:strVal val="visible"/>
                                      </p:to>
                                    </p:set>
                                    <p:animEffect transition="in" filter="wheel(4)">
                                      <p:cBhvr>
                                        <p:cTn id="15" dur="2000"/>
                                        <p:tgtEl>
                                          <p:spTgt spid="14950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9506" grpId="0"/>
      <p:bldP spid="149507"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152400" y="2209801"/>
            <a:ext cx="8839200" cy="3581400"/>
          </a:xfrm>
        </p:spPr>
        <p:txBody>
          <a:bodyPr>
            <a:noAutofit/>
          </a:bodyPr>
          <a:lstStyle/>
          <a:p>
            <a:pPr marL="0" indent="0" algn="just">
              <a:buNone/>
            </a:pPr>
            <a:r>
              <a:rPr lang="vi-VN" sz="2800" b="1" dirty="0">
                <a:latin typeface="Times New Roman" panose="02020603050405020304" pitchFamily="18" charset="0"/>
                <a:cs typeface="Times New Roman" panose="02020603050405020304" pitchFamily="18" charset="0"/>
              </a:rPr>
              <a:t>Điều 173. Tội trộm cắp tài sản</a:t>
            </a:r>
          </a:p>
          <a:p>
            <a:pPr marL="0" indent="0" algn="just">
              <a:buNone/>
            </a:pPr>
            <a:r>
              <a:rPr lang="vi-VN" sz="2800" b="1" i="1" dirty="0">
                <a:latin typeface="Times New Roman" panose="02020603050405020304" pitchFamily="18" charset="0"/>
                <a:cs typeface="Times New Roman" panose="02020603050405020304" pitchFamily="18" charset="0"/>
              </a:rPr>
              <a:t>1. Người nào trộm cắp tài sản của người khác trị giá từ 2.000.000 đồng đến dưới 50.000.000 đồng hoặc dưới 2.000.000 đồng nhưng thuộc một trong các trường hợp sau đây, thì bị phạt cải tạo không giam giữ đến 03 năm hoặc phạt tù từ 06 tháng đến 03 năm:</a:t>
            </a:r>
            <a:endParaRPr lang="vi-V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050251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457200" y="2590800"/>
            <a:ext cx="8229600" cy="2971800"/>
          </a:xfrm>
        </p:spPr>
        <p:txBody>
          <a:bodyPr>
            <a:normAutofit/>
          </a:bodyPr>
          <a:lstStyle/>
          <a:p>
            <a:pPr marL="109728" indent="0" algn="just">
              <a:buNone/>
            </a:pPr>
            <a:r>
              <a:rPr lang="vi-VN" b="1" dirty="0">
                <a:latin typeface="Times New Roman" panose="02020603050405020304" pitchFamily="18" charset="0"/>
                <a:cs typeface="Times New Roman" panose="02020603050405020304" pitchFamily="18" charset="0"/>
              </a:rPr>
              <a:t>Điều 1. Nhiệm vụ của Bộ luật Hình sự</a:t>
            </a:r>
            <a:endParaRPr lang="vi-VN" dirty="0">
              <a:latin typeface="Times New Roman" panose="02020603050405020304" pitchFamily="18" charset="0"/>
              <a:cs typeface="Times New Roman" panose="02020603050405020304" pitchFamily="18" charset="0"/>
            </a:endParaRPr>
          </a:p>
          <a:p>
            <a:pPr algn="just"/>
            <a:r>
              <a:rPr lang="vi-VN" dirty="0">
                <a:latin typeface="Times New Roman" panose="02020603050405020304" pitchFamily="18" charset="0"/>
                <a:cs typeface="Times New Roman" panose="02020603050405020304" pitchFamily="18" charset="0"/>
              </a:rPr>
              <a:t>Bộ luật Hình sự có nhiệm vụ bảo vệ chủ quyền quốc gia, an ninh của đất nước, bảo vệ chế độ xã hội chủ nghĩa, quyền con người, quyền công dân, bảo vệ quyền bình đẳng giữa đồng bào các dân tộc, bảo vệ lợi ích của Nhà nước, tổ chức, bảo vệ trật tự pháp luật, chống mọi hành vi phạm tội; giáo dục mọi người ý thức tuân theo pháp luật, phòng ngừa và đấu tranh chống tội phạm.</a:t>
            </a:r>
          </a:p>
          <a:p>
            <a:pPr marL="0" indent="0" algn="just">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2009280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1842" name="Rectangle 2"/>
          <p:cNvSpPr>
            <a:spLocks noGrp="1" noRot="1" noChangeArrowheads="1"/>
          </p:cNvSpPr>
          <p:nvPr>
            <p:ph type="title"/>
          </p:nvPr>
        </p:nvSpPr>
        <p:spPr>
          <a:xfrm>
            <a:off x="124511" y="762000"/>
            <a:ext cx="7343089" cy="1143000"/>
          </a:xfrm>
        </p:spPr>
        <p:txBody>
          <a:bodyPr>
            <a:noAutofit/>
          </a:bodyPr>
          <a:lstStyle/>
          <a:p>
            <a:pPr eaLnBrk="1" hangingPunct="1">
              <a:defRPr/>
            </a:pPr>
            <a:r>
              <a:rPr lang="en-US" sz="3200" dirty="0">
                <a:latin typeface="Times New Roman" pitchFamily="18" charset="0"/>
                <a:cs typeface="Times New Roman" pitchFamily="18" charset="0"/>
              </a:rPr>
              <a:t>3. </a:t>
            </a:r>
            <a:r>
              <a:rPr lang="en-US" sz="3200" dirty="0" err="1">
                <a:latin typeface="Times New Roman" pitchFamily="18" charset="0"/>
                <a:cs typeface="Times New Roman" pitchFamily="18" charset="0"/>
              </a:rPr>
              <a:t>Những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thức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hiện</a:t>
            </a:r>
            <a:r>
              <a:rPr lang="en-US" sz="3200" dirty="0">
                <a:latin typeface="Times New Roman" pitchFamily="18" charset="0"/>
                <a:cs typeface="Times New Roman" pitchFamily="18" charset="0"/>
              </a:rPr>
              <a:t> QPPL </a:t>
            </a:r>
            <a:r>
              <a:rPr lang="en-US" sz="3200" dirty="0" err="1">
                <a:latin typeface="Times New Roman" pitchFamily="18" charset="0"/>
                <a:cs typeface="Times New Roman" pitchFamily="18" charset="0"/>
              </a:rPr>
              <a:t>trong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điều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luật</a:t>
            </a:r>
            <a:endParaRPr lang="en-US" sz="3200" dirty="0">
              <a:latin typeface="Times New Roman" pitchFamily="18" charset="0"/>
              <a:cs typeface="Times New Roman" pitchFamily="18" charset="0"/>
            </a:endParaRPr>
          </a:p>
        </p:txBody>
      </p:sp>
      <p:sp>
        <p:nvSpPr>
          <p:cNvPr id="291843" name="Rectangle 3"/>
          <p:cNvSpPr>
            <a:spLocks noGrp="1" noRot="1" noChangeArrowheads="1"/>
          </p:cNvSpPr>
          <p:nvPr>
            <p:ph idx="1"/>
          </p:nvPr>
        </p:nvSpPr>
        <p:spPr>
          <a:xfrm>
            <a:off x="149225" y="2514600"/>
            <a:ext cx="8845550" cy="4572000"/>
          </a:xfrm>
        </p:spPr>
        <p:txBody>
          <a:bodyPr>
            <a:noAutofit/>
          </a:bodyPr>
          <a:lstStyle/>
          <a:p>
            <a:pPr algn="just" eaLnBrk="1" hangingPunct="1">
              <a:defRPr/>
            </a:pPr>
            <a:r>
              <a:rPr lang="en-US" sz="3200" dirty="0">
                <a:latin typeface="Times New Roman" pitchFamily="18" charset="0"/>
                <a:cs typeface="Times New Roman" pitchFamily="18" charset="0"/>
              </a:rPr>
              <a:t>1 QPPL </a:t>
            </a:r>
            <a:r>
              <a:rPr lang="en-US" sz="3200" dirty="0" err="1">
                <a:latin typeface="Times New Roman" pitchFamily="18" charset="0"/>
                <a:cs typeface="Times New Roman" pitchFamily="18" charset="0"/>
              </a:rPr>
              <a:t>có</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trình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bày</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trong</a:t>
            </a:r>
            <a:r>
              <a:rPr lang="en-US" sz="3200" dirty="0">
                <a:latin typeface="Times New Roman" pitchFamily="18" charset="0"/>
                <a:cs typeface="Times New Roman" pitchFamily="18" charset="0"/>
              </a:rPr>
              <a:t> 1 </a:t>
            </a:r>
            <a:r>
              <a:rPr lang="en-US" sz="3200" dirty="0" err="1">
                <a:latin typeface="Times New Roman" pitchFamily="18" charset="0"/>
                <a:cs typeface="Times New Roman" pitchFamily="18" charset="0"/>
              </a:rPr>
              <a:t>điều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luật</a:t>
            </a:r>
            <a:endParaRPr lang="en-US" sz="3200" dirty="0">
              <a:latin typeface="Times New Roman" pitchFamily="18" charset="0"/>
              <a:cs typeface="Times New Roman" pitchFamily="18" charset="0"/>
            </a:endParaRPr>
          </a:p>
          <a:p>
            <a:pPr algn="just" eaLnBrk="1" hangingPunct="1">
              <a:defRPr/>
            </a:pPr>
            <a:r>
              <a:rPr lang="en-US" sz="3200" dirty="0" err="1">
                <a:latin typeface="Times New Roman" pitchFamily="18" charset="0"/>
                <a:cs typeface="Times New Roman" pitchFamily="18" charset="0"/>
              </a:rPr>
              <a:t>Trong</a:t>
            </a:r>
            <a:r>
              <a:rPr lang="en-US" sz="3200" dirty="0">
                <a:latin typeface="Times New Roman" pitchFamily="18" charset="0"/>
                <a:cs typeface="Times New Roman" pitchFamily="18" charset="0"/>
              </a:rPr>
              <a:t> 1 </a:t>
            </a:r>
            <a:r>
              <a:rPr lang="en-US" sz="3200" dirty="0" err="1">
                <a:latin typeface="Times New Roman" pitchFamily="18" charset="0"/>
                <a:cs typeface="Times New Roman" pitchFamily="18" charset="0"/>
              </a:rPr>
              <a:t>điều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luật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có</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có</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nhiều</a:t>
            </a:r>
            <a:r>
              <a:rPr lang="en-US" sz="3200" dirty="0">
                <a:latin typeface="Times New Roman" pitchFamily="18" charset="0"/>
                <a:cs typeface="Times New Roman" pitchFamily="18" charset="0"/>
              </a:rPr>
              <a:t> QPPL</a:t>
            </a:r>
          </a:p>
          <a:p>
            <a:pPr algn="just" eaLnBrk="1" hangingPunct="1">
              <a:defRPr/>
            </a:pPr>
            <a:r>
              <a:rPr lang="en-US" sz="3200" dirty="0" err="1">
                <a:latin typeface="Times New Roman" pitchFamily="18" charset="0"/>
                <a:cs typeface="Times New Roman" pitchFamily="18" charset="0"/>
              </a:rPr>
              <a:t>Trật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tự</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bộ</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phận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của</a:t>
            </a:r>
            <a:r>
              <a:rPr lang="en-US" sz="3200" dirty="0">
                <a:latin typeface="Times New Roman" pitchFamily="18" charset="0"/>
                <a:cs typeface="Times New Roman" pitchFamily="18" charset="0"/>
              </a:rPr>
              <a:t> QPPL </a:t>
            </a:r>
            <a:r>
              <a:rPr lang="en-US" sz="3200" dirty="0" err="1">
                <a:latin typeface="Times New Roman" pitchFamily="18" charset="0"/>
                <a:cs typeface="Times New Roman" pitchFamily="18" charset="0"/>
              </a:rPr>
              <a:t>có</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bị</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đảo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lộn</a:t>
            </a:r>
            <a:endParaRPr lang="en-US" sz="3200" dirty="0">
              <a:latin typeface="Times New Roman" pitchFamily="18" charset="0"/>
              <a:cs typeface="Times New Roman" pitchFamily="18" charset="0"/>
            </a:endParaRPr>
          </a:p>
          <a:p>
            <a:pPr algn="just" eaLnBrk="1" hangingPunct="1">
              <a:defRPr/>
            </a:pPr>
            <a:r>
              <a:rPr lang="en-US" sz="3200" dirty="0" err="1">
                <a:latin typeface="Times New Roman" pitchFamily="18" charset="0"/>
                <a:cs typeface="Times New Roman" pitchFamily="18" charset="0"/>
              </a:rPr>
              <a:t>Không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nhất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thiết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phải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có</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đủ</a:t>
            </a:r>
            <a:r>
              <a:rPr lang="en-US" sz="3200" dirty="0">
                <a:latin typeface="Times New Roman" pitchFamily="18" charset="0"/>
                <a:cs typeface="Times New Roman" pitchFamily="18" charset="0"/>
              </a:rPr>
              <a:t> 3 </a:t>
            </a:r>
            <a:r>
              <a:rPr lang="en-US" sz="3200" dirty="0" err="1">
                <a:latin typeface="Times New Roman" pitchFamily="18" charset="0"/>
                <a:cs typeface="Times New Roman" pitchFamily="18" charset="0"/>
              </a:rPr>
              <a:t>bộ</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phận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trong</a:t>
            </a:r>
            <a:r>
              <a:rPr lang="en-US" sz="3200" dirty="0">
                <a:latin typeface="Times New Roman" pitchFamily="18" charset="0"/>
                <a:cs typeface="Times New Roman" pitchFamily="18" charset="0"/>
              </a:rPr>
              <a:t> 1 QPPL</a:t>
            </a:r>
          </a:p>
          <a:p>
            <a:pPr algn="just" eaLnBrk="1" hangingPunct="1">
              <a:defRPr/>
            </a:pP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291842"/>
                                        </p:tgtEl>
                                        <p:attrNameLst>
                                          <p:attrName>style.visibility</p:attrName>
                                        </p:attrNameLst>
                                      </p:cBhvr>
                                      <p:to>
                                        <p:strVal val="visible"/>
                                      </p:to>
                                    </p:set>
                                    <p:animEffect transition="in" filter="dissolve">
                                      <p:cBhvr>
                                        <p:cTn id="7" dur="500"/>
                                        <p:tgtEl>
                                          <p:spTgt spid="291842"/>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grpId="0" nodeType="clickEffect">
                                  <p:stCondLst>
                                    <p:cond delay="0"/>
                                  </p:stCondLst>
                                  <p:childTnLst>
                                    <p:set>
                                      <p:cBhvr>
                                        <p:cTn id="11" dur="1" fill="hold">
                                          <p:stCondLst>
                                            <p:cond delay="0"/>
                                          </p:stCondLst>
                                        </p:cTn>
                                        <p:tgtEl>
                                          <p:spTgt spid="291843">
                                            <p:txEl>
                                              <p:pRg st="0" end="0"/>
                                            </p:txEl>
                                          </p:spTgt>
                                        </p:tgtEl>
                                        <p:attrNameLst>
                                          <p:attrName>style.visibility</p:attrName>
                                        </p:attrNameLst>
                                      </p:cBhvr>
                                      <p:to>
                                        <p:strVal val="visible"/>
                                      </p:to>
                                    </p:set>
                                    <p:animEffect transition="in" filter="wheel(4)">
                                      <p:cBhvr>
                                        <p:cTn id="12" dur="2000"/>
                                        <p:tgtEl>
                                          <p:spTgt spid="29184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4" fill="hold" grpId="0" nodeType="clickEffect">
                                  <p:stCondLst>
                                    <p:cond delay="0"/>
                                  </p:stCondLst>
                                  <p:childTnLst>
                                    <p:set>
                                      <p:cBhvr>
                                        <p:cTn id="16" dur="1" fill="hold">
                                          <p:stCondLst>
                                            <p:cond delay="0"/>
                                          </p:stCondLst>
                                        </p:cTn>
                                        <p:tgtEl>
                                          <p:spTgt spid="291843">
                                            <p:txEl>
                                              <p:pRg st="1" end="1"/>
                                            </p:txEl>
                                          </p:spTgt>
                                        </p:tgtEl>
                                        <p:attrNameLst>
                                          <p:attrName>style.visibility</p:attrName>
                                        </p:attrNameLst>
                                      </p:cBhvr>
                                      <p:to>
                                        <p:strVal val="visible"/>
                                      </p:to>
                                    </p:set>
                                    <p:animEffect transition="in" filter="wheel(4)">
                                      <p:cBhvr>
                                        <p:cTn id="17" dur="2000"/>
                                        <p:tgtEl>
                                          <p:spTgt spid="29184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4" fill="hold" grpId="0" nodeType="clickEffect">
                                  <p:stCondLst>
                                    <p:cond delay="0"/>
                                  </p:stCondLst>
                                  <p:childTnLst>
                                    <p:set>
                                      <p:cBhvr>
                                        <p:cTn id="21" dur="1" fill="hold">
                                          <p:stCondLst>
                                            <p:cond delay="0"/>
                                          </p:stCondLst>
                                        </p:cTn>
                                        <p:tgtEl>
                                          <p:spTgt spid="291843">
                                            <p:txEl>
                                              <p:pRg st="2" end="2"/>
                                            </p:txEl>
                                          </p:spTgt>
                                        </p:tgtEl>
                                        <p:attrNameLst>
                                          <p:attrName>style.visibility</p:attrName>
                                        </p:attrNameLst>
                                      </p:cBhvr>
                                      <p:to>
                                        <p:strVal val="visible"/>
                                      </p:to>
                                    </p:set>
                                    <p:animEffect transition="in" filter="wheel(4)">
                                      <p:cBhvr>
                                        <p:cTn id="22" dur="2000"/>
                                        <p:tgtEl>
                                          <p:spTgt spid="29184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1" presetClass="entr" presetSubtype="4" fill="hold" grpId="0" nodeType="clickEffect">
                                  <p:stCondLst>
                                    <p:cond delay="0"/>
                                  </p:stCondLst>
                                  <p:childTnLst>
                                    <p:set>
                                      <p:cBhvr>
                                        <p:cTn id="26" dur="1" fill="hold">
                                          <p:stCondLst>
                                            <p:cond delay="0"/>
                                          </p:stCondLst>
                                        </p:cTn>
                                        <p:tgtEl>
                                          <p:spTgt spid="291843">
                                            <p:txEl>
                                              <p:pRg st="3" end="3"/>
                                            </p:txEl>
                                          </p:spTgt>
                                        </p:tgtEl>
                                        <p:attrNameLst>
                                          <p:attrName>style.visibility</p:attrName>
                                        </p:attrNameLst>
                                      </p:cBhvr>
                                      <p:to>
                                        <p:strVal val="visible"/>
                                      </p:to>
                                    </p:set>
                                    <p:animEffect transition="in" filter="wheel(4)">
                                      <p:cBhvr>
                                        <p:cTn id="27" dur="2000"/>
                                        <p:tgtEl>
                                          <p:spTgt spid="29184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1842" grpId="0"/>
      <p:bldP spid="29184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2866" name="Rectangle 2"/>
          <p:cNvSpPr>
            <a:spLocks noGrp="1" noRot="1" noChangeArrowheads="1"/>
          </p:cNvSpPr>
          <p:nvPr>
            <p:ph type="title"/>
          </p:nvPr>
        </p:nvSpPr>
        <p:spPr/>
        <p:txBody>
          <a:bodyPr>
            <a:normAutofit/>
          </a:bodyPr>
          <a:lstStyle/>
          <a:p>
            <a:pPr eaLnBrk="1" hangingPunct="1">
              <a:defRPr/>
            </a:pPr>
            <a:r>
              <a:rPr lang="en-US" sz="3200" dirty="0">
                <a:effectLst/>
                <a:latin typeface="Times New Roman" pitchFamily="18" charset="0"/>
                <a:cs typeface="Times New Roman" pitchFamily="18" charset="0"/>
              </a:rPr>
              <a:t>4. </a:t>
            </a:r>
            <a:r>
              <a:rPr lang="en-US" sz="3200" dirty="0" err="1">
                <a:effectLst/>
                <a:latin typeface="Times New Roman" pitchFamily="18" charset="0"/>
                <a:cs typeface="Times New Roman" pitchFamily="18" charset="0"/>
              </a:rPr>
              <a:t>Phân</a:t>
            </a:r>
            <a:r>
              <a:rPr lang="en-US" sz="3200" dirty="0">
                <a:effectLst/>
                <a:latin typeface="Times New Roman" pitchFamily="18" charset="0"/>
                <a:cs typeface="Times New Roman" pitchFamily="18" charset="0"/>
              </a:rPr>
              <a:t> </a:t>
            </a:r>
            <a:r>
              <a:rPr lang="en-US" sz="3200" dirty="0" err="1">
                <a:effectLst/>
                <a:latin typeface="Times New Roman" pitchFamily="18" charset="0"/>
                <a:cs typeface="Times New Roman" pitchFamily="18" charset="0"/>
              </a:rPr>
              <a:t>loại</a:t>
            </a:r>
            <a:r>
              <a:rPr lang="en-US" sz="3200" dirty="0">
                <a:effectLst/>
                <a:latin typeface="Times New Roman" pitchFamily="18" charset="0"/>
                <a:cs typeface="Times New Roman" pitchFamily="18" charset="0"/>
              </a:rPr>
              <a:t> QPPL</a:t>
            </a:r>
          </a:p>
        </p:txBody>
      </p:sp>
      <p:sp>
        <p:nvSpPr>
          <p:cNvPr id="292867" name="Rectangle 3"/>
          <p:cNvSpPr>
            <a:spLocks noGrp="1" noRot="1" noChangeArrowheads="1"/>
          </p:cNvSpPr>
          <p:nvPr>
            <p:ph idx="1"/>
          </p:nvPr>
        </p:nvSpPr>
        <p:spPr>
          <a:xfrm>
            <a:off x="381000" y="2497779"/>
            <a:ext cx="8007350" cy="2890235"/>
          </a:xfrm>
        </p:spPr>
        <p:txBody>
          <a:bodyPr>
            <a:normAutofit/>
          </a:bodyPr>
          <a:lstStyle/>
          <a:p>
            <a:pPr eaLnBrk="1" hangingPunct="1">
              <a:defRPr/>
            </a:pPr>
            <a:r>
              <a:rPr lang="en-US" sz="3200" dirty="0" err="1">
                <a:latin typeface="Times New Roman" pitchFamily="18" charset="0"/>
                <a:cs typeface="Times New Roman" pitchFamily="18" charset="0"/>
              </a:rPr>
              <a:t>Căn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cứ</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vào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đối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tượng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điều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chỉnh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phương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pháp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điều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chỉnh</a:t>
            </a:r>
            <a:endParaRPr lang="en-US" sz="3200" dirty="0">
              <a:latin typeface="Times New Roman" pitchFamily="18" charset="0"/>
              <a:cs typeface="Times New Roman" pitchFamily="18" charset="0"/>
            </a:endParaRPr>
          </a:p>
          <a:p>
            <a:pPr eaLnBrk="1" hangingPunct="1">
              <a:defRPr/>
            </a:pPr>
            <a:r>
              <a:rPr lang="en-US" sz="3200" dirty="0" err="1">
                <a:latin typeface="Times New Roman" pitchFamily="18" charset="0"/>
                <a:cs typeface="Times New Roman" pitchFamily="18" charset="0"/>
              </a:rPr>
              <a:t>Căn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cứ</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vào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nội</a:t>
            </a:r>
            <a:r>
              <a:rPr lang="en-US" sz="3200" dirty="0">
                <a:latin typeface="Times New Roman" pitchFamily="18" charset="0"/>
                <a:cs typeface="Times New Roman" pitchFamily="18" charset="0"/>
              </a:rPr>
              <a:t> dung</a:t>
            </a:r>
          </a:p>
          <a:p>
            <a:pPr eaLnBrk="1" hangingPunct="1">
              <a:defRPr/>
            </a:pPr>
            <a:r>
              <a:rPr lang="en-US" sz="3200" dirty="0" err="1">
                <a:latin typeface="Times New Roman" pitchFamily="18" charset="0"/>
                <a:cs typeface="Times New Roman" pitchFamily="18" charset="0"/>
              </a:rPr>
              <a:t>Căn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cứ</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vào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hình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thức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mệnh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lệnh</a:t>
            </a:r>
            <a:endParaRPr lang="en-US" sz="3200" dirty="0">
              <a:latin typeface="Times New Roman" pitchFamily="18" charset="0"/>
              <a:cs typeface="Times New Roman" pitchFamily="18" charset="0"/>
            </a:endParaRPr>
          </a:p>
          <a:p>
            <a:pPr eaLnBrk="1" hangingPunct="1">
              <a:defRPr/>
            </a:pPr>
            <a:r>
              <a:rPr lang="en-US" sz="3200" dirty="0" err="1">
                <a:latin typeface="Times New Roman" pitchFamily="18" charset="0"/>
                <a:cs typeface="Times New Roman" pitchFamily="18" charset="0"/>
              </a:rPr>
              <a:t>Căn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cứ</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vào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trình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bày</a:t>
            </a: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292866"/>
                                        </p:tgtEl>
                                        <p:attrNameLst>
                                          <p:attrName>style.visibility</p:attrName>
                                        </p:attrNameLst>
                                      </p:cBhvr>
                                      <p:to>
                                        <p:strVal val="visible"/>
                                      </p:to>
                                    </p:set>
                                    <p:animEffect transition="in" filter="wheel(4)">
                                      <p:cBhvr>
                                        <p:cTn id="7" dur="2000"/>
                                        <p:tgtEl>
                                          <p:spTgt spid="29286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292867">
                                            <p:txEl>
                                              <p:pRg st="0" end="0"/>
                                            </p:txEl>
                                          </p:spTgt>
                                        </p:tgtEl>
                                        <p:attrNameLst>
                                          <p:attrName>style.visibility</p:attrName>
                                        </p:attrNameLst>
                                      </p:cBhvr>
                                      <p:to>
                                        <p:strVal val="visible"/>
                                      </p:to>
                                    </p:set>
                                    <p:anim calcmode="lin" valueType="num">
                                      <p:cBhvr additive="base">
                                        <p:cTn id="12" dur="500" fill="hold"/>
                                        <p:tgtEl>
                                          <p:spTgt spid="292867">
                                            <p:txEl>
                                              <p:pRg st="0" end="0"/>
                                            </p:txEl>
                                          </p:spTgt>
                                        </p:tgtEl>
                                        <p:attrNameLst>
                                          <p:attrName>ppt_x</p:attrName>
                                        </p:attrNameLst>
                                      </p:cBhvr>
                                      <p:tavLst>
                                        <p:tav tm="0">
                                          <p:val>
                                            <p:strVal val="#ppt_x"/>
                                          </p:val>
                                        </p:tav>
                                        <p:tav tm="100000">
                                          <p:val>
                                            <p:strVal val="#ppt_x"/>
                                          </p:val>
                                        </p:tav>
                                      </p:tavLst>
                                    </p:anim>
                                    <p:anim calcmode="lin" valueType="num">
                                      <p:cBhvr additive="base">
                                        <p:cTn id="13" dur="500" fill="hold"/>
                                        <p:tgtEl>
                                          <p:spTgt spid="29286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 presetClass="entr" presetSubtype="4" fill="hold" grpId="0" nodeType="clickEffect">
                                  <p:stCondLst>
                                    <p:cond delay="0"/>
                                  </p:stCondLst>
                                  <p:childTnLst>
                                    <p:set>
                                      <p:cBhvr>
                                        <p:cTn id="17" dur="1" fill="hold">
                                          <p:stCondLst>
                                            <p:cond delay="0"/>
                                          </p:stCondLst>
                                        </p:cTn>
                                        <p:tgtEl>
                                          <p:spTgt spid="292867">
                                            <p:txEl>
                                              <p:pRg st="1" end="1"/>
                                            </p:txEl>
                                          </p:spTgt>
                                        </p:tgtEl>
                                        <p:attrNameLst>
                                          <p:attrName>style.visibility</p:attrName>
                                        </p:attrNameLst>
                                      </p:cBhvr>
                                      <p:to>
                                        <p:strVal val="visible"/>
                                      </p:to>
                                    </p:set>
                                    <p:anim calcmode="lin" valueType="num">
                                      <p:cBhvr additive="base">
                                        <p:cTn id="18" dur="500" fill="hold"/>
                                        <p:tgtEl>
                                          <p:spTgt spid="292867">
                                            <p:txEl>
                                              <p:pRg st="1" end="1"/>
                                            </p:txEl>
                                          </p:spTgt>
                                        </p:tgtEl>
                                        <p:attrNameLst>
                                          <p:attrName>ppt_x</p:attrName>
                                        </p:attrNameLst>
                                      </p:cBhvr>
                                      <p:tavLst>
                                        <p:tav tm="0">
                                          <p:val>
                                            <p:strVal val="#ppt_x"/>
                                          </p:val>
                                        </p:tav>
                                        <p:tav tm="100000">
                                          <p:val>
                                            <p:strVal val="#ppt_x"/>
                                          </p:val>
                                        </p:tav>
                                      </p:tavLst>
                                    </p:anim>
                                    <p:anim calcmode="lin" valueType="num">
                                      <p:cBhvr additive="base">
                                        <p:cTn id="19" dur="500" fill="hold"/>
                                        <p:tgtEl>
                                          <p:spTgt spid="29286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292867">
                                            <p:txEl>
                                              <p:pRg st="2" end="2"/>
                                            </p:txEl>
                                          </p:spTgt>
                                        </p:tgtEl>
                                        <p:attrNameLst>
                                          <p:attrName>style.visibility</p:attrName>
                                        </p:attrNameLst>
                                      </p:cBhvr>
                                      <p:to>
                                        <p:strVal val="visible"/>
                                      </p:to>
                                    </p:set>
                                    <p:anim calcmode="lin" valueType="num">
                                      <p:cBhvr additive="base">
                                        <p:cTn id="24" dur="500" fill="hold"/>
                                        <p:tgtEl>
                                          <p:spTgt spid="292867">
                                            <p:txEl>
                                              <p:pRg st="2" end="2"/>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29286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6" fill="hold">
                      <p:stCondLst>
                        <p:cond delay="indefinite"/>
                      </p:stCondLst>
                      <p:childTnLst>
                        <p:par>
                          <p:cTn id="27" fill="hold">
                            <p:stCondLst>
                              <p:cond delay="0"/>
                            </p:stCondLst>
                            <p:childTnLst>
                              <p:par>
                                <p:cTn id="28" presetID="2" presetClass="entr" presetSubtype="4" fill="hold" grpId="0" nodeType="clickEffect">
                                  <p:stCondLst>
                                    <p:cond delay="0"/>
                                  </p:stCondLst>
                                  <p:childTnLst>
                                    <p:set>
                                      <p:cBhvr>
                                        <p:cTn id="29" dur="1" fill="hold">
                                          <p:stCondLst>
                                            <p:cond delay="0"/>
                                          </p:stCondLst>
                                        </p:cTn>
                                        <p:tgtEl>
                                          <p:spTgt spid="292867">
                                            <p:txEl>
                                              <p:pRg st="3" end="3"/>
                                            </p:txEl>
                                          </p:spTgt>
                                        </p:tgtEl>
                                        <p:attrNameLst>
                                          <p:attrName>style.visibility</p:attrName>
                                        </p:attrNameLst>
                                      </p:cBhvr>
                                      <p:to>
                                        <p:strVal val="visible"/>
                                      </p:to>
                                    </p:set>
                                    <p:anim calcmode="lin" valueType="num">
                                      <p:cBhvr additive="base">
                                        <p:cTn id="30" dur="500" fill="hold"/>
                                        <p:tgtEl>
                                          <p:spTgt spid="292867">
                                            <p:txEl>
                                              <p:pRg st="3" end="3"/>
                                            </p:txEl>
                                          </p:spTgt>
                                        </p:tgtEl>
                                        <p:attrNameLst>
                                          <p:attrName>ppt_x</p:attrName>
                                        </p:attrNameLst>
                                      </p:cBhvr>
                                      <p:tavLst>
                                        <p:tav tm="0">
                                          <p:val>
                                            <p:strVal val="#ppt_x"/>
                                          </p:val>
                                        </p:tav>
                                        <p:tav tm="100000">
                                          <p:val>
                                            <p:strVal val="#ppt_x"/>
                                          </p:val>
                                        </p:tav>
                                      </p:tavLst>
                                    </p:anim>
                                    <p:anim calcmode="lin" valueType="num">
                                      <p:cBhvr additive="base">
                                        <p:cTn id="31" dur="500" fill="hold"/>
                                        <p:tgtEl>
                                          <p:spTgt spid="292867">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2866" grpId="0"/>
      <p:bldP spid="292867"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0" name="Rectangle 2"/>
          <p:cNvSpPr>
            <a:spLocks noGrp="1" noRot="1" noChangeArrowheads="1"/>
          </p:cNvSpPr>
          <p:nvPr>
            <p:ph type="title"/>
          </p:nvPr>
        </p:nvSpPr>
        <p:spPr>
          <a:xfrm>
            <a:off x="231775" y="609600"/>
            <a:ext cx="7159625" cy="1143000"/>
          </a:xfrm>
        </p:spPr>
        <p:txBody>
          <a:bodyPr>
            <a:noAutofit/>
          </a:bodyPr>
          <a:lstStyle/>
          <a:p>
            <a:pPr eaLnBrk="1" hangingPunct="1">
              <a:defRPr/>
            </a:pPr>
            <a:r>
              <a:rPr lang="en-US" sz="3200" dirty="0">
                <a:effectLst/>
                <a:latin typeface="Times New Roman" pitchFamily="18" charset="0"/>
                <a:cs typeface="Times New Roman" pitchFamily="18" charset="0"/>
              </a:rPr>
              <a:t>5. Các </a:t>
            </a:r>
            <a:r>
              <a:rPr lang="en-US" sz="3200" dirty="0" err="1">
                <a:effectLst/>
                <a:latin typeface="Times New Roman" pitchFamily="18" charset="0"/>
                <a:cs typeface="Times New Roman" pitchFamily="18" charset="0"/>
              </a:rPr>
              <a:t>loại</a:t>
            </a:r>
            <a:r>
              <a:rPr lang="en-US" sz="3200" dirty="0">
                <a:effectLst/>
                <a:latin typeface="Times New Roman" pitchFamily="18" charset="0"/>
                <a:cs typeface="Times New Roman" pitchFamily="18" charset="0"/>
              </a:rPr>
              <a:t> VBPL </a:t>
            </a:r>
            <a:r>
              <a:rPr lang="en-US" sz="3200" dirty="0" err="1">
                <a:effectLst/>
                <a:latin typeface="Times New Roman" pitchFamily="18" charset="0"/>
                <a:cs typeface="Times New Roman" pitchFamily="18" charset="0"/>
              </a:rPr>
              <a:t>ở</a:t>
            </a:r>
            <a:r>
              <a:rPr lang="en-US" sz="3200" dirty="0">
                <a:effectLst/>
                <a:latin typeface="Times New Roman" pitchFamily="18" charset="0"/>
                <a:cs typeface="Times New Roman" pitchFamily="18" charset="0"/>
              </a:rPr>
              <a:t> Việt Nam</a:t>
            </a:r>
          </a:p>
        </p:txBody>
      </p:sp>
      <p:sp>
        <p:nvSpPr>
          <p:cNvPr id="150531" name="Rectangle 3"/>
          <p:cNvSpPr>
            <a:spLocks noGrp="1" noRot="1" noChangeArrowheads="1"/>
          </p:cNvSpPr>
          <p:nvPr>
            <p:ph idx="1"/>
          </p:nvPr>
        </p:nvSpPr>
        <p:spPr>
          <a:xfrm>
            <a:off x="248251" y="2628900"/>
            <a:ext cx="8007350" cy="2667001"/>
          </a:xfrm>
        </p:spPr>
        <p:txBody>
          <a:bodyPr>
            <a:normAutofit/>
          </a:bodyPr>
          <a:lstStyle/>
          <a:p>
            <a:pPr algn="just" eaLnBrk="1" hangingPunct="1">
              <a:buFont typeface="Wingdings" pitchFamily="2" charset="2"/>
              <a:buNone/>
              <a:defRPr/>
            </a:pPr>
            <a:r>
              <a:rPr lang="en-US" sz="3200" dirty="0">
                <a:latin typeface="Times New Roman" pitchFamily="18" charset="0"/>
                <a:cs typeface="Times New Roman" pitchFamily="18" charset="0"/>
              </a:rPr>
              <a:t>Văn </a:t>
            </a:r>
            <a:r>
              <a:rPr lang="en-US" sz="3200" dirty="0" err="1">
                <a:latin typeface="Times New Roman" pitchFamily="18" charset="0"/>
                <a:cs typeface="Times New Roman" pitchFamily="18" charset="0"/>
              </a:rPr>
              <a:t>bản</a:t>
            </a:r>
            <a:r>
              <a:rPr lang="en-US" sz="3200" dirty="0">
                <a:latin typeface="Times New Roman" pitchFamily="18" charset="0"/>
                <a:cs typeface="Times New Roman" pitchFamily="18" charset="0"/>
              </a:rPr>
              <a:t> PL </a:t>
            </a:r>
            <a:r>
              <a:rPr lang="en-US" sz="3200" dirty="0" err="1">
                <a:latin typeface="Times New Roman" pitchFamily="18" charset="0"/>
                <a:cs typeface="Times New Roman" pitchFamily="18" charset="0"/>
              </a:rPr>
              <a:t>là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văn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bản</a:t>
            </a:r>
            <a:r>
              <a:rPr lang="en-US" sz="3200" dirty="0">
                <a:latin typeface="Times New Roman" pitchFamily="18" charset="0"/>
                <a:cs typeface="Times New Roman" pitchFamily="18" charset="0"/>
              </a:rPr>
              <a:t> do </a:t>
            </a:r>
            <a:r>
              <a:rPr lang="en-US" sz="3200" dirty="0" err="1">
                <a:latin typeface="Times New Roman" pitchFamily="18" charset="0"/>
                <a:cs typeface="Times New Roman" pitchFamily="18" charset="0"/>
              </a:rPr>
              <a:t>cơ</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quan</a:t>
            </a:r>
            <a:r>
              <a:rPr lang="en-US" sz="3200" dirty="0">
                <a:latin typeface="Times New Roman" pitchFamily="18" charset="0"/>
                <a:cs typeface="Times New Roman" pitchFamily="18" charset="0"/>
              </a:rPr>
              <a:t> NN </a:t>
            </a:r>
            <a:r>
              <a:rPr lang="en-US" sz="3200" dirty="0" err="1">
                <a:latin typeface="Times New Roman" pitchFamily="18" charset="0"/>
                <a:cs typeface="Times New Roman" pitchFamily="18" charset="0"/>
              </a:rPr>
              <a:t>có</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thẩm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quyền</a:t>
            </a:r>
            <a:r>
              <a:rPr lang="en-US" sz="3200" dirty="0">
                <a:latin typeface="Times New Roman" pitchFamily="18" charset="0"/>
                <a:cs typeface="Times New Roman" pitchFamily="18" charset="0"/>
              </a:rPr>
              <a:t> ban </a:t>
            </a:r>
            <a:r>
              <a:rPr lang="en-US" sz="3200" dirty="0" err="1">
                <a:latin typeface="Times New Roman" pitchFamily="18" charset="0"/>
                <a:cs typeface="Times New Roman" pitchFamily="18" charset="0"/>
              </a:rPr>
              <a:t>hành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theo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trình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tự</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thủ</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tục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luật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định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trong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đó</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có</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quy</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tắc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xử</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sự</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chung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được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nước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bảo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đảm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thực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hiện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nhằm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điều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chỉnh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QHXH </a:t>
            </a:r>
            <a:r>
              <a:rPr lang="en-US" sz="3200" dirty="0" err="1">
                <a:latin typeface="Times New Roman" pitchFamily="18" charset="0"/>
                <a:cs typeface="Times New Roman" pitchFamily="18" charset="0"/>
              </a:rPr>
              <a:t>theo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định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hướng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nhất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định</a:t>
            </a:r>
            <a:endParaRPr lang="en-US" sz="3200" dirty="0">
              <a:latin typeface="Times New Roman" pitchFamily="18" charset="0"/>
              <a:cs typeface="Times New Roman" pitchFamily="18" charset="0"/>
            </a:endParaRPr>
          </a:p>
          <a:p>
            <a:pPr algn="just" eaLnBrk="1" hangingPunct="1">
              <a:buFont typeface="Wingdings" pitchFamily="2" charset="2"/>
              <a:buNone/>
              <a:defRPr/>
            </a:pP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0" presetClass="entr" presetSubtype="0" fill="hold" grpId="0" nodeType="clickEffect">
                                  <p:stCondLst>
                                    <p:cond delay="0"/>
                                  </p:stCondLst>
                                  <p:iterate type="lt">
                                    <p:tmPct val="10000"/>
                                  </p:iterate>
                                  <p:childTnLst>
                                    <p:set>
                                      <p:cBhvr>
                                        <p:cTn id="6" dur="1" fill="hold">
                                          <p:stCondLst>
                                            <p:cond delay="0"/>
                                          </p:stCondLst>
                                        </p:cTn>
                                        <p:tgtEl>
                                          <p:spTgt spid="150530"/>
                                        </p:tgtEl>
                                        <p:attrNameLst>
                                          <p:attrName>style.visibility</p:attrName>
                                        </p:attrNameLst>
                                      </p:cBhvr>
                                      <p:to>
                                        <p:strVal val="visible"/>
                                      </p:to>
                                    </p:set>
                                    <p:animEffect transition="in" filter="fade">
                                      <p:cBhvr>
                                        <p:cTn id="7" dur="1000"/>
                                        <p:tgtEl>
                                          <p:spTgt spid="150530"/>
                                        </p:tgtEl>
                                      </p:cBhvr>
                                    </p:animEffect>
                                    <p:anim calcmode="lin" valueType="num">
                                      <p:cBhvr>
                                        <p:cTn id="8" dur="1000" fill="hold"/>
                                        <p:tgtEl>
                                          <p:spTgt spid="150530"/>
                                        </p:tgtEl>
                                        <p:attrNameLst>
                                          <p:attrName>ppt_x</p:attrName>
                                        </p:attrNameLst>
                                      </p:cBhvr>
                                      <p:tavLst>
                                        <p:tav tm="0">
                                          <p:val>
                                            <p:strVal val="#ppt_x-.1"/>
                                          </p:val>
                                        </p:tav>
                                        <p:tav tm="100000">
                                          <p:val>
                                            <p:strVal val="#ppt_x"/>
                                          </p:val>
                                        </p:tav>
                                      </p:tavLst>
                                    </p:anim>
                                    <p:anim calcmode="lin" valueType="num">
                                      <p:cBhvr>
                                        <p:cTn id="9" dur="1000" fill="hold"/>
                                        <p:tgtEl>
                                          <p:spTgt spid="150530"/>
                                        </p:tgtEl>
                                        <p:attrNameLst>
                                          <p:attrName>ppt_y</p:attrName>
                                        </p:attrNameLst>
                                      </p:cBhvr>
                                      <p:tavLst>
                                        <p:tav tm="0">
                                          <p:val>
                                            <p:strVal val="#ppt_y"/>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2" presetClass="entr" presetSubtype="4" fill="hold" grpId="0" nodeType="clickEffect">
                                  <p:stCondLst>
                                    <p:cond delay="0"/>
                                  </p:stCondLst>
                                  <p:childTnLst>
                                    <p:set>
                                      <p:cBhvr>
                                        <p:cTn id="13" dur="1" fill="hold">
                                          <p:stCondLst>
                                            <p:cond delay="0"/>
                                          </p:stCondLst>
                                        </p:cTn>
                                        <p:tgtEl>
                                          <p:spTgt spid="150531">
                                            <p:txEl>
                                              <p:pRg st="0" end="0"/>
                                            </p:txEl>
                                          </p:spTgt>
                                        </p:tgtEl>
                                        <p:attrNameLst>
                                          <p:attrName>style.visibility</p:attrName>
                                        </p:attrNameLst>
                                      </p:cBhvr>
                                      <p:to>
                                        <p:strVal val="visible"/>
                                      </p:to>
                                    </p:set>
                                    <p:animEffect transition="in" filter="wipe(down)">
                                      <p:cBhvr>
                                        <p:cTn id="14" dur="500"/>
                                        <p:tgtEl>
                                          <p:spTgt spid="150531">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0" grpId="0"/>
      <p:bldP spid="150531"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4" name="Rectangle 2"/>
          <p:cNvSpPr>
            <a:spLocks noGrp="1" noRot="1" noChangeArrowheads="1"/>
          </p:cNvSpPr>
          <p:nvPr>
            <p:ph type="title"/>
          </p:nvPr>
        </p:nvSpPr>
        <p:spPr/>
        <p:txBody>
          <a:bodyPr/>
          <a:lstStyle/>
          <a:p>
            <a:pPr eaLnBrk="1" hangingPunct="1">
              <a:defRPr/>
            </a:pPr>
            <a:r>
              <a:rPr lang="en-US" sz="4000" dirty="0">
                <a:latin typeface="Times New Roman" pitchFamily="18" charset="0"/>
                <a:cs typeface="Times New Roman" pitchFamily="18" charset="0"/>
              </a:rPr>
              <a:t>Văn </a:t>
            </a:r>
            <a:r>
              <a:rPr lang="en-US" sz="4000" dirty="0" err="1">
                <a:latin typeface="Times New Roman" pitchFamily="18" charset="0"/>
                <a:cs typeface="Times New Roman" pitchFamily="18" charset="0"/>
              </a:rPr>
              <a:t>bản</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luật</a:t>
            </a:r>
            <a:endParaRPr lang="en-US" sz="4000" dirty="0">
              <a:latin typeface="Times New Roman" pitchFamily="18" charset="0"/>
              <a:cs typeface="Times New Roman" pitchFamily="18" charset="0"/>
            </a:endParaRPr>
          </a:p>
        </p:txBody>
      </p:sp>
      <p:sp>
        <p:nvSpPr>
          <p:cNvPr id="151555" name="Rectangle 3"/>
          <p:cNvSpPr>
            <a:spLocks noGrp="1" noRot="1" noChangeArrowheads="1"/>
          </p:cNvSpPr>
          <p:nvPr>
            <p:ph idx="1"/>
          </p:nvPr>
        </p:nvSpPr>
        <p:spPr>
          <a:xfrm>
            <a:off x="499541" y="2286000"/>
            <a:ext cx="6887389" cy="1905000"/>
          </a:xfrm>
        </p:spPr>
        <p:txBody>
          <a:bodyPr>
            <a:normAutofit lnSpcReduction="10000"/>
          </a:bodyPr>
          <a:lstStyle/>
          <a:p>
            <a:pPr algn="just" eaLnBrk="1" hangingPunct="1">
              <a:buFont typeface="Wingdings" pitchFamily="2" charset="2"/>
              <a:buNone/>
              <a:defRPr/>
            </a:pPr>
            <a:endParaRPr lang="en-US" sz="4000" dirty="0">
              <a:latin typeface="Times New Roman" pitchFamily="18" charset="0"/>
              <a:cs typeface="Times New Roman" pitchFamily="18" charset="0"/>
            </a:endParaRPr>
          </a:p>
          <a:p>
            <a:pPr algn="just" eaLnBrk="1" hangingPunct="1">
              <a:buFontTx/>
              <a:buChar char="-"/>
              <a:defRPr/>
            </a:pPr>
            <a:r>
              <a:rPr lang="en-US" sz="4000" dirty="0" err="1">
                <a:latin typeface="Times New Roman" pitchFamily="18" charset="0"/>
                <a:cs typeface="Times New Roman" pitchFamily="18" charset="0"/>
              </a:rPr>
              <a:t>Hiến</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pháp</a:t>
            </a:r>
            <a:endParaRPr lang="en-US" sz="4000" dirty="0">
              <a:latin typeface="Times New Roman" pitchFamily="18" charset="0"/>
              <a:cs typeface="Times New Roman" pitchFamily="18" charset="0"/>
            </a:endParaRPr>
          </a:p>
          <a:p>
            <a:pPr algn="just" eaLnBrk="1" hangingPunct="1">
              <a:buFontTx/>
              <a:buChar char="-"/>
              <a:defRPr/>
            </a:pPr>
            <a:r>
              <a:rPr lang="en-US" sz="4000" dirty="0" err="1">
                <a:latin typeface="Times New Roman" pitchFamily="18" charset="0"/>
                <a:cs typeface="Times New Roman" pitchFamily="18" charset="0"/>
              </a:rPr>
              <a:t>Các</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đạo</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luật</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bộ</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luật</a:t>
            </a:r>
            <a:endParaRPr lang="en-US" sz="40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151554"/>
                                        </p:tgtEl>
                                        <p:attrNameLst>
                                          <p:attrName>style.visibility</p:attrName>
                                        </p:attrNameLst>
                                      </p:cBhvr>
                                      <p:to>
                                        <p:strVal val="visible"/>
                                      </p:to>
                                    </p:set>
                                    <p:anim calcmode="lin" valueType="num">
                                      <p:cBhvr>
                                        <p:cTn id="7" dur="1000" fill="hold"/>
                                        <p:tgtEl>
                                          <p:spTgt spid="151554"/>
                                        </p:tgtEl>
                                        <p:attrNameLst>
                                          <p:attrName>ppt_w</p:attrName>
                                        </p:attrNameLst>
                                      </p:cBhvr>
                                      <p:tavLst>
                                        <p:tav tm="0">
                                          <p:val>
                                            <p:fltVal val="0"/>
                                          </p:val>
                                        </p:tav>
                                        <p:tav tm="100000">
                                          <p:val>
                                            <p:strVal val="#ppt_w"/>
                                          </p:val>
                                        </p:tav>
                                      </p:tavLst>
                                    </p:anim>
                                    <p:anim calcmode="lin" valueType="num">
                                      <p:cBhvr>
                                        <p:cTn id="8" dur="1000" fill="hold"/>
                                        <p:tgtEl>
                                          <p:spTgt spid="151554"/>
                                        </p:tgtEl>
                                        <p:attrNameLst>
                                          <p:attrName>ppt_h</p:attrName>
                                        </p:attrNameLst>
                                      </p:cBhvr>
                                      <p:tavLst>
                                        <p:tav tm="0">
                                          <p:val>
                                            <p:fltVal val="0"/>
                                          </p:val>
                                        </p:tav>
                                        <p:tav tm="100000">
                                          <p:val>
                                            <p:strVal val="#ppt_h"/>
                                          </p:val>
                                        </p:tav>
                                      </p:tavLst>
                                    </p:anim>
                                    <p:anim calcmode="lin" valueType="num">
                                      <p:cBhvr>
                                        <p:cTn id="9" dur="1000" fill="hold"/>
                                        <p:tgtEl>
                                          <p:spTgt spid="151554"/>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51554"/>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45" presetClass="entr" presetSubtype="0" fill="hold" grpId="0" nodeType="clickEffect">
                                  <p:stCondLst>
                                    <p:cond delay="0"/>
                                  </p:stCondLst>
                                  <p:iterate type="lt">
                                    <p:tmPct val="10000"/>
                                  </p:iterate>
                                  <p:childTnLst>
                                    <p:set>
                                      <p:cBhvr>
                                        <p:cTn id="14" dur="1" fill="hold">
                                          <p:stCondLst>
                                            <p:cond delay="0"/>
                                          </p:stCondLst>
                                        </p:cTn>
                                        <p:tgtEl>
                                          <p:spTgt spid="151555">
                                            <p:txEl>
                                              <p:pRg st="1" end="1"/>
                                            </p:txEl>
                                          </p:spTgt>
                                        </p:tgtEl>
                                        <p:attrNameLst>
                                          <p:attrName>style.visibility</p:attrName>
                                        </p:attrNameLst>
                                      </p:cBhvr>
                                      <p:to>
                                        <p:strVal val="visible"/>
                                      </p:to>
                                    </p:set>
                                    <p:animEffect transition="in" filter="fade">
                                      <p:cBhvr>
                                        <p:cTn id="15" dur="2000"/>
                                        <p:tgtEl>
                                          <p:spTgt spid="151555">
                                            <p:txEl>
                                              <p:pRg st="1" end="1"/>
                                            </p:txEl>
                                          </p:spTgt>
                                        </p:tgtEl>
                                      </p:cBhvr>
                                    </p:animEffect>
                                    <p:anim calcmode="lin" valueType="num">
                                      <p:cBhvr>
                                        <p:cTn id="16" dur="2000" fill="hold"/>
                                        <p:tgtEl>
                                          <p:spTgt spid="151555">
                                            <p:txEl>
                                              <p:pRg st="1" end="1"/>
                                            </p:txEl>
                                          </p:spTgt>
                                        </p:tgtEl>
                                        <p:attrNameLst>
                                          <p:attrName>ppt_w</p:attrName>
                                        </p:attrNameLst>
                                      </p:cBhvr>
                                      <p:tavLst>
                                        <p:tav tm="0" fmla="#ppt_w*sin(2.5*pi*$)">
                                          <p:val>
                                            <p:fltVal val="0"/>
                                          </p:val>
                                        </p:tav>
                                        <p:tav tm="100000">
                                          <p:val>
                                            <p:fltVal val="1"/>
                                          </p:val>
                                        </p:tav>
                                      </p:tavLst>
                                    </p:anim>
                                    <p:anim calcmode="lin" valueType="num">
                                      <p:cBhvr>
                                        <p:cTn id="17" dur="2000" fill="hold"/>
                                        <p:tgtEl>
                                          <p:spTgt spid="151555">
                                            <p:txEl>
                                              <p:pRg st="1" end="1"/>
                                            </p:txEl>
                                          </p:spTgt>
                                        </p:tgtEl>
                                        <p:attrNameLst>
                                          <p:attrName>ppt_h</p:attrName>
                                        </p:attrNameLst>
                                      </p:cBhvr>
                                      <p:tavLst>
                                        <p:tav tm="0">
                                          <p:val>
                                            <p:strVal val="#ppt_h"/>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ID="45" presetClass="entr" presetSubtype="0" fill="hold" grpId="0" nodeType="clickEffect">
                                  <p:stCondLst>
                                    <p:cond delay="0"/>
                                  </p:stCondLst>
                                  <p:iterate type="lt">
                                    <p:tmPct val="10000"/>
                                  </p:iterate>
                                  <p:childTnLst>
                                    <p:set>
                                      <p:cBhvr>
                                        <p:cTn id="21" dur="1" fill="hold">
                                          <p:stCondLst>
                                            <p:cond delay="0"/>
                                          </p:stCondLst>
                                        </p:cTn>
                                        <p:tgtEl>
                                          <p:spTgt spid="151555">
                                            <p:txEl>
                                              <p:pRg st="2" end="2"/>
                                            </p:txEl>
                                          </p:spTgt>
                                        </p:tgtEl>
                                        <p:attrNameLst>
                                          <p:attrName>style.visibility</p:attrName>
                                        </p:attrNameLst>
                                      </p:cBhvr>
                                      <p:to>
                                        <p:strVal val="visible"/>
                                      </p:to>
                                    </p:set>
                                    <p:animEffect transition="in" filter="fade">
                                      <p:cBhvr>
                                        <p:cTn id="22" dur="2000"/>
                                        <p:tgtEl>
                                          <p:spTgt spid="151555">
                                            <p:txEl>
                                              <p:pRg st="2" end="2"/>
                                            </p:txEl>
                                          </p:spTgt>
                                        </p:tgtEl>
                                      </p:cBhvr>
                                    </p:animEffect>
                                    <p:anim calcmode="lin" valueType="num">
                                      <p:cBhvr>
                                        <p:cTn id="23" dur="2000" fill="hold"/>
                                        <p:tgtEl>
                                          <p:spTgt spid="151555">
                                            <p:txEl>
                                              <p:pRg st="2" end="2"/>
                                            </p:txEl>
                                          </p:spTgt>
                                        </p:tgtEl>
                                        <p:attrNameLst>
                                          <p:attrName>ppt_w</p:attrName>
                                        </p:attrNameLst>
                                      </p:cBhvr>
                                      <p:tavLst>
                                        <p:tav tm="0" fmla="#ppt_w*sin(2.5*pi*$)">
                                          <p:val>
                                            <p:fltVal val="0"/>
                                          </p:val>
                                        </p:tav>
                                        <p:tav tm="100000">
                                          <p:val>
                                            <p:fltVal val="1"/>
                                          </p:val>
                                        </p:tav>
                                      </p:tavLst>
                                    </p:anim>
                                    <p:anim calcmode="lin" valueType="num">
                                      <p:cBhvr>
                                        <p:cTn id="24" dur="2000" fill="hold"/>
                                        <p:tgtEl>
                                          <p:spTgt spid="151555">
                                            <p:txEl>
                                              <p:pRg st="2" end="2"/>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1554" grpId="0"/>
      <p:bldP spid="151555"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p:cNvSpPr>
            <a:spLocks noGrp="1" noRot="1" noChangeArrowheads="1"/>
          </p:cNvSpPr>
          <p:nvPr>
            <p:ph type="title"/>
          </p:nvPr>
        </p:nvSpPr>
        <p:spPr/>
        <p:txBody>
          <a:bodyPr>
            <a:normAutofit/>
          </a:bodyPr>
          <a:lstStyle/>
          <a:p>
            <a:pPr eaLnBrk="1" hangingPunct="1">
              <a:defRPr/>
            </a:pPr>
            <a:r>
              <a:rPr lang="en-US" sz="4400" dirty="0">
                <a:effectLst/>
                <a:latin typeface="Times New Roman" pitchFamily="18" charset="0"/>
                <a:cs typeface="Times New Roman" pitchFamily="18" charset="0"/>
              </a:rPr>
              <a:t>Văn </a:t>
            </a:r>
            <a:r>
              <a:rPr lang="en-US" sz="4400" dirty="0" err="1">
                <a:effectLst/>
                <a:latin typeface="Times New Roman" pitchFamily="18" charset="0"/>
                <a:cs typeface="Times New Roman" pitchFamily="18" charset="0"/>
              </a:rPr>
              <a:t>bản</a:t>
            </a:r>
            <a:r>
              <a:rPr lang="en-US" sz="4400" dirty="0">
                <a:effectLst/>
                <a:latin typeface="Times New Roman" pitchFamily="18" charset="0"/>
                <a:cs typeface="Times New Roman" pitchFamily="18" charset="0"/>
              </a:rPr>
              <a:t> </a:t>
            </a:r>
            <a:r>
              <a:rPr lang="en-US" sz="4400" dirty="0" err="1">
                <a:effectLst/>
                <a:latin typeface="Times New Roman" pitchFamily="18" charset="0"/>
                <a:cs typeface="Times New Roman" pitchFamily="18" charset="0"/>
              </a:rPr>
              <a:t>dưới</a:t>
            </a:r>
            <a:r>
              <a:rPr lang="en-US" sz="4400" dirty="0">
                <a:effectLst/>
                <a:latin typeface="Times New Roman" pitchFamily="18" charset="0"/>
                <a:cs typeface="Times New Roman" pitchFamily="18" charset="0"/>
              </a:rPr>
              <a:t> </a:t>
            </a:r>
            <a:r>
              <a:rPr lang="en-US" sz="4400" dirty="0" err="1">
                <a:effectLst/>
                <a:latin typeface="Times New Roman" pitchFamily="18" charset="0"/>
                <a:cs typeface="Times New Roman" pitchFamily="18" charset="0"/>
              </a:rPr>
              <a:t>luật</a:t>
            </a:r>
            <a:r>
              <a:rPr lang="en-US" sz="4400" dirty="0">
                <a:effectLst/>
                <a:latin typeface="Times New Roman" pitchFamily="18" charset="0"/>
                <a:cs typeface="Times New Roman" pitchFamily="18" charset="0"/>
              </a:rPr>
              <a:t> </a:t>
            </a:r>
          </a:p>
        </p:txBody>
      </p:sp>
      <p:sp>
        <p:nvSpPr>
          <p:cNvPr id="152579" name="Rectangle 3"/>
          <p:cNvSpPr>
            <a:spLocks noGrp="1" noRot="1" noChangeArrowheads="1"/>
          </p:cNvSpPr>
          <p:nvPr>
            <p:ph idx="1"/>
          </p:nvPr>
        </p:nvSpPr>
        <p:spPr>
          <a:xfrm>
            <a:off x="228600" y="2362200"/>
            <a:ext cx="8686800" cy="3599316"/>
          </a:xfrm>
        </p:spPr>
        <p:txBody>
          <a:bodyPr>
            <a:noAutofit/>
          </a:bodyPr>
          <a:lstStyle/>
          <a:p>
            <a:pPr algn="just" eaLnBrk="1" hangingPunct="1">
              <a:defRPr/>
            </a:pPr>
            <a:r>
              <a:rPr lang="en-US" sz="3200" dirty="0" err="1">
                <a:latin typeface="Times New Roman" pitchFamily="18" charset="0"/>
                <a:cs typeface="Times New Roman" pitchFamily="18" charset="0"/>
              </a:rPr>
              <a:t>Là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những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văn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bản</a:t>
            </a:r>
            <a:r>
              <a:rPr lang="en-US" sz="3200" dirty="0">
                <a:latin typeface="Times New Roman" pitchFamily="18" charset="0"/>
                <a:cs typeface="Times New Roman" pitchFamily="18" charset="0"/>
              </a:rPr>
              <a:t> PL do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cơ</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quan</a:t>
            </a:r>
            <a:r>
              <a:rPr lang="en-US" sz="3200" dirty="0">
                <a:latin typeface="Times New Roman" pitchFamily="18" charset="0"/>
                <a:cs typeface="Times New Roman" pitchFamily="18" charset="0"/>
              </a:rPr>
              <a:t> NN (</a:t>
            </a:r>
            <a:r>
              <a:rPr lang="en-US" sz="3200" dirty="0" err="1">
                <a:latin typeface="Times New Roman" pitchFamily="18" charset="0"/>
                <a:cs typeface="Times New Roman" pitchFamily="18" charset="0"/>
              </a:rPr>
              <a:t>trừ</a:t>
            </a:r>
            <a:r>
              <a:rPr lang="en-US" sz="3200" dirty="0">
                <a:latin typeface="Times New Roman" pitchFamily="18" charset="0"/>
                <a:cs typeface="Times New Roman" pitchFamily="18" charset="0"/>
              </a:rPr>
              <a:t> Quốc </a:t>
            </a:r>
            <a:r>
              <a:rPr lang="en-US" sz="3200" dirty="0" err="1">
                <a:latin typeface="Times New Roman" pitchFamily="18" charset="0"/>
                <a:cs typeface="Times New Roman" pitchFamily="18" charset="0"/>
              </a:rPr>
              <a:t>hội</a:t>
            </a:r>
            <a:r>
              <a:rPr lang="en-US" sz="3200" dirty="0">
                <a:latin typeface="Times New Roman" pitchFamily="18" charset="0"/>
                <a:cs typeface="Times New Roman" pitchFamily="18" charset="0"/>
              </a:rPr>
              <a:t>) ban </a:t>
            </a:r>
            <a:r>
              <a:rPr lang="en-US" sz="3200" dirty="0" err="1">
                <a:latin typeface="Times New Roman" pitchFamily="18" charset="0"/>
                <a:cs typeface="Times New Roman" pitchFamily="18" charset="0"/>
              </a:rPr>
              <a:t>hành</a:t>
            </a:r>
            <a:endParaRPr lang="en-US" sz="3200" dirty="0">
              <a:latin typeface="Times New Roman" pitchFamily="18" charset="0"/>
              <a:cs typeface="Times New Roman" pitchFamily="18" charset="0"/>
            </a:endParaRPr>
          </a:p>
          <a:p>
            <a:pPr algn="just" eaLnBrk="1" hangingPunct="1">
              <a:buFont typeface="Wingdings" pitchFamily="2" charset="2"/>
              <a:buNone/>
              <a:defRPr/>
            </a:pPr>
            <a:endParaRPr lang="en-US" sz="3200" dirty="0">
              <a:latin typeface="Times New Roman" pitchFamily="18" charset="0"/>
              <a:cs typeface="Times New Roman" pitchFamily="18" charset="0"/>
            </a:endParaRPr>
          </a:p>
          <a:p>
            <a:pPr algn="just" eaLnBrk="1" hangingPunct="1">
              <a:defRPr/>
            </a:pPr>
            <a:r>
              <a:rPr lang="en-US" sz="3200" dirty="0" err="1">
                <a:latin typeface="Times New Roman" pitchFamily="18" charset="0"/>
                <a:cs typeface="Times New Roman" pitchFamily="18" charset="0"/>
              </a:rPr>
              <a:t>Có</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giá</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trị</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pháp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lý</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thấp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hơn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văn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bản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luật</a:t>
            </a:r>
            <a:endParaRPr lang="en-US" sz="3200" dirty="0">
              <a:latin typeface="Times New Roman" pitchFamily="18" charset="0"/>
              <a:cs typeface="Times New Roman" pitchFamily="18" charset="0"/>
            </a:endParaRPr>
          </a:p>
          <a:p>
            <a:pPr algn="just" eaLnBrk="1" hangingPunct="1">
              <a:buFont typeface="Wingdings" pitchFamily="2" charset="2"/>
              <a:buNone/>
              <a:defRPr/>
            </a:pPr>
            <a:endParaRPr lang="en-US" sz="3200" dirty="0">
              <a:latin typeface="Times New Roman" pitchFamily="18" charset="0"/>
              <a:cs typeface="Times New Roman" pitchFamily="18" charset="0"/>
            </a:endParaRPr>
          </a:p>
          <a:p>
            <a:pPr algn="just" eaLnBrk="1" hangingPunct="1">
              <a:defRPr/>
            </a:pPr>
            <a:r>
              <a:rPr lang="en-US" sz="3200" dirty="0" err="1">
                <a:latin typeface="Times New Roman" pitchFamily="18" charset="0"/>
                <a:cs typeface="Times New Roman" pitchFamily="18" charset="0"/>
              </a:rPr>
              <a:t>Được</a:t>
            </a:r>
            <a:r>
              <a:rPr lang="en-US" sz="3200" dirty="0">
                <a:latin typeface="Times New Roman" pitchFamily="18" charset="0"/>
                <a:cs typeface="Times New Roman" pitchFamily="18" charset="0"/>
              </a:rPr>
              <a:t> ban </a:t>
            </a:r>
            <a:r>
              <a:rPr lang="en-US" sz="3200" dirty="0" err="1">
                <a:latin typeface="Times New Roman" pitchFamily="18" charset="0"/>
                <a:cs typeface="Times New Roman" pitchFamily="18" charset="0"/>
              </a:rPr>
              <a:t>hành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trên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cơ</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sở</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văn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bản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luật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phù</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hợp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với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văn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bản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luật</a:t>
            </a: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0" presetClass="entr" presetSubtype="0" fill="hold" grpId="0" nodeType="clickEffect">
                                  <p:stCondLst>
                                    <p:cond delay="0"/>
                                  </p:stCondLst>
                                  <p:childTnLst>
                                    <p:set>
                                      <p:cBhvr>
                                        <p:cTn id="6" dur="1" fill="hold">
                                          <p:stCondLst>
                                            <p:cond delay="0"/>
                                          </p:stCondLst>
                                        </p:cTn>
                                        <p:tgtEl>
                                          <p:spTgt spid="152578"/>
                                        </p:tgtEl>
                                        <p:attrNameLst>
                                          <p:attrName>style.visibility</p:attrName>
                                        </p:attrNameLst>
                                      </p:cBhvr>
                                      <p:to>
                                        <p:strVal val="visible"/>
                                      </p:to>
                                    </p:set>
                                    <p:animEffect transition="in" filter="wedge">
                                      <p:cBhvr>
                                        <p:cTn id="7" dur="2000"/>
                                        <p:tgtEl>
                                          <p:spTgt spid="152578"/>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52579">
                                            <p:txEl>
                                              <p:pRg st="0" end="0"/>
                                            </p:txEl>
                                          </p:spTgt>
                                        </p:tgtEl>
                                        <p:attrNameLst>
                                          <p:attrName>style.visibility</p:attrName>
                                        </p:attrNameLst>
                                      </p:cBhvr>
                                      <p:to>
                                        <p:strVal val="visible"/>
                                      </p:to>
                                    </p:set>
                                    <p:animEffect transition="in" filter="wipe(down)">
                                      <p:cBhvr>
                                        <p:cTn id="12" dur="500"/>
                                        <p:tgtEl>
                                          <p:spTgt spid="152579">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52579">
                                            <p:txEl>
                                              <p:pRg st="2" end="2"/>
                                            </p:txEl>
                                          </p:spTgt>
                                        </p:tgtEl>
                                        <p:attrNameLst>
                                          <p:attrName>style.visibility</p:attrName>
                                        </p:attrNameLst>
                                      </p:cBhvr>
                                      <p:to>
                                        <p:strVal val="visible"/>
                                      </p:to>
                                    </p:set>
                                    <p:animEffect transition="in" filter="wipe(down)">
                                      <p:cBhvr>
                                        <p:cTn id="17" dur="500"/>
                                        <p:tgtEl>
                                          <p:spTgt spid="15257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52579">
                                            <p:txEl>
                                              <p:pRg st="4" end="4"/>
                                            </p:txEl>
                                          </p:spTgt>
                                        </p:tgtEl>
                                        <p:attrNameLst>
                                          <p:attrName>style.visibility</p:attrName>
                                        </p:attrNameLst>
                                      </p:cBhvr>
                                      <p:to>
                                        <p:strVal val="visible"/>
                                      </p:to>
                                    </p:set>
                                    <p:animEffect transition="in" filter="wipe(down)">
                                      <p:cBhvr>
                                        <p:cTn id="22" dur="500"/>
                                        <p:tgtEl>
                                          <p:spTgt spid="152579">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2578" grpId="0"/>
      <p:bldP spid="152579"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50" name="Rectangle 2"/>
          <p:cNvSpPr>
            <a:spLocks noGrp="1" noRot="1" noChangeArrowheads="1"/>
          </p:cNvSpPr>
          <p:nvPr>
            <p:ph type="title"/>
          </p:nvPr>
        </p:nvSpPr>
        <p:spPr/>
        <p:txBody>
          <a:bodyPr>
            <a:normAutofit/>
          </a:bodyPr>
          <a:lstStyle/>
          <a:p>
            <a:pPr eaLnBrk="1" hangingPunct="1">
              <a:defRPr/>
            </a:pPr>
            <a:r>
              <a:rPr lang="en-US" sz="4400" b="1" dirty="0">
                <a:effectLst/>
                <a:latin typeface="Times New Roman" pitchFamily="18" charset="0"/>
                <a:cs typeface="Times New Roman" pitchFamily="18" charset="0"/>
              </a:rPr>
              <a:t>6. </a:t>
            </a:r>
            <a:r>
              <a:rPr lang="en-US" sz="4400" b="1" dirty="0" err="1">
                <a:effectLst/>
                <a:latin typeface="Times New Roman" pitchFamily="18" charset="0"/>
                <a:cs typeface="Times New Roman" pitchFamily="18" charset="0"/>
              </a:rPr>
              <a:t>Hiệu</a:t>
            </a:r>
            <a:r>
              <a:rPr lang="en-US" sz="4400" b="1" dirty="0">
                <a:effectLst/>
                <a:latin typeface="Times New Roman" pitchFamily="18" charset="0"/>
                <a:cs typeface="Times New Roman" pitchFamily="18" charset="0"/>
              </a:rPr>
              <a:t> </a:t>
            </a:r>
            <a:r>
              <a:rPr lang="en-US" sz="4400" b="1" dirty="0" err="1">
                <a:effectLst/>
                <a:latin typeface="Times New Roman" pitchFamily="18" charset="0"/>
                <a:cs typeface="Times New Roman" pitchFamily="18" charset="0"/>
              </a:rPr>
              <a:t>lực</a:t>
            </a:r>
            <a:r>
              <a:rPr lang="en-US" sz="4400" b="1" dirty="0">
                <a:effectLst/>
                <a:latin typeface="Times New Roman" pitchFamily="18" charset="0"/>
                <a:cs typeface="Times New Roman" pitchFamily="18" charset="0"/>
              </a:rPr>
              <a:t> </a:t>
            </a:r>
            <a:r>
              <a:rPr lang="en-US" sz="4400" b="1" dirty="0" err="1">
                <a:effectLst/>
                <a:latin typeface="Times New Roman" pitchFamily="18" charset="0"/>
                <a:cs typeface="Times New Roman" pitchFamily="18" charset="0"/>
              </a:rPr>
              <a:t>của</a:t>
            </a:r>
            <a:r>
              <a:rPr lang="en-US" sz="4400" b="1" dirty="0">
                <a:effectLst/>
                <a:latin typeface="Times New Roman" pitchFamily="18" charset="0"/>
                <a:cs typeface="Times New Roman" pitchFamily="18" charset="0"/>
              </a:rPr>
              <a:t> </a:t>
            </a:r>
            <a:r>
              <a:rPr lang="en-US" sz="4400" b="1" dirty="0" err="1">
                <a:effectLst/>
                <a:latin typeface="Times New Roman" pitchFamily="18" charset="0"/>
                <a:cs typeface="Times New Roman" pitchFamily="18" charset="0"/>
              </a:rPr>
              <a:t>văn</a:t>
            </a:r>
            <a:r>
              <a:rPr lang="en-US" sz="4400" b="1" dirty="0">
                <a:effectLst/>
                <a:latin typeface="Times New Roman" pitchFamily="18" charset="0"/>
                <a:cs typeface="Times New Roman" pitchFamily="18" charset="0"/>
              </a:rPr>
              <a:t> </a:t>
            </a:r>
            <a:r>
              <a:rPr lang="en-US" sz="4400" b="1" dirty="0" err="1">
                <a:effectLst/>
                <a:latin typeface="Times New Roman" pitchFamily="18" charset="0"/>
                <a:cs typeface="Times New Roman" pitchFamily="18" charset="0"/>
              </a:rPr>
              <a:t>bản</a:t>
            </a:r>
            <a:r>
              <a:rPr lang="en-US" sz="4400" b="1" dirty="0">
                <a:effectLst/>
                <a:latin typeface="Times New Roman" pitchFamily="18" charset="0"/>
                <a:cs typeface="Times New Roman" pitchFamily="18" charset="0"/>
              </a:rPr>
              <a:t> PL</a:t>
            </a:r>
          </a:p>
        </p:txBody>
      </p:sp>
      <p:sp>
        <p:nvSpPr>
          <p:cNvPr id="155651" name="Rectangle 3"/>
          <p:cNvSpPr>
            <a:spLocks noGrp="1" noRot="1" noChangeArrowheads="1"/>
          </p:cNvSpPr>
          <p:nvPr>
            <p:ph idx="1"/>
          </p:nvPr>
        </p:nvSpPr>
        <p:spPr>
          <a:xfrm>
            <a:off x="533400" y="2336873"/>
            <a:ext cx="8305800" cy="3599316"/>
          </a:xfrm>
        </p:spPr>
        <p:txBody>
          <a:bodyPr>
            <a:normAutofit/>
          </a:bodyPr>
          <a:lstStyle/>
          <a:p>
            <a:pPr algn="just" eaLnBrk="1" hangingPunct="1">
              <a:buFont typeface="Wingdings" pitchFamily="2" charset="2"/>
              <a:buNone/>
              <a:defRPr/>
            </a:pPr>
            <a:r>
              <a:rPr lang="en-US" sz="3200" b="1" i="1" dirty="0">
                <a:solidFill>
                  <a:srgbClr val="00B0F0"/>
                </a:solidFill>
                <a:latin typeface="Times New Roman" pitchFamily="18" charset="0"/>
                <a:cs typeface="Times New Roman" pitchFamily="18" charset="0"/>
              </a:rPr>
              <a:t>Hiệu </a:t>
            </a:r>
            <a:r>
              <a:rPr lang="en-US" sz="3200" b="1" i="1" dirty="0" err="1">
                <a:solidFill>
                  <a:srgbClr val="00B0F0"/>
                </a:solidFill>
                <a:latin typeface="Times New Roman" pitchFamily="18" charset="0"/>
                <a:cs typeface="Times New Roman" pitchFamily="18" charset="0"/>
              </a:rPr>
              <a:t>lực</a:t>
            </a:r>
            <a:r>
              <a:rPr lang="en-US" sz="3200" b="1" i="1" dirty="0">
                <a:solidFill>
                  <a:srgbClr val="00B0F0"/>
                </a:solidFill>
                <a:latin typeface="Times New Roman" pitchFamily="18" charset="0"/>
                <a:cs typeface="Times New Roman" pitchFamily="18" charset="0"/>
              </a:rPr>
              <a:t> </a:t>
            </a:r>
            <a:r>
              <a:rPr lang="en-US" sz="3200" b="1" i="1" dirty="0" err="1">
                <a:solidFill>
                  <a:srgbClr val="00B0F0"/>
                </a:solidFill>
                <a:latin typeface="Times New Roman" pitchFamily="18" charset="0"/>
                <a:cs typeface="Times New Roman" pitchFamily="18" charset="0"/>
              </a:rPr>
              <a:t>về</a:t>
            </a:r>
            <a:r>
              <a:rPr lang="en-US" sz="3200" b="1" i="1" dirty="0">
                <a:solidFill>
                  <a:srgbClr val="00B0F0"/>
                </a:solidFill>
                <a:latin typeface="Times New Roman" pitchFamily="18" charset="0"/>
                <a:cs typeface="Times New Roman" pitchFamily="18" charset="0"/>
              </a:rPr>
              <a:t> </a:t>
            </a:r>
            <a:r>
              <a:rPr lang="en-US" sz="3200" b="1" i="1" dirty="0" err="1">
                <a:solidFill>
                  <a:srgbClr val="00B0F0"/>
                </a:solidFill>
                <a:latin typeface="Times New Roman" pitchFamily="18" charset="0"/>
                <a:cs typeface="Times New Roman" pitchFamily="18" charset="0"/>
              </a:rPr>
              <a:t>thời</a:t>
            </a:r>
            <a:r>
              <a:rPr lang="en-US" sz="3200" b="1" i="1" dirty="0">
                <a:solidFill>
                  <a:srgbClr val="00B0F0"/>
                </a:solidFill>
                <a:latin typeface="Times New Roman" pitchFamily="18" charset="0"/>
                <a:cs typeface="Times New Roman" pitchFamily="18" charset="0"/>
              </a:rPr>
              <a:t> </a:t>
            </a:r>
            <a:r>
              <a:rPr lang="en-US" sz="3200" b="1" i="1" dirty="0" err="1">
                <a:solidFill>
                  <a:srgbClr val="00B0F0"/>
                </a:solidFill>
                <a:latin typeface="Times New Roman" pitchFamily="18" charset="0"/>
                <a:cs typeface="Times New Roman" pitchFamily="18" charset="0"/>
              </a:rPr>
              <a:t>gian</a:t>
            </a:r>
            <a:endParaRPr lang="en-US" sz="3200" b="1" i="1" dirty="0">
              <a:solidFill>
                <a:srgbClr val="00B0F0"/>
              </a:solidFill>
              <a:latin typeface="Times New Roman" pitchFamily="18" charset="0"/>
              <a:cs typeface="Times New Roman" pitchFamily="18" charset="0"/>
            </a:endParaRPr>
          </a:p>
          <a:p>
            <a:pPr algn="just" eaLnBrk="1" hangingPunct="1">
              <a:defRPr/>
            </a:pPr>
            <a:r>
              <a:rPr lang="en-US" sz="3200" dirty="0" err="1">
                <a:latin typeface="Times New Roman" pitchFamily="18" charset="0"/>
                <a:cs typeface="Times New Roman" pitchFamily="18" charset="0"/>
              </a:rPr>
              <a:t>Là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giá</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trị</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hành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của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văn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bản</a:t>
            </a:r>
            <a:r>
              <a:rPr lang="en-US" sz="3200" dirty="0">
                <a:latin typeface="Times New Roman" pitchFamily="18" charset="0"/>
                <a:cs typeface="Times New Roman" pitchFamily="18" charset="0"/>
              </a:rPr>
              <a:t> PL </a:t>
            </a:r>
            <a:r>
              <a:rPr lang="en-US" sz="3200" dirty="0" err="1">
                <a:latin typeface="Times New Roman" pitchFamily="18" charset="0"/>
                <a:cs typeface="Times New Roman" pitchFamily="18" charset="0"/>
              </a:rPr>
              <a:t>trong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một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thời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hạn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nhất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định</a:t>
            </a:r>
            <a:endParaRPr lang="en-US" sz="3200" dirty="0">
              <a:latin typeface="Times New Roman" pitchFamily="18" charset="0"/>
              <a:cs typeface="Times New Roman" pitchFamily="18" charset="0"/>
            </a:endParaRPr>
          </a:p>
          <a:p>
            <a:pPr algn="just" eaLnBrk="1" hangingPunct="1">
              <a:buFont typeface="Wingdings" pitchFamily="2" charset="2"/>
              <a:buNone/>
              <a:defRPr/>
            </a:pPr>
            <a:endParaRPr lang="en-US" sz="3200" dirty="0">
              <a:latin typeface="Times New Roman" pitchFamily="18" charset="0"/>
              <a:cs typeface="Times New Roman" pitchFamily="18" charset="0"/>
            </a:endParaRPr>
          </a:p>
          <a:p>
            <a:pPr algn="just" eaLnBrk="1" hangingPunct="1">
              <a:defRPr/>
            </a:pPr>
            <a:r>
              <a:rPr lang="en-US" sz="3200" dirty="0" err="1">
                <a:latin typeface="Times New Roman" pitchFamily="18" charset="0"/>
                <a:cs typeface="Times New Roman" pitchFamily="18" charset="0"/>
              </a:rPr>
              <a:t>Thời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hạn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đó</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được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tính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từ</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thời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điểm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phát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sinh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hiệu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lực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đến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khi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chấm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dứt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sự</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động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của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văn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bản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đó</a:t>
            </a:r>
            <a:endParaRPr lang="en-US" sz="3200" dirty="0">
              <a:latin typeface="Times New Roman" pitchFamily="18" charset="0"/>
              <a:cs typeface="Times New Roman" pitchFamily="18" charset="0"/>
            </a:endParaRPr>
          </a:p>
          <a:p>
            <a:pPr algn="just" eaLnBrk="1" hangingPunct="1">
              <a:buFont typeface="Wingdings" pitchFamily="2" charset="2"/>
              <a:buNone/>
              <a:defRPr/>
            </a:pP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55650"/>
                                        </p:tgtEl>
                                        <p:attrNameLst>
                                          <p:attrName>style.visibility</p:attrName>
                                        </p:attrNameLst>
                                      </p:cBhvr>
                                      <p:to>
                                        <p:strVal val="visible"/>
                                      </p:to>
                                    </p:set>
                                    <p:animEffect transition="in" filter="wheel(4)">
                                      <p:cBhvr>
                                        <p:cTn id="7" dur="2000"/>
                                        <p:tgtEl>
                                          <p:spTgt spid="155650"/>
                                        </p:tgtEl>
                                      </p:cBhvr>
                                    </p:animEffect>
                                  </p:childTnLst>
                                </p:cTn>
                              </p:par>
                            </p:childTnLst>
                          </p:cTn>
                        </p:par>
                      </p:childTnLst>
                    </p:cTn>
                  </p:par>
                  <p:par>
                    <p:cTn id="8" fill="hold">
                      <p:stCondLst>
                        <p:cond delay="indefinite"/>
                      </p:stCondLst>
                      <p:childTnLst>
                        <p:par>
                          <p:cTn id="9" fill="hold">
                            <p:stCondLst>
                              <p:cond delay="0"/>
                            </p:stCondLst>
                            <p:childTnLst>
                              <p:par>
                                <p:cTn id="10" presetID="20" presetClass="entr" presetSubtype="0" fill="hold" grpId="0" nodeType="clickEffect">
                                  <p:stCondLst>
                                    <p:cond delay="0"/>
                                  </p:stCondLst>
                                  <p:childTnLst>
                                    <p:set>
                                      <p:cBhvr>
                                        <p:cTn id="11" dur="1" fill="hold">
                                          <p:stCondLst>
                                            <p:cond delay="0"/>
                                          </p:stCondLst>
                                        </p:cTn>
                                        <p:tgtEl>
                                          <p:spTgt spid="155651">
                                            <p:txEl>
                                              <p:pRg st="0" end="0"/>
                                            </p:txEl>
                                          </p:spTgt>
                                        </p:tgtEl>
                                        <p:attrNameLst>
                                          <p:attrName>style.visibility</p:attrName>
                                        </p:attrNameLst>
                                      </p:cBhvr>
                                      <p:to>
                                        <p:strVal val="visible"/>
                                      </p:to>
                                    </p:set>
                                    <p:animEffect transition="in" filter="wedge">
                                      <p:cBhvr>
                                        <p:cTn id="12" dur="2000"/>
                                        <p:tgtEl>
                                          <p:spTgt spid="155651">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0" presetClass="entr" presetSubtype="0" fill="hold" grpId="0" nodeType="clickEffect">
                                  <p:stCondLst>
                                    <p:cond delay="0"/>
                                  </p:stCondLst>
                                  <p:childTnLst>
                                    <p:set>
                                      <p:cBhvr>
                                        <p:cTn id="16" dur="1" fill="hold">
                                          <p:stCondLst>
                                            <p:cond delay="0"/>
                                          </p:stCondLst>
                                        </p:cTn>
                                        <p:tgtEl>
                                          <p:spTgt spid="155651">
                                            <p:txEl>
                                              <p:pRg st="1" end="1"/>
                                            </p:txEl>
                                          </p:spTgt>
                                        </p:tgtEl>
                                        <p:attrNameLst>
                                          <p:attrName>style.visibility</p:attrName>
                                        </p:attrNameLst>
                                      </p:cBhvr>
                                      <p:to>
                                        <p:strVal val="visible"/>
                                      </p:to>
                                    </p:set>
                                    <p:animEffect transition="in" filter="wedge">
                                      <p:cBhvr>
                                        <p:cTn id="17" dur="2000"/>
                                        <p:tgtEl>
                                          <p:spTgt spid="155651">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0" presetClass="entr" presetSubtype="0" fill="hold" grpId="0" nodeType="clickEffect">
                                  <p:stCondLst>
                                    <p:cond delay="0"/>
                                  </p:stCondLst>
                                  <p:childTnLst>
                                    <p:set>
                                      <p:cBhvr>
                                        <p:cTn id="21" dur="1" fill="hold">
                                          <p:stCondLst>
                                            <p:cond delay="0"/>
                                          </p:stCondLst>
                                        </p:cTn>
                                        <p:tgtEl>
                                          <p:spTgt spid="155651">
                                            <p:txEl>
                                              <p:pRg st="3" end="3"/>
                                            </p:txEl>
                                          </p:spTgt>
                                        </p:tgtEl>
                                        <p:attrNameLst>
                                          <p:attrName>style.visibility</p:attrName>
                                        </p:attrNameLst>
                                      </p:cBhvr>
                                      <p:to>
                                        <p:strVal val="visible"/>
                                      </p:to>
                                    </p:set>
                                    <p:animEffect transition="in" filter="wedge">
                                      <p:cBhvr>
                                        <p:cTn id="22" dur="2000"/>
                                        <p:tgtEl>
                                          <p:spTgt spid="155651">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5650" grpId="0"/>
      <p:bldP spid="155651"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2" name="Rectangle 2"/>
          <p:cNvSpPr>
            <a:spLocks noGrp="1" noRot="1" noChangeArrowheads="1"/>
          </p:cNvSpPr>
          <p:nvPr>
            <p:ph type="title"/>
          </p:nvPr>
        </p:nvSpPr>
        <p:spPr>
          <a:xfrm>
            <a:off x="523102" y="2291578"/>
            <a:ext cx="4344988" cy="974725"/>
          </a:xfrm>
        </p:spPr>
        <p:txBody>
          <a:bodyPr>
            <a:normAutofit/>
          </a:bodyPr>
          <a:lstStyle/>
          <a:p>
            <a:pPr eaLnBrk="1" hangingPunct="1">
              <a:defRPr/>
            </a:pPr>
            <a:r>
              <a:rPr lang="en-US" sz="3200" b="1" i="1" dirty="0">
                <a:solidFill>
                  <a:srgbClr val="00B0F0"/>
                </a:solidFill>
                <a:effectLst/>
                <a:latin typeface="Times New Roman" pitchFamily="18" charset="0"/>
                <a:cs typeface="Times New Roman" pitchFamily="18" charset="0"/>
              </a:rPr>
              <a:t>Hiệu </a:t>
            </a:r>
            <a:r>
              <a:rPr lang="en-US" sz="3200" b="1" i="1" dirty="0" err="1">
                <a:solidFill>
                  <a:srgbClr val="00B0F0"/>
                </a:solidFill>
                <a:effectLst/>
                <a:latin typeface="Times New Roman" pitchFamily="18" charset="0"/>
                <a:cs typeface="Times New Roman" pitchFamily="18" charset="0"/>
              </a:rPr>
              <a:t>lực</a:t>
            </a:r>
            <a:r>
              <a:rPr lang="en-US" sz="3200" b="1" i="1" dirty="0">
                <a:solidFill>
                  <a:srgbClr val="00B0F0"/>
                </a:solidFill>
                <a:effectLst/>
                <a:latin typeface="Times New Roman" pitchFamily="18" charset="0"/>
                <a:cs typeface="Times New Roman" pitchFamily="18" charset="0"/>
              </a:rPr>
              <a:t> </a:t>
            </a:r>
            <a:r>
              <a:rPr lang="en-US" sz="3200" b="1" i="1" dirty="0" err="1">
                <a:solidFill>
                  <a:srgbClr val="00B0F0"/>
                </a:solidFill>
                <a:effectLst/>
                <a:latin typeface="Times New Roman" pitchFamily="18" charset="0"/>
                <a:cs typeface="Times New Roman" pitchFamily="18" charset="0"/>
              </a:rPr>
              <a:t>về</a:t>
            </a:r>
            <a:r>
              <a:rPr lang="en-US" sz="3200" b="1" i="1" dirty="0">
                <a:solidFill>
                  <a:srgbClr val="00B0F0"/>
                </a:solidFill>
                <a:effectLst/>
                <a:latin typeface="Times New Roman" pitchFamily="18" charset="0"/>
                <a:cs typeface="Times New Roman" pitchFamily="18" charset="0"/>
              </a:rPr>
              <a:t> </a:t>
            </a:r>
            <a:r>
              <a:rPr lang="en-US" sz="3200" b="1" i="1" dirty="0" err="1">
                <a:solidFill>
                  <a:srgbClr val="00B0F0"/>
                </a:solidFill>
                <a:effectLst/>
                <a:latin typeface="Times New Roman" pitchFamily="18" charset="0"/>
                <a:cs typeface="Times New Roman" pitchFamily="18" charset="0"/>
              </a:rPr>
              <a:t>không</a:t>
            </a:r>
            <a:r>
              <a:rPr lang="en-US" sz="3200" b="1" i="1" dirty="0">
                <a:solidFill>
                  <a:srgbClr val="00B0F0"/>
                </a:solidFill>
                <a:effectLst/>
                <a:latin typeface="Times New Roman" pitchFamily="18" charset="0"/>
                <a:cs typeface="Times New Roman" pitchFamily="18" charset="0"/>
              </a:rPr>
              <a:t> </a:t>
            </a:r>
            <a:r>
              <a:rPr lang="en-US" sz="3200" b="1" i="1" dirty="0" err="1">
                <a:solidFill>
                  <a:srgbClr val="00B0F0"/>
                </a:solidFill>
                <a:effectLst/>
                <a:latin typeface="Times New Roman" pitchFamily="18" charset="0"/>
                <a:cs typeface="Times New Roman" pitchFamily="18" charset="0"/>
              </a:rPr>
              <a:t>gian</a:t>
            </a:r>
            <a:endParaRPr lang="en-US" sz="3200" b="1" i="1" dirty="0">
              <a:solidFill>
                <a:srgbClr val="00B0F0"/>
              </a:solidFill>
              <a:effectLst/>
              <a:latin typeface="Times New Roman" pitchFamily="18" charset="0"/>
              <a:cs typeface="Times New Roman" pitchFamily="18" charset="0"/>
            </a:endParaRPr>
          </a:p>
        </p:txBody>
      </p:sp>
      <p:sp>
        <p:nvSpPr>
          <p:cNvPr id="148483" name="Rectangle 3"/>
          <p:cNvSpPr>
            <a:spLocks noGrp="1" noRot="1" noChangeArrowheads="1"/>
          </p:cNvSpPr>
          <p:nvPr>
            <p:ph idx="1"/>
          </p:nvPr>
        </p:nvSpPr>
        <p:spPr>
          <a:xfrm>
            <a:off x="490151" y="3276600"/>
            <a:ext cx="8007350" cy="2011491"/>
          </a:xfrm>
        </p:spPr>
        <p:txBody>
          <a:bodyPr>
            <a:normAutofit/>
          </a:bodyPr>
          <a:lstStyle/>
          <a:p>
            <a:pPr algn="just" eaLnBrk="1" hangingPunct="1">
              <a:defRPr/>
            </a:pPr>
            <a:r>
              <a:rPr lang="en-US" sz="3200" dirty="0" err="1">
                <a:latin typeface="Times New Roman" pitchFamily="18" charset="0"/>
                <a:cs typeface="Times New Roman" pitchFamily="18" charset="0"/>
              </a:rPr>
              <a:t>Là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giá</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trị</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hành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của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văn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bản</a:t>
            </a:r>
            <a:r>
              <a:rPr lang="en-US" sz="3200" dirty="0">
                <a:latin typeface="Times New Roman" pitchFamily="18" charset="0"/>
                <a:cs typeface="Times New Roman" pitchFamily="18" charset="0"/>
              </a:rPr>
              <a:t> QPPL </a:t>
            </a:r>
            <a:r>
              <a:rPr lang="en-US" sz="3200" dirty="0" err="1">
                <a:latin typeface="Times New Roman" pitchFamily="18" charset="0"/>
                <a:cs typeface="Times New Roman" pitchFamily="18" charset="0"/>
              </a:rPr>
              <a:t>trong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một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phạm</a:t>
            </a:r>
            <a:r>
              <a:rPr lang="en-US" sz="3200" dirty="0">
                <a:latin typeface="Times New Roman" pitchFamily="18" charset="0"/>
                <a:cs typeface="Times New Roman" pitchFamily="18" charset="0"/>
              </a:rPr>
              <a:t> vi </a:t>
            </a:r>
            <a:r>
              <a:rPr lang="en-US" sz="3200" dirty="0" err="1">
                <a:latin typeface="Times New Roman" pitchFamily="18" charset="0"/>
                <a:cs typeface="Times New Roman" pitchFamily="18" charset="0"/>
              </a:rPr>
              <a:t>lãnh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thổ</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quốc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gia</a:t>
            </a:r>
            <a:r>
              <a:rPr lang="en-US" sz="3200" dirty="0">
                <a:latin typeface="Times New Roman" pitchFamily="18" charset="0"/>
                <a:cs typeface="Times New Roman" pitchFamily="18" charset="0"/>
              </a:rPr>
              <a:t>, hay </a:t>
            </a:r>
            <a:r>
              <a:rPr lang="en-US" sz="3200" dirty="0" err="1">
                <a:latin typeface="Times New Roman" pitchFamily="18" charset="0"/>
                <a:cs typeface="Times New Roman" pitchFamily="18" charset="0"/>
              </a:rPr>
              <a:t>một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vùng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một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địa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phương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nhất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định</a:t>
            </a: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0" presetClass="entr" presetSubtype="0" fill="hold" grpId="0" nodeType="clickEffect">
                                  <p:stCondLst>
                                    <p:cond delay="0"/>
                                  </p:stCondLst>
                                  <p:iterate type="lt">
                                    <p:tmPct val="10000"/>
                                  </p:iterate>
                                  <p:childTnLst>
                                    <p:set>
                                      <p:cBhvr>
                                        <p:cTn id="6" dur="1" fill="hold">
                                          <p:stCondLst>
                                            <p:cond delay="0"/>
                                          </p:stCondLst>
                                        </p:cTn>
                                        <p:tgtEl>
                                          <p:spTgt spid="148482"/>
                                        </p:tgtEl>
                                        <p:attrNameLst>
                                          <p:attrName>style.visibility</p:attrName>
                                        </p:attrNameLst>
                                      </p:cBhvr>
                                      <p:to>
                                        <p:strVal val="visible"/>
                                      </p:to>
                                    </p:set>
                                    <p:animEffect transition="in" filter="fade">
                                      <p:cBhvr>
                                        <p:cTn id="7" dur="1000"/>
                                        <p:tgtEl>
                                          <p:spTgt spid="148482"/>
                                        </p:tgtEl>
                                      </p:cBhvr>
                                    </p:animEffect>
                                    <p:anim calcmode="lin" valueType="num">
                                      <p:cBhvr>
                                        <p:cTn id="8" dur="1000" fill="hold"/>
                                        <p:tgtEl>
                                          <p:spTgt spid="148482"/>
                                        </p:tgtEl>
                                        <p:attrNameLst>
                                          <p:attrName>ppt_x</p:attrName>
                                        </p:attrNameLst>
                                      </p:cBhvr>
                                      <p:tavLst>
                                        <p:tav tm="0">
                                          <p:val>
                                            <p:strVal val="#ppt_x-.1"/>
                                          </p:val>
                                        </p:tav>
                                        <p:tav tm="100000">
                                          <p:val>
                                            <p:strVal val="#ppt_x"/>
                                          </p:val>
                                        </p:tav>
                                      </p:tavLst>
                                    </p:anim>
                                    <p:anim calcmode="lin" valueType="num">
                                      <p:cBhvr>
                                        <p:cTn id="9" dur="1000" fill="hold"/>
                                        <p:tgtEl>
                                          <p:spTgt spid="148482"/>
                                        </p:tgtEl>
                                        <p:attrNameLst>
                                          <p:attrName>ppt_y</p:attrName>
                                        </p:attrNameLst>
                                      </p:cBhvr>
                                      <p:tavLst>
                                        <p:tav tm="0">
                                          <p:val>
                                            <p:strVal val="#ppt_y"/>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21" presetClass="entr" presetSubtype="4" fill="hold" grpId="0" nodeType="clickEffect">
                                  <p:stCondLst>
                                    <p:cond delay="0"/>
                                  </p:stCondLst>
                                  <p:childTnLst>
                                    <p:set>
                                      <p:cBhvr>
                                        <p:cTn id="13" dur="1" fill="hold">
                                          <p:stCondLst>
                                            <p:cond delay="0"/>
                                          </p:stCondLst>
                                        </p:cTn>
                                        <p:tgtEl>
                                          <p:spTgt spid="148483">
                                            <p:txEl>
                                              <p:pRg st="0" end="0"/>
                                            </p:txEl>
                                          </p:spTgt>
                                        </p:tgtEl>
                                        <p:attrNameLst>
                                          <p:attrName>style.visibility</p:attrName>
                                        </p:attrNameLst>
                                      </p:cBhvr>
                                      <p:to>
                                        <p:strVal val="visible"/>
                                      </p:to>
                                    </p:set>
                                    <p:animEffect transition="in" filter="wheel(4)">
                                      <p:cBhvr>
                                        <p:cTn id="14" dur="2000"/>
                                        <p:tgtEl>
                                          <p:spTgt spid="14848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482" grpId="0"/>
      <p:bldP spid="14848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2"/>
          <p:cNvSpPr>
            <a:spLocks noGrp="1" noRot="1" noChangeArrowheads="1"/>
          </p:cNvSpPr>
          <p:nvPr>
            <p:ph type="title"/>
          </p:nvPr>
        </p:nvSpPr>
        <p:spPr>
          <a:xfrm>
            <a:off x="533400" y="2195662"/>
            <a:ext cx="6896534" cy="1080938"/>
          </a:xfrm>
        </p:spPr>
        <p:txBody>
          <a:bodyPr>
            <a:normAutofit/>
          </a:bodyPr>
          <a:lstStyle/>
          <a:p>
            <a:pPr eaLnBrk="1" hangingPunct="1">
              <a:defRPr/>
            </a:pPr>
            <a:r>
              <a:rPr lang="en-US" sz="3200" b="1" i="1" dirty="0">
                <a:solidFill>
                  <a:srgbClr val="00B0F0"/>
                </a:solidFill>
                <a:latin typeface="Times New Roman" pitchFamily="18" charset="0"/>
                <a:cs typeface="Times New Roman" pitchFamily="18" charset="0"/>
              </a:rPr>
              <a:t>Hiệu </a:t>
            </a:r>
            <a:r>
              <a:rPr lang="en-US" sz="3200" b="1" i="1" dirty="0" err="1">
                <a:solidFill>
                  <a:srgbClr val="00B0F0"/>
                </a:solidFill>
                <a:latin typeface="Times New Roman" pitchFamily="18" charset="0"/>
                <a:cs typeface="Times New Roman" pitchFamily="18" charset="0"/>
              </a:rPr>
              <a:t>lực</a:t>
            </a:r>
            <a:r>
              <a:rPr lang="en-US" sz="3200" b="1" i="1" dirty="0">
                <a:solidFill>
                  <a:srgbClr val="00B0F0"/>
                </a:solidFill>
                <a:latin typeface="Times New Roman" pitchFamily="18" charset="0"/>
                <a:cs typeface="Times New Roman" pitchFamily="18" charset="0"/>
              </a:rPr>
              <a:t> </a:t>
            </a:r>
            <a:r>
              <a:rPr lang="en-US" sz="3200" b="1" i="1" dirty="0" err="1">
                <a:solidFill>
                  <a:srgbClr val="00B0F0"/>
                </a:solidFill>
                <a:latin typeface="Times New Roman" pitchFamily="18" charset="0"/>
                <a:cs typeface="Times New Roman" pitchFamily="18" charset="0"/>
              </a:rPr>
              <a:t>về</a:t>
            </a:r>
            <a:r>
              <a:rPr lang="en-US" sz="3200" b="1" i="1" dirty="0">
                <a:solidFill>
                  <a:srgbClr val="00B0F0"/>
                </a:solidFill>
                <a:latin typeface="Times New Roman" pitchFamily="18" charset="0"/>
                <a:cs typeface="Times New Roman" pitchFamily="18" charset="0"/>
              </a:rPr>
              <a:t> </a:t>
            </a:r>
            <a:r>
              <a:rPr lang="en-US" sz="3200" b="1" i="1" dirty="0" err="1">
                <a:solidFill>
                  <a:srgbClr val="00B0F0"/>
                </a:solidFill>
                <a:latin typeface="Times New Roman" pitchFamily="18" charset="0"/>
                <a:cs typeface="Times New Roman" pitchFamily="18" charset="0"/>
              </a:rPr>
              <a:t>đối</a:t>
            </a:r>
            <a:r>
              <a:rPr lang="en-US" sz="3200" b="1" i="1" dirty="0">
                <a:solidFill>
                  <a:srgbClr val="00B0F0"/>
                </a:solidFill>
                <a:latin typeface="Times New Roman" pitchFamily="18" charset="0"/>
                <a:cs typeface="Times New Roman" pitchFamily="18" charset="0"/>
              </a:rPr>
              <a:t> </a:t>
            </a:r>
            <a:r>
              <a:rPr lang="en-US" sz="3200" b="1" i="1" dirty="0" err="1">
                <a:solidFill>
                  <a:srgbClr val="00B0F0"/>
                </a:solidFill>
                <a:latin typeface="Times New Roman" pitchFamily="18" charset="0"/>
                <a:cs typeface="Times New Roman" pitchFamily="18" charset="0"/>
              </a:rPr>
              <a:t>tượng</a:t>
            </a:r>
            <a:r>
              <a:rPr lang="en-US" sz="3200" b="1" i="1" dirty="0">
                <a:solidFill>
                  <a:srgbClr val="00B0F0"/>
                </a:solidFill>
                <a:latin typeface="Times New Roman" pitchFamily="18" charset="0"/>
                <a:cs typeface="Times New Roman" pitchFamily="18" charset="0"/>
              </a:rPr>
              <a:t> </a:t>
            </a:r>
            <a:r>
              <a:rPr lang="en-US" sz="3200" b="1" i="1" dirty="0" err="1">
                <a:solidFill>
                  <a:srgbClr val="00B0F0"/>
                </a:solidFill>
                <a:latin typeface="Times New Roman" pitchFamily="18" charset="0"/>
                <a:cs typeface="Times New Roman" pitchFamily="18" charset="0"/>
              </a:rPr>
              <a:t>tác</a:t>
            </a:r>
            <a:r>
              <a:rPr lang="en-US" sz="3200" b="1" i="1" dirty="0">
                <a:solidFill>
                  <a:srgbClr val="00B0F0"/>
                </a:solidFill>
                <a:latin typeface="Times New Roman" pitchFamily="18" charset="0"/>
                <a:cs typeface="Times New Roman" pitchFamily="18" charset="0"/>
              </a:rPr>
              <a:t> </a:t>
            </a:r>
            <a:r>
              <a:rPr lang="en-US" sz="3200" b="1" i="1" dirty="0" err="1">
                <a:solidFill>
                  <a:srgbClr val="00B0F0"/>
                </a:solidFill>
                <a:latin typeface="Times New Roman" pitchFamily="18" charset="0"/>
                <a:cs typeface="Times New Roman" pitchFamily="18" charset="0"/>
              </a:rPr>
              <a:t>động</a:t>
            </a:r>
            <a:endParaRPr lang="en-US" sz="3200" b="1" i="1" dirty="0">
              <a:solidFill>
                <a:srgbClr val="00B0F0"/>
              </a:solidFill>
              <a:latin typeface="Times New Roman" pitchFamily="18" charset="0"/>
              <a:cs typeface="Times New Roman" pitchFamily="18" charset="0"/>
            </a:endParaRPr>
          </a:p>
        </p:txBody>
      </p:sp>
      <p:sp>
        <p:nvSpPr>
          <p:cNvPr id="156675" name="Rectangle 3"/>
          <p:cNvSpPr>
            <a:spLocks noGrp="1" noRot="1" noChangeArrowheads="1"/>
          </p:cNvSpPr>
          <p:nvPr>
            <p:ph idx="1"/>
          </p:nvPr>
        </p:nvSpPr>
        <p:spPr>
          <a:xfrm>
            <a:off x="228600" y="3581400"/>
            <a:ext cx="8388350" cy="1752600"/>
          </a:xfrm>
        </p:spPr>
        <p:txBody>
          <a:bodyPr>
            <a:normAutofit/>
          </a:bodyPr>
          <a:lstStyle/>
          <a:p>
            <a:pPr algn="just" eaLnBrk="1" hangingPunct="1">
              <a:defRPr/>
            </a:pPr>
            <a:r>
              <a:rPr lang="en-US" sz="3200" dirty="0" err="1">
                <a:latin typeface="Times New Roman" pitchFamily="18" charset="0"/>
                <a:cs typeface="Times New Roman" pitchFamily="18" charset="0"/>
              </a:rPr>
              <a:t>Đối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tượng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động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của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một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văn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bản</a:t>
            </a:r>
            <a:r>
              <a:rPr lang="en-US" sz="3200" dirty="0">
                <a:latin typeface="Times New Roman" pitchFamily="18" charset="0"/>
                <a:cs typeface="Times New Roman" pitchFamily="18" charset="0"/>
              </a:rPr>
              <a:t> QPPL </a:t>
            </a:r>
            <a:r>
              <a:rPr lang="en-US" sz="3200" dirty="0" err="1">
                <a:latin typeface="Times New Roman" pitchFamily="18" charset="0"/>
                <a:cs typeface="Times New Roman" pitchFamily="18" charset="0"/>
              </a:rPr>
              <a:t>bao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gồm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cơ</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quan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tổ</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chức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nhân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những</a:t>
            </a:r>
            <a:r>
              <a:rPr lang="en-US" sz="3200" dirty="0">
                <a:latin typeface="Times New Roman" pitchFamily="18" charset="0"/>
                <a:cs typeface="Times New Roman" pitchFamily="18" charset="0"/>
              </a:rPr>
              <a:t> QHXH </a:t>
            </a:r>
            <a:r>
              <a:rPr lang="en-US" sz="3200" dirty="0" err="1">
                <a:latin typeface="Times New Roman" pitchFamily="18" charset="0"/>
                <a:cs typeface="Times New Roman" pitchFamily="18" charset="0"/>
              </a:rPr>
              <a:t>mà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văn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bản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đó</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điều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chỉnh</a:t>
            </a: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9" presetClass="entr" presetSubtype="0" accel="100000" fill="hold" grpId="0" nodeType="clickEffect">
                                  <p:stCondLst>
                                    <p:cond delay="0"/>
                                  </p:stCondLst>
                                  <p:childTnLst>
                                    <p:set>
                                      <p:cBhvr>
                                        <p:cTn id="6" dur="1" fill="hold">
                                          <p:stCondLst>
                                            <p:cond delay="0"/>
                                          </p:stCondLst>
                                        </p:cTn>
                                        <p:tgtEl>
                                          <p:spTgt spid="156674"/>
                                        </p:tgtEl>
                                        <p:attrNameLst>
                                          <p:attrName>style.visibility</p:attrName>
                                        </p:attrNameLst>
                                      </p:cBhvr>
                                      <p:to>
                                        <p:strVal val="visible"/>
                                      </p:to>
                                    </p:set>
                                    <p:anim calcmode="lin" valueType="num">
                                      <p:cBhvr>
                                        <p:cTn id="7" dur="500" fill="hold"/>
                                        <p:tgtEl>
                                          <p:spTgt spid="156674"/>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156674"/>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156674"/>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156674"/>
                                        </p:tgtEl>
                                        <p:attrNameLst>
                                          <p:attrName>ppt_y</p:attrName>
                                        </p:attrNameLst>
                                      </p:cBhvr>
                                      <p:tavLst>
                                        <p:tav tm="0">
                                          <p:val>
                                            <p:strVal val="#ppt_y"/>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0" presetClass="entr" presetSubtype="0" fill="hold" grpId="0" nodeType="clickEffect">
                                  <p:stCondLst>
                                    <p:cond delay="0"/>
                                  </p:stCondLst>
                                  <p:childTnLst>
                                    <p:set>
                                      <p:cBhvr>
                                        <p:cTn id="14" dur="1" fill="hold">
                                          <p:stCondLst>
                                            <p:cond delay="0"/>
                                          </p:stCondLst>
                                        </p:cTn>
                                        <p:tgtEl>
                                          <p:spTgt spid="156675">
                                            <p:txEl>
                                              <p:pRg st="0" end="0"/>
                                            </p:txEl>
                                          </p:spTgt>
                                        </p:tgtEl>
                                        <p:attrNameLst>
                                          <p:attrName>style.visibility</p:attrName>
                                        </p:attrNameLst>
                                      </p:cBhvr>
                                      <p:to>
                                        <p:strVal val="visible"/>
                                      </p:to>
                                    </p:set>
                                    <p:animEffect transition="in" filter="wedge">
                                      <p:cBhvr>
                                        <p:cTn id="15" dur="2000"/>
                                        <p:tgtEl>
                                          <p:spTgt spid="15667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6674" grpId="0"/>
      <p:bldP spid="156675"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6" name="Rectangle 2"/>
          <p:cNvSpPr>
            <a:spLocks noGrp="1" noRot="1" noChangeArrowheads="1"/>
          </p:cNvSpPr>
          <p:nvPr>
            <p:ph type="title"/>
          </p:nvPr>
        </p:nvSpPr>
        <p:spPr/>
        <p:txBody>
          <a:bodyPr>
            <a:noAutofit/>
          </a:bodyPr>
          <a:lstStyle/>
          <a:p>
            <a:pPr algn="ctr" eaLnBrk="1" hangingPunct="1">
              <a:defRPr/>
            </a:pPr>
            <a:r>
              <a:rPr lang="en-US" sz="4400" dirty="0">
                <a:effectLst/>
                <a:latin typeface="Times New Roman" pitchFamily="18" charset="0"/>
                <a:cs typeface="Times New Roman" pitchFamily="18" charset="0"/>
              </a:rPr>
              <a:t>7. </a:t>
            </a:r>
            <a:r>
              <a:rPr lang="en-US" sz="4400" dirty="0" err="1">
                <a:effectLst/>
                <a:latin typeface="Times New Roman" pitchFamily="18" charset="0"/>
                <a:cs typeface="Times New Roman" pitchFamily="18" charset="0"/>
              </a:rPr>
              <a:t>Quan</a:t>
            </a:r>
            <a:r>
              <a:rPr lang="en-US" sz="4400" dirty="0">
                <a:effectLst/>
                <a:latin typeface="Times New Roman" pitchFamily="18" charset="0"/>
                <a:cs typeface="Times New Roman" pitchFamily="18" charset="0"/>
              </a:rPr>
              <a:t> </a:t>
            </a:r>
            <a:r>
              <a:rPr lang="en-US" sz="4400" dirty="0" err="1">
                <a:effectLst/>
                <a:latin typeface="Times New Roman" pitchFamily="18" charset="0"/>
                <a:cs typeface="Times New Roman" pitchFamily="18" charset="0"/>
              </a:rPr>
              <a:t>hệ</a:t>
            </a:r>
            <a:r>
              <a:rPr lang="en-US" sz="4400" dirty="0">
                <a:effectLst/>
                <a:latin typeface="Times New Roman" pitchFamily="18" charset="0"/>
                <a:cs typeface="Times New Roman" pitchFamily="18" charset="0"/>
              </a:rPr>
              <a:t> </a:t>
            </a:r>
            <a:r>
              <a:rPr lang="en-US" sz="4400" dirty="0" err="1">
                <a:effectLst/>
                <a:latin typeface="Times New Roman" pitchFamily="18" charset="0"/>
                <a:cs typeface="Times New Roman" pitchFamily="18" charset="0"/>
              </a:rPr>
              <a:t>pháp</a:t>
            </a:r>
            <a:r>
              <a:rPr lang="en-US" sz="4400" dirty="0">
                <a:effectLst/>
                <a:latin typeface="Times New Roman" pitchFamily="18" charset="0"/>
                <a:cs typeface="Times New Roman" pitchFamily="18" charset="0"/>
              </a:rPr>
              <a:t> </a:t>
            </a:r>
            <a:r>
              <a:rPr lang="en-US" sz="4400" dirty="0" err="1">
                <a:effectLst/>
                <a:latin typeface="Times New Roman" pitchFamily="18" charset="0"/>
                <a:cs typeface="Times New Roman" pitchFamily="18" charset="0"/>
              </a:rPr>
              <a:t>luật</a:t>
            </a:r>
            <a:r>
              <a:rPr lang="en-US" sz="4400" dirty="0">
                <a:effectLst/>
                <a:latin typeface="Times New Roman" pitchFamily="18" charset="0"/>
                <a:cs typeface="Times New Roman" pitchFamily="18" charset="0"/>
              </a:rPr>
              <a:t>  </a:t>
            </a:r>
          </a:p>
        </p:txBody>
      </p:sp>
      <p:sp>
        <p:nvSpPr>
          <p:cNvPr id="159747" name="Rectangle 3"/>
          <p:cNvSpPr>
            <a:spLocks noGrp="1" noRot="1" noChangeArrowheads="1"/>
          </p:cNvSpPr>
          <p:nvPr>
            <p:ph idx="1"/>
          </p:nvPr>
        </p:nvSpPr>
        <p:spPr>
          <a:xfrm>
            <a:off x="152400" y="2336873"/>
            <a:ext cx="8839200" cy="3599316"/>
          </a:xfrm>
        </p:spPr>
        <p:txBody>
          <a:bodyPr>
            <a:normAutofit/>
          </a:bodyPr>
          <a:lstStyle/>
          <a:p>
            <a:pPr marL="0" indent="0" algn="just" eaLnBrk="1" hangingPunct="1">
              <a:buNone/>
              <a:defRPr/>
            </a:pPr>
            <a:r>
              <a:rPr lang="en-US" sz="3200" i="1" dirty="0" err="1">
                <a:latin typeface="Times New Roman" pitchFamily="18" charset="0"/>
                <a:cs typeface="Times New Roman" pitchFamily="18" charset="0"/>
              </a:rPr>
              <a:t>Khái</a:t>
            </a:r>
            <a:r>
              <a:rPr lang="en-US" sz="3200" i="1" dirty="0">
                <a:latin typeface="Times New Roman" pitchFamily="18" charset="0"/>
                <a:cs typeface="Times New Roman" pitchFamily="18" charset="0"/>
              </a:rPr>
              <a:t> </a:t>
            </a:r>
            <a:r>
              <a:rPr lang="en-US" sz="3200" i="1" dirty="0" err="1">
                <a:latin typeface="Times New Roman" pitchFamily="18" charset="0"/>
                <a:cs typeface="Times New Roman" pitchFamily="18" charset="0"/>
              </a:rPr>
              <a:t>niệm</a:t>
            </a:r>
            <a:r>
              <a:rPr lang="en-US" sz="3200" i="1" dirty="0">
                <a:latin typeface="Times New Roman" pitchFamily="18" charset="0"/>
                <a:cs typeface="Times New Roman" pitchFamily="18" charset="0"/>
              </a:rPr>
              <a:t> </a:t>
            </a:r>
          </a:p>
          <a:p>
            <a:pPr marL="609600" indent="-609600" algn="just" eaLnBrk="1" hangingPunct="1">
              <a:defRPr/>
            </a:pPr>
            <a:r>
              <a:rPr lang="en-US" sz="3200" dirty="0" err="1">
                <a:latin typeface="Times New Roman" pitchFamily="18" charset="0"/>
                <a:cs typeface="Times New Roman" pitchFamily="18" charset="0"/>
              </a:rPr>
              <a:t>Là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những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quan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hệ</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nảy</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sinh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trong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đời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sống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xã</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hội</a:t>
            </a:r>
            <a:endParaRPr lang="en-US" sz="3200" dirty="0">
              <a:latin typeface="Times New Roman" pitchFamily="18" charset="0"/>
              <a:cs typeface="Times New Roman" pitchFamily="18" charset="0"/>
            </a:endParaRPr>
          </a:p>
          <a:p>
            <a:pPr marL="609600" indent="-609600" algn="just" eaLnBrk="1" hangingPunct="1">
              <a:defRPr/>
            </a:pPr>
            <a:r>
              <a:rPr lang="en-US" sz="3200" dirty="0" err="1">
                <a:latin typeface="Times New Roman" pitchFamily="18" charset="0"/>
                <a:cs typeface="Times New Roman" pitchFamily="18" charset="0"/>
              </a:rPr>
              <a:t>Trong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đó</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chủ</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tham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gia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có</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những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quyền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nghĩa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vụ</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được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pháp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luật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quy</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định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đảm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bảo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thực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hiện</a:t>
            </a:r>
            <a:endParaRPr lang="en-US" sz="3200" dirty="0">
              <a:latin typeface="Times New Roman" pitchFamily="18" charset="0"/>
              <a:cs typeface="Times New Roman" pitchFamily="18" charset="0"/>
            </a:endParaRPr>
          </a:p>
          <a:p>
            <a:pPr marL="609600" indent="-609600" algn="just" eaLnBrk="1" hangingPunct="1">
              <a:buFont typeface="Wingdings" pitchFamily="2" charset="2"/>
              <a:buAutoNum type="arabicPeriod"/>
              <a:defRPr/>
            </a:pPr>
            <a:endParaRPr lang="en-US" sz="3200" dirty="0">
              <a:latin typeface="Times New Roman" pitchFamily="18" charset="0"/>
              <a:cs typeface="Times New Roman" pitchFamily="18" charset="0"/>
            </a:endParaRPr>
          </a:p>
          <a:p>
            <a:pPr marL="609600" indent="-609600" algn="just" eaLnBrk="1" hangingPunct="1">
              <a:buFont typeface="Wingdings" pitchFamily="2" charset="2"/>
              <a:buAutoNum type="arabicPeriod"/>
              <a:defRPr/>
            </a:pPr>
            <a:endParaRPr lang="en-US" sz="32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4" fill="hold" grpId="0" nodeType="clickEffect">
                                  <p:stCondLst>
                                    <p:cond delay="0"/>
                                  </p:stCondLst>
                                  <p:childTnLst>
                                    <p:set>
                                      <p:cBhvr>
                                        <p:cTn id="6" dur="1" fill="hold">
                                          <p:stCondLst>
                                            <p:cond delay="0"/>
                                          </p:stCondLst>
                                        </p:cTn>
                                        <p:tgtEl>
                                          <p:spTgt spid="159746"/>
                                        </p:tgtEl>
                                        <p:attrNameLst>
                                          <p:attrName>style.visibility</p:attrName>
                                        </p:attrNameLst>
                                      </p:cBhvr>
                                      <p:to>
                                        <p:strVal val="visible"/>
                                      </p:to>
                                    </p:set>
                                    <p:animEffect transition="in" filter="wheel(4)">
                                      <p:cBhvr>
                                        <p:cTn id="7" dur="2000"/>
                                        <p:tgtEl>
                                          <p:spTgt spid="159746"/>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4" fill="hold" grpId="0" nodeType="clickEffect">
                                  <p:stCondLst>
                                    <p:cond delay="0"/>
                                  </p:stCondLst>
                                  <p:childTnLst>
                                    <p:set>
                                      <p:cBhvr>
                                        <p:cTn id="11" dur="1" fill="hold">
                                          <p:stCondLst>
                                            <p:cond delay="0"/>
                                          </p:stCondLst>
                                        </p:cTn>
                                        <p:tgtEl>
                                          <p:spTgt spid="159747">
                                            <p:txEl>
                                              <p:pRg st="0" end="0"/>
                                            </p:txEl>
                                          </p:spTgt>
                                        </p:tgtEl>
                                        <p:attrNameLst>
                                          <p:attrName>style.visibility</p:attrName>
                                        </p:attrNameLst>
                                      </p:cBhvr>
                                      <p:to>
                                        <p:strVal val="visible"/>
                                      </p:to>
                                    </p:set>
                                    <p:animEffect transition="in" filter="wheel(4)">
                                      <p:cBhvr>
                                        <p:cTn id="12" dur="2000"/>
                                        <p:tgtEl>
                                          <p:spTgt spid="15974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4" fill="hold" grpId="0" nodeType="clickEffect">
                                  <p:stCondLst>
                                    <p:cond delay="0"/>
                                  </p:stCondLst>
                                  <p:childTnLst>
                                    <p:set>
                                      <p:cBhvr>
                                        <p:cTn id="16" dur="1" fill="hold">
                                          <p:stCondLst>
                                            <p:cond delay="0"/>
                                          </p:stCondLst>
                                        </p:cTn>
                                        <p:tgtEl>
                                          <p:spTgt spid="159747">
                                            <p:txEl>
                                              <p:pRg st="1" end="1"/>
                                            </p:txEl>
                                          </p:spTgt>
                                        </p:tgtEl>
                                        <p:attrNameLst>
                                          <p:attrName>style.visibility</p:attrName>
                                        </p:attrNameLst>
                                      </p:cBhvr>
                                      <p:to>
                                        <p:strVal val="visible"/>
                                      </p:to>
                                    </p:set>
                                    <p:animEffect transition="in" filter="wheel(4)">
                                      <p:cBhvr>
                                        <p:cTn id="17" dur="2000"/>
                                        <p:tgtEl>
                                          <p:spTgt spid="159747">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4" fill="hold" grpId="0" nodeType="clickEffect">
                                  <p:stCondLst>
                                    <p:cond delay="0"/>
                                  </p:stCondLst>
                                  <p:childTnLst>
                                    <p:set>
                                      <p:cBhvr>
                                        <p:cTn id="21" dur="1" fill="hold">
                                          <p:stCondLst>
                                            <p:cond delay="0"/>
                                          </p:stCondLst>
                                        </p:cTn>
                                        <p:tgtEl>
                                          <p:spTgt spid="159747">
                                            <p:txEl>
                                              <p:pRg st="2" end="2"/>
                                            </p:txEl>
                                          </p:spTgt>
                                        </p:tgtEl>
                                        <p:attrNameLst>
                                          <p:attrName>style.visibility</p:attrName>
                                        </p:attrNameLst>
                                      </p:cBhvr>
                                      <p:to>
                                        <p:strVal val="visible"/>
                                      </p:to>
                                    </p:set>
                                    <p:animEffect transition="in" filter="wheel(4)">
                                      <p:cBhvr>
                                        <p:cTn id="22" dur="2000"/>
                                        <p:tgtEl>
                                          <p:spTgt spid="159747">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9746" grpId="0"/>
      <p:bldP spid="159747"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Rot="1" noChangeArrowheads="1"/>
          </p:cNvSpPr>
          <p:nvPr>
            <p:ph type="title"/>
          </p:nvPr>
        </p:nvSpPr>
        <p:spPr>
          <a:xfrm>
            <a:off x="0" y="990600"/>
            <a:ext cx="7696200" cy="898525"/>
          </a:xfrm>
        </p:spPr>
        <p:txBody>
          <a:bodyPr>
            <a:normAutofit/>
          </a:bodyPr>
          <a:lstStyle/>
          <a:p>
            <a:pPr algn="ctr" eaLnBrk="1" hangingPunct="1">
              <a:defRPr/>
            </a:pPr>
            <a:r>
              <a:rPr lang="en-US" sz="4400" i="1" dirty="0" err="1">
                <a:effectLst/>
                <a:latin typeface="Times New Roman" pitchFamily="18" charset="0"/>
                <a:cs typeface="Times New Roman" pitchFamily="18" charset="0"/>
              </a:rPr>
              <a:t>Đặc</a:t>
            </a:r>
            <a:r>
              <a:rPr lang="en-US" sz="4400" i="1" dirty="0">
                <a:effectLst/>
                <a:latin typeface="Times New Roman" pitchFamily="18" charset="0"/>
                <a:cs typeface="Times New Roman" pitchFamily="18" charset="0"/>
              </a:rPr>
              <a:t> </a:t>
            </a:r>
            <a:r>
              <a:rPr lang="en-US" sz="4400" i="1" dirty="0" err="1">
                <a:effectLst/>
                <a:latin typeface="Times New Roman" pitchFamily="18" charset="0"/>
                <a:cs typeface="Times New Roman" pitchFamily="18" charset="0"/>
              </a:rPr>
              <a:t>điểm</a:t>
            </a:r>
            <a:r>
              <a:rPr lang="en-US" sz="4400" i="1" dirty="0">
                <a:effectLst/>
                <a:latin typeface="Times New Roman" pitchFamily="18" charset="0"/>
                <a:cs typeface="Times New Roman" pitchFamily="18" charset="0"/>
              </a:rPr>
              <a:t> </a:t>
            </a:r>
            <a:r>
              <a:rPr lang="en-US" sz="4400" i="1" dirty="0" err="1">
                <a:effectLst/>
                <a:latin typeface="Times New Roman" pitchFamily="18" charset="0"/>
                <a:cs typeface="Times New Roman" pitchFamily="18" charset="0"/>
              </a:rPr>
              <a:t>của</a:t>
            </a:r>
            <a:r>
              <a:rPr lang="en-US" sz="4400" i="1" dirty="0">
                <a:effectLst/>
                <a:latin typeface="Times New Roman" pitchFamily="18" charset="0"/>
                <a:cs typeface="Times New Roman" pitchFamily="18" charset="0"/>
              </a:rPr>
              <a:t> </a:t>
            </a:r>
            <a:r>
              <a:rPr lang="en-US" sz="4400" i="1" dirty="0" err="1">
                <a:latin typeface="Times New Roman" pitchFamily="18" charset="0"/>
                <a:cs typeface="Times New Roman" pitchFamily="18" charset="0"/>
              </a:rPr>
              <a:t>quan</a:t>
            </a:r>
            <a:r>
              <a:rPr lang="en-US" sz="4400" i="1" dirty="0">
                <a:latin typeface="Times New Roman" pitchFamily="18" charset="0"/>
                <a:cs typeface="Times New Roman" pitchFamily="18" charset="0"/>
              </a:rPr>
              <a:t> </a:t>
            </a:r>
            <a:r>
              <a:rPr lang="en-US" sz="4400" i="1" dirty="0" err="1">
                <a:latin typeface="Times New Roman" pitchFamily="18" charset="0"/>
                <a:cs typeface="Times New Roman" pitchFamily="18" charset="0"/>
              </a:rPr>
              <a:t>hệ</a:t>
            </a:r>
            <a:r>
              <a:rPr lang="en-US" sz="4400" i="1" dirty="0">
                <a:latin typeface="Times New Roman" pitchFamily="18" charset="0"/>
                <a:cs typeface="Times New Roman" pitchFamily="18" charset="0"/>
              </a:rPr>
              <a:t> </a:t>
            </a:r>
            <a:r>
              <a:rPr lang="en-US" sz="4400" i="1" dirty="0" err="1">
                <a:latin typeface="Times New Roman" pitchFamily="18" charset="0"/>
                <a:cs typeface="Times New Roman" pitchFamily="18" charset="0"/>
              </a:rPr>
              <a:t>pháp</a:t>
            </a:r>
            <a:r>
              <a:rPr lang="en-US" sz="4400" i="1" dirty="0">
                <a:latin typeface="Times New Roman" pitchFamily="18" charset="0"/>
                <a:cs typeface="Times New Roman" pitchFamily="18" charset="0"/>
              </a:rPr>
              <a:t> </a:t>
            </a:r>
            <a:r>
              <a:rPr lang="en-US" sz="4400" i="1" dirty="0" err="1">
                <a:latin typeface="Times New Roman" pitchFamily="18" charset="0"/>
                <a:cs typeface="Times New Roman" pitchFamily="18" charset="0"/>
              </a:rPr>
              <a:t>luật</a:t>
            </a:r>
            <a:endParaRPr lang="en-US" sz="4400" i="1" dirty="0">
              <a:effectLst/>
              <a:latin typeface="Times New Roman" pitchFamily="18" charset="0"/>
              <a:cs typeface="Times New Roman" pitchFamily="18" charset="0"/>
            </a:endParaRPr>
          </a:p>
        </p:txBody>
      </p:sp>
      <p:sp>
        <p:nvSpPr>
          <p:cNvPr id="160771" name="Rectangle 3"/>
          <p:cNvSpPr>
            <a:spLocks noGrp="1" noRot="1" noChangeArrowheads="1"/>
          </p:cNvSpPr>
          <p:nvPr>
            <p:ph idx="1"/>
          </p:nvPr>
        </p:nvSpPr>
        <p:spPr>
          <a:xfrm>
            <a:off x="225425" y="2529617"/>
            <a:ext cx="8616950" cy="3124200"/>
          </a:xfrm>
        </p:spPr>
        <p:txBody>
          <a:bodyPr>
            <a:normAutofit/>
          </a:bodyPr>
          <a:lstStyle/>
          <a:p>
            <a:pPr eaLnBrk="1" hangingPunct="1">
              <a:defRPr/>
            </a:pPr>
            <a:r>
              <a:rPr lang="en-US" sz="3200" dirty="0">
                <a:latin typeface="Times New Roman" pitchFamily="18" charset="0"/>
                <a:cs typeface="Times New Roman" pitchFamily="18" charset="0"/>
              </a:rPr>
              <a:t>QHPL </a:t>
            </a:r>
            <a:r>
              <a:rPr lang="en-US" sz="3200" dirty="0" err="1">
                <a:latin typeface="Times New Roman" pitchFamily="18" charset="0"/>
                <a:cs typeface="Times New Roman" pitchFamily="18" charset="0"/>
              </a:rPr>
              <a:t>là</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loại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quan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hệ</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có</a:t>
            </a:r>
            <a:r>
              <a:rPr lang="en-US" sz="3200" dirty="0">
                <a:latin typeface="Times New Roman" pitchFamily="18" charset="0"/>
                <a:cs typeface="Times New Roman" pitchFamily="18" charset="0"/>
              </a:rPr>
              <a:t> ý </a:t>
            </a:r>
            <a:r>
              <a:rPr lang="en-US" sz="3200" dirty="0" err="1">
                <a:latin typeface="Times New Roman" pitchFamily="18" charset="0"/>
                <a:cs typeface="Times New Roman" pitchFamily="18" charset="0"/>
              </a:rPr>
              <a:t>chí</a:t>
            </a:r>
            <a:endParaRPr lang="en-US" sz="3200" dirty="0">
              <a:latin typeface="Times New Roman" pitchFamily="18" charset="0"/>
              <a:cs typeface="Times New Roman" pitchFamily="18" charset="0"/>
            </a:endParaRPr>
          </a:p>
          <a:p>
            <a:pPr eaLnBrk="1" hangingPunct="1">
              <a:buFont typeface="Wingdings" pitchFamily="2" charset="2"/>
              <a:buNone/>
              <a:defRPr/>
            </a:pPr>
            <a:endParaRPr lang="en-US" sz="3200" dirty="0">
              <a:latin typeface="Times New Roman" pitchFamily="18" charset="0"/>
              <a:cs typeface="Times New Roman" pitchFamily="18" charset="0"/>
            </a:endParaRPr>
          </a:p>
          <a:p>
            <a:pPr eaLnBrk="1" hangingPunct="1">
              <a:defRPr/>
            </a:pPr>
            <a:r>
              <a:rPr lang="en-US" sz="3200" dirty="0">
                <a:latin typeface="Times New Roman" pitchFamily="18" charset="0"/>
                <a:cs typeface="Times New Roman" pitchFamily="18" charset="0"/>
              </a:rPr>
              <a:t>QHPL </a:t>
            </a:r>
            <a:r>
              <a:rPr lang="en-US" sz="3200" dirty="0" err="1">
                <a:latin typeface="Times New Roman" pitchFamily="18" charset="0"/>
                <a:cs typeface="Times New Roman" pitchFamily="18" charset="0"/>
              </a:rPr>
              <a:t>luôn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gắn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liền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với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sự</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kiện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pháp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lý</a:t>
            </a:r>
            <a:endParaRPr lang="en-US" sz="3200" dirty="0">
              <a:latin typeface="Times New Roman" pitchFamily="18" charset="0"/>
              <a:cs typeface="Times New Roman" pitchFamily="18" charset="0"/>
            </a:endParaRPr>
          </a:p>
          <a:p>
            <a:pPr eaLnBrk="1" hangingPunct="1">
              <a:buFont typeface="Wingdings" pitchFamily="2" charset="2"/>
              <a:buNone/>
              <a:defRPr/>
            </a:pPr>
            <a:endParaRPr lang="en-US" sz="3200" dirty="0">
              <a:latin typeface="Times New Roman" pitchFamily="18" charset="0"/>
              <a:cs typeface="Times New Roman" pitchFamily="18" charset="0"/>
            </a:endParaRPr>
          </a:p>
          <a:p>
            <a:pPr eaLnBrk="1" hangingPunct="1">
              <a:defRPr/>
            </a:pPr>
            <a:r>
              <a:rPr lang="en-US" sz="3200" dirty="0">
                <a:latin typeface="Times New Roman" pitchFamily="18" charset="0"/>
                <a:cs typeface="Times New Roman" pitchFamily="18" charset="0"/>
              </a:rPr>
              <a:t>QHPL </a:t>
            </a:r>
            <a:r>
              <a:rPr lang="en-US" sz="3200" dirty="0" err="1">
                <a:latin typeface="Times New Roman" pitchFamily="18" charset="0"/>
                <a:cs typeface="Times New Roman" pitchFamily="18" charset="0"/>
              </a:rPr>
              <a:t>xuất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hiện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dựa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trên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cơ</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sở</a:t>
            </a:r>
            <a:r>
              <a:rPr lang="en-US" sz="3200" dirty="0">
                <a:latin typeface="Times New Roman" pitchFamily="18" charset="0"/>
                <a:cs typeface="Times New Roman" pitchFamily="18" charset="0"/>
              </a:rPr>
              <a:t> QPPL</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5" presetClass="entr" presetSubtype="0" fill="hold" grpId="0" nodeType="clickEffect">
                                  <p:stCondLst>
                                    <p:cond delay="0"/>
                                  </p:stCondLst>
                                  <p:childTnLst>
                                    <p:set>
                                      <p:cBhvr>
                                        <p:cTn id="6" dur="1" fill="hold">
                                          <p:stCondLst>
                                            <p:cond delay="0"/>
                                          </p:stCondLst>
                                        </p:cTn>
                                        <p:tgtEl>
                                          <p:spTgt spid="160770"/>
                                        </p:tgtEl>
                                        <p:attrNameLst>
                                          <p:attrName>style.visibility</p:attrName>
                                        </p:attrNameLst>
                                      </p:cBhvr>
                                      <p:to>
                                        <p:strVal val="visible"/>
                                      </p:to>
                                    </p:set>
                                    <p:anim calcmode="lin" valueType="num">
                                      <p:cBhvr>
                                        <p:cTn id="7" dur="1000" fill="hold"/>
                                        <p:tgtEl>
                                          <p:spTgt spid="160770"/>
                                        </p:tgtEl>
                                        <p:attrNameLst>
                                          <p:attrName>ppt_w</p:attrName>
                                        </p:attrNameLst>
                                      </p:cBhvr>
                                      <p:tavLst>
                                        <p:tav tm="0">
                                          <p:val>
                                            <p:fltVal val="0"/>
                                          </p:val>
                                        </p:tav>
                                        <p:tav tm="100000">
                                          <p:val>
                                            <p:strVal val="#ppt_w"/>
                                          </p:val>
                                        </p:tav>
                                      </p:tavLst>
                                    </p:anim>
                                    <p:anim calcmode="lin" valueType="num">
                                      <p:cBhvr>
                                        <p:cTn id="8" dur="1000" fill="hold"/>
                                        <p:tgtEl>
                                          <p:spTgt spid="160770"/>
                                        </p:tgtEl>
                                        <p:attrNameLst>
                                          <p:attrName>ppt_h</p:attrName>
                                        </p:attrNameLst>
                                      </p:cBhvr>
                                      <p:tavLst>
                                        <p:tav tm="0">
                                          <p:val>
                                            <p:fltVal val="0"/>
                                          </p:val>
                                        </p:tav>
                                        <p:tav tm="100000">
                                          <p:val>
                                            <p:strVal val="#ppt_h"/>
                                          </p:val>
                                        </p:tav>
                                      </p:tavLst>
                                    </p:anim>
                                    <p:anim calcmode="lin" valueType="num">
                                      <p:cBhvr>
                                        <p:cTn id="9" dur="1000" fill="hold"/>
                                        <p:tgtEl>
                                          <p:spTgt spid="160770"/>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160770"/>
                                        </p:tgtEl>
                                        <p:attrNameLst>
                                          <p:attrName>ppt_y</p:attrName>
                                        </p:attrNameLst>
                                      </p:cBhvr>
                                      <p:tavLst>
                                        <p:tav tm="0" fmla="#ppt_y+(sin(-2*pi*(1-$))*-#ppt_x+cos(-2*pi*(1-$))*(1-#ppt_y))*(1-$)">
                                          <p:val>
                                            <p:fltVal val="0"/>
                                          </p:val>
                                        </p:tav>
                                        <p:tav tm="100000">
                                          <p:val>
                                            <p:fltVal val="1"/>
                                          </p:val>
                                        </p:tav>
                                      </p:tavLst>
                                    </p:anim>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160771">
                                            <p:txEl>
                                              <p:pRg st="0" end="0"/>
                                            </p:txEl>
                                          </p:spTgt>
                                        </p:tgtEl>
                                        <p:attrNameLst>
                                          <p:attrName>style.visibility</p:attrName>
                                        </p:attrNameLst>
                                      </p:cBhvr>
                                      <p:to>
                                        <p:strVal val="visible"/>
                                      </p:to>
                                    </p:set>
                                    <p:animEffect transition="in" filter="wipe(down)">
                                      <p:cBhvr>
                                        <p:cTn id="15" dur="500"/>
                                        <p:tgtEl>
                                          <p:spTgt spid="160771">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160771">
                                            <p:txEl>
                                              <p:pRg st="2" end="2"/>
                                            </p:txEl>
                                          </p:spTgt>
                                        </p:tgtEl>
                                        <p:attrNameLst>
                                          <p:attrName>style.visibility</p:attrName>
                                        </p:attrNameLst>
                                      </p:cBhvr>
                                      <p:to>
                                        <p:strVal val="visible"/>
                                      </p:to>
                                    </p:set>
                                    <p:animEffect transition="in" filter="wipe(down)">
                                      <p:cBhvr>
                                        <p:cTn id="20" dur="500"/>
                                        <p:tgtEl>
                                          <p:spTgt spid="160771">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22" presetClass="entr" presetSubtype="4" fill="hold" grpId="0" nodeType="clickEffect">
                                  <p:stCondLst>
                                    <p:cond delay="0"/>
                                  </p:stCondLst>
                                  <p:childTnLst>
                                    <p:set>
                                      <p:cBhvr>
                                        <p:cTn id="24" dur="1" fill="hold">
                                          <p:stCondLst>
                                            <p:cond delay="0"/>
                                          </p:stCondLst>
                                        </p:cTn>
                                        <p:tgtEl>
                                          <p:spTgt spid="160771">
                                            <p:txEl>
                                              <p:pRg st="4" end="4"/>
                                            </p:txEl>
                                          </p:spTgt>
                                        </p:tgtEl>
                                        <p:attrNameLst>
                                          <p:attrName>style.visibility</p:attrName>
                                        </p:attrNameLst>
                                      </p:cBhvr>
                                      <p:to>
                                        <p:strVal val="visible"/>
                                      </p:to>
                                    </p:set>
                                    <p:animEffect transition="in" filter="wipe(down)">
                                      <p:cBhvr>
                                        <p:cTn id="25" dur="500"/>
                                        <p:tgtEl>
                                          <p:spTgt spid="16077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0770" grpId="0"/>
      <p:bldP spid="160771"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Rot="1" noChangeArrowheads="1"/>
          </p:cNvSpPr>
          <p:nvPr>
            <p:ph type="title"/>
          </p:nvPr>
        </p:nvSpPr>
        <p:spPr>
          <a:xfrm>
            <a:off x="75767" y="762000"/>
            <a:ext cx="7620433" cy="1080938"/>
          </a:xfrm>
        </p:spPr>
        <p:txBody>
          <a:bodyPr>
            <a:normAutofit/>
          </a:bodyPr>
          <a:lstStyle/>
          <a:p>
            <a:pPr algn="ctr" eaLnBrk="1" hangingPunct="1">
              <a:defRPr/>
            </a:pPr>
            <a:r>
              <a:rPr lang="en-US" i="1" dirty="0">
                <a:effectLst/>
                <a:latin typeface="Times New Roman" pitchFamily="18" charset="0"/>
                <a:cs typeface="Times New Roman" pitchFamily="18" charset="0"/>
              </a:rPr>
              <a:t>Thành </a:t>
            </a:r>
            <a:r>
              <a:rPr lang="en-US" i="1" dirty="0" err="1">
                <a:effectLst/>
                <a:latin typeface="Times New Roman" pitchFamily="18" charset="0"/>
                <a:cs typeface="Times New Roman" pitchFamily="18" charset="0"/>
              </a:rPr>
              <a:t>phần</a:t>
            </a:r>
            <a:r>
              <a:rPr lang="en-US" i="1" dirty="0">
                <a:effectLst/>
                <a:latin typeface="Times New Roman" pitchFamily="18" charset="0"/>
                <a:cs typeface="Times New Roman" pitchFamily="18" charset="0"/>
              </a:rPr>
              <a:t> </a:t>
            </a:r>
            <a:r>
              <a:rPr lang="en-US" i="1" dirty="0" err="1">
                <a:effectLst/>
                <a:latin typeface="Times New Roman" pitchFamily="18" charset="0"/>
                <a:cs typeface="Times New Roman" pitchFamily="18" charset="0"/>
              </a:rPr>
              <a:t>của</a:t>
            </a:r>
            <a:r>
              <a:rPr lang="en-US" i="1" dirty="0">
                <a:effectLst/>
                <a:latin typeface="Times New Roman" pitchFamily="18" charset="0"/>
                <a:cs typeface="Times New Roman" pitchFamily="18" charset="0"/>
              </a:rPr>
              <a:t> </a:t>
            </a:r>
            <a:r>
              <a:rPr lang="en-US" i="1" dirty="0" err="1">
                <a:latin typeface="Times New Roman" pitchFamily="18" charset="0"/>
                <a:cs typeface="Times New Roman" pitchFamily="18" charset="0"/>
              </a:rPr>
              <a:t>quan</a:t>
            </a:r>
            <a:r>
              <a:rPr lang="en-US" i="1" dirty="0">
                <a:latin typeface="Times New Roman" pitchFamily="18" charset="0"/>
                <a:cs typeface="Times New Roman" pitchFamily="18" charset="0"/>
              </a:rPr>
              <a:t> </a:t>
            </a:r>
            <a:r>
              <a:rPr lang="en-US" i="1" dirty="0" err="1">
                <a:latin typeface="Times New Roman" pitchFamily="18" charset="0"/>
                <a:cs typeface="Times New Roman" pitchFamily="18" charset="0"/>
              </a:rPr>
              <a:t>hệ</a:t>
            </a:r>
            <a:r>
              <a:rPr lang="en-US" i="1" dirty="0">
                <a:latin typeface="Times New Roman" pitchFamily="18" charset="0"/>
                <a:cs typeface="Times New Roman" pitchFamily="18" charset="0"/>
              </a:rPr>
              <a:t> </a:t>
            </a:r>
            <a:r>
              <a:rPr lang="en-US" i="1" dirty="0" err="1">
                <a:latin typeface="Times New Roman" pitchFamily="18" charset="0"/>
                <a:cs typeface="Times New Roman" pitchFamily="18" charset="0"/>
              </a:rPr>
              <a:t>pháp</a:t>
            </a:r>
            <a:r>
              <a:rPr lang="en-US" i="1" dirty="0">
                <a:latin typeface="Times New Roman" pitchFamily="18" charset="0"/>
                <a:cs typeface="Times New Roman" pitchFamily="18" charset="0"/>
              </a:rPr>
              <a:t> </a:t>
            </a:r>
            <a:r>
              <a:rPr lang="en-US" i="1" dirty="0" err="1">
                <a:latin typeface="Times New Roman" pitchFamily="18" charset="0"/>
                <a:cs typeface="Times New Roman" pitchFamily="18" charset="0"/>
              </a:rPr>
              <a:t>luật</a:t>
            </a:r>
            <a:endParaRPr lang="en-US" i="1" dirty="0">
              <a:effectLst/>
              <a:latin typeface="Times New Roman" pitchFamily="18" charset="0"/>
              <a:cs typeface="Times New Roman" pitchFamily="18" charset="0"/>
            </a:endParaRPr>
          </a:p>
        </p:txBody>
      </p:sp>
      <p:graphicFrame>
        <p:nvGraphicFramePr>
          <p:cNvPr id="7" name="Diagram 6">
            <a:extLst>
              <a:ext uri="{FF2B5EF4-FFF2-40B4-BE49-F238E27FC236}">
                <a16:creationId xmlns:a16="http://schemas.microsoft.com/office/drawing/2014/main" id="{B145B0E4-EEB3-E767-210B-25959B640CF7}"/>
              </a:ext>
            </a:extLst>
          </p:cNvPr>
          <p:cNvGraphicFramePr/>
          <p:nvPr>
            <p:extLst>
              <p:ext uri="{D42A27DB-BD31-4B8C-83A1-F6EECF244321}">
                <p14:modId xmlns:p14="http://schemas.microsoft.com/office/powerpoint/2010/main" val="287858350"/>
              </p:ext>
            </p:extLst>
          </p:nvPr>
        </p:nvGraphicFramePr>
        <p:xfrm>
          <a:off x="1066800" y="236220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8" presetClass="entr" presetSubtype="0" accel="50000" fill="hold" grpId="0" nodeType="clickEffect">
                                  <p:stCondLst>
                                    <p:cond delay="0"/>
                                  </p:stCondLst>
                                  <p:childTnLst>
                                    <p:set>
                                      <p:cBhvr>
                                        <p:cTn id="6" dur="1" fill="hold">
                                          <p:stCondLst>
                                            <p:cond delay="0"/>
                                          </p:stCondLst>
                                        </p:cTn>
                                        <p:tgtEl>
                                          <p:spTgt spid="161794"/>
                                        </p:tgtEl>
                                        <p:attrNameLst>
                                          <p:attrName>style.visibility</p:attrName>
                                        </p:attrNameLst>
                                      </p:cBhvr>
                                      <p:to>
                                        <p:strVal val="visible"/>
                                      </p:to>
                                    </p:set>
                                    <p:anim calcmode="lin" valueType="num">
                                      <p:cBhvr>
                                        <p:cTn id="7" dur="1000" fill="hold"/>
                                        <p:tgtEl>
                                          <p:spTgt spid="161794"/>
                                        </p:tgtEl>
                                        <p:attrNameLst>
                                          <p:attrName>style.rotation</p:attrName>
                                        </p:attrNameLst>
                                      </p:cBhvr>
                                      <p:tavLst>
                                        <p:tav tm="0">
                                          <p:val>
                                            <p:fltVal val="90"/>
                                          </p:val>
                                        </p:tav>
                                        <p:tav tm="80000">
                                          <p:val>
                                            <p:fltVal val="90"/>
                                          </p:val>
                                        </p:tav>
                                        <p:tav tm="80000">
                                          <p:val>
                                            <p:fltVal val="90"/>
                                          </p:val>
                                        </p:tav>
                                        <p:tav tm="100000">
                                          <p:val>
                                            <p:fltVal val="0"/>
                                          </p:val>
                                        </p:tav>
                                      </p:tavLst>
                                    </p:anim>
                                    <p:anim calcmode="lin" valueType="num">
                                      <p:cBhvr>
                                        <p:cTn id="8" dur="1000" fill="hold"/>
                                        <p:tgtEl>
                                          <p:spTgt spid="161794"/>
                                        </p:tgtEl>
                                        <p:attrNameLst>
                                          <p:attrName>ppt_x</p:attrName>
                                        </p:attrNameLst>
                                      </p:cBhvr>
                                      <p:tavLst>
                                        <p:tav tm="0">
                                          <p:val>
                                            <p:fltVal val="-1"/>
                                          </p:val>
                                        </p:tav>
                                        <p:tav tm="50000">
                                          <p:val>
                                            <p:fltVal val="0.95"/>
                                          </p:val>
                                        </p:tav>
                                        <p:tav tm="100000">
                                          <p:val>
                                            <p:strVal val="#ppt_x"/>
                                          </p:val>
                                        </p:tav>
                                      </p:tavLst>
                                    </p:anim>
                                    <p:anim calcmode="lin" valueType="num">
                                      <p:cBhvr>
                                        <p:cTn id="9" dur="1000" fill="hold"/>
                                        <p:tgtEl>
                                          <p:spTgt spid="161794"/>
                                        </p:tgtEl>
                                        <p:attrNameLst>
                                          <p:attrName>ppt_y</p:attrName>
                                        </p:attrNameLst>
                                      </p:cBhvr>
                                      <p:tavLst>
                                        <p:tav tm="0">
                                          <p:val>
                                            <p:strVal val="#ppt_y"/>
                                          </p:val>
                                        </p:tav>
                                        <p:tav tm="100000">
                                          <p:val>
                                            <p:strVal val="#ppt_y"/>
                                          </p:val>
                                        </p:tav>
                                      </p:tavLst>
                                    </p:anim>
                                    <p:animEffect transition="in" filter="fade">
                                      <p:cBhvr>
                                        <p:cTn id="10" dur="1000"/>
                                        <p:tgtEl>
                                          <p:spTgt spid="1617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1794"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2" name="Rectangle 2"/>
          <p:cNvSpPr>
            <a:spLocks noGrp="1" noRot="1" noChangeArrowheads="1"/>
          </p:cNvSpPr>
          <p:nvPr>
            <p:ph type="title"/>
          </p:nvPr>
        </p:nvSpPr>
        <p:spPr>
          <a:xfrm>
            <a:off x="609600" y="928905"/>
            <a:ext cx="6896534" cy="1080938"/>
          </a:xfrm>
        </p:spPr>
        <p:txBody>
          <a:bodyPr>
            <a:normAutofit/>
          </a:bodyPr>
          <a:lstStyle/>
          <a:p>
            <a:pPr algn="ctr" eaLnBrk="1" hangingPunct="1">
              <a:defRPr/>
            </a:pPr>
            <a:r>
              <a:rPr lang="en-US" sz="4000" i="1" dirty="0" err="1">
                <a:effectLst/>
                <a:latin typeface="Times New Roman" pitchFamily="18" charset="0"/>
                <a:cs typeface="Times New Roman" pitchFamily="18" charset="0"/>
              </a:rPr>
              <a:t>Đặc</a:t>
            </a:r>
            <a:r>
              <a:rPr lang="en-US" sz="4000" i="1" dirty="0">
                <a:effectLst/>
                <a:latin typeface="Times New Roman" pitchFamily="18" charset="0"/>
                <a:cs typeface="Times New Roman" pitchFamily="18" charset="0"/>
              </a:rPr>
              <a:t> </a:t>
            </a:r>
            <a:r>
              <a:rPr lang="en-US" sz="4000" i="1" dirty="0" err="1">
                <a:effectLst/>
                <a:latin typeface="Times New Roman" pitchFamily="18" charset="0"/>
                <a:cs typeface="Times New Roman" pitchFamily="18" charset="0"/>
              </a:rPr>
              <a:t>tính</a:t>
            </a:r>
            <a:r>
              <a:rPr lang="en-US" sz="4000" i="1" dirty="0">
                <a:effectLst/>
                <a:latin typeface="Times New Roman" pitchFamily="18" charset="0"/>
                <a:cs typeface="Times New Roman" pitchFamily="18" charset="0"/>
              </a:rPr>
              <a:t> </a:t>
            </a:r>
            <a:r>
              <a:rPr lang="en-US" sz="4000" i="1" dirty="0" err="1">
                <a:effectLst/>
                <a:latin typeface="Times New Roman" pitchFamily="18" charset="0"/>
                <a:cs typeface="Times New Roman" pitchFamily="18" charset="0"/>
              </a:rPr>
              <a:t>của</a:t>
            </a:r>
            <a:r>
              <a:rPr lang="en-US" sz="4000" i="1" dirty="0">
                <a:effectLst/>
                <a:latin typeface="Times New Roman" pitchFamily="18" charset="0"/>
                <a:cs typeface="Times New Roman" pitchFamily="18" charset="0"/>
              </a:rPr>
              <a:t> </a:t>
            </a:r>
            <a:r>
              <a:rPr lang="en-US" sz="4000" i="1" dirty="0" err="1">
                <a:effectLst/>
                <a:latin typeface="Times New Roman" pitchFamily="18" charset="0"/>
                <a:cs typeface="Times New Roman" pitchFamily="18" charset="0"/>
              </a:rPr>
              <a:t>quyền</a:t>
            </a:r>
            <a:r>
              <a:rPr lang="en-US" sz="4000" i="1" dirty="0">
                <a:effectLst/>
                <a:latin typeface="Times New Roman" pitchFamily="18" charset="0"/>
                <a:cs typeface="Times New Roman" pitchFamily="18" charset="0"/>
              </a:rPr>
              <a:t> </a:t>
            </a:r>
            <a:r>
              <a:rPr lang="en-US" sz="4000" i="1" dirty="0" err="1">
                <a:effectLst/>
                <a:latin typeface="Times New Roman" pitchFamily="18" charset="0"/>
                <a:cs typeface="Times New Roman" pitchFamily="18" charset="0"/>
              </a:rPr>
              <a:t>chủ</a:t>
            </a:r>
            <a:r>
              <a:rPr lang="en-US" sz="4000" i="1" dirty="0">
                <a:effectLst/>
                <a:latin typeface="Times New Roman" pitchFamily="18" charset="0"/>
                <a:cs typeface="Times New Roman" pitchFamily="18" charset="0"/>
              </a:rPr>
              <a:t> </a:t>
            </a:r>
            <a:r>
              <a:rPr lang="en-US" sz="4000" i="1" dirty="0" err="1">
                <a:effectLst/>
                <a:latin typeface="Times New Roman" pitchFamily="18" charset="0"/>
                <a:cs typeface="Times New Roman" pitchFamily="18" charset="0"/>
              </a:rPr>
              <a:t>thể</a:t>
            </a:r>
            <a:endParaRPr lang="en-US" sz="4000" i="1" dirty="0">
              <a:effectLst/>
              <a:latin typeface="Times New Roman" pitchFamily="18" charset="0"/>
              <a:cs typeface="Times New Roman" pitchFamily="18" charset="0"/>
            </a:endParaRPr>
          </a:p>
        </p:txBody>
      </p:sp>
      <p:sp>
        <p:nvSpPr>
          <p:cNvPr id="168963" name="Rectangle 3"/>
          <p:cNvSpPr>
            <a:spLocks noGrp="1" noRot="1" noChangeArrowheads="1"/>
          </p:cNvSpPr>
          <p:nvPr>
            <p:ph idx="1"/>
          </p:nvPr>
        </p:nvSpPr>
        <p:spPr>
          <a:xfrm>
            <a:off x="0" y="2286000"/>
            <a:ext cx="9067800" cy="4572000"/>
          </a:xfrm>
        </p:spPr>
        <p:txBody>
          <a:bodyPr>
            <a:noAutofit/>
          </a:bodyPr>
          <a:lstStyle/>
          <a:p>
            <a:pPr algn="just" eaLnBrk="1" hangingPunct="1">
              <a:defRPr/>
            </a:pPr>
            <a:r>
              <a:rPr lang="en-US" sz="3200" dirty="0" err="1">
                <a:latin typeface="Times New Roman" pitchFamily="18" charset="0"/>
                <a:cs typeface="Times New Roman" pitchFamily="18" charset="0"/>
              </a:rPr>
              <a:t>Chủ</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có</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khả</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năng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lựa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chọn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những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xử</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sự</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theo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thức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mà</a:t>
            </a:r>
            <a:r>
              <a:rPr lang="en-US" sz="3200" dirty="0">
                <a:latin typeface="Times New Roman" pitchFamily="18" charset="0"/>
                <a:cs typeface="Times New Roman" pitchFamily="18" charset="0"/>
              </a:rPr>
              <a:t> PL </a:t>
            </a:r>
            <a:r>
              <a:rPr lang="en-US" sz="3200" dirty="0" err="1">
                <a:latin typeface="Times New Roman" pitchFamily="18" charset="0"/>
                <a:cs typeface="Times New Roman" pitchFamily="18" charset="0"/>
              </a:rPr>
              <a:t>cho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phép</a:t>
            </a:r>
            <a:endParaRPr lang="en-US" sz="3200" dirty="0">
              <a:latin typeface="Times New Roman" pitchFamily="18" charset="0"/>
              <a:cs typeface="Times New Roman" pitchFamily="18" charset="0"/>
            </a:endParaRPr>
          </a:p>
          <a:p>
            <a:pPr algn="just" eaLnBrk="1" hangingPunct="1">
              <a:defRPr/>
            </a:pPr>
            <a:r>
              <a:rPr lang="en-US" sz="3200" dirty="0" err="1">
                <a:latin typeface="Times New Roman" pitchFamily="18" charset="0"/>
                <a:cs typeface="Times New Roman" pitchFamily="18" charset="0"/>
              </a:rPr>
              <a:t>Chủ</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có</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khả</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năng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yêu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cầu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chủ</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bên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kia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thực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hiện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nghĩa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vụ</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tương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ứng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tôn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trọng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việc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thực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hiện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quyền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của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mình</a:t>
            </a:r>
            <a:endParaRPr lang="en-US" sz="3200" dirty="0">
              <a:latin typeface="Times New Roman" pitchFamily="18" charset="0"/>
              <a:cs typeface="Times New Roman" pitchFamily="18" charset="0"/>
            </a:endParaRPr>
          </a:p>
          <a:p>
            <a:pPr algn="just" eaLnBrk="1" hangingPunct="1">
              <a:defRPr/>
            </a:pPr>
            <a:r>
              <a:rPr lang="en-US" sz="3200" dirty="0" err="1">
                <a:latin typeface="Times New Roman" pitchFamily="18" charset="0"/>
                <a:cs typeface="Times New Roman" pitchFamily="18" charset="0"/>
              </a:rPr>
              <a:t>Chủ</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được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yêu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cầu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cơ</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quan</a:t>
            </a:r>
            <a:r>
              <a:rPr lang="en-US" sz="3200" dirty="0">
                <a:latin typeface="Times New Roman" pitchFamily="18" charset="0"/>
                <a:cs typeface="Times New Roman" pitchFamily="18" charset="0"/>
              </a:rPr>
              <a:t> NN </a:t>
            </a:r>
            <a:r>
              <a:rPr lang="en-US" sz="3200" dirty="0" err="1">
                <a:latin typeface="Times New Roman" pitchFamily="18" charset="0"/>
                <a:cs typeface="Times New Roman" pitchFamily="18" charset="0"/>
              </a:rPr>
              <a:t>có</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thẩm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quyền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bảo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vệ</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quyền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của</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mình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khi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bị</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chủ</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bên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kia</a:t>
            </a:r>
            <a:r>
              <a:rPr lang="en-US" sz="3200" dirty="0">
                <a:latin typeface="Times New Roman" pitchFamily="18" charset="0"/>
                <a:cs typeface="Times New Roman" pitchFamily="18" charset="0"/>
              </a:rPr>
              <a:t> vi </a:t>
            </a:r>
            <a:r>
              <a:rPr lang="en-US" sz="3200" dirty="0" err="1">
                <a:latin typeface="Times New Roman" pitchFamily="18" charset="0"/>
                <a:cs typeface="Times New Roman" pitchFamily="18" charset="0"/>
              </a:rPr>
              <a:t>phạm</a:t>
            </a:r>
            <a:endParaRPr lang="en-US" sz="3200" dirty="0">
              <a:latin typeface="Times New Roman" pitchFamily="18" charset="0"/>
              <a:cs typeface="Times New Roman" pitchFamily="18" charset="0"/>
            </a:endParaRPr>
          </a:p>
        </p:txBody>
      </p:sp>
      <p:grpSp>
        <p:nvGrpSpPr>
          <p:cNvPr id="2" name="Group 1">
            <a:extLst>
              <a:ext uri="{FF2B5EF4-FFF2-40B4-BE49-F238E27FC236}">
                <a16:creationId xmlns:a16="http://schemas.microsoft.com/office/drawing/2014/main" id="{EB127B39-4821-3ABE-317B-9BE25B4E1D17}"/>
              </a:ext>
            </a:extLst>
          </p:cNvPr>
          <p:cNvGrpSpPr/>
          <p:nvPr/>
        </p:nvGrpSpPr>
        <p:grpSpPr>
          <a:xfrm>
            <a:off x="0" y="21585"/>
            <a:ext cx="2641600" cy="962025"/>
            <a:chOff x="2743200" y="2573139"/>
            <a:chExt cx="2641600" cy="962025"/>
          </a:xfrm>
        </p:grpSpPr>
        <p:sp>
          <p:nvSpPr>
            <p:cNvPr id="3" name="Rounded Rectangle 2">
              <a:extLst>
                <a:ext uri="{FF2B5EF4-FFF2-40B4-BE49-F238E27FC236}">
                  <a16:creationId xmlns:a16="http://schemas.microsoft.com/office/drawing/2014/main" id="{EF5ACA34-5D5C-15EA-3B35-DD7E20F9F855}"/>
                </a:ext>
              </a:extLst>
            </p:cNvPr>
            <p:cNvSpPr/>
            <p:nvPr/>
          </p:nvSpPr>
          <p:spPr>
            <a:xfrm>
              <a:off x="2743200" y="2573139"/>
              <a:ext cx="2641600" cy="962025"/>
            </a:xfrm>
            <a:prstGeom prst="roundRect">
              <a:avLst/>
            </a:prstGeom>
          </p:spPr>
          <p:style>
            <a:lnRef idx="2">
              <a:schemeClr val="accent1">
                <a:hueOff val="0"/>
                <a:satOff val="0"/>
                <a:lumOff val="0"/>
                <a:alphaOff val="0"/>
              </a:schemeClr>
            </a:lnRef>
            <a:fillRef idx="1">
              <a:schemeClr val="lt1">
                <a:alpha val="90000"/>
                <a:hueOff val="0"/>
                <a:satOff val="0"/>
                <a:lumOff val="0"/>
                <a:alphaOff val="0"/>
              </a:schemeClr>
            </a:fillRef>
            <a:effectRef idx="0">
              <a:schemeClr val="lt1">
                <a:alpha val="90000"/>
                <a:hueOff val="0"/>
                <a:satOff val="0"/>
                <a:lumOff val="0"/>
                <a:alphaOff val="0"/>
              </a:schemeClr>
            </a:effectRef>
            <a:fontRef idx="minor">
              <a:schemeClr val="dk1">
                <a:hueOff val="0"/>
                <a:satOff val="0"/>
                <a:lumOff val="0"/>
                <a:alphaOff val="0"/>
              </a:schemeClr>
            </a:fontRef>
          </p:style>
        </p:sp>
        <p:sp>
          <p:nvSpPr>
            <p:cNvPr id="4" name="Rounded Rectangle 4">
              <a:extLst>
                <a:ext uri="{FF2B5EF4-FFF2-40B4-BE49-F238E27FC236}">
                  <a16:creationId xmlns:a16="http://schemas.microsoft.com/office/drawing/2014/main" id="{ED339BD1-4705-AFF7-DF17-3BC53D6937D6}"/>
                </a:ext>
              </a:extLst>
            </p:cNvPr>
            <p:cNvSpPr txBox="1"/>
            <p:nvPr/>
          </p:nvSpPr>
          <p:spPr>
            <a:xfrm>
              <a:off x="2743200" y="2612358"/>
              <a:ext cx="2547676" cy="868101"/>
            </a:xfrm>
            <a:prstGeom prst="rect">
              <a:avLst/>
            </a:prstGeom>
          </p:spPr>
          <p:style>
            <a:lnRef idx="0">
              <a:scrgbClr r="0" g="0" b="0"/>
            </a:lnRef>
            <a:fillRef idx="0">
              <a:scrgbClr r="0" g="0" b="0"/>
            </a:fillRef>
            <a:effectRef idx="0">
              <a:scrgbClr r="0" g="0" b="0"/>
            </a:effectRef>
            <a:fontRef idx="minor">
              <a:schemeClr val="dk1">
                <a:hueOff val="0"/>
                <a:satOff val="0"/>
                <a:lumOff val="0"/>
                <a:alphaOff val="0"/>
              </a:schemeClr>
            </a:fontRef>
          </p:style>
          <p:txBody>
            <a:bodyPr spcFirstLastPara="0" vert="horz" wrap="square" lIns="160020" tIns="160020" rIns="160020" bIns="160020" numCol="1" spcCol="1270" anchor="ctr" anchorCtr="0">
              <a:noAutofit/>
            </a:bodyPr>
            <a:lstStyle/>
            <a:p>
              <a:pPr marL="0" lvl="0" indent="0" algn="ctr" defTabSz="1866900">
                <a:lnSpc>
                  <a:spcPct val="90000"/>
                </a:lnSpc>
                <a:spcBef>
                  <a:spcPct val="0"/>
                </a:spcBef>
                <a:spcAft>
                  <a:spcPct val="35000"/>
                </a:spcAft>
                <a:buNone/>
              </a:pPr>
              <a:r>
                <a:rPr lang="en-US" sz="4200" kern="1200" dirty="0" err="1">
                  <a:latin typeface="Times New Roman" panose="02020603050405020304" pitchFamily="18" charset="0"/>
                  <a:cs typeface="Times New Roman" panose="02020603050405020304" pitchFamily="18" charset="0"/>
                </a:rPr>
                <a:t>Nội</a:t>
              </a:r>
              <a:r>
                <a:rPr lang="en-US" sz="4200" kern="1200" dirty="0">
                  <a:latin typeface="Times New Roman" panose="02020603050405020304" pitchFamily="18" charset="0"/>
                  <a:cs typeface="Times New Roman" panose="02020603050405020304" pitchFamily="18" charset="0"/>
                </a:rPr>
                <a:t> dung</a:t>
              </a: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9" presetClass="entr" presetSubtype="0" accel="100000" fill="hold" grpId="0" nodeType="clickEffect">
                                  <p:stCondLst>
                                    <p:cond delay="0"/>
                                  </p:stCondLst>
                                  <p:childTnLst>
                                    <p:set>
                                      <p:cBhvr>
                                        <p:cTn id="6" dur="1" fill="hold">
                                          <p:stCondLst>
                                            <p:cond delay="0"/>
                                          </p:stCondLst>
                                        </p:cTn>
                                        <p:tgtEl>
                                          <p:spTgt spid="168962"/>
                                        </p:tgtEl>
                                        <p:attrNameLst>
                                          <p:attrName>style.visibility</p:attrName>
                                        </p:attrNameLst>
                                      </p:cBhvr>
                                      <p:to>
                                        <p:strVal val="visible"/>
                                      </p:to>
                                    </p:set>
                                    <p:anim calcmode="lin" valueType="num">
                                      <p:cBhvr>
                                        <p:cTn id="7" dur="500" fill="hold"/>
                                        <p:tgtEl>
                                          <p:spTgt spid="168962"/>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168962"/>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168962"/>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168962"/>
                                        </p:tgtEl>
                                        <p:attrNameLst>
                                          <p:attrName>ppt_y</p:attrName>
                                        </p:attrNameLst>
                                      </p:cBhvr>
                                      <p:tavLst>
                                        <p:tav tm="0">
                                          <p:val>
                                            <p:strVal val="#ppt_y"/>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39" presetClass="entr" presetSubtype="0" accel="100000" fill="hold" grpId="0" nodeType="clickEffect">
                                  <p:stCondLst>
                                    <p:cond delay="0"/>
                                  </p:stCondLst>
                                  <p:childTnLst>
                                    <p:set>
                                      <p:cBhvr>
                                        <p:cTn id="14" dur="1" fill="hold">
                                          <p:stCondLst>
                                            <p:cond delay="0"/>
                                          </p:stCondLst>
                                        </p:cTn>
                                        <p:tgtEl>
                                          <p:spTgt spid="168963">
                                            <p:txEl>
                                              <p:pRg st="0" end="0"/>
                                            </p:txEl>
                                          </p:spTgt>
                                        </p:tgtEl>
                                        <p:attrNameLst>
                                          <p:attrName>style.visibility</p:attrName>
                                        </p:attrNameLst>
                                      </p:cBhvr>
                                      <p:to>
                                        <p:strVal val="visible"/>
                                      </p:to>
                                    </p:set>
                                    <p:anim calcmode="lin" valueType="num">
                                      <p:cBhvr>
                                        <p:cTn id="15" dur="500" fill="hold"/>
                                        <p:tgtEl>
                                          <p:spTgt spid="168963">
                                            <p:txEl>
                                              <p:pRg st="0" end="0"/>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16" dur="500" fill="hold"/>
                                        <p:tgtEl>
                                          <p:spTgt spid="168963">
                                            <p:txEl>
                                              <p:pRg st="0" end="0"/>
                                            </p:txEl>
                                          </p:spTgt>
                                        </p:tgtEl>
                                        <p:attrNameLst>
                                          <p:attrName>ppt_w</p:attrName>
                                        </p:attrNameLst>
                                      </p:cBhvr>
                                      <p:tavLst>
                                        <p:tav tm="0">
                                          <p:val>
                                            <p:strVal val="#ppt_w+.3"/>
                                          </p:val>
                                        </p:tav>
                                        <p:tav tm="50000">
                                          <p:val>
                                            <p:strVal val="#ppt_w+.3"/>
                                          </p:val>
                                        </p:tav>
                                        <p:tav tm="100000">
                                          <p:val>
                                            <p:strVal val="#ppt_w"/>
                                          </p:val>
                                        </p:tav>
                                      </p:tavLst>
                                    </p:anim>
                                    <p:anim calcmode="lin" valueType="num">
                                      <p:cBhvr>
                                        <p:cTn id="17" dur="500" fill="hold"/>
                                        <p:tgtEl>
                                          <p:spTgt spid="168963">
                                            <p:txEl>
                                              <p:pRg st="0" end="0"/>
                                            </p:txEl>
                                          </p:spTgt>
                                        </p:tgtEl>
                                        <p:attrNameLst>
                                          <p:attrName>ppt_x</p:attrName>
                                        </p:attrNameLst>
                                      </p:cBhvr>
                                      <p:tavLst>
                                        <p:tav tm="0">
                                          <p:val>
                                            <p:strVal val="#ppt_x-.3"/>
                                          </p:val>
                                        </p:tav>
                                        <p:tav tm="50000">
                                          <p:val>
                                            <p:strVal val="#ppt_x"/>
                                          </p:val>
                                        </p:tav>
                                        <p:tav tm="100000">
                                          <p:val>
                                            <p:strVal val="#ppt_x"/>
                                          </p:val>
                                        </p:tav>
                                      </p:tavLst>
                                    </p:anim>
                                    <p:anim calcmode="lin" valueType="num">
                                      <p:cBhvr>
                                        <p:cTn id="18" dur="500" fill="hold"/>
                                        <p:tgtEl>
                                          <p:spTgt spid="168963">
                                            <p:txEl>
                                              <p:pRg st="0" end="0"/>
                                            </p:txEl>
                                          </p:spTgt>
                                        </p:tgtEl>
                                        <p:attrNameLst>
                                          <p:attrName>ppt_y</p:attrName>
                                        </p:attrNameLst>
                                      </p:cBhvr>
                                      <p:tavLst>
                                        <p:tav tm="0">
                                          <p:val>
                                            <p:strVal val="#ppt_y"/>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39" presetClass="entr" presetSubtype="0" accel="100000" fill="hold" grpId="0" nodeType="clickEffect">
                                  <p:stCondLst>
                                    <p:cond delay="0"/>
                                  </p:stCondLst>
                                  <p:childTnLst>
                                    <p:set>
                                      <p:cBhvr>
                                        <p:cTn id="22" dur="1" fill="hold">
                                          <p:stCondLst>
                                            <p:cond delay="0"/>
                                          </p:stCondLst>
                                        </p:cTn>
                                        <p:tgtEl>
                                          <p:spTgt spid="168963">
                                            <p:txEl>
                                              <p:pRg st="1" end="1"/>
                                            </p:txEl>
                                          </p:spTgt>
                                        </p:tgtEl>
                                        <p:attrNameLst>
                                          <p:attrName>style.visibility</p:attrName>
                                        </p:attrNameLst>
                                      </p:cBhvr>
                                      <p:to>
                                        <p:strVal val="visible"/>
                                      </p:to>
                                    </p:set>
                                    <p:anim calcmode="lin" valueType="num">
                                      <p:cBhvr>
                                        <p:cTn id="23" dur="500" fill="hold"/>
                                        <p:tgtEl>
                                          <p:spTgt spid="168963">
                                            <p:txEl>
                                              <p:pRg st="1" end="1"/>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24" dur="500" fill="hold"/>
                                        <p:tgtEl>
                                          <p:spTgt spid="168963">
                                            <p:txEl>
                                              <p:pRg st="1" end="1"/>
                                            </p:txEl>
                                          </p:spTgt>
                                        </p:tgtEl>
                                        <p:attrNameLst>
                                          <p:attrName>ppt_w</p:attrName>
                                        </p:attrNameLst>
                                      </p:cBhvr>
                                      <p:tavLst>
                                        <p:tav tm="0">
                                          <p:val>
                                            <p:strVal val="#ppt_w+.3"/>
                                          </p:val>
                                        </p:tav>
                                        <p:tav tm="50000">
                                          <p:val>
                                            <p:strVal val="#ppt_w+.3"/>
                                          </p:val>
                                        </p:tav>
                                        <p:tav tm="100000">
                                          <p:val>
                                            <p:strVal val="#ppt_w"/>
                                          </p:val>
                                        </p:tav>
                                      </p:tavLst>
                                    </p:anim>
                                    <p:anim calcmode="lin" valueType="num">
                                      <p:cBhvr>
                                        <p:cTn id="25" dur="500" fill="hold"/>
                                        <p:tgtEl>
                                          <p:spTgt spid="168963">
                                            <p:txEl>
                                              <p:pRg st="1" end="1"/>
                                            </p:txEl>
                                          </p:spTgt>
                                        </p:tgtEl>
                                        <p:attrNameLst>
                                          <p:attrName>ppt_x</p:attrName>
                                        </p:attrNameLst>
                                      </p:cBhvr>
                                      <p:tavLst>
                                        <p:tav tm="0">
                                          <p:val>
                                            <p:strVal val="#ppt_x-.3"/>
                                          </p:val>
                                        </p:tav>
                                        <p:tav tm="50000">
                                          <p:val>
                                            <p:strVal val="#ppt_x"/>
                                          </p:val>
                                        </p:tav>
                                        <p:tav tm="100000">
                                          <p:val>
                                            <p:strVal val="#ppt_x"/>
                                          </p:val>
                                        </p:tav>
                                      </p:tavLst>
                                    </p:anim>
                                    <p:anim calcmode="lin" valueType="num">
                                      <p:cBhvr>
                                        <p:cTn id="26" dur="500" fill="hold"/>
                                        <p:tgtEl>
                                          <p:spTgt spid="168963">
                                            <p:txEl>
                                              <p:pRg st="1" end="1"/>
                                            </p:txEl>
                                          </p:spTgt>
                                        </p:tgtEl>
                                        <p:attrNameLst>
                                          <p:attrName>ppt_y</p:attrName>
                                        </p:attrNameLst>
                                      </p:cBhvr>
                                      <p:tavLst>
                                        <p:tav tm="0">
                                          <p:val>
                                            <p:strVal val="#ppt_y"/>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39" presetClass="entr" presetSubtype="0" accel="100000" fill="hold" grpId="0" nodeType="clickEffect">
                                  <p:stCondLst>
                                    <p:cond delay="0"/>
                                  </p:stCondLst>
                                  <p:childTnLst>
                                    <p:set>
                                      <p:cBhvr>
                                        <p:cTn id="30" dur="1" fill="hold">
                                          <p:stCondLst>
                                            <p:cond delay="0"/>
                                          </p:stCondLst>
                                        </p:cTn>
                                        <p:tgtEl>
                                          <p:spTgt spid="168963">
                                            <p:txEl>
                                              <p:pRg st="2" end="2"/>
                                            </p:txEl>
                                          </p:spTgt>
                                        </p:tgtEl>
                                        <p:attrNameLst>
                                          <p:attrName>style.visibility</p:attrName>
                                        </p:attrNameLst>
                                      </p:cBhvr>
                                      <p:to>
                                        <p:strVal val="visible"/>
                                      </p:to>
                                    </p:set>
                                    <p:anim calcmode="lin" valueType="num">
                                      <p:cBhvr>
                                        <p:cTn id="31" dur="500" fill="hold"/>
                                        <p:tgtEl>
                                          <p:spTgt spid="168963">
                                            <p:txEl>
                                              <p:pRg st="2" end="2"/>
                                            </p:txEl>
                                          </p:spTgt>
                                        </p:tgtEl>
                                        <p:attrNameLst>
                                          <p:attrName>ppt_h</p:attrName>
                                        </p:attrNameLst>
                                      </p:cBhvr>
                                      <p:tavLst>
                                        <p:tav tm="0">
                                          <p:val>
                                            <p:strVal val="#ppt_h/20"/>
                                          </p:val>
                                        </p:tav>
                                        <p:tav tm="50000">
                                          <p:val>
                                            <p:strVal val="#ppt_h/20"/>
                                          </p:val>
                                        </p:tav>
                                        <p:tav tm="100000">
                                          <p:val>
                                            <p:strVal val="#ppt_h"/>
                                          </p:val>
                                        </p:tav>
                                      </p:tavLst>
                                    </p:anim>
                                    <p:anim calcmode="lin" valueType="num">
                                      <p:cBhvr>
                                        <p:cTn id="32" dur="500" fill="hold"/>
                                        <p:tgtEl>
                                          <p:spTgt spid="168963">
                                            <p:txEl>
                                              <p:pRg st="2" end="2"/>
                                            </p:txEl>
                                          </p:spTgt>
                                        </p:tgtEl>
                                        <p:attrNameLst>
                                          <p:attrName>ppt_w</p:attrName>
                                        </p:attrNameLst>
                                      </p:cBhvr>
                                      <p:tavLst>
                                        <p:tav tm="0">
                                          <p:val>
                                            <p:strVal val="#ppt_w+.3"/>
                                          </p:val>
                                        </p:tav>
                                        <p:tav tm="50000">
                                          <p:val>
                                            <p:strVal val="#ppt_w+.3"/>
                                          </p:val>
                                        </p:tav>
                                        <p:tav tm="100000">
                                          <p:val>
                                            <p:strVal val="#ppt_w"/>
                                          </p:val>
                                        </p:tav>
                                      </p:tavLst>
                                    </p:anim>
                                    <p:anim calcmode="lin" valueType="num">
                                      <p:cBhvr>
                                        <p:cTn id="33" dur="500" fill="hold"/>
                                        <p:tgtEl>
                                          <p:spTgt spid="168963">
                                            <p:txEl>
                                              <p:pRg st="2" end="2"/>
                                            </p:txEl>
                                          </p:spTgt>
                                        </p:tgtEl>
                                        <p:attrNameLst>
                                          <p:attrName>ppt_x</p:attrName>
                                        </p:attrNameLst>
                                      </p:cBhvr>
                                      <p:tavLst>
                                        <p:tav tm="0">
                                          <p:val>
                                            <p:strVal val="#ppt_x-.3"/>
                                          </p:val>
                                        </p:tav>
                                        <p:tav tm="50000">
                                          <p:val>
                                            <p:strVal val="#ppt_x"/>
                                          </p:val>
                                        </p:tav>
                                        <p:tav tm="100000">
                                          <p:val>
                                            <p:strVal val="#ppt_x"/>
                                          </p:val>
                                        </p:tav>
                                      </p:tavLst>
                                    </p:anim>
                                    <p:anim calcmode="lin" valueType="num">
                                      <p:cBhvr>
                                        <p:cTn id="34" dur="500" fill="hold"/>
                                        <p:tgtEl>
                                          <p:spTgt spid="168963">
                                            <p:txEl>
                                              <p:pRg st="2" end="2"/>
                                            </p:txEl>
                                          </p:spTgt>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8962" grpId="0"/>
      <p:bldP spid="16896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6" name="Rectangle 2"/>
          <p:cNvSpPr>
            <a:spLocks noGrp="1" noRot="1" noChangeArrowheads="1"/>
          </p:cNvSpPr>
          <p:nvPr>
            <p:ph type="title"/>
          </p:nvPr>
        </p:nvSpPr>
        <p:spPr/>
        <p:txBody>
          <a:bodyPr>
            <a:normAutofit/>
          </a:bodyPr>
          <a:lstStyle/>
          <a:p>
            <a:pPr algn="ctr" eaLnBrk="1" hangingPunct="1">
              <a:defRPr/>
            </a:pPr>
            <a:r>
              <a:rPr lang="en-US" sz="4400" i="1" dirty="0" err="1">
                <a:effectLst/>
                <a:latin typeface="Times New Roman" pitchFamily="18" charset="0"/>
                <a:cs typeface="Times New Roman" pitchFamily="18" charset="0"/>
              </a:rPr>
              <a:t>Nghĩa</a:t>
            </a:r>
            <a:r>
              <a:rPr lang="en-US" sz="4400" i="1" dirty="0">
                <a:effectLst/>
                <a:latin typeface="Times New Roman" pitchFamily="18" charset="0"/>
                <a:cs typeface="Times New Roman" pitchFamily="18" charset="0"/>
              </a:rPr>
              <a:t> </a:t>
            </a:r>
            <a:r>
              <a:rPr lang="en-US" sz="4400" i="1" dirty="0" err="1">
                <a:effectLst/>
                <a:latin typeface="Times New Roman" pitchFamily="18" charset="0"/>
                <a:cs typeface="Times New Roman" pitchFamily="18" charset="0"/>
              </a:rPr>
              <a:t>vụ</a:t>
            </a:r>
            <a:r>
              <a:rPr lang="en-US" sz="4400" i="1" dirty="0">
                <a:effectLst/>
                <a:latin typeface="Times New Roman" pitchFamily="18" charset="0"/>
                <a:cs typeface="Times New Roman" pitchFamily="18" charset="0"/>
              </a:rPr>
              <a:t> </a:t>
            </a:r>
            <a:r>
              <a:rPr lang="en-US" sz="4400" i="1" dirty="0" err="1">
                <a:effectLst/>
                <a:latin typeface="Times New Roman" pitchFamily="18" charset="0"/>
                <a:cs typeface="Times New Roman" pitchFamily="18" charset="0"/>
              </a:rPr>
              <a:t>của</a:t>
            </a:r>
            <a:r>
              <a:rPr lang="en-US" sz="4400" i="1" dirty="0">
                <a:effectLst/>
                <a:latin typeface="Times New Roman" pitchFamily="18" charset="0"/>
                <a:cs typeface="Times New Roman" pitchFamily="18" charset="0"/>
              </a:rPr>
              <a:t> </a:t>
            </a:r>
            <a:r>
              <a:rPr lang="en-US" sz="4400" i="1" dirty="0" err="1">
                <a:effectLst/>
                <a:latin typeface="Times New Roman" pitchFamily="18" charset="0"/>
                <a:cs typeface="Times New Roman" pitchFamily="18" charset="0"/>
              </a:rPr>
              <a:t>chủ</a:t>
            </a:r>
            <a:r>
              <a:rPr lang="en-US" sz="4400" i="1" dirty="0">
                <a:effectLst/>
                <a:latin typeface="Times New Roman" pitchFamily="18" charset="0"/>
                <a:cs typeface="Times New Roman" pitchFamily="18" charset="0"/>
              </a:rPr>
              <a:t> </a:t>
            </a:r>
            <a:r>
              <a:rPr lang="en-US" sz="4400" i="1" dirty="0" err="1">
                <a:effectLst/>
                <a:latin typeface="Times New Roman" pitchFamily="18" charset="0"/>
                <a:cs typeface="Times New Roman" pitchFamily="18" charset="0"/>
              </a:rPr>
              <a:t>thể</a:t>
            </a:r>
            <a:endParaRPr lang="en-US" sz="4400" i="1" dirty="0">
              <a:effectLst/>
              <a:latin typeface="Times New Roman" pitchFamily="18" charset="0"/>
              <a:cs typeface="Times New Roman" pitchFamily="18" charset="0"/>
            </a:endParaRPr>
          </a:p>
        </p:txBody>
      </p:sp>
      <p:sp>
        <p:nvSpPr>
          <p:cNvPr id="169987" name="Rectangle 3"/>
          <p:cNvSpPr>
            <a:spLocks noGrp="1" noRot="1" noChangeArrowheads="1"/>
          </p:cNvSpPr>
          <p:nvPr>
            <p:ph idx="1"/>
          </p:nvPr>
        </p:nvSpPr>
        <p:spPr>
          <a:xfrm>
            <a:off x="0" y="2133600"/>
            <a:ext cx="8845550" cy="3962400"/>
          </a:xfrm>
        </p:spPr>
        <p:txBody>
          <a:bodyPr>
            <a:normAutofit/>
          </a:bodyPr>
          <a:lstStyle/>
          <a:p>
            <a:pPr algn="just" eaLnBrk="1" hangingPunct="1">
              <a:defRPr/>
            </a:pPr>
            <a:r>
              <a:rPr lang="en-US" sz="4000" dirty="0" err="1">
                <a:latin typeface="Times New Roman" pitchFamily="18" charset="0"/>
                <a:cs typeface="Times New Roman" pitchFamily="18" charset="0"/>
              </a:rPr>
              <a:t>Là</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cách</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xử</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sự</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bắt</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buộc</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của</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một</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bên</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chủ</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thể</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nhằm</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đáp</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ứng</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việc</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thực</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hiện</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quyền</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của</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chủ</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thể</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bên</a:t>
            </a:r>
            <a:r>
              <a:rPr lang="en-US" sz="4000" dirty="0">
                <a:latin typeface="Times New Roman" pitchFamily="18" charset="0"/>
                <a:cs typeface="Times New Roman" pitchFamily="18" charset="0"/>
              </a:rPr>
              <a:t> </a:t>
            </a:r>
            <a:r>
              <a:rPr lang="en-US" sz="4000" dirty="0" err="1">
                <a:latin typeface="Times New Roman" pitchFamily="18" charset="0"/>
                <a:cs typeface="Times New Roman" pitchFamily="18" charset="0"/>
              </a:rPr>
              <a:t>kia</a:t>
            </a:r>
            <a:endParaRPr lang="en-US" sz="40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9" presetClass="entr" presetSubtype="0" accel="100000" fill="hold" grpId="0" nodeType="clickEffect">
                                  <p:stCondLst>
                                    <p:cond delay="0"/>
                                  </p:stCondLst>
                                  <p:childTnLst>
                                    <p:set>
                                      <p:cBhvr>
                                        <p:cTn id="6" dur="1" fill="hold">
                                          <p:stCondLst>
                                            <p:cond delay="0"/>
                                          </p:stCondLst>
                                        </p:cTn>
                                        <p:tgtEl>
                                          <p:spTgt spid="169986"/>
                                        </p:tgtEl>
                                        <p:attrNameLst>
                                          <p:attrName>style.visibility</p:attrName>
                                        </p:attrNameLst>
                                      </p:cBhvr>
                                      <p:to>
                                        <p:strVal val="visible"/>
                                      </p:to>
                                    </p:set>
                                    <p:anim calcmode="lin" valueType="num">
                                      <p:cBhvr>
                                        <p:cTn id="7" dur="500" fill="hold"/>
                                        <p:tgtEl>
                                          <p:spTgt spid="169986"/>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169986"/>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169986"/>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169986"/>
                                        </p:tgtEl>
                                        <p:attrNameLst>
                                          <p:attrName>ppt_y</p:attrName>
                                        </p:attrNameLst>
                                      </p:cBhvr>
                                      <p:tavLst>
                                        <p:tav tm="0">
                                          <p:val>
                                            <p:strVal val="#ppt_y"/>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169987">
                                            <p:txEl>
                                              <p:pRg st="0" end="0"/>
                                            </p:txEl>
                                          </p:spTgt>
                                        </p:tgtEl>
                                        <p:attrNameLst>
                                          <p:attrName>style.visibility</p:attrName>
                                        </p:attrNameLst>
                                      </p:cBhvr>
                                      <p:to>
                                        <p:strVal val="visible"/>
                                      </p:to>
                                    </p:set>
                                    <p:animEffect transition="in" filter="wipe(down)">
                                      <p:cBhvr>
                                        <p:cTn id="15" dur="500"/>
                                        <p:tgtEl>
                                          <p:spTgt spid="16998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9986" grpId="0"/>
      <p:bldP spid="169987"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0" name="Rectangle 2"/>
          <p:cNvSpPr>
            <a:spLocks noGrp="1" noRot="1" noChangeArrowheads="1"/>
          </p:cNvSpPr>
          <p:nvPr>
            <p:ph type="title"/>
          </p:nvPr>
        </p:nvSpPr>
        <p:spPr>
          <a:xfrm>
            <a:off x="-4119" y="838200"/>
            <a:ext cx="7547919" cy="1050925"/>
          </a:xfrm>
        </p:spPr>
        <p:txBody>
          <a:bodyPr>
            <a:normAutofit/>
          </a:bodyPr>
          <a:lstStyle/>
          <a:p>
            <a:pPr algn="ctr" eaLnBrk="1" hangingPunct="1">
              <a:defRPr/>
            </a:pPr>
            <a:r>
              <a:rPr lang="en-US" i="1" dirty="0" err="1">
                <a:effectLst/>
                <a:latin typeface="Times New Roman" pitchFamily="18" charset="0"/>
                <a:cs typeface="Times New Roman" pitchFamily="18" charset="0"/>
              </a:rPr>
              <a:t>Đặc</a:t>
            </a:r>
            <a:r>
              <a:rPr lang="en-US" i="1" dirty="0">
                <a:effectLst/>
                <a:latin typeface="Times New Roman" pitchFamily="18" charset="0"/>
                <a:cs typeface="Times New Roman" pitchFamily="18" charset="0"/>
              </a:rPr>
              <a:t> </a:t>
            </a:r>
            <a:r>
              <a:rPr lang="en-US" i="1" dirty="0" err="1">
                <a:effectLst/>
                <a:latin typeface="Times New Roman" pitchFamily="18" charset="0"/>
                <a:cs typeface="Times New Roman" pitchFamily="18" charset="0"/>
              </a:rPr>
              <a:t>tính</a:t>
            </a:r>
            <a:r>
              <a:rPr lang="en-US" i="1" dirty="0">
                <a:effectLst/>
                <a:latin typeface="Times New Roman" pitchFamily="18" charset="0"/>
                <a:cs typeface="Times New Roman" pitchFamily="18" charset="0"/>
              </a:rPr>
              <a:t> </a:t>
            </a:r>
            <a:r>
              <a:rPr lang="en-US" i="1" dirty="0" err="1">
                <a:effectLst/>
                <a:latin typeface="Times New Roman" pitchFamily="18" charset="0"/>
                <a:cs typeface="Times New Roman" pitchFamily="18" charset="0"/>
              </a:rPr>
              <a:t>của</a:t>
            </a:r>
            <a:r>
              <a:rPr lang="en-US" i="1" dirty="0">
                <a:effectLst/>
                <a:latin typeface="Times New Roman" pitchFamily="18" charset="0"/>
                <a:cs typeface="Times New Roman" pitchFamily="18" charset="0"/>
              </a:rPr>
              <a:t> </a:t>
            </a:r>
            <a:r>
              <a:rPr lang="en-US" i="1" dirty="0" err="1">
                <a:effectLst/>
                <a:latin typeface="Times New Roman" pitchFamily="18" charset="0"/>
                <a:cs typeface="Times New Roman" pitchFamily="18" charset="0"/>
              </a:rPr>
              <a:t>nghĩa</a:t>
            </a:r>
            <a:r>
              <a:rPr lang="en-US" i="1" dirty="0">
                <a:effectLst/>
                <a:latin typeface="Times New Roman" pitchFamily="18" charset="0"/>
                <a:cs typeface="Times New Roman" pitchFamily="18" charset="0"/>
              </a:rPr>
              <a:t> </a:t>
            </a:r>
            <a:r>
              <a:rPr lang="en-US" i="1" dirty="0" err="1">
                <a:effectLst/>
                <a:latin typeface="Times New Roman" pitchFamily="18" charset="0"/>
                <a:cs typeface="Times New Roman" pitchFamily="18" charset="0"/>
              </a:rPr>
              <a:t>vụ</a:t>
            </a:r>
            <a:r>
              <a:rPr lang="en-US" i="1" dirty="0">
                <a:effectLst/>
                <a:latin typeface="Times New Roman" pitchFamily="18" charset="0"/>
                <a:cs typeface="Times New Roman" pitchFamily="18" charset="0"/>
              </a:rPr>
              <a:t> </a:t>
            </a:r>
            <a:r>
              <a:rPr lang="en-US" i="1" dirty="0" err="1">
                <a:effectLst/>
                <a:latin typeface="Times New Roman" pitchFamily="18" charset="0"/>
                <a:cs typeface="Times New Roman" pitchFamily="18" charset="0"/>
              </a:rPr>
              <a:t>của</a:t>
            </a:r>
            <a:r>
              <a:rPr lang="en-US" i="1" dirty="0">
                <a:effectLst/>
                <a:latin typeface="Times New Roman" pitchFamily="18" charset="0"/>
                <a:cs typeface="Times New Roman" pitchFamily="18" charset="0"/>
              </a:rPr>
              <a:t> </a:t>
            </a:r>
            <a:r>
              <a:rPr lang="en-US" i="1" dirty="0" err="1">
                <a:effectLst/>
                <a:latin typeface="Times New Roman" pitchFamily="18" charset="0"/>
                <a:cs typeface="Times New Roman" pitchFamily="18" charset="0"/>
              </a:rPr>
              <a:t>chủ</a:t>
            </a:r>
            <a:r>
              <a:rPr lang="en-US" i="1" dirty="0">
                <a:effectLst/>
                <a:latin typeface="Times New Roman" pitchFamily="18" charset="0"/>
                <a:cs typeface="Times New Roman" pitchFamily="18" charset="0"/>
              </a:rPr>
              <a:t> </a:t>
            </a:r>
            <a:r>
              <a:rPr lang="en-US" i="1" dirty="0" err="1">
                <a:effectLst/>
                <a:latin typeface="Times New Roman" pitchFamily="18" charset="0"/>
                <a:cs typeface="Times New Roman" pitchFamily="18" charset="0"/>
              </a:rPr>
              <a:t>thể</a:t>
            </a:r>
            <a:endParaRPr lang="en-US" i="1" dirty="0">
              <a:effectLst/>
              <a:latin typeface="Times New Roman" pitchFamily="18" charset="0"/>
              <a:cs typeface="Times New Roman" pitchFamily="18" charset="0"/>
            </a:endParaRPr>
          </a:p>
        </p:txBody>
      </p:sp>
      <p:sp>
        <p:nvSpPr>
          <p:cNvPr id="171011" name="Rectangle 3"/>
          <p:cNvSpPr>
            <a:spLocks noGrp="1" noRot="1" noChangeArrowheads="1"/>
          </p:cNvSpPr>
          <p:nvPr>
            <p:ph idx="1"/>
          </p:nvPr>
        </p:nvSpPr>
        <p:spPr>
          <a:xfrm>
            <a:off x="381000" y="2496684"/>
            <a:ext cx="8382000" cy="3599316"/>
          </a:xfrm>
        </p:spPr>
        <p:txBody>
          <a:bodyPr>
            <a:noAutofit/>
          </a:bodyPr>
          <a:lstStyle/>
          <a:p>
            <a:pPr algn="just" eaLnBrk="1" hangingPunct="1">
              <a:defRPr/>
            </a:pPr>
            <a:r>
              <a:rPr lang="en-US" sz="3200" dirty="0" err="1">
                <a:latin typeface="Times New Roman" pitchFamily="18" charset="0"/>
                <a:cs typeface="Times New Roman" pitchFamily="18" charset="0"/>
              </a:rPr>
              <a:t>Chủ</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phải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tiến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hành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một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số</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hành</a:t>
            </a:r>
            <a:r>
              <a:rPr lang="en-US" sz="3200" dirty="0">
                <a:latin typeface="Times New Roman" pitchFamily="18" charset="0"/>
                <a:cs typeface="Times New Roman" pitchFamily="18" charset="0"/>
              </a:rPr>
              <a:t> vi </a:t>
            </a:r>
            <a:r>
              <a:rPr lang="en-US" sz="3200" dirty="0" err="1">
                <a:latin typeface="Times New Roman" pitchFamily="18" charset="0"/>
                <a:cs typeface="Times New Roman" pitchFamily="18" charset="0"/>
              </a:rPr>
              <a:t>nhất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định</a:t>
            </a:r>
            <a:endParaRPr lang="en-US" sz="3200" dirty="0">
              <a:latin typeface="Times New Roman" pitchFamily="18" charset="0"/>
              <a:cs typeface="Times New Roman" pitchFamily="18" charset="0"/>
            </a:endParaRPr>
          </a:p>
          <a:p>
            <a:pPr algn="just" eaLnBrk="1" hangingPunct="1">
              <a:defRPr/>
            </a:pPr>
            <a:r>
              <a:rPr lang="en-US" sz="3200" dirty="0" err="1">
                <a:latin typeface="Times New Roman" pitchFamily="18" charset="0"/>
                <a:cs typeface="Times New Roman" pitchFamily="18" charset="0"/>
              </a:rPr>
              <a:t>Chủ</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phải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tự</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kiềm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chế</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không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được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thực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hiện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một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số</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hành</a:t>
            </a:r>
            <a:r>
              <a:rPr lang="en-US" sz="3200" dirty="0">
                <a:latin typeface="Times New Roman" pitchFamily="18" charset="0"/>
                <a:cs typeface="Times New Roman" pitchFamily="18" charset="0"/>
              </a:rPr>
              <a:t> vi </a:t>
            </a:r>
            <a:r>
              <a:rPr lang="en-US" sz="3200" dirty="0" err="1">
                <a:latin typeface="Times New Roman" pitchFamily="18" charset="0"/>
                <a:cs typeface="Times New Roman" pitchFamily="18" charset="0"/>
              </a:rPr>
              <a:t>nhất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định</a:t>
            </a:r>
            <a:endParaRPr lang="en-US" sz="3200" dirty="0">
              <a:latin typeface="Times New Roman" pitchFamily="18" charset="0"/>
              <a:cs typeface="Times New Roman" pitchFamily="18" charset="0"/>
            </a:endParaRPr>
          </a:p>
          <a:p>
            <a:pPr algn="just" eaLnBrk="1" hangingPunct="1">
              <a:defRPr/>
            </a:pPr>
            <a:r>
              <a:rPr lang="en-US" sz="3200" dirty="0" err="1">
                <a:latin typeface="Times New Roman" pitchFamily="18" charset="0"/>
                <a:cs typeface="Times New Roman" pitchFamily="18" charset="0"/>
              </a:rPr>
              <a:t>Chủ</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thể</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phải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chịu</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trách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nhiệm</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pháp</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lý</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khi</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không</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thực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hiện</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theo</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cách</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xử</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sự</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bắt</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buộc</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mà</a:t>
            </a:r>
            <a:r>
              <a:rPr lang="en-US" sz="3200" dirty="0">
                <a:latin typeface="Times New Roman" pitchFamily="18" charset="0"/>
                <a:cs typeface="Times New Roman" pitchFamily="18" charset="0"/>
              </a:rPr>
              <a:t> PL </a:t>
            </a:r>
            <a:r>
              <a:rPr lang="en-US" sz="3200" dirty="0" err="1">
                <a:latin typeface="Times New Roman" pitchFamily="18" charset="0"/>
                <a:cs typeface="Times New Roman" pitchFamily="18" charset="0"/>
              </a:rPr>
              <a:t>đã</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quy</a:t>
            </a:r>
            <a:r>
              <a:rPr lang="en-US" sz="3200" dirty="0">
                <a:latin typeface="Times New Roman" pitchFamily="18" charset="0"/>
                <a:cs typeface="Times New Roman" pitchFamily="18" charset="0"/>
              </a:rPr>
              <a:t> </a:t>
            </a:r>
            <a:r>
              <a:rPr lang="en-US" sz="3200" dirty="0" err="1">
                <a:latin typeface="Times New Roman" pitchFamily="18" charset="0"/>
                <a:cs typeface="Times New Roman" pitchFamily="18" charset="0"/>
              </a:rPr>
              <a:t>định</a:t>
            </a:r>
            <a:endParaRPr lang="en-US" sz="3200" dirty="0">
              <a:latin typeface="Times New Roman" pitchFamily="18" charset="0"/>
              <a:cs typeface="Times New Roman"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304800" y="685800"/>
            <a:ext cx="8839200" cy="1143000"/>
          </a:xfrm>
        </p:spPr>
        <p:txBody>
          <a:bodyPr>
            <a:normAutofit/>
          </a:bodyPr>
          <a:lstStyle/>
          <a:p>
            <a:r>
              <a:rPr lang="en-US" sz="3200" dirty="0" err="1">
                <a:latin typeface="Times New Roman" panose="02020603050405020304" pitchFamily="18" charset="0"/>
                <a:cs typeface="Times New Roman" panose="02020603050405020304" pitchFamily="18" charset="0"/>
              </a:rPr>
              <a:t>Những</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nhận</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định</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sau</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đây</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đúng</a:t>
            </a:r>
            <a:r>
              <a:rPr lang="en-US" sz="3200" dirty="0">
                <a:latin typeface="Times New Roman" panose="02020603050405020304" pitchFamily="18" charset="0"/>
                <a:cs typeface="Times New Roman" panose="02020603050405020304" pitchFamily="18" charset="0"/>
              </a:rPr>
              <a:t> hay </a:t>
            </a:r>
            <a:r>
              <a:rPr lang="en-US" sz="3200" dirty="0" err="1">
                <a:latin typeface="Times New Roman" panose="02020603050405020304" pitchFamily="18" charset="0"/>
                <a:cs typeface="Times New Roman" panose="02020603050405020304" pitchFamily="18" charset="0"/>
              </a:rPr>
              <a:t>sai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Giải</a:t>
            </a:r>
            <a:r>
              <a:rPr lang="en-US" sz="3200" dirty="0">
                <a:latin typeface="Times New Roman" panose="02020603050405020304" pitchFamily="18" charset="0"/>
                <a:cs typeface="Times New Roman" panose="02020603050405020304" pitchFamily="18" charset="0"/>
              </a:rPr>
              <a:t> </a:t>
            </a:r>
            <a:r>
              <a:rPr lang="en-US" sz="3200" dirty="0" err="1">
                <a:latin typeface="Times New Roman" panose="02020603050405020304" pitchFamily="18" charset="0"/>
                <a:cs typeface="Times New Roman" panose="02020603050405020304" pitchFamily="18" charset="0"/>
              </a:rPr>
              <a:t>thích</a:t>
            </a:r>
            <a:r>
              <a:rPr lang="en-US" sz="3200" dirty="0">
                <a:latin typeface="Times New Roman" panose="02020603050405020304" pitchFamily="18" charset="0"/>
                <a:cs typeface="Times New Roman" panose="02020603050405020304" pitchFamily="18" charset="0"/>
              </a:rPr>
              <a:t>.</a:t>
            </a:r>
          </a:p>
        </p:txBody>
      </p:sp>
      <p:sp>
        <p:nvSpPr>
          <p:cNvPr id="2" name="Content Placeholder 1"/>
          <p:cNvSpPr>
            <a:spLocks noGrp="1"/>
          </p:cNvSpPr>
          <p:nvPr>
            <p:ph idx="1"/>
          </p:nvPr>
        </p:nvSpPr>
        <p:spPr>
          <a:xfrm>
            <a:off x="0" y="2291578"/>
            <a:ext cx="8839200" cy="4525963"/>
          </a:xfrm>
        </p:spPr>
        <p:txBody>
          <a:bodyPr/>
          <a:lstStyle/>
          <a:p>
            <a:pPr marL="624078" indent="-514350">
              <a:buAutoNum type="arabicPeriod"/>
            </a:pPr>
            <a:r>
              <a:rPr lang="en-US" dirty="0" err="1">
                <a:latin typeface="Times New Roman" panose="02020603050405020304" pitchFamily="18" charset="0"/>
                <a:cs typeface="Times New Roman" panose="02020603050405020304" pitchFamily="18" charset="0"/>
              </a:rPr>
              <a:t>Người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từ</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đủ</a:t>
            </a:r>
            <a:r>
              <a:rPr lang="en-US" dirty="0">
                <a:latin typeface="Times New Roman" panose="02020603050405020304" pitchFamily="18" charset="0"/>
                <a:cs typeface="Times New Roman" panose="02020603050405020304" pitchFamily="18" charset="0"/>
              </a:rPr>
              <a:t> 18 </a:t>
            </a:r>
            <a:r>
              <a:rPr lang="en-US" dirty="0" err="1">
                <a:latin typeface="Times New Roman" panose="02020603050405020304" pitchFamily="18" charset="0"/>
                <a:cs typeface="Times New Roman" panose="02020603050405020304" pitchFamily="18" charset="0"/>
              </a:rPr>
              <a:t>tuổi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trở</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lên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người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đủ</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năng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lực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hành</a:t>
            </a:r>
            <a:r>
              <a:rPr lang="en-US" dirty="0">
                <a:latin typeface="Times New Roman" panose="02020603050405020304" pitchFamily="18" charset="0"/>
                <a:cs typeface="Times New Roman" panose="02020603050405020304" pitchFamily="18" charset="0"/>
              </a:rPr>
              <a:t> vi</a:t>
            </a:r>
          </a:p>
          <a:p>
            <a:pPr marL="624078" indent="-514350">
              <a:buAutoNum type="arabicPeriod"/>
            </a:pPr>
            <a:r>
              <a:rPr lang="en-US" dirty="0" err="1">
                <a:latin typeface="Times New Roman" panose="02020603050405020304" pitchFamily="18" charset="0"/>
                <a:cs typeface="Times New Roman" panose="02020603050405020304" pitchFamily="18" charset="0"/>
              </a:rPr>
              <a:t>Người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mắc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bệnh</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tâm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thần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thực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hiện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hành</a:t>
            </a:r>
            <a:r>
              <a:rPr lang="en-US" dirty="0">
                <a:latin typeface="Times New Roman" panose="02020603050405020304" pitchFamily="18" charset="0"/>
                <a:cs typeface="Times New Roman" panose="02020603050405020304" pitchFamily="18" charset="0"/>
              </a:rPr>
              <a:t> vi </a:t>
            </a:r>
            <a:r>
              <a:rPr lang="en-US" dirty="0" err="1">
                <a:latin typeface="Times New Roman" panose="02020603050405020304" pitchFamily="18" charset="0"/>
                <a:cs typeface="Times New Roman" panose="02020603050405020304" pitchFamily="18" charset="0"/>
              </a:rPr>
              <a:t>giết</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người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thì</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xem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phạm</a:t>
            </a:r>
            <a:endParaRPr lang="en-US" dirty="0">
              <a:latin typeface="Times New Roman" panose="02020603050405020304" pitchFamily="18" charset="0"/>
              <a:cs typeface="Times New Roman" panose="02020603050405020304" pitchFamily="18" charset="0"/>
            </a:endParaRPr>
          </a:p>
          <a:p>
            <a:pPr marL="624078" indent="-514350">
              <a:buAutoNum type="arabicPeriod"/>
            </a:pPr>
            <a:r>
              <a:rPr lang="en-US" dirty="0" err="1">
                <a:latin typeface="Times New Roman" panose="02020603050405020304" pitchFamily="18" charset="0"/>
                <a:cs typeface="Times New Roman" panose="02020603050405020304" pitchFamily="18" charset="0"/>
              </a:rPr>
              <a:t>Người</a:t>
            </a:r>
            <a:r>
              <a:rPr lang="en-US" dirty="0">
                <a:latin typeface="Times New Roman" panose="02020603050405020304" pitchFamily="18" charset="0"/>
                <a:cs typeface="Times New Roman" panose="02020603050405020304" pitchFamily="18" charset="0"/>
              </a:rPr>
              <a:t> say </a:t>
            </a:r>
            <a:r>
              <a:rPr lang="en-US" dirty="0" err="1">
                <a:latin typeface="Times New Roman" panose="02020603050405020304" pitchFamily="18" charset="0"/>
                <a:cs typeface="Times New Roman" panose="02020603050405020304" pitchFamily="18" charset="0"/>
              </a:rPr>
              <a:t>rượu</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là</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người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hạn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chế</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năng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lực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hành</a:t>
            </a:r>
            <a:r>
              <a:rPr lang="en-US" dirty="0">
                <a:latin typeface="Times New Roman" panose="02020603050405020304" pitchFamily="18" charset="0"/>
                <a:cs typeface="Times New Roman" panose="02020603050405020304" pitchFamily="18" charset="0"/>
              </a:rPr>
              <a:t> vi</a:t>
            </a:r>
          </a:p>
          <a:p>
            <a:pPr marL="624078" indent="-514350">
              <a:buAutoNum type="arabicPeriod"/>
            </a:pPr>
            <a:r>
              <a:rPr lang="en-US" dirty="0" err="1">
                <a:latin typeface="Times New Roman" panose="02020603050405020304" pitchFamily="18" charset="0"/>
                <a:cs typeface="Times New Roman" panose="02020603050405020304" pitchFamily="18" charset="0"/>
              </a:rPr>
              <a:t>Người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hạn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chế</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năng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lực</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hành</a:t>
            </a:r>
            <a:r>
              <a:rPr lang="en-US" dirty="0">
                <a:latin typeface="Times New Roman" panose="02020603050405020304" pitchFamily="18" charset="0"/>
                <a:cs typeface="Times New Roman" panose="02020603050405020304" pitchFamily="18" charset="0"/>
              </a:rPr>
              <a:t> vi </a:t>
            </a:r>
            <a:r>
              <a:rPr lang="en-US" dirty="0" err="1">
                <a:latin typeface="Times New Roman" panose="02020603050405020304" pitchFamily="18" charset="0"/>
                <a:cs typeface="Times New Roman" panose="02020603050405020304" pitchFamily="18" charset="0"/>
              </a:rPr>
              <a:t>phạm</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tội</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sẽ</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không</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bị</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xử</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lý</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433544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4" name="Rectangle 2"/>
          <p:cNvSpPr>
            <a:spLocks noGrp="1" noRot="1" noChangeArrowheads="1"/>
          </p:cNvSpPr>
          <p:nvPr>
            <p:ph type="title"/>
          </p:nvPr>
        </p:nvSpPr>
        <p:spPr/>
        <p:txBody>
          <a:bodyPr>
            <a:normAutofit/>
          </a:bodyPr>
          <a:lstStyle/>
          <a:p>
            <a:pPr algn="ctr" eaLnBrk="1" hangingPunct="1">
              <a:defRPr/>
            </a:pPr>
            <a:r>
              <a:rPr lang="en-US" sz="4400" b="1" dirty="0">
                <a:effectLst/>
                <a:latin typeface="Times New Roman" pitchFamily="18" charset="0"/>
                <a:cs typeface="Times New Roman" pitchFamily="18" charset="0"/>
              </a:rPr>
              <a:t>4. </a:t>
            </a:r>
            <a:r>
              <a:rPr lang="en-US" sz="4400" b="1" dirty="0" err="1">
                <a:effectLst/>
                <a:latin typeface="Times New Roman" pitchFamily="18" charset="0"/>
                <a:cs typeface="Times New Roman" pitchFamily="18" charset="0"/>
              </a:rPr>
              <a:t>Sự</a:t>
            </a:r>
            <a:r>
              <a:rPr lang="en-US" sz="4400" b="1" dirty="0">
                <a:effectLst/>
                <a:latin typeface="Times New Roman" pitchFamily="18" charset="0"/>
                <a:cs typeface="Times New Roman" pitchFamily="18" charset="0"/>
              </a:rPr>
              <a:t> </a:t>
            </a:r>
            <a:r>
              <a:rPr lang="en-US" sz="4400" b="1" dirty="0" err="1">
                <a:effectLst/>
                <a:latin typeface="Times New Roman" pitchFamily="18" charset="0"/>
                <a:cs typeface="Times New Roman" pitchFamily="18" charset="0"/>
              </a:rPr>
              <a:t>kiện</a:t>
            </a:r>
            <a:r>
              <a:rPr lang="en-US" sz="4400" b="1" dirty="0">
                <a:effectLst/>
                <a:latin typeface="Times New Roman" pitchFamily="18" charset="0"/>
                <a:cs typeface="Times New Roman" pitchFamily="18" charset="0"/>
              </a:rPr>
              <a:t> </a:t>
            </a:r>
            <a:r>
              <a:rPr lang="en-US" sz="4400" b="1" dirty="0" err="1">
                <a:effectLst/>
                <a:latin typeface="Times New Roman" pitchFamily="18" charset="0"/>
                <a:cs typeface="Times New Roman" pitchFamily="18" charset="0"/>
              </a:rPr>
              <a:t>pháp</a:t>
            </a:r>
            <a:r>
              <a:rPr lang="en-US" sz="4400" b="1" dirty="0">
                <a:effectLst/>
                <a:latin typeface="Times New Roman" pitchFamily="18" charset="0"/>
                <a:cs typeface="Times New Roman" pitchFamily="18" charset="0"/>
              </a:rPr>
              <a:t> </a:t>
            </a:r>
            <a:r>
              <a:rPr lang="en-US" sz="4400" b="1" dirty="0" err="1">
                <a:effectLst/>
                <a:latin typeface="Times New Roman" pitchFamily="18" charset="0"/>
                <a:cs typeface="Times New Roman" pitchFamily="18" charset="0"/>
              </a:rPr>
              <a:t>lý</a:t>
            </a:r>
            <a:endParaRPr lang="en-US" sz="4400" b="1" dirty="0">
              <a:effectLst/>
              <a:latin typeface="Times New Roman" pitchFamily="18" charset="0"/>
              <a:cs typeface="Times New Roman" pitchFamily="18" charset="0"/>
            </a:endParaRPr>
          </a:p>
        </p:txBody>
      </p:sp>
      <p:sp>
        <p:nvSpPr>
          <p:cNvPr id="172035" name="Rectangle 3"/>
          <p:cNvSpPr>
            <a:spLocks noGrp="1" noRot="1" noChangeArrowheads="1"/>
          </p:cNvSpPr>
          <p:nvPr>
            <p:ph idx="1"/>
          </p:nvPr>
        </p:nvSpPr>
        <p:spPr/>
        <p:txBody>
          <a:bodyPr>
            <a:normAutofit/>
          </a:bodyPr>
          <a:lstStyle/>
          <a:p>
            <a:pPr marL="609600" indent="-609600" algn="just" eaLnBrk="1" hangingPunct="1">
              <a:buNone/>
              <a:defRPr/>
            </a:pPr>
            <a:r>
              <a:rPr lang="en-US" sz="3600" b="1" i="1" dirty="0" err="1">
                <a:latin typeface="Times New Roman" pitchFamily="18" charset="0"/>
                <a:cs typeface="Times New Roman" pitchFamily="18" charset="0"/>
              </a:rPr>
              <a:t>Khái</a:t>
            </a:r>
            <a:r>
              <a:rPr lang="en-US" sz="3600" b="1" i="1" dirty="0">
                <a:latin typeface="Times New Roman" pitchFamily="18" charset="0"/>
                <a:cs typeface="Times New Roman" pitchFamily="18" charset="0"/>
              </a:rPr>
              <a:t> </a:t>
            </a:r>
            <a:r>
              <a:rPr lang="en-US" sz="3600" b="1" i="1" dirty="0" err="1">
                <a:latin typeface="Times New Roman" pitchFamily="18" charset="0"/>
                <a:cs typeface="Times New Roman" pitchFamily="18" charset="0"/>
              </a:rPr>
              <a:t>niệm</a:t>
            </a:r>
            <a:r>
              <a:rPr lang="en-US" sz="3600" b="1" i="1" dirty="0">
                <a:latin typeface="Times New Roman" pitchFamily="18" charset="0"/>
                <a:cs typeface="Times New Roman" pitchFamily="18" charset="0"/>
              </a:rPr>
              <a:t>: </a:t>
            </a:r>
          </a:p>
          <a:p>
            <a:pPr marL="609600" indent="-609600" algn="just" eaLnBrk="1" hangingPunct="1">
              <a:buNone/>
              <a:defRPr/>
            </a:pP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Là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những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sự</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kiện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đã</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xảy</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ra</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trong</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thực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tế</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mà</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sự</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xuất</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hiện</a:t>
            </a:r>
            <a:r>
              <a:rPr lang="en-US" sz="3600" dirty="0">
                <a:latin typeface="Times New Roman" pitchFamily="18" charset="0"/>
                <a:cs typeface="Times New Roman" pitchFamily="18" charset="0"/>
              </a:rPr>
              <a:t> hay </a:t>
            </a:r>
            <a:r>
              <a:rPr lang="en-US" sz="3600" dirty="0" err="1">
                <a:latin typeface="Times New Roman" pitchFamily="18" charset="0"/>
                <a:cs typeface="Times New Roman" pitchFamily="18" charset="0"/>
              </a:rPr>
              <a:t>mất</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của</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nó</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được</a:t>
            </a:r>
            <a:r>
              <a:rPr lang="en-US" sz="3600" dirty="0">
                <a:latin typeface="Times New Roman" pitchFamily="18" charset="0"/>
                <a:cs typeface="Times New Roman" pitchFamily="18" charset="0"/>
              </a:rPr>
              <a:t> PL </a:t>
            </a:r>
            <a:r>
              <a:rPr lang="en-US" sz="3600" dirty="0" err="1">
                <a:latin typeface="Times New Roman" pitchFamily="18" charset="0"/>
                <a:cs typeface="Times New Roman" pitchFamily="18" charset="0"/>
              </a:rPr>
              <a:t>gắn</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với</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việc</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hình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thành</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thay</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đổi</a:t>
            </a:r>
            <a:r>
              <a:rPr lang="en-US" sz="3600" dirty="0">
                <a:latin typeface="Times New Roman" pitchFamily="18" charset="0"/>
                <a:cs typeface="Times New Roman" pitchFamily="18" charset="0"/>
              </a:rPr>
              <a:t> hay </a:t>
            </a:r>
            <a:r>
              <a:rPr lang="en-US" sz="3600" dirty="0" err="1">
                <a:latin typeface="Times New Roman" pitchFamily="18" charset="0"/>
                <a:cs typeface="Times New Roman" pitchFamily="18" charset="0"/>
              </a:rPr>
              <a:t>chấm</a:t>
            </a:r>
            <a:r>
              <a:rPr lang="en-US" sz="3600" dirty="0">
                <a:latin typeface="Times New Roman" pitchFamily="18" charset="0"/>
                <a:cs typeface="Times New Roman" pitchFamily="18" charset="0"/>
              </a:rPr>
              <a:t> </a:t>
            </a:r>
            <a:r>
              <a:rPr lang="en-US" sz="3600" dirty="0" err="1">
                <a:latin typeface="Times New Roman" pitchFamily="18" charset="0"/>
                <a:cs typeface="Times New Roman" pitchFamily="18" charset="0"/>
              </a:rPr>
              <a:t>dứt</a:t>
            </a:r>
            <a:r>
              <a:rPr lang="en-US" sz="3600" dirty="0">
                <a:latin typeface="Times New Roman" pitchFamily="18" charset="0"/>
                <a:cs typeface="Times New Roman" pitchFamily="18" charset="0"/>
              </a:rPr>
              <a:t> QHPL</a:t>
            </a:r>
          </a:p>
          <a:p>
            <a:pPr marL="609600" indent="-609600" algn="just" eaLnBrk="1" hangingPunct="1">
              <a:buFont typeface="Wingdings" pitchFamily="2" charset="2"/>
              <a:buNone/>
              <a:defRPr/>
            </a:pPr>
            <a:endParaRPr lang="en-US" sz="3600" dirty="0">
              <a:latin typeface="Times New Roman" pitchFamily="18" charset="0"/>
              <a:cs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9" presetClass="entr" presetSubtype="0" accel="100000" fill="hold" grpId="0" nodeType="clickEffect">
                                  <p:stCondLst>
                                    <p:cond delay="0"/>
                                  </p:stCondLst>
                                  <p:childTnLst>
                                    <p:set>
                                      <p:cBhvr>
                                        <p:cTn id="6" dur="1" fill="hold">
                                          <p:stCondLst>
                                            <p:cond delay="0"/>
                                          </p:stCondLst>
                                        </p:cTn>
                                        <p:tgtEl>
                                          <p:spTgt spid="172034"/>
                                        </p:tgtEl>
                                        <p:attrNameLst>
                                          <p:attrName>style.visibility</p:attrName>
                                        </p:attrNameLst>
                                      </p:cBhvr>
                                      <p:to>
                                        <p:strVal val="visible"/>
                                      </p:to>
                                    </p:set>
                                    <p:anim calcmode="lin" valueType="num">
                                      <p:cBhvr>
                                        <p:cTn id="7" dur="500" fill="hold"/>
                                        <p:tgtEl>
                                          <p:spTgt spid="172034"/>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172034"/>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172034"/>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172034"/>
                                        </p:tgtEl>
                                        <p:attrNameLst>
                                          <p:attrName>ppt_y</p:attrName>
                                        </p:attrNameLst>
                                      </p:cBhvr>
                                      <p:tavLst>
                                        <p:tav tm="0">
                                          <p:val>
                                            <p:strVal val="#ppt_y"/>
                                          </p:val>
                                        </p:tav>
                                        <p:tav tm="100000">
                                          <p:val>
                                            <p:strVal val="#ppt_y"/>
                                          </p:val>
                                        </p:tav>
                                      </p:tavLst>
                                    </p:anim>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grpId="0" nodeType="clickEffect">
                                  <p:stCondLst>
                                    <p:cond delay="0"/>
                                  </p:stCondLst>
                                  <p:childTnLst>
                                    <p:set>
                                      <p:cBhvr>
                                        <p:cTn id="14" dur="1" fill="hold">
                                          <p:stCondLst>
                                            <p:cond delay="0"/>
                                          </p:stCondLst>
                                        </p:cTn>
                                        <p:tgtEl>
                                          <p:spTgt spid="172035">
                                            <p:txEl>
                                              <p:pRg st="0" end="0"/>
                                            </p:txEl>
                                          </p:spTgt>
                                        </p:tgtEl>
                                        <p:attrNameLst>
                                          <p:attrName>style.visibility</p:attrName>
                                        </p:attrNameLst>
                                      </p:cBhvr>
                                      <p:to>
                                        <p:strVal val="visible"/>
                                      </p:to>
                                    </p:set>
                                    <p:animEffect transition="in" filter="wipe(down)">
                                      <p:cBhvr>
                                        <p:cTn id="15" dur="500"/>
                                        <p:tgtEl>
                                          <p:spTgt spid="172035">
                                            <p:txEl>
                                              <p:pRg st="0" end="0"/>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grpId="0" nodeType="clickEffect">
                                  <p:stCondLst>
                                    <p:cond delay="0"/>
                                  </p:stCondLst>
                                  <p:childTnLst>
                                    <p:set>
                                      <p:cBhvr>
                                        <p:cTn id="19" dur="1" fill="hold">
                                          <p:stCondLst>
                                            <p:cond delay="0"/>
                                          </p:stCondLst>
                                        </p:cTn>
                                        <p:tgtEl>
                                          <p:spTgt spid="172035">
                                            <p:txEl>
                                              <p:pRg st="1" end="1"/>
                                            </p:txEl>
                                          </p:spTgt>
                                        </p:tgtEl>
                                        <p:attrNameLst>
                                          <p:attrName>style.visibility</p:attrName>
                                        </p:attrNameLst>
                                      </p:cBhvr>
                                      <p:to>
                                        <p:strVal val="visible"/>
                                      </p:to>
                                    </p:set>
                                    <p:animEffect transition="in" filter="wipe(down)">
                                      <p:cBhvr>
                                        <p:cTn id="20" dur="500"/>
                                        <p:tgtEl>
                                          <p:spTgt spid="17203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2034" grpId="0"/>
      <p:bldP spid="172035"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Diagram 3">
            <a:extLst>
              <a:ext uri="{FF2B5EF4-FFF2-40B4-BE49-F238E27FC236}">
                <a16:creationId xmlns:a16="http://schemas.microsoft.com/office/drawing/2014/main" id="{251B2D26-6066-7D76-A318-CF088848EAEB}"/>
              </a:ext>
            </a:extLst>
          </p:cNvPr>
          <p:cNvGraphicFramePr/>
          <p:nvPr>
            <p:extLst>
              <p:ext uri="{D42A27DB-BD31-4B8C-83A1-F6EECF244321}">
                <p14:modId xmlns:p14="http://schemas.microsoft.com/office/powerpoint/2010/main" val="1503576838"/>
              </p:ext>
            </p:extLst>
          </p:nvPr>
        </p:nvGraphicFramePr>
        <p:xfrm>
          <a:off x="2209800" y="228600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Rectangle 2">
            <a:extLst>
              <a:ext uri="{FF2B5EF4-FFF2-40B4-BE49-F238E27FC236}">
                <a16:creationId xmlns:a16="http://schemas.microsoft.com/office/drawing/2014/main" id="{9024F848-A8E7-2E26-A077-4CA631291954}"/>
              </a:ext>
            </a:extLst>
          </p:cNvPr>
          <p:cNvSpPr>
            <a:spLocks noGrp="1" noRot="1" noChangeArrowheads="1"/>
          </p:cNvSpPr>
          <p:nvPr>
            <p:ph type="title"/>
          </p:nvPr>
        </p:nvSpPr>
        <p:spPr>
          <a:xfrm>
            <a:off x="531639" y="753228"/>
            <a:ext cx="6896534" cy="1080938"/>
          </a:xfrm>
        </p:spPr>
        <p:txBody>
          <a:bodyPr>
            <a:normAutofit/>
          </a:bodyPr>
          <a:lstStyle/>
          <a:p>
            <a:pPr algn="ctr" eaLnBrk="1" hangingPunct="1">
              <a:defRPr/>
            </a:pPr>
            <a:r>
              <a:rPr lang="en-US" sz="4400" i="1" dirty="0" err="1">
                <a:effectLst/>
                <a:latin typeface="Times New Roman" pitchFamily="18" charset="0"/>
                <a:cs typeface="Times New Roman" pitchFamily="18" charset="0"/>
              </a:rPr>
              <a:t>Phân</a:t>
            </a:r>
            <a:r>
              <a:rPr lang="en-US" sz="4400" i="1" dirty="0">
                <a:effectLst/>
                <a:latin typeface="Times New Roman" pitchFamily="18" charset="0"/>
                <a:cs typeface="Times New Roman" pitchFamily="18" charset="0"/>
              </a:rPr>
              <a:t> </a:t>
            </a:r>
            <a:r>
              <a:rPr lang="en-US" sz="4400" i="1" dirty="0" err="1">
                <a:effectLst/>
                <a:latin typeface="Times New Roman" pitchFamily="18" charset="0"/>
                <a:cs typeface="Times New Roman" pitchFamily="18" charset="0"/>
              </a:rPr>
              <a:t>loại</a:t>
            </a:r>
            <a:endParaRPr lang="en-US" sz="4400" i="1" dirty="0">
              <a:effectLst/>
              <a:latin typeface="Times New Roman" pitchFamily="18" charset="0"/>
              <a:cs typeface="Times New Roman" pitchFamily="18" charset="0"/>
            </a:endParaRPr>
          </a:p>
        </p:txBody>
      </p:sp>
      <p:sp>
        <p:nvSpPr>
          <p:cNvPr id="6" name="TextBox 5">
            <a:extLst>
              <a:ext uri="{FF2B5EF4-FFF2-40B4-BE49-F238E27FC236}">
                <a16:creationId xmlns:a16="http://schemas.microsoft.com/office/drawing/2014/main" id="{5C6DDC90-4861-2570-80AD-BA4E5CA5D7AE}"/>
              </a:ext>
            </a:extLst>
          </p:cNvPr>
          <p:cNvSpPr txBox="1"/>
          <p:nvPr/>
        </p:nvSpPr>
        <p:spPr>
          <a:xfrm>
            <a:off x="152400" y="2895600"/>
            <a:ext cx="1828800" cy="2308324"/>
          </a:xfrm>
          <a:prstGeom prst="rect">
            <a:avLst/>
          </a:prstGeom>
          <a:noFill/>
        </p:spPr>
        <p:txBody>
          <a:bodyPr wrap="square" rtlCol="0">
            <a:spAutoFit/>
          </a:bodyPr>
          <a:lstStyle/>
          <a:p>
            <a:r>
              <a:rPr lang="en-VN" sz="2400" b="1" i="1" dirty="0">
                <a:latin typeface="Times New Roman" panose="02020603050405020304" pitchFamily="18" charset="0"/>
                <a:cs typeface="Times New Roman" panose="02020603050405020304" pitchFamily="18" charset="0"/>
              </a:rPr>
              <a:t>Dựa vào mối quan hệ của những sự kiện đã xảy ra với ý chí con người</a:t>
            </a:r>
          </a:p>
        </p:txBody>
      </p:sp>
    </p:spTree>
    <p:extLst>
      <p:ext uri="{BB962C8B-B14F-4D97-AF65-F5344CB8AC3E}">
        <p14:creationId xmlns:p14="http://schemas.microsoft.com/office/powerpoint/2010/main" val="5685293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9" presetClass="entr" presetSubtype="0" accel="10000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500" fill="hold"/>
                                        <p:tgtEl>
                                          <p:spTgt spid="5"/>
                                        </p:tgtEl>
                                        <p:attrNameLst>
                                          <p:attrName>ppt_h</p:attrName>
                                        </p:attrNameLst>
                                      </p:cBhvr>
                                      <p:tavLst>
                                        <p:tav tm="0">
                                          <p:val>
                                            <p:strVal val="#ppt_h/20"/>
                                          </p:val>
                                        </p:tav>
                                        <p:tav tm="50000">
                                          <p:val>
                                            <p:strVal val="#ppt_h/20"/>
                                          </p:val>
                                        </p:tav>
                                        <p:tav tm="100000">
                                          <p:val>
                                            <p:strVal val="#ppt_h"/>
                                          </p:val>
                                        </p:tav>
                                      </p:tavLst>
                                    </p:anim>
                                    <p:anim calcmode="lin" valueType="num">
                                      <p:cBhvr>
                                        <p:cTn id="8" dur="500" fill="hold"/>
                                        <p:tgtEl>
                                          <p:spTgt spid="5"/>
                                        </p:tgtEl>
                                        <p:attrNameLst>
                                          <p:attrName>ppt_w</p:attrName>
                                        </p:attrNameLst>
                                      </p:cBhvr>
                                      <p:tavLst>
                                        <p:tav tm="0">
                                          <p:val>
                                            <p:strVal val="#ppt_w+.3"/>
                                          </p:val>
                                        </p:tav>
                                        <p:tav tm="50000">
                                          <p:val>
                                            <p:strVal val="#ppt_w+.3"/>
                                          </p:val>
                                        </p:tav>
                                        <p:tav tm="100000">
                                          <p:val>
                                            <p:strVal val="#ppt_w"/>
                                          </p:val>
                                        </p:tav>
                                      </p:tavLst>
                                    </p:anim>
                                    <p:anim calcmode="lin" valueType="num">
                                      <p:cBhvr>
                                        <p:cTn id="9" dur="500" fill="hold"/>
                                        <p:tgtEl>
                                          <p:spTgt spid="5"/>
                                        </p:tgtEl>
                                        <p:attrNameLst>
                                          <p:attrName>ppt_x</p:attrName>
                                        </p:attrNameLst>
                                      </p:cBhvr>
                                      <p:tavLst>
                                        <p:tav tm="0">
                                          <p:val>
                                            <p:strVal val="#ppt_x-.3"/>
                                          </p:val>
                                        </p:tav>
                                        <p:tav tm="50000">
                                          <p:val>
                                            <p:strVal val="#ppt_x"/>
                                          </p:val>
                                        </p:tav>
                                        <p:tav tm="100000">
                                          <p:val>
                                            <p:strVal val="#ppt_x"/>
                                          </p:val>
                                        </p:tav>
                                      </p:tavLst>
                                    </p:anim>
                                    <p:anim calcmode="lin" valueType="num">
                                      <p:cBhvr>
                                        <p:cTn id="10" dur="500" fill="hold"/>
                                        <p:tgtEl>
                                          <p:spTgt spid="5"/>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Diagram 4">
            <a:extLst>
              <a:ext uri="{FF2B5EF4-FFF2-40B4-BE49-F238E27FC236}">
                <a16:creationId xmlns:a16="http://schemas.microsoft.com/office/drawing/2014/main" id="{8417A47F-B968-D3AD-0FDA-D9BE690A9386}"/>
              </a:ext>
            </a:extLst>
          </p:cNvPr>
          <p:cNvGraphicFramePr/>
          <p:nvPr>
            <p:extLst>
              <p:ext uri="{D42A27DB-BD31-4B8C-83A1-F6EECF244321}">
                <p14:modId xmlns:p14="http://schemas.microsoft.com/office/powerpoint/2010/main" val="1479839509"/>
              </p:ext>
            </p:extLst>
          </p:nvPr>
        </p:nvGraphicFramePr>
        <p:xfrm>
          <a:off x="914400" y="2286000"/>
          <a:ext cx="6096000" cy="40640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549268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LIEN\Desktop\THE END.jpg"/>
          <p:cNvPicPr>
            <a:picLocks noGrp="1" noChangeAspect="1" noChangeArrowheads="1"/>
          </p:cNvPicPr>
          <p:nvPr>
            <p:ph idx="1"/>
          </p:nvPr>
        </p:nvPicPr>
        <p:blipFill>
          <a:blip r:embed="rId2"/>
          <a:srcRect/>
          <a:stretch>
            <a:fillRect/>
          </a:stretch>
        </p:blipFill>
        <p:spPr bwMode="auto">
          <a:xfrm>
            <a:off x="0" y="0"/>
            <a:ext cx="9143999" cy="6858000"/>
          </a:xfrm>
          <a:prstGeom prst="rect">
            <a:avLst/>
          </a:prstGeom>
          <a:noFill/>
        </p:spPr>
      </p:pic>
    </p:spTree>
  </p:cSld>
  <p:clrMapOvr>
    <a:masterClrMapping/>
  </p:clrMapOvr>
</p:sld>
</file>

<file path=ppt/theme/theme1.xml><?xml version="1.0" encoding="utf-8"?>
<a:theme xmlns:a="http://schemas.openxmlformats.org/drawingml/2006/main" name="Berlin">
  <a:themeElements>
    <a:clrScheme name="Berlin">
      <a:dk1>
        <a:sysClr val="windowText" lastClr="000000"/>
      </a:dk1>
      <a:lt1>
        <a:sysClr val="window" lastClr="FFFFFF"/>
      </a:lt1>
      <a:dk2>
        <a:srgbClr val="9D360E"/>
      </a:dk2>
      <a:lt2>
        <a:srgbClr val="E7E6E6"/>
      </a:lt2>
      <a:accent1>
        <a:srgbClr val="F09415"/>
      </a:accent1>
      <a:accent2>
        <a:srgbClr val="C1B56B"/>
      </a:accent2>
      <a:accent3>
        <a:srgbClr val="4BAF73"/>
      </a:accent3>
      <a:accent4>
        <a:srgbClr val="5AA6C0"/>
      </a:accent4>
      <a:accent5>
        <a:srgbClr val="D17DF9"/>
      </a:accent5>
      <a:accent6>
        <a:srgbClr val="FA7E5C"/>
      </a:accent6>
      <a:hlink>
        <a:srgbClr val="FFAE3E"/>
      </a:hlink>
      <a:folHlink>
        <a:srgbClr val="FCC77E"/>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270000"/>
                <a:satMod val="200000"/>
                <a:lumMod val="128000"/>
              </a:schemeClr>
            </a:gs>
            <a:gs pos="50000">
              <a:schemeClr val="phClr">
                <a:shade val="100000"/>
                <a:hueMod val="100000"/>
                <a:satMod val="110000"/>
                <a:lumMod val="130000"/>
              </a:schemeClr>
            </a:gs>
            <a:gs pos="100000">
              <a:schemeClr val="phClr">
                <a:shade val="78000"/>
                <a:hueMod val="44000"/>
                <a:satMod val="20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0CBE056-4EF4-4D92-969E-947779DA7AAA}"/>
    </a:ext>
  </a:extLst>
</a:theme>
</file>

<file path=docProps/app.xml><?xml version="1.0" encoding="utf-8"?>
<Properties xmlns="http://schemas.openxmlformats.org/officeDocument/2006/extended-properties" xmlns:vt="http://schemas.openxmlformats.org/officeDocument/2006/docPropsVTypes">
  <Template>Berlin</Template>
  <TotalTime>2073</TotalTime>
  <Words>1182</Words>
  <Application>Microsoft Macintosh PowerPoint</Application>
  <PresentationFormat>On-screen Show (4:3)</PresentationFormat>
  <Paragraphs>102</Paragraphs>
  <Slides>27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Times New Roman</vt:lpstr>
      <vt:lpstr>Trebuchet MS</vt:lpstr>
      <vt:lpstr>Wingdings</vt:lpstr>
      <vt:lpstr>Berlin</vt:lpstr>
      <vt:lpstr>Bài 4</vt:lpstr>
      <vt:lpstr>1. Quy phạm pháp luật </vt:lpstr>
      <vt:lpstr> Đặc điểm</vt:lpstr>
      <vt:lpstr>2. Cấu trúc của quy phạm pháp luật</vt:lpstr>
      <vt:lpstr>Quy định</vt:lpstr>
      <vt:lpstr>Chế tài</vt:lpstr>
      <vt:lpstr>PowerPoint Presentation</vt:lpstr>
      <vt:lpstr>PowerPoint Presentation</vt:lpstr>
      <vt:lpstr>3. Những cách thức thể hiện QPPL trong các điều luật</vt:lpstr>
      <vt:lpstr>4. Phân loại QPPL</vt:lpstr>
      <vt:lpstr>5. Các loại VBPL ở Việt Nam</vt:lpstr>
      <vt:lpstr>Văn bản luật</vt:lpstr>
      <vt:lpstr>Văn bản dưới luật </vt:lpstr>
      <vt:lpstr>6. Hiệu lực của văn bản PL</vt:lpstr>
      <vt:lpstr>Hiệu lực về không gian</vt:lpstr>
      <vt:lpstr>Hiệu lực về đối tượng tác động</vt:lpstr>
      <vt:lpstr>7. Quan hệ pháp luật  </vt:lpstr>
      <vt:lpstr>Đặc điểm của quan hệ pháp luật</vt:lpstr>
      <vt:lpstr>Thành phần của quan hệ pháp luật</vt:lpstr>
      <vt:lpstr>Đặc tính của quyền chủ thể</vt:lpstr>
      <vt:lpstr>Nghĩa vụ của chủ thể</vt:lpstr>
      <vt:lpstr>Đặc tính của nghĩa vụ của chủ thể</vt:lpstr>
      <vt:lpstr>Những nhận định sau đây đúng hay sai? Giải thích.</vt:lpstr>
      <vt:lpstr>4. Sự kiện pháp lý</vt:lpstr>
      <vt:lpstr>Phân loại</vt:lpstr>
      <vt:lpstr>PowerPoint Presentation</vt:lpstr>
      <vt:lpstr>PowerPoint Presentation</vt:lpstr>
    </vt:vector>
  </TitlesOfParts>
  <Company>Sky123.Org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4</dc:title>
  <dc:creator>LIEN</dc:creator>
  <cp:lastModifiedBy>Liên Nguyễn</cp:lastModifiedBy>
  <cp:revision>58</cp:revision>
  <dcterms:created xsi:type="dcterms:W3CDTF">2014-10-18T02:38:37Z</dcterms:created>
  <dcterms:modified xsi:type="dcterms:W3CDTF">2025-09-23T01:39:02Z</dcterms:modified>
</cp:coreProperties>
</file>