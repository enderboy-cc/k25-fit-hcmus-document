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2"/>
  </p:notesMasterIdLst>
  <p:sldIdLst>
    <p:sldId id="259" r:id="rId2"/>
    <p:sldId id="298" r:id="rId3"/>
    <p:sldId id="299" r:id="rId4"/>
    <p:sldId id="300" r:id="rId5"/>
    <p:sldId id="301" r:id="rId6"/>
    <p:sldId id="302" r:id="rId7"/>
    <p:sldId id="263" r:id="rId8"/>
    <p:sldId id="265" r:id="rId9"/>
    <p:sldId id="303" r:id="rId10"/>
    <p:sldId id="266" r:id="rId11"/>
    <p:sldId id="267" r:id="rId12"/>
    <p:sldId id="269" r:id="rId13"/>
    <p:sldId id="270" r:id="rId14"/>
    <p:sldId id="304" r:id="rId15"/>
    <p:sldId id="273" r:id="rId16"/>
    <p:sldId id="274" r:id="rId17"/>
    <p:sldId id="275" r:id="rId18"/>
    <p:sldId id="276" r:id="rId19"/>
    <p:sldId id="277" r:id="rId20"/>
    <p:sldId id="278" r:id="rId21"/>
    <p:sldId id="279" r:id="rId22"/>
    <p:sldId id="280" r:id="rId23"/>
    <p:sldId id="281" r:id="rId24"/>
    <p:sldId id="282" r:id="rId25"/>
    <p:sldId id="305" r:id="rId26"/>
    <p:sldId id="306" r:id="rId27"/>
    <p:sldId id="307" r:id="rId28"/>
    <p:sldId id="283" r:id="rId29"/>
    <p:sldId id="284" r:id="rId30"/>
    <p:sldId id="285" r:id="rId31"/>
    <p:sldId id="286" r:id="rId32"/>
    <p:sldId id="287" r:id="rId33"/>
    <p:sldId id="288" r:id="rId34"/>
    <p:sldId id="289" r:id="rId35"/>
    <p:sldId id="290" r:id="rId36"/>
    <p:sldId id="291" r:id="rId37"/>
    <p:sldId id="294" r:id="rId38"/>
    <p:sldId id="311" r:id="rId39"/>
    <p:sldId id="309" r:id="rId40"/>
    <p:sldId id="310" r:id="rId41"/>
    <p:sldId id="312" r:id="rId42"/>
    <p:sldId id="313" r:id="rId43"/>
    <p:sldId id="314" r:id="rId44"/>
    <p:sldId id="315" r:id="rId45"/>
    <p:sldId id="317" r:id="rId46"/>
    <p:sldId id="318" r:id="rId47"/>
    <p:sldId id="319" r:id="rId48"/>
    <p:sldId id="320" r:id="rId49"/>
    <p:sldId id="316" r:id="rId50"/>
    <p:sldId id="321" r:id="rId51"/>
    <p:sldId id="322" r:id="rId52"/>
    <p:sldId id="332" r:id="rId53"/>
    <p:sldId id="323" r:id="rId54"/>
    <p:sldId id="324" r:id="rId55"/>
    <p:sldId id="325" r:id="rId56"/>
    <p:sldId id="326" r:id="rId57"/>
    <p:sldId id="327" r:id="rId58"/>
    <p:sldId id="328" r:id="rId59"/>
    <p:sldId id="329" r:id="rId60"/>
    <p:sldId id="330"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1719" autoAdjust="0"/>
  </p:normalViewPr>
  <p:slideViewPr>
    <p:cSldViewPr>
      <p:cViewPr varScale="1">
        <p:scale>
          <a:sx n="100" d="100"/>
          <a:sy n="100" d="100"/>
        </p:scale>
        <p:origin x="1864" y="1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D8E6C4-A6D0-A742-BB0A-6E75AF6B50CD}" type="datetimeFigureOut">
              <a:rPr lang="en-VN" smtClean="0"/>
              <a:t>22/09/2025</a:t>
            </a:fld>
            <a:endParaRPr lang="en-V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4126A-F430-1540-9A9D-7A7971B183B7}" type="slidenum">
              <a:rPr lang="en-VN" smtClean="0"/>
              <a:t>‹#›</a:t>
            </a:fld>
            <a:endParaRPr lang="en-VN"/>
          </a:p>
        </p:txBody>
      </p:sp>
    </p:spTree>
    <p:extLst>
      <p:ext uri="{BB962C8B-B14F-4D97-AF65-F5344CB8AC3E}">
        <p14:creationId xmlns:p14="http://schemas.microsoft.com/office/powerpoint/2010/main" val="3730983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CA0CE0DF-F174-4139-99DF-E2AF2D830620}" type="datetimeFigureOut">
              <a:rPr lang="en-US" smtClean="0"/>
              <a:pPr/>
              <a:t>9/22/25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2640927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0CE0DF-F174-4139-99DF-E2AF2D830620}"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3749488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CA0CE0DF-F174-4139-99DF-E2AF2D830620}" type="datetimeFigureOut">
              <a:rPr lang="en-US" smtClean="0"/>
              <a:pPr/>
              <a:t>9/22/25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2832276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324232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0CE0DF-F174-4139-99DF-E2AF2D830620}" type="datetimeFigureOut">
              <a:rPr lang="en-US" smtClean="0"/>
              <a:pPr/>
              <a:t>9/22/25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83801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0CE0DF-F174-4139-99DF-E2AF2D830620}"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808670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CA0CE0DF-F174-4139-99DF-E2AF2D830620}" type="datetimeFigureOut">
              <a:rPr lang="en-US" smtClean="0"/>
              <a:pPr/>
              <a:t>9/22/25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2714584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377197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858926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479271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2237289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5D459365-E440-4720-AE32-AB34749E825A}" type="slidenum">
              <a:rPr lang="en-US" smtClean="0"/>
              <a:pPr/>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600096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0CE0DF-F174-4139-99DF-E2AF2D830620}" type="datetimeFigureOut">
              <a:rPr lang="en-US" smtClean="0"/>
              <a:pPr/>
              <a:t>9/22/25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38593833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A0CE0DF-F174-4139-99DF-E2AF2D830620}"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7174720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A0CE0DF-F174-4139-99DF-E2AF2D830620}" type="datetimeFigureOut">
              <a:rPr lang="en-US" smtClean="0"/>
              <a:pPr/>
              <a:t>9/22/25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13550059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0CE0DF-F174-4139-99DF-E2AF2D830620}" type="datetimeFigureOut">
              <a:rPr lang="en-US" smtClean="0"/>
              <a:pPr/>
              <a:t>9/22/25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59365-E440-4720-AE32-AB34749E825A}" type="slidenum">
              <a:rPr lang="en-US" smtClean="0"/>
              <a:pPr/>
              <a:t>‹#›</a:t>
            </a:fld>
            <a:endParaRPr lang="en-US"/>
          </a:p>
        </p:txBody>
      </p:sp>
    </p:spTree>
    <p:extLst>
      <p:ext uri="{BB962C8B-B14F-4D97-AF65-F5344CB8AC3E}">
        <p14:creationId xmlns:p14="http://schemas.microsoft.com/office/powerpoint/2010/main" val="4043509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CA0CE0DF-F174-4139-99DF-E2AF2D830620}" type="datetimeFigureOut">
              <a:rPr lang="en-US" smtClean="0"/>
              <a:pPr/>
              <a:t>9/22/25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5D459365-E440-4720-AE32-AB34749E825A}" type="slidenum">
              <a:rPr lang="en-US" smtClean="0"/>
              <a:pPr/>
              <a:t>‹#›</a:t>
            </a:fld>
            <a:endParaRPr lang="en-US"/>
          </a:p>
        </p:txBody>
      </p:sp>
    </p:spTree>
    <p:extLst>
      <p:ext uri="{BB962C8B-B14F-4D97-AF65-F5344CB8AC3E}">
        <p14:creationId xmlns:p14="http://schemas.microsoft.com/office/powerpoint/2010/main" val="697725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A0CE0DF-F174-4139-99DF-E2AF2D830620}" type="datetimeFigureOut">
              <a:rPr lang="en-US" smtClean="0"/>
              <a:pPr/>
              <a:t>9/22/25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5D459365-E440-4720-AE32-AB34749E825A}" type="slidenum">
              <a:rPr lang="en-US" smtClean="0"/>
              <a:pPr/>
              <a:t>‹#›</a:t>
            </a:fld>
            <a:endParaRPr lang="en-US"/>
          </a:p>
        </p:txBody>
      </p:sp>
    </p:spTree>
    <p:extLst>
      <p:ext uri="{BB962C8B-B14F-4D97-AF65-F5344CB8AC3E}">
        <p14:creationId xmlns:p14="http://schemas.microsoft.com/office/powerpoint/2010/main" val="314669011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latin typeface="Times New Roman" pitchFamily="18" charset="0"/>
                <a:cs typeface="Times New Roman" pitchFamily="18" charset="0"/>
              </a:rPr>
              <a:t>Bài</a:t>
            </a:r>
            <a:r>
              <a:rPr lang="en-US" dirty="0">
                <a:latin typeface="Times New Roman" pitchFamily="18" charset="0"/>
                <a:cs typeface="Times New Roman" pitchFamily="18" charset="0"/>
              </a:rPr>
              <a:t> 1 </a:t>
            </a:r>
          </a:p>
        </p:txBody>
      </p:sp>
      <p:sp>
        <p:nvSpPr>
          <p:cNvPr id="3" name="Content Placeholder 2"/>
          <p:cNvSpPr>
            <a:spLocks noGrp="1"/>
          </p:cNvSpPr>
          <p:nvPr>
            <p:ph idx="1"/>
          </p:nvPr>
        </p:nvSpPr>
        <p:spPr/>
        <p:txBody>
          <a:bodyPr>
            <a:normAutofit/>
          </a:bodyPr>
          <a:lstStyle/>
          <a:p>
            <a:pPr algn="ctr">
              <a:buNone/>
            </a:pPr>
            <a:r>
              <a:rPr lang="en-US" sz="5400" b="1" dirty="0">
                <a:latin typeface="Times New Roman" pitchFamily="18" charset="0"/>
                <a:cs typeface="Times New Roman" pitchFamily="18" charset="0"/>
              </a:rPr>
              <a:t>NHỮNG VẤN ĐỀ LÝ LUẬN CƠ BẢN VỀ </a:t>
            </a:r>
          </a:p>
          <a:p>
            <a:pPr algn="ctr">
              <a:buNone/>
            </a:pPr>
            <a:r>
              <a:rPr lang="en-US" sz="5400" b="1" dirty="0">
                <a:latin typeface="Times New Roman" pitchFamily="18" charset="0"/>
                <a:cs typeface="Times New Roman" pitchFamily="18" charset="0"/>
              </a:rPr>
              <a:t>NHÀ NƯỚC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70" decel="100000"/>
                                        <p:tgtEl>
                                          <p:spTgt spid="2"/>
                                        </p:tgtEl>
                                      </p:cBhvr>
                                    </p:animEffect>
                                    <p:animScale>
                                      <p:cBhvr>
                                        <p:cTn id="8" dur="770" decel="100000"/>
                                        <p:tgtEl>
                                          <p:spTgt spid="2"/>
                                        </p:tgtEl>
                                      </p:cBhvr>
                                      <p:from x="10000" y="10000"/>
                                      <p:to x="200000" y="450000"/>
                                    </p:animScale>
                                    <p:animScale>
                                      <p:cBhvr>
                                        <p:cTn id="9" dur="1230" accel="100000" fill="hold">
                                          <p:stCondLst>
                                            <p:cond delay="770"/>
                                          </p:stCondLst>
                                        </p:cTn>
                                        <p:tgtEl>
                                          <p:spTgt spid="2"/>
                                        </p:tgtEl>
                                      </p:cBhvr>
                                      <p:from x="200000" y="450000"/>
                                      <p:to x="100000" y="100000"/>
                                    </p:animScale>
                                    <p:set>
                                      <p:cBhvr>
                                        <p:cTn id="10" dur="770" fill="hold"/>
                                        <p:tgtEl>
                                          <p:spTgt spid="2"/>
                                        </p:tgtEl>
                                        <p:attrNameLst>
                                          <p:attrName>ppt_x</p:attrName>
                                        </p:attrNameLst>
                                      </p:cBhvr>
                                      <p:to>
                                        <p:strVal val="(0.5)"/>
                                      </p:to>
                                    </p:set>
                                    <p:anim from="(0.5)" to="(#ppt_x)" calcmode="lin" valueType="num">
                                      <p:cBhvr>
                                        <p:cTn id="11" dur="1230" accel="100000" fill="hold">
                                          <p:stCondLst>
                                            <p:cond delay="770"/>
                                          </p:stCondLst>
                                        </p:cTn>
                                        <p:tgtEl>
                                          <p:spTgt spid="2"/>
                                        </p:tgtEl>
                                        <p:attrNameLst>
                                          <p:attrName>ppt_x</p:attrName>
                                        </p:attrNameLst>
                                      </p:cBhvr>
                                    </p:anim>
                                    <p:set>
                                      <p:cBhvr>
                                        <p:cTn id="12" dur="770" fill="hold"/>
                                        <p:tgtEl>
                                          <p:spTgt spid="2"/>
                                        </p:tgtEl>
                                        <p:attrNameLst>
                                          <p:attrName>ppt_y</p:attrName>
                                        </p:attrNameLst>
                                      </p:cBhvr>
                                      <p:to>
                                        <p:strVal val="(#ppt_y+0.4)"/>
                                      </p:to>
                                    </p:set>
                                    <p:anim from="(#ppt_y+0.4)" to="(#ppt_y)" calcmode="lin" valueType="num">
                                      <p:cBhvr>
                                        <p:cTn id="13" dur="1230" accel="100000" fill="hold">
                                          <p:stCondLst>
                                            <p:cond delay="770"/>
                                          </p:stCondLst>
                                        </p:cTn>
                                        <p:tgtEl>
                                          <p:spTgt spid="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49" presetClass="entr" presetSubtype="0" decel="100000" fill="hold" grpId="0" nodeType="clickEffect">
                                  <p:stCondLst>
                                    <p:cond delay="0"/>
                                  </p:stCondLst>
                                  <p:childTnLst>
                                    <p:set>
                                      <p:cBhvr>
                                        <p:cTn id="17" dur="1" fill="hold">
                                          <p:stCondLst>
                                            <p:cond delay="0"/>
                                          </p:stCondLst>
                                        </p:cTn>
                                        <p:tgtEl>
                                          <p:spTgt spid="3">
                                            <p:txEl>
                                              <p:pRg st="0" end="0"/>
                                            </p:txEl>
                                          </p:spTgt>
                                        </p:tgtEl>
                                        <p:attrNameLst>
                                          <p:attrName>style.visibility</p:attrName>
                                        </p:attrNameLst>
                                      </p:cBhvr>
                                      <p:to>
                                        <p:strVal val="visible"/>
                                      </p:to>
                                    </p:set>
                                    <p:anim calcmode="lin" valueType="num">
                                      <p:cBhvr>
                                        <p:cTn id="18"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20"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21" dur="500"/>
                                        <p:tgtEl>
                                          <p:spTgt spid="3">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 calcmode="lin" valueType="num">
                                      <p:cBhvr>
                                        <p:cTn id="2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7"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8"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2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rrowheads="1"/>
          </p:cNvSpPr>
          <p:nvPr>
            <p:ph type="title"/>
          </p:nvPr>
        </p:nvSpPr>
        <p:spPr>
          <a:xfrm>
            <a:off x="355600" y="5250462"/>
            <a:ext cx="8229600" cy="1143000"/>
          </a:xfrm>
        </p:spPr>
        <p:txBody>
          <a:bodyPr/>
          <a:lstStyle/>
          <a:p>
            <a:pPr algn="ctr" eaLnBrk="1" hangingPunct="1">
              <a:defRPr/>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Nguồn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gốc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nước</a:t>
            </a:r>
            <a:endParaRPr lang="en-US" dirty="0">
              <a:latin typeface="Times New Roman" pitchFamily="18" charset="0"/>
              <a:cs typeface="Times New Roman" pitchFamily="18" charset="0"/>
            </a:endParaRPr>
          </a:p>
        </p:txBody>
      </p:sp>
      <p:sp>
        <p:nvSpPr>
          <p:cNvPr id="35843" name="Rectangle 3"/>
          <p:cNvSpPr>
            <a:spLocks noGrp="1" noRot="1" noChangeArrowheads="1"/>
          </p:cNvSpPr>
          <p:nvPr>
            <p:ph idx="1"/>
          </p:nvPr>
        </p:nvSpPr>
        <p:spPr/>
        <p:txBody>
          <a:bodyPr/>
          <a:lstStyle/>
          <a:p>
            <a:pPr algn="ctr" eaLnBrk="1" hangingPunct="1">
              <a:buFont typeface="Wingdings" pitchFamily="2" charset="2"/>
              <a:buNone/>
              <a:defRPr/>
            </a:pPr>
            <a:r>
              <a:rPr lang="en-US" dirty="0">
                <a:latin typeface="Times New Roman" pitchFamily="18" charset="0"/>
                <a:cs typeface="Times New Roman" pitchFamily="18" charset="0"/>
              </a:rPr>
              <a:t>QUAN ĐIỂM</a:t>
            </a:r>
          </a:p>
          <a:p>
            <a:pPr eaLnBrk="1" hangingPunct="1">
              <a:buFont typeface="Wingdings" pitchFamily="2" charset="2"/>
              <a:buNone/>
              <a:defRPr/>
            </a:pPr>
            <a:endParaRPr lang="en-US" dirty="0">
              <a:latin typeface="Times New Roman" pitchFamily="18" charset="0"/>
              <a:cs typeface="Times New Roman" pitchFamily="18" charset="0"/>
            </a:endParaRPr>
          </a:p>
          <a:p>
            <a:pPr eaLnBrk="1" hangingPunct="1">
              <a:buFont typeface="Wingdings" pitchFamily="2" charset="2"/>
              <a:buNone/>
              <a:defRPr/>
            </a:pPr>
            <a:r>
              <a:rPr lang="en-US" dirty="0">
                <a:latin typeface="Times New Roman" pitchFamily="18" charset="0"/>
                <a:cs typeface="Times New Roman" pitchFamily="18" charset="0"/>
              </a:rPr>
              <a:t>Phi </a:t>
            </a:r>
            <a:r>
              <a:rPr lang="en-US" dirty="0" err="1">
                <a:latin typeface="Times New Roman" pitchFamily="18" charset="0"/>
                <a:cs typeface="Times New Roman" pitchFamily="18" charset="0"/>
              </a:rPr>
              <a:t>Mácxít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Mác</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Lênin</a:t>
            </a:r>
            <a:endParaRPr lang="en-US" dirty="0">
              <a:latin typeface="Times New Roman" pitchFamily="18" charset="0"/>
              <a:cs typeface="Times New Roman" pitchFamily="18" charset="0"/>
            </a:endParaRPr>
          </a:p>
        </p:txBody>
      </p:sp>
      <p:sp>
        <p:nvSpPr>
          <p:cNvPr id="14341" name="Line 5"/>
          <p:cNvSpPr>
            <a:spLocks noChangeShapeType="1"/>
          </p:cNvSpPr>
          <p:nvPr/>
        </p:nvSpPr>
        <p:spPr bwMode="auto">
          <a:xfrm>
            <a:off x="1371600" y="2819400"/>
            <a:ext cx="5105400" cy="0"/>
          </a:xfrm>
          <a:prstGeom prst="line">
            <a:avLst/>
          </a:prstGeom>
          <a:noFill/>
          <a:ln w="9525">
            <a:solidFill>
              <a:schemeClr val="tx1"/>
            </a:solidFill>
            <a:round/>
            <a:headEnd/>
            <a:tailEnd/>
          </a:ln>
        </p:spPr>
        <p:txBody>
          <a:bodyPr/>
          <a:lstStyle/>
          <a:p>
            <a:endParaRPr lang="en-US"/>
          </a:p>
        </p:txBody>
      </p:sp>
      <p:sp>
        <p:nvSpPr>
          <p:cNvPr id="14342" name="Line 6"/>
          <p:cNvSpPr>
            <a:spLocks noChangeShapeType="1"/>
          </p:cNvSpPr>
          <p:nvPr/>
        </p:nvSpPr>
        <p:spPr bwMode="auto">
          <a:xfrm flipH="1">
            <a:off x="1219200" y="2819400"/>
            <a:ext cx="152400" cy="304800"/>
          </a:xfrm>
          <a:prstGeom prst="line">
            <a:avLst/>
          </a:prstGeom>
          <a:noFill/>
          <a:ln w="9525">
            <a:solidFill>
              <a:schemeClr val="tx1"/>
            </a:solidFill>
            <a:round/>
            <a:headEnd/>
            <a:tailEnd type="triangle" w="med" len="med"/>
          </a:ln>
        </p:spPr>
        <p:txBody>
          <a:bodyPr/>
          <a:lstStyle/>
          <a:p>
            <a:endParaRPr lang="en-US"/>
          </a:p>
        </p:txBody>
      </p:sp>
      <p:sp>
        <p:nvSpPr>
          <p:cNvPr id="14343" name="Line 7"/>
          <p:cNvSpPr>
            <a:spLocks noChangeShapeType="1"/>
          </p:cNvSpPr>
          <p:nvPr/>
        </p:nvSpPr>
        <p:spPr bwMode="auto">
          <a:xfrm>
            <a:off x="6477000" y="2819400"/>
            <a:ext cx="152401" cy="304800"/>
          </a:xfrm>
          <a:prstGeom prst="line">
            <a:avLst/>
          </a:prstGeom>
          <a:noFill/>
          <a:ln w="9525">
            <a:solidFill>
              <a:schemeClr val="tx1"/>
            </a:solidFill>
            <a:round/>
            <a:headEnd/>
            <a:tailEnd type="triangle" w="med" len="med"/>
          </a:ln>
        </p:spPr>
        <p:txBody>
          <a:bodyPr/>
          <a:lstStyle/>
          <a:p>
            <a:endParaRPr lang="en-US"/>
          </a:p>
        </p:txBody>
      </p:sp>
      <p:sp>
        <p:nvSpPr>
          <p:cNvPr id="8" name="Title 1"/>
          <p:cNvSpPr txBox="1">
            <a:spLocks/>
          </p:cNvSpPr>
          <p:nvPr/>
        </p:nvSpPr>
        <p:spPr>
          <a:xfrm>
            <a:off x="-304800" y="723900"/>
            <a:ext cx="8229600" cy="1143000"/>
          </a:xfrm>
          <a:prstGeom prst="rect">
            <a:avLst/>
          </a:prstGeom>
        </p:spPr>
        <p:txBody>
          <a:bodyPr vert="horz" lIns="91440" tIns="45720" rIns="91440" bIns="45720" rtlCol="0" anchor="ctr">
            <a:normAutofit fontScale="90000" lnSpcReduction="20000"/>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1.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Nguồn</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gốc</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bản</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chất</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đặc</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trưng</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của</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Nhà</a:t>
            </a:r>
            <a:r>
              <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400" b="1" i="0"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nước</a:t>
            </a:r>
            <a:endParaRPr kumimoji="0" lang="en-US" sz="4400" b="1"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ppt_x</p:attrName>
                                        </p:attrNameLst>
                                      </p:cBhvr>
                                      <p:tavLst>
                                        <p:tav tm="0">
                                          <p:val>
                                            <p:strVal val="#ppt_x-.2"/>
                                          </p:val>
                                        </p:tav>
                                        <p:tav tm="100000">
                                          <p:val>
                                            <p:strVal val="#ppt_x"/>
                                          </p:val>
                                        </p:tav>
                                      </p:tavLst>
                                    </p:anim>
                                    <p:anim calcmode="lin" valueType="num">
                                      <p:cBhvr>
                                        <p:cTn id="8"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9" dur="1000"/>
                                        <p:tgtEl>
                                          <p:spTgt spid="8"/>
                                        </p:tgtEl>
                                      </p:cBhvr>
                                    </p:animEffect>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grpId="0" nodeType="clickEffect">
                                  <p:stCondLst>
                                    <p:cond delay="0"/>
                                  </p:stCondLst>
                                  <p:childTnLst>
                                    <p:set>
                                      <p:cBhvr>
                                        <p:cTn id="13" dur="1" fill="hold">
                                          <p:stCondLst>
                                            <p:cond delay="0"/>
                                          </p:stCondLst>
                                        </p:cTn>
                                        <p:tgtEl>
                                          <p:spTgt spid="35842"/>
                                        </p:tgtEl>
                                        <p:attrNameLst>
                                          <p:attrName>style.visibility</p:attrName>
                                        </p:attrNameLst>
                                      </p:cBhvr>
                                      <p:to>
                                        <p:strVal val="visible"/>
                                      </p:to>
                                    </p:set>
                                    <p:anim calcmode="lin" valueType="num">
                                      <p:cBhvr>
                                        <p:cTn id="14" dur="500" fill="hold"/>
                                        <p:tgtEl>
                                          <p:spTgt spid="35842"/>
                                        </p:tgtEl>
                                        <p:attrNameLst>
                                          <p:attrName>ppt_w</p:attrName>
                                        </p:attrNameLst>
                                      </p:cBhvr>
                                      <p:tavLst>
                                        <p:tav tm="0">
                                          <p:val>
                                            <p:fltVal val="0"/>
                                          </p:val>
                                        </p:tav>
                                        <p:tav tm="100000">
                                          <p:val>
                                            <p:strVal val="#ppt_w"/>
                                          </p:val>
                                        </p:tav>
                                      </p:tavLst>
                                    </p:anim>
                                    <p:anim calcmode="lin" valueType="num">
                                      <p:cBhvr>
                                        <p:cTn id="15" dur="500" fill="hold"/>
                                        <p:tgtEl>
                                          <p:spTgt spid="35842"/>
                                        </p:tgtEl>
                                        <p:attrNameLst>
                                          <p:attrName>ppt_h</p:attrName>
                                        </p:attrNameLst>
                                      </p:cBhvr>
                                      <p:tavLst>
                                        <p:tav tm="0">
                                          <p:val>
                                            <p:fltVal val="0"/>
                                          </p:val>
                                        </p:tav>
                                        <p:tav tm="100000">
                                          <p:val>
                                            <p:strVal val="#ppt_h"/>
                                          </p:val>
                                        </p:tav>
                                      </p:tavLst>
                                    </p:anim>
                                    <p:anim calcmode="lin" valueType="num">
                                      <p:cBhvr>
                                        <p:cTn id="16" dur="500" fill="hold"/>
                                        <p:tgtEl>
                                          <p:spTgt spid="35842"/>
                                        </p:tgtEl>
                                        <p:attrNameLst>
                                          <p:attrName>style.rotation</p:attrName>
                                        </p:attrNameLst>
                                      </p:cBhvr>
                                      <p:tavLst>
                                        <p:tav tm="0">
                                          <p:val>
                                            <p:fltVal val="360"/>
                                          </p:val>
                                        </p:tav>
                                        <p:tav tm="100000">
                                          <p:val>
                                            <p:fltVal val="0"/>
                                          </p:val>
                                        </p:tav>
                                      </p:tavLst>
                                    </p:anim>
                                    <p:animEffect transition="in" filter="fade">
                                      <p:cBhvr>
                                        <p:cTn id="17" dur="500"/>
                                        <p:tgtEl>
                                          <p:spTgt spid="35842"/>
                                        </p:tgtEl>
                                      </p:cBhvr>
                                    </p:animEffect>
                                  </p:childTnLst>
                                </p:cTn>
                              </p:par>
                            </p:childTnLst>
                          </p:cTn>
                        </p:par>
                      </p:childTnLst>
                    </p:cTn>
                  </p:par>
                  <p:par>
                    <p:cTn id="18" fill="hold">
                      <p:stCondLst>
                        <p:cond delay="indefinite"/>
                      </p:stCondLst>
                      <p:childTnLst>
                        <p:par>
                          <p:cTn id="19" fill="hold">
                            <p:stCondLst>
                              <p:cond delay="0"/>
                            </p:stCondLst>
                            <p:childTnLst>
                              <p:par>
                                <p:cTn id="20" presetID="49" presetClass="entr" presetSubtype="0" decel="100000" fill="hold" grpId="0" nodeType="clickEffect">
                                  <p:stCondLst>
                                    <p:cond delay="0"/>
                                  </p:stCondLst>
                                  <p:childTnLst>
                                    <p:set>
                                      <p:cBhvr>
                                        <p:cTn id="21" dur="1" fill="hold">
                                          <p:stCondLst>
                                            <p:cond delay="0"/>
                                          </p:stCondLst>
                                        </p:cTn>
                                        <p:tgtEl>
                                          <p:spTgt spid="35843">
                                            <p:txEl>
                                              <p:pRg st="0" end="0"/>
                                            </p:txEl>
                                          </p:spTgt>
                                        </p:tgtEl>
                                        <p:attrNameLst>
                                          <p:attrName>style.visibility</p:attrName>
                                        </p:attrNameLst>
                                      </p:cBhvr>
                                      <p:to>
                                        <p:strVal val="visible"/>
                                      </p:to>
                                    </p:set>
                                    <p:anim calcmode="lin" valueType="num">
                                      <p:cBhvr>
                                        <p:cTn id="22" dur="500" fill="hold"/>
                                        <p:tgtEl>
                                          <p:spTgt spid="35843">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35843">
                                            <p:txEl>
                                              <p:pRg st="0" end="0"/>
                                            </p:txEl>
                                          </p:spTgt>
                                        </p:tgtEl>
                                        <p:attrNameLst>
                                          <p:attrName>ppt_h</p:attrName>
                                        </p:attrNameLst>
                                      </p:cBhvr>
                                      <p:tavLst>
                                        <p:tav tm="0">
                                          <p:val>
                                            <p:fltVal val="0"/>
                                          </p:val>
                                        </p:tav>
                                        <p:tav tm="100000">
                                          <p:val>
                                            <p:strVal val="#ppt_h"/>
                                          </p:val>
                                        </p:tav>
                                      </p:tavLst>
                                    </p:anim>
                                    <p:anim calcmode="lin" valueType="num">
                                      <p:cBhvr>
                                        <p:cTn id="24" dur="500" fill="hold"/>
                                        <p:tgtEl>
                                          <p:spTgt spid="35843">
                                            <p:txEl>
                                              <p:pRg st="0" end="0"/>
                                            </p:txEl>
                                          </p:spTgt>
                                        </p:tgtEl>
                                        <p:attrNameLst>
                                          <p:attrName>style.rotation</p:attrName>
                                        </p:attrNameLst>
                                      </p:cBhvr>
                                      <p:tavLst>
                                        <p:tav tm="0">
                                          <p:val>
                                            <p:fltVal val="360"/>
                                          </p:val>
                                        </p:tav>
                                        <p:tav tm="100000">
                                          <p:val>
                                            <p:fltVal val="0"/>
                                          </p:val>
                                        </p:tav>
                                      </p:tavLst>
                                    </p:anim>
                                    <p:animEffect transition="in" filter="fade">
                                      <p:cBhvr>
                                        <p:cTn id="25" dur="500"/>
                                        <p:tgtEl>
                                          <p:spTgt spid="3584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9" presetClass="entr" presetSubtype="0" decel="100000" fill="hold" grpId="0" nodeType="clickEffect">
                                  <p:stCondLst>
                                    <p:cond delay="0"/>
                                  </p:stCondLst>
                                  <p:childTnLst>
                                    <p:set>
                                      <p:cBhvr>
                                        <p:cTn id="29" dur="1" fill="hold">
                                          <p:stCondLst>
                                            <p:cond delay="0"/>
                                          </p:stCondLst>
                                        </p:cTn>
                                        <p:tgtEl>
                                          <p:spTgt spid="35843">
                                            <p:txEl>
                                              <p:pRg st="2" end="2"/>
                                            </p:txEl>
                                          </p:spTgt>
                                        </p:tgtEl>
                                        <p:attrNameLst>
                                          <p:attrName>style.visibility</p:attrName>
                                        </p:attrNameLst>
                                      </p:cBhvr>
                                      <p:to>
                                        <p:strVal val="visible"/>
                                      </p:to>
                                    </p:set>
                                    <p:anim calcmode="lin" valueType="num">
                                      <p:cBhvr>
                                        <p:cTn id="30" dur="500" fill="hold"/>
                                        <p:tgtEl>
                                          <p:spTgt spid="35843">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35843">
                                            <p:txEl>
                                              <p:pRg st="2" end="2"/>
                                            </p:txEl>
                                          </p:spTgt>
                                        </p:tgtEl>
                                        <p:attrNameLst>
                                          <p:attrName>ppt_h</p:attrName>
                                        </p:attrNameLst>
                                      </p:cBhvr>
                                      <p:tavLst>
                                        <p:tav tm="0">
                                          <p:val>
                                            <p:fltVal val="0"/>
                                          </p:val>
                                        </p:tav>
                                        <p:tav tm="100000">
                                          <p:val>
                                            <p:strVal val="#ppt_h"/>
                                          </p:val>
                                        </p:tav>
                                      </p:tavLst>
                                    </p:anim>
                                    <p:anim calcmode="lin" valueType="num">
                                      <p:cBhvr>
                                        <p:cTn id="32" dur="500" fill="hold"/>
                                        <p:tgtEl>
                                          <p:spTgt spid="35843">
                                            <p:txEl>
                                              <p:pRg st="2" end="2"/>
                                            </p:txEl>
                                          </p:spTgt>
                                        </p:tgtEl>
                                        <p:attrNameLst>
                                          <p:attrName>style.rotation</p:attrName>
                                        </p:attrNameLst>
                                      </p:cBhvr>
                                      <p:tavLst>
                                        <p:tav tm="0">
                                          <p:val>
                                            <p:fltVal val="360"/>
                                          </p:val>
                                        </p:tav>
                                        <p:tav tm="100000">
                                          <p:val>
                                            <p:fltVal val="0"/>
                                          </p:val>
                                        </p:tav>
                                      </p:tavLst>
                                    </p:anim>
                                    <p:animEffect transition="in" filter="fade">
                                      <p:cBhvr>
                                        <p:cTn id="33" dur="500"/>
                                        <p:tgtEl>
                                          <p:spTgt spid="3584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p:bldP spid="35843" grpId="0" build="p"/>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rrowheads="1"/>
          </p:cNvSpPr>
          <p:nvPr>
            <p:ph type="title"/>
          </p:nvPr>
        </p:nvSpPr>
        <p:spPr/>
        <p:txBody>
          <a:bodyPr>
            <a:normAutofit fontScale="90000"/>
          </a:bodyPr>
          <a:lstStyle/>
          <a:p>
            <a:pPr eaLnBrk="1" hangingPunct="1">
              <a:defRPr/>
            </a:pPr>
            <a:r>
              <a:rPr lang="en-US" sz="4000" dirty="0" err="1">
                <a:latin typeface="Times New Roman" pitchFamily="18" charset="0"/>
                <a:cs typeface="Times New Roman" pitchFamily="18" charset="0"/>
              </a:rPr>
              <a:t>Những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điểm</a:t>
            </a:r>
            <a:r>
              <a:rPr lang="en-US" sz="4000" dirty="0">
                <a:latin typeface="Times New Roman" pitchFamily="18" charset="0"/>
                <a:cs typeface="Times New Roman" pitchFamily="18" charset="0"/>
              </a:rPr>
              <a:t> phi </a:t>
            </a:r>
            <a:r>
              <a:rPr lang="en-US" sz="4000" dirty="0" err="1">
                <a:latin typeface="Times New Roman" pitchFamily="18" charset="0"/>
                <a:cs typeface="Times New Roman" pitchFamily="18" charset="0"/>
              </a:rPr>
              <a:t>Mácxit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nguồn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gốc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endParaRPr lang="en-US" sz="4000" dirty="0">
              <a:latin typeface="Times New Roman" pitchFamily="18" charset="0"/>
              <a:cs typeface="Times New Roman" pitchFamily="18" charset="0"/>
            </a:endParaRPr>
          </a:p>
        </p:txBody>
      </p:sp>
      <p:sp>
        <p:nvSpPr>
          <p:cNvPr id="36867" name="Rectangle 3"/>
          <p:cNvSpPr>
            <a:spLocks noGrp="1" noRot="1" noChangeArrowheads="1"/>
          </p:cNvSpPr>
          <p:nvPr>
            <p:ph idx="1"/>
          </p:nvPr>
        </p:nvSpPr>
        <p:spPr>
          <a:xfrm>
            <a:off x="568325" y="2133600"/>
            <a:ext cx="8007350" cy="4267200"/>
          </a:xfrm>
        </p:spPr>
        <p:txBody>
          <a:bodyPr/>
          <a:lstStyle/>
          <a:p>
            <a:pPr eaLnBrk="1" hangingPunct="1">
              <a:buFont typeface="Wingdings" pitchFamily="2" charset="2"/>
              <a:buNone/>
              <a:defRPr/>
            </a:pPr>
            <a:r>
              <a:rPr lang="en-US" dirty="0" err="1">
                <a:solidFill>
                  <a:schemeClr val="bg1"/>
                </a:solidFill>
                <a:latin typeface="Times New Roman" pitchFamily="18" charset="0"/>
                <a:cs typeface="Times New Roman" pitchFamily="18" charset="0"/>
              </a:rPr>
              <a:t>Thuyết</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thần</a:t>
            </a:r>
            <a:r>
              <a:rPr lang="en-US" dirty="0">
                <a:solidFill>
                  <a:schemeClr val="bg1"/>
                </a:solidFill>
                <a:latin typeface="Times New Roman" pitchFamily="18" charset="0"/>
                <a:cs typeface="Times New Roman" pitchFamily="18" charset="0"/>
              </a:rPr>
              <a:t> </a:t>
            </a:r>
            <a:r>
              <a:rPr lang="en-US" dirty="0" err="1">
                <a:solidFill>
                  <a:schemeClr val="bg1"/>
                </a:solidFill>
                <a:latin typeface="Times New Roman" pitchFamily="18" charset="0"/>
                <a:cs typeface="Times New Roman" pitchFamily="18" charset="0"/>
              </a:rPr>
              <a:t>học</a:t>
            </a:r>
            <a:endParaRPr lang="en-US" dirty="0">
              <a:solidFill>
                <a:schemeClr val="bg1"/>
              </a:solidFill>
              <a:latin typeface="Times New Roman" pitchFamily="18" charset="0"/>
              <a:cs typeface="Times New Roman" pitchFamily="18" charset="0"/>
            </a:endParaRPr>
          </a:p>
          <a:p>
            <a:pPr algn="ctr" eaLnBrk="1" hangingPunct="1">
              <a:buFont typeface="Wingdings" pitchFamily="2" charset="2"/>
              <a:buNone/>
              <a:defRPr/>
            </a:pPr>
            <a:r>
              <a:rPr lang="en-US" dirty="0" err="1">
                <a:latin typeface="Times New Roman" pitchFamily="18" charset="0"/>
                <a:cs typeface="Times New Roman" pitchFamily="18" charset="0"/>
              </a:rPr>
              <a:t>Thượng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a:t>
            </a:r>
            <a:endParaRPr lang="en-US" dirty="0">
              <a:latin typeface="Times New Roman" pitchFamily="18" charset="0"/>
              <a:cs typeface="Times New Roman" pitchFamily="18" charset="0"/>
            </a:endParaRPr>
          </a:p>
          <a:p>
            <a:pPr eaLnBrk="1" hangingPunct="1">
              <a:buFont typeface="Wingdings" pitchFamily="2" charset="2"/>
              <a:buNone/>
              <a:defRPr/>
            </a:pPr>
            <a:endParaRPr lang="en-US" dirty="0">
              <a:latin typeface="Times New Roman" pitchFamily="18" charset="0"/>
              <a:cs typeface="Times New Roman" pitchFamily="18" charset="0"/>
            </a:endParaRPr>
          </a:p>
          <a:p>
            <a:pPr algn="ctr" eaLnBrk="1" hangingPunct="1">
              <a:buFont typeface="Wingdings" pitchFamily="2" charset="2"/>
              <a:buNone/>
              <a:defRPr/>
            </a:pPr>
            <a:endParaRPr lang="en-US" dirty="0">
              <a:latin typeface="Times New Roman" pitchFamily="18" charset="0"/>
              <a:cs typeface="Times New Roman" pitchFamily="18" charset="0"/>
            </a:endParaRPr>
          </a:p>
          <a:p>
            <a:pPr algn="ctr" eaLnBrk="1" hangingPunct="1">
              <a:buFont typeface="Wingdings" pitchFamily="2" charset="2"/>
              <a:buNone/>
              <a:defRPr/>
            </a:pP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nước</a:t>
            </a:r>
            <a:endParaRPr lang="en-US" dirty="0">
              <a:latin typeface="Times New Roman" pitchFamily="18" charset="0"/>
              <a:cs typeface="Times New Roman" pitchFamily="18" charset="0"/>
            </a:endParaRPr>
          </a:p>
          <a:p>
            <a:pPr eaLnBrk="1" hangingPunct="1">
              <a:buFont typeface="Wingdings" pitchFamily="2" charset="2"/>
              <a:buNone/>
              <a:defRPr/>
            </a:pPr>
            <a:endParaRPr lang="en-US" dirty="0">
              <a:latin typeface="Times New Roman" pitchFamily="18" charset="0"/>
              <a:cs typeface="Times New Roman" pitchFamily="18" charset="0"/>
            </a:endParaRPr>
          </a:p>
          <a:p>
            <a:pPr algn="ctr" eaLnBrk="1" hangingPunct="1">
              <a:buFont typeface="Wingdings" pitchFamily="2" charset="2"/>
              <a:buNone/>
              <a:defRPr/>
            </a:pPr>
            <a:endParaRPr lang="en-US" dirty="0">
              <a:latin typeface="Times New Roman" pitchFamily="18" charset="0"/>
              <a:cs typeface="Times New Roman" pitchFamily="18" charset="0"/>
            </a:endParaRPr>
          </a:p>
          <a:p>
            <a:pPr algn="ctr" eaLnBrk="1" hangingPunct="1">
              <a:buFont typeface="Wingdings" pitchFamily="2" charset="2"/>
              <a:buNone/>
              <a:defRPr/>
            </a:pPr>
            <a:r>
              <a:rPr lang="en-US" dirty="0" err="1">
                <a:latin typeface="Times New Roman" pitchFamily="18" charset="0"/>
                <a:cs typeface="Times New Roman" pitchFamily="18" charset="0"/>
              </a:rPr>
              <a:t>Vĩnh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cữu</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bất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biến</a:t>
            </a:r>
            <a:endParaRPr lang="en-US" dirty="0">
              <a:latin typeface="Times New Roman" pitchFamily="18" charset="0"/>
              <a:cs typeface="Times New Roman" pitchFamily="18" charset="0"/>
            </a:endParaRPr>
          </a:p>
        </p:txBody>
      </p:sp>
      <p:sp>
        <p:nvSpPr>
          <p:cNvPr id="15364" name="Line 4"/>
          <p:cNvSpPr>
            <a:spLocks noChangeShapeType="1"/>
          </p:cNvSpPr>
          <p:nvPr/>
        </p:nvSpPr>
        <p:spPr bwMode="auto">
          <a:xfrm>
            <a:off x="4584700" y="3048000"/>
            <a:ext cx="0" cy="762000"/>
          </a:xfrm>
          <a:prstGeom prst="line">
            <a:avLst/>
          </a:prstGeom>
          <a:noFill/>
          <a:ln w="9525">
            <a:solidFill>
              <a:schemeClr val="tx1"/>
            </a:solidFill>
            <a:round/>
            <a:headEnd/>
            <a:tailEnd type="triangle" w="med" len="med"/>
          </a:ln>
        </p:spPr>
        <p:txBody>
          <a:bodyPr/>
          <a:lstStyle/>
          <a:p>
            <a:endParaRPr lang="en-US"/>
          </a:p>
        </p:txBody>
      </p:sp>
      <p:sp>
        <p:nvSpPr>
          <p:cNvPr id="15365" name="Line 5"/>
          <p:cNvSpPr>
            <a:spLocks noChangeShapeType="1"/>
          </p:cNvSpPr>
          <p:nvPr/>
        </p:nvSpPr>
        <p:spPr bwMode="auto">
          <a:xfrm>
            <a:off x="4622800" y="4419600"/>
            <a:ext cx="0" cy="8382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36866"/>
                                        </p:tgtEl>
                                        <p:attrNameLst>
                                          <p:attrName>style.visibility</p:attrName>
                                        </p:attrNameLst>
                                      </p:cBhvr>
                                      <p:to>
                                        <p:strVal val="visible"/>
                                      </p:to>
                                    </p:set>
                                    <p:animEffect transition="in" filter="fade">
                                      <p:cBhvr>
                                        <p:cTn id="7" dur="770" decel="100000"/>
                                        <p:tgtEl>
                                          <p:spTgt spid="36866"/>
                                        </p:tgtEl>
                                      </p:cBhvr>
                                    </p:animEffect>
                                    <p:animScale>
                                      <p:cBhvr>
                                        <p:cTn id="8" dur="770" decel="100000"/>
                                        <p:tgtEl>
                                          <p:spTgt spid="36866"/>
                                        </p:tgtEl>
                                      </p:cBhvr>
                                      <p:from x="10000" y="10000"/>
                                      <p:to x="200000" y="450000"/>
                                    </p:animScale>
                                    <p:animScale>
                                      <p:cBhvr>
                                        <p:cTn id="9" dur="1230" accel="100000" fill="hold">
                                          <p:stCondLst>
                                            <p:cond delay="770"/>
                                          </p:stCondLst>
                                        </p:cTn>
                                        <p:tgtEl>
                                          <p:spTgt spid="36866"/>
                                        </p:tgtEl>
                                      </p:cBhvr>
                                      <p:from x="200000" y="450000"/>
                                      <p:to x="100000" y="100000"/>
                                    </p:animScale>
                                    <p:set>
                                      <p:cBhvr>
                                        <p:cTn id="10" dur="770" fill="hold"/>
                                        <p:tgtEl>
                                          <p:spTgt spid="36866"/>
                                        </p:tgtEl>
                                        <p:attrNameLst>
                                          <p:attrName>ppt_x</p:attrName>
                                        </p:attrNameLst>
                                      </p:cBhvr>
                                      <p:to>
                                        <p:strVal val="(0.5)"/>
                                      </p:to>
                                    </p:set>
                                    <p:anim from="(0.5)" to="(#ppt_x)" calcmode="lin" valueType="num">
                                      <p:cBhvr>
                                        <p:cTn id="11" dur="1230" accel="100000" fill="hold">
                                          <p:stCondLst>
                                            <p:cond delay="770"/>
                                          </p:stCondLst>
                                        </p:cTn>
                                        <p:tgtEl>
                                          <p:spTgt spid="36866"/>
                                        </p:tgtEl>
                                        <p:attrNameLst>
                                          <p:attrName>ppt_x</p:attrName>
                                        </p:attrNameLst>
                                      </p:cBhvr>
                                    </p:anim>
                                    <p:set>
                                      <p:cBhvr>
                                        <p:cTn id="12" dur="770" fill="hold"/>
                                        <p:tgtEl>
                                          <p:spTgt spid="36866"/>
                                        </p:tgtEl>
                                        <p:attrNameLst>
                                          <p:attrName>ppt_y</p:attrName>
                                        </p:attrNameLst>
                                      </p:cBhvr>
                                      <p:to>
                                        <p:strVal val="(#ppt_y+0.4)"/>
                                      </p:to>
                                    </p:set>
                                    <p:anim from="(#ppt_y+0.4)" to="(#ppt_y)" calcmode="lin" valueType="num">
                                      <p:cBhvr>
                                        <p:cTn id="13" dur="1230" accel="100000" fill="hold">
                                          <p:stCondLst>
                                            <p:cond delay="770"/>
                                          </p:stCondLst>
                                        </p:cTn>
                                        <p:tgtEl>
                                          <p:spTgt spid="36866"/>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grpId="0" nodeType="clickEffect">
                                  <p:stCondLst>
                                    <p:cond delay="0"/>
                                  </p:stCondLst>
                                  <p:childTnLst>
                                    <p:set>
                                      <p:cBhvr>
                                        <p:cTn id="17" dur="1" fill="hold">
                                          <p:stCondLst>
                                            <p:cond delay="0"/>
                                          </p:stCondLst>
                                        </p:cTn>
                                        <p:tgtEl>
                                          <p:spTgt spid="36867">
                                            <p:txEl>
                                              <p:pRg st="0" end="0"/>
                                            </p:txEl>
                                          </p:spTgt>
                                        </p:tgtEl>
                                        <p:attrNameLst>
                                          <p:attrName>style.visibility</p:attrName>
                                        </p:attrNameLst>
                                      </p:cBhvr>
                                      <p:to>
                                        <p:strVal val="visible"/>
                                      </p:to>
                                    </p:set>
                                    <p:animEffect transition="in" filter="fade">
                                      <p:cBhvr>
                                        <p:cTn id="18" dur="770" decel="100000"/>
                                        <p:tgtEl>
                                          <p:spTgt spid="36867">
                                            <p:txEl>
                                              <p:pRg st="0" end="0"/>
                                            </p:txEl>
                                          </p:spTgt>
                                        </p:tgtEl>
                                      </p:cBhvr>
                                    </p:animEffect>
                                    <p:animScale>
                                      <p:cBhvr>
                                        <p:cTn id="19" dur="770" decel="100000"/>
                                        <p:tgtEl>
                                          <p:spTgt spid="36867">
                                            <p:txEl>
                                              <p:pRg st="0" end="0"/>
                                            </p:txEl>
                                          </p:spTgt>
                                        </p:tgtEl>
                                      </p:cBhvr>
                                      <p:from x="10000" y="10000"/>
                                      <p:to x="200000" y="450000"/>
                                    </p:animScale>
                                    <p:animScale>
                                      <p:cBhvr>
                                        <p:cTn id="20" dur="1230" accel="100000" fill="hold">
                                          <p:stCondLst>
                                            <p:cond delay="770"/>
                                          </p:stCondLst>
                                        </p:cTn>
                                        <p:tgtEl>
                                          <p:spTgt spid="36867">
                                            <p:txEl>
                                              <p:pRg st="0" end="0"/>
                                            </p:txEl>
                                          </p:spTgt>
                                        </p:tgtEl>
                                      </p:cBhvr>
                                      <p:from x="200000" y="450000"/>
                                      <p:to x="100000" y="100000"/>
                                    </p:animScale>
                                    <p:set>
                                      <p:cBhvr>
                                        <p:cTn id="21" dur="770" fill="hold"/>
                                        <p:tgtEl>
                                          <p:spTgt spid="36867">
                                            <p:txEl>
                                              <p:pRg st="0" end="0"/>
                                            </p:txEl>
                                          </p:spTgt>
                                        </p:tgtEl>
                                        <p:attrNameLst>
                                          <p:attrName>ppt_x</p:attrName>
                                        </p:attrNameLst>
                                      </p:cBhvr>
                                      <p:to>
                                        <p:strVal val="(0.5)"/>
                                      </p:to>
                                    </p:set>
                                    <p:anim from="(0.5)" to="(#ppt_x)" calcmode="lin" valueType="num">
                                      <p:cBhvr>
                                        <p:cTn id="22" dur="1230" accel="100000" fill="hold">
                                          <p:stCondLst>
                                            <p:cond delay="770"/>
                                          </p:stCondLst>
                                        </p:cTn>
                                        <p:tgtEl>
                                          <p:spTgt spid="36867">
                                            <p:txEl>
                                              <p:pRg st="0" end="0"/>
                                            </p:txEl>
                                          </p:spTgt>
                                        </p:tgtEl>
                                        <p:attrNameLst>
                                          <p:attrName>ppt_x</p:attrName>
                                        </p:attrNameLst>
                                      </p:cBhvr>
                                    </p:anim>
                                    <p:set>
                                      <p:cBhvr>
                                        <p:cTn id="23" dur="770" fill="hold"/>
                                        <p:tgtEl>
                                          <p:spTgt spid="36867">
                                            <p:txEl>
                                              <p:pRg st="0" end="0"/>
                                            </p:txEl>
                                          </p:spTgt>
                                        </p:tgtEl>
                                        <p:attrNameLst>
                                          <p:attrName>ppt_y</p:attrName>
                                        </p:attrNameLst>
                                      </p:cBhvr>
                                      <p:to>
                                        <p:strVal val="(#ppt_y+0.4)"/>
                                      </p:to>
                                    </p:set>
                                    <p:anim from="(#ppt_y+0.4)" to="(#ppt_y)" calcmode="lin" valueType="num">
                                      <p:cBhvr>
                                        <p:cTn id="24" dur="1230" accel="100000" fill="hold">
                                          <p:stCondLst>
                                            <p:cond delay="770"/>
                                          </p:stCondLst>
                                        </p:cTn>
                                        <p:tgtEl>
                                          <p:spTgt spid="36867">
                                            <p:txEl>
                                              <p:pRg st="0" end="0"/>
                                            </p:txEl>
                                          </p:spTgt>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51" presetClass="entr" presetSubtype="0" fill="hold" grpId="0" nodeType="clickEffect">
                                  <p:stCondLst>
                                    <p:cond delay="0"/>
                                  </p:stCondLst>
                                  <p:childTnLst>
                                    <p:set>
                                      <p:cBhvr>
                                        <p:cTn id="28" dur="1" fill="hold">
                                          <p:stCondLst>
                                            <p:cond delay="0"/>
                                          </p:stCondLst>
                                        </p:cTn>
                                        <p:tgtEl>
                                          <p:spTgt spid="36867">
                                            <p:txEl>
                                              <p:pRg st="1" end="1"/>
                                            </p:txEl>
                                          </p:spTgt>
                                        </p:tgtEl>
                                        <p:attrNameLst>
                                          <p:attrName>style.visibility</p:attrName>
                                        </p:attrNameLst>
                                      </p:cBhvr>
                                      <p:to>
                                        <p:strVal val="visible"/>
                                      </p:to>
                                    </p:set>
                                    <p:animEffect transition="in" filter="fade">
                                      <p:cBhvr>
                                        <p:cTn id="29" dur="770" decel="100000"/>
                                        <p:tgtEl>
                                          <p:spTgt spid="36867">
                                            <p:txEl>
                                              <p:pRg st="1" end="1"/>
                                            </p:txEl>
                                          </p:spTgt>
                                        </p:tgtEl>
                                      </p:cBhvr>
                                    </p:animEffect>
                                    <p:animScale>
                                      <p:cBhvr>
                                        <p:cTn id="30" dur="770" decel="100000"/>
                                        <p:tgtEl>
                                          <p:spTgt spid="36867">
                                            <p:txEl>
                                              <p:pRg st="1" end="1"/>
                                            </p:txEl>
                                          </p:spTgt>
                                        </p:tgtEl>
                                      </p:cBhvr>
                                      <p:from x="10000" y="10000"/>
                                      <p:to x="200000" y="450000"/>
                                    </p:animScale>
                                    <p:animScale>
                                      <p:cBhvr>
                                        <p:cTn id="31" dur="1230" accel="100000" fill="hold">
                                          <p:stCondLst>
                                            <p:cond delay="770"/>
                                          </p:stCondLst>
                                        </p:cTn>
                                        <p:tgtEl>
                                          <p:spTgt spid="36867">
                                            <p:txEl>
                                              <p:pRg st="1" end="1"/>
                                            </p:txEl>
                                          </p:spTgt>
                                        </p:tgtEl>
                                      </p:cBhvr>
                                      <p:from x="200000" y="450000"/>
                                      <p:to x="100000" y="100000"/>
                                    </p:animScale>
                                    <p:set>
                                      <p:cBhvr>
                                        <p:cTn id="32" dur="770" fill="hold"/>
                                        <p:tgtEl>
                                          <p:spTgt spid="36867">
                                            <p:txEl>
                                              <p:pRg st="1" end="1"/>
                                            </p:txEl>
                                          </p:spTgt>
                                        </p:tgtEl>
                                        <p:attrNameLst>
                                          <p:attrName>ppt_x</p:attrName>
                                        </p:attrNameLst>
                                      </p:cBhvr>
                                      <p:to>
                                        <p:strVal val="(0.5)"/>
                                      </p:to>
                                    </p:set>
                                    <p:anim from="(0.5)" to="(#ppt_x)" calcmode="lin" valueType="num">
                                      <p:cBhvr>
                                        <p:cTn id="33" dur="1230" accel="100000" fill="hold">
                                          <p:stCondLst>
                                            <p:cond delay="770"/>
                                          </p:stCondLst>
                                        </p:cTn>
                                        <p:tgtEl>
                                          <p:spTgt spid="36867">
                                            <p:txEl>
                                              <p:pRg st="1" end="1"/>
                                            </p:txEl>
                                          </p:spTgt>
                                        </p:tgtEl>
                                        <p:attrNameLst>
                                          <p:attrName>ppt_x</p:attrName>
                                        </p:attrNameLst>
                                      </p:cBhvr>
                                    </p:anim>
                                    <p:set>
                                      <p:cBhvr>
                                        <p:cTn id="34" dur="770" fill="hold"/>
                                        <p:tgtEl>
                                          <p:spTgt spid="36867">
                                            <p:txEl>
                                              <p:pRg st="1" end="1"/>
                                            </p:txEl>
                                          </p:spTgt>
                                        </p:tgtEl>
                                        <p:attrNameLst>
                                          <p:attrName>ppt_y</p:attrName>
                                        </p:attrNameLst>
                                      </p:cBhvr>
                                      <p:to>
                                        <p:strVal val="(#ppt_y+0.4)"/>
                                      </p:to>
                                    </p:set>
                                    <p:anim from="(#ppt_y+0.4)" to="(#ppt_y)" calcmode="lin" valueType="num">
                                      <p:cBhvr>
                                        <p:cTn id="35" dur="1230" accel="100000" fill="hold">
                                          <p:stCondLst>
                                            <p:cond delay="770"/>
                                          </p:stCondLst>
                                        </p:cTn>
                                        <p:tgtEl>
                                          <p:spTgt spid="36867">
                                            <p:txEl>
                                              <p:pRg st="1" end="1"/>
                                            </p:txEl>
                                          </p:spTgt>
                                        </p:tgtEl>
                                        <p:attrNameLst>
                                          <p:attrName>ppt_y</p:attrName>
                                        </p:attrNameLst>
                                      </p:cBhvr>
                                    </p:anim>
                                  </p:childTnLst>
                                </p:cTn>
                              </p:par>
                            </p:childTnLst>
                          </p:cTn>
                        </p:par>
                      </p:childTnLst>
                    </p:cTn>
                  </p:par>
                  <p:par>
                    <p:cTn id="36" fill="hold">
                      <p:stCondLst>
                        <p:cond delay="indefinite"/>
                      </p:stCondLst>
                      <p:childTnLst>
                        <p:par>
                          <p:cTn id="37" fill="hold">
                            <p:stCondLst>
                              <p:cond delay="0"/>
                            </p:stCondLst>
                            <p:childTnLst>
                              <p:par>
                                <p:cTn id="38" presetID="51" presetClass="entr" presetSubtype="0" fill="hold" grpId="0" nodeType="clickEffect">
                                  <p:stCondLst>
                                    <p:cond delay="0"/>
                                  </p:stCondLst>
                                  <p:childTnLst>
                                    <p:set>
                                      <p:cBhvr>
                                        <p:cTn id="39" dur="1" fill="hold">
                                          <p:stCondLst>
                                            <p:cond delay="0"/>
                                          </p:stCondLst>
                                        </p:cTn>
                                        <p:tgtEl>
                                          <p:spTgt spid="36867">
                                            <p:txEl>
                                              <p:pRg st="4" end="4"/>
                                            </p:txEl>
                                          </p:spTgt>
                                        </p:tgtEl>
                                        <p:attrNameLst>
                                          <p:attrName>style.visibility</p:attrName>
                                        </p:attrNameLst>
                                      </p:cBhvr>
                                      <p:to>
                                        <p:strVal val="visible"/>
                                      </p:to>
                                    </p:set>
                                    <p:animEffect transition="in" filter="fade">
                                      <p:cBhvr>
                                        <p:cTn id="40" dur="770" decel="100000"/>
                                        <p:tgtEl>
                                          <p:spTgt spid="36867">
                                            <p:txEl>
                                              <p:pRg st="4" end="4"/>
                                            </p:txEl>
                                          </p:spTgt>
                                        </p:tgtEl>
                                      </p:cBhvr>
                                    </p:animEffect>
                                    <p:animScale>
                                      <p:cBhvr>
                                        <p:cTn id="41" dur="770" decel="100000"/>
                                        <p:tgtEl>
                                          <p:spTgt spid="36867">
                                            <p:txEl>
                                              <p:pRg st="4" end="4"/>
                                            </p:txEl>
                                          </p:spTgt>
                                        </p:tgtEl>
                                      </p:cBhvr>
                                      <p:from x="10000" y="10000"/>
                                      <p:to x="200000" y="450000"/>
                                    </p:animScale>
                                    <p:animScale>
                                      <p:cBhvr>
                                        <p:cTn id="42" dur="1230" accel="100000" fill="hold">
                                          <p:stCondLst>
                                            <p:cond delay="770"/>
                                          </p:stCondLst>
                                        </p:cTn>
                                        <p:tgtEl>
                                          <p:spTgt spid="36867">
                                            <p:txEl>
                                              <p:pRg st="4" end="4"/>
                                            </p:txEl>
                                          </p:spTgt>
                                        </p:tgtEl>
                                      </p:cBhvr>
                                      <p:from x="200000" y="450000"/>
                                      <p:to x="100000" y="100000"/>
                                    </p:animScale>
                                    <p:set>
                                      <p:cBhvr>
                                        <p:cTn id="43" dur="770" fill="hold"/>
                                        <p:tgtEl>
                                          <p:spTgt spid="36867">
                                            <p:txEl>
                                              <p:pRg st="4" end="4"/>
                                            </p:txEl>
                                          </p:spTgt>
                                        </p:tgtEl>
                                        <p:attrNameLst>
                                          <p:attrName>ppt_x</p:attrName>
                                        </p:attrNameLst>
                                      </p:cBhvr>
                                      <p:to>
                                        <p:strVal val="(0.5)"/>
                                      </p:to>
                                    </p:set>
                                    <p:anim from="(0.5)" to="(#ppt_x)" calcmode="lin" valueType="num">
                                      <p:cBhvr>
                                        <p:cTn id="44" dur="1230" accel="100000" fill="hold">
                                          <p:stCondLst>
                                            <p:cond delay="770"/>
                                          </p:stCondLst>
                                        </p:cTn>
                                        <p:tgtEl>
                                          <p:spTgt spid="36867">
                                            <p:txEl>
                                              <p:pRg st="4" end="4"/>
                                            </p:txEl>
                                          </p:spTgt>
                                        </p:tgtEl>
                                        <p:attrNameLst>
                                          <p:attrName>ppt_x</p:attrName>
                                        </p:attrNameLst>
                                      </p:cBhvr>
                                    </p:anim>
                                    <p:set>
                                      <p:cBhvr>
                                        <p:cTn id="45" dur="770" fill="hold"/>
                                        <p:tgtEl>
                                          <p:spTgt spid="36867">
                                            <p:txEl>
                                              <p:pRg st="4" end="4"/>
                                            </p:txEl>
                                          </p:spTgt>
                                        </p:tgtEl>
                                        <p:attrNameLst>
                                          <p:attrName>ppt_y</p:attrName>
                                        </p:attrNameLst>
                                      </p:cBhvr>
                                      <p:to>
                                        <p:strVal val="(#ppt_y+0.4)"/>
                                      </p:to>
                                    </p:set>
                                    <p:anim from="(#ppt_y+0.4)" to="(#ppt_y)" calcmode="lin" valueType="num">
                                      <p:cBhvr>
                                        <p:cTn id="46" dur="1230" accel="100000" fill="hold">
                                          <p:stCondLst>
                                            <p:cond delay="770"/>
                                          </p:stCondLst>
                                        </p:cTn>
                                        <p:tgtEl>
                                          <p:spTgt spid="36867">
                                            <p:txEl>
                                              <p:pRg st="4" end="4"/>
                                            </p:txEl>
                                          </p:spTgt>
                                        </p:tgtEl>
                                        <p:attrNameLst>
                                          <p:attrName>ppt_y</p:attrName>
                                        </p:attrNameLst>
                                      </p:cBhvr>
                                    </p:anim>
                                  </p:childTnLst>
                                </p:cTn>
                              </p:par>
                            </p:childTnLst>
                          </p:cTn>
                        </p:par>
                      </p:childTnLst>
                    </p:cTn>
                  </p:par>
                  <p:par>
                    <p:cTn id="47" fill="hold">
                      <p:stCondLst>
                        <p:cond delay="indefinite"/>
                      </p:stCondLst>
                      <p:childTnLst>
                        <p:par>
                          <p:cTn id="48" fill="hold">
                            <p:stCondLst>
                              <p:cond delay="0"/>
                            </p:stCondLst>
                            <p:childTnLst>
                              <p:par>
                                <p:cTn id="49" presetID="51" presetClass="entr" presetSubtype="0" fill="hold" grpId="0" nodeType="clickEffect">
                                  <p:stCondLst>
                                    <p:cond delay="0"/>
                                  </p:stCondLst>
                                  <p:childTnLst>
                                    <p:set>
                                      <p:cBhvr>
                                        <p:cTn id="50" dur="1" fill="hold">
                                          <p:stCondLst>
                                            <p:cond delay="0"/>
                                          </p:stCondLst>
                                        </p:cTn>
                                        <p:tgtEl>
                                          <p:spTgt spid="36867">
                                            <p:txEl>
                                              <p:pRg st="7" end="7"/>
                                            </p:txEl>
                                          </p:spTgt>
                                        </p:tgtEl>
                                        <p:attrNameLst>
                                          <p:attrName>style.visibility</p:attrName>
                                        </p:attrNameLst>
                                      </p:cBhvr>
                                      <p:to>
                                        <p:strVal val="visible"/>
                                      </p:to>
                                    </p:set>
                                    <p:animEffect transition="in" filter="fade">
                                      <p:cBhvr>
                                        <p:cTn id="51" dur="770" decel="100000"/>
                                        <p:tgtEl>
                                          <p:spTgt spid="36867">
                                            <p:txEl>
                                              <p:pRg st="7" end="7"/>
                                            </p:txEl>
                                          </p:spTgt>
                                        </p:tgtEl>
                                      </p:cBhvr>
                                    </p:animEffect>
                                    <p:animScale>
                                      <p:cBhvr>
                                        <p:cTn id="52" dur="770" decel="100000"/>
                                        <p:tgtEl>
                                          <p:spTgt spid="36867">
                                            <p:txEl>
                                              <p:pRg st="7" end="7"/>
                                            </p:txEl>
                                          </p:spTgt>
                                        </p:tgtEl>
                                      </p:cBhvr>
                                      <p:from x="10000" y="10000"/>
                                      <p:to x="200000" y="450000"/>
                                    </p:animScale>
                                    <p:animScale>
                                      <p:cBhvr>
                                        <p:cTn id="53" dur="1230" accel="100000" fill="hold">
                                          <p:stCondLst>
                                            <p:cond delay="770"/>
                                          </p:stCondLst>
                                        </p:cTn>
                                        <p:tgtEl>
                                          <p:spTgt spid="36867">
                                            <p:txEl>
                                              <p:pRg st="7" end="7"/>
                                            </p:txEl>
                                          </p:spTgt>
                                        </p:tgtEl>
                                      </p:cBhvr>
                                      <p:from x="200000" y="450000"/>
                                      <p:to x="100000" y="100000"/>
                                    </p:animScale>
                                    <p:set>
                                      <p:cBhvr>
                                        <p:cTn id="54" dur="770" fill="hold"/>
                                        <p:tgtEl>
                                          <p:spTgt spid="36867">
                                            <p:txEl>
                                              <p:pRg st="7" end="7"/>
                                            </p:txEl>
                                          </p:spTgt>
                                        </p:tgtEl>
                                        <p:attrNameLst>
                                          <p:attrName>ppt_x</p:attrName>
                                        </p:attrNameLst>
                                      </p:cBhvr>
                                      <p:to>
                                        <p:strVal val="(0.5)"/>
                                      </p:to>
                                    </p:set>
                                    <p:anim from="(0.5)" to="(#ppt_x)" calcmode="lin" valueType="num">
                                      <p:cBhvr>
                                        <p:cTn id="55" dur="1230" accel="100000" fill="hold">
                                          <p:stCondLst>
                                            <p:cond delay="770"/>
                                          </p:stCondLst>
                                        </p:cTn>
                                        <p:tgtEl>
                                          <p:spTgt spid="36867">
                                            <p:txEl>
                                              <p:pRg st="7" end="7"/>
                                            </p:txEl>
                                          </p:spTgt>
                                        </p:tgtEl>
                                        <p:attrNameLst>
                                          <p:attrName>ppt_x</p:attrName>
                                        </p:attrNameLst>
                                      </p:cBhvr>
                                    </p:anim>
                                    <p:set>
                                      <p:cBhvr>
                                        <p:cTn id="56" dur="770" fill="hold"/>
                                        <p:tgtEl>
                                          <p:spTgt spid="36867">
                                            <p:txEl>
                                              <p:pRg st="7" end="7"/>
                                            </p:txEl>
                                          </p:spTgt>
                                        </p:tgtEl>
                                        <p:attrNameLst>
                                          <p:attrName>ppt_y</p:attrName>
                                        </p:attrNameLst>
                                      </p:cBhvr>
                                      <p:to>
                                        <p:strVal val="(#ppt_y+0.4)"/>
                                      </p:to>
                                    </p:set>
                                    <p:anim from="(#ppt_y+0.4)" to="(#ppt_y)" calcmode="lin" valueType="num">
                                      <p:cBhvr>
                                        <p:cTn id="57" dur="1230" accel="100000" fill="hold">
                                          <p:stCondLst>
                                            <p:cond delay="770"/>
                                          </p:stCondLst>
                                        </p:cTn>
                                        <p:tgtEl>
                                          <p:spTgt spid="36867">
                                            <p:txEl>
                                              <p:pRg st="7" end="7"/>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6" grpId="0"/>
      <p:bldP spid="3686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rrowheads="1"/>
          </p:cNvSpPr>
          <p:nvPr>
            <p:ph type="title"/>
          </p:nvPr>
        </p:nvSpPr>
        <p:spPr/>
        <p:txBody>
          <a:bodyPr>
            <a:normAutofit/>
          </a:bodyPr>
          <a:lstStyle/>
          <a:p>
            <a:pPr algn="ctr" eaLnBrk="1" hangingPunct="1">
              <a:defRPr/>
            </a:pPr>
            <a:r>
              <a:rPr lang="en-US" dirty="0" err="1">
                <a:solidFill>
                  <a:srgbClr val="FF3399"/>
                </a:solidFill>
                <a:latin typeface="Times New Roman" pitchFamily="18" charset="0"/>
                <a:cs typeface="Times New Roman" pitchFamily="18" charset="0"/>
              </a:rPr>
              <a:t>Thuyết</a:t>
            </a:r>
            <a:r>
              <a:rPr lang="en-US" dirty="0">
                <a:solidFill>
                  <a:srgbClr val="FF3399"/>
                </a:solidFill>
                <a:latin typeface="Times New Roman" pitchFamily="18" charset="0"/>
                <a:cs typeface="Times New Roman" pitchFamily="18" charset="0"/>
              </a:rPr>
              <a:t> </a:t>
            </a:r>
            <a:r>
              <a:rPr lang="en-US" dirty="0" err="1">
                <a:solidFill>
                  <a:srgbClr val="FF3399"/>
                </a:solidFill>
                <a:latin typeface="Times New Roman" pitchFamily="18" charset="0"/>
                <a:cs typeface="Times New Roman" pitchFamily="18" charset="0"/>
              </a:rPr>
              <a:t>gia</a:t>
            </a:r>
            <a:r>
              <a:rPr lang="en-US" dirty="0">
                <a:solidFill>
                  <a:srgbClr val="FF3399"/>
                </a:solidFill>
                <a:latin typeface="Times New Roman" pitchFamily="18" charset="0"/>
                <a:cs typeface="Times New Roman" pitchFamily="18" charset="0"/>
              </a:rPr>
              <a:t> </a:t>
            </a:r>
            <a:r>
              <a:rPr lang="en-US" dirty="0" err="1">
                <a:solidFill>
                  <a:srgbClr val="FF3399"/>
                </a:solidFill>
                <a:latin typeface="Times New Roman" pitchFamily="18" charset="0"/>
                <a:cs typeface="Times New Roman" pitchFamily="18" charset="0"/>
              </a:rPr>
              <a:t>trưởng</a:t>
            </a:r>
            <a:endParaRPr lang="en-US" dirty="0">
              <a:solidFill>
                <a:srgbClr val="FF3399"/>
              </a:solidFill>
              <a:latin typeface="Times New Roman" pitchFamily="18" charset="0"/>
              <a:cs typeface="Times New Roman" pitchFamily="18" charset="0"/>
            </a:endParaRPr>
          </a:p>
        </p:txBody>
      </p:sp>
      <p:sp>
        <p:nvSpPr>
          <p:cNvPr id="44035" name="Rectangle 3"/>
          <p:cNvSpPr>
            <a:spLocks noGrp="1" noRot="1" noChangeArrowheads="1"/>
          </p:cNvSpPr>
          <p:nvPr>
            <p:ph idx="1"/>
          </p:nvPr>
        </p:nvSpPr>
        <p:spPr>
          <a:xfrm>
            <a:off x="381000" y="1524000"/>
            <a:ext cx="8007350" cy="4724400"/>
          </a:xfrm>
        </p:spPr>
        <p:txBody>
          <a:bodyPr>
            <a:normAutofit/>
          </a:bodyPr>
          <a:lstStyle/>
          <a:p>
            <a:pPr>
              <a:buNone/>
              <a:defRPr/>
            </a:pP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trưởng</a:t>
            </a:r>
            <a:endParaRPr lang="en-US" sz="2800" dirty="0">
              <a:latin typeface="Times New Roman" pitchFamily="18" charset="0"/>
              <a:cs typeface="Times New Roman" pitchFamily="18" charset="0"/>
            </a:endParaRPr>
          </a:p>
          <a:p>
            <a:pPr eaLnBrk="1" hangingPunct="1">
              <a:buFont typeface="Wingdings" pitchFamily="2" charset="2"/>
              <a:buNone/>
              <a:defRPr/>
            </a:pPr>
            <a:endParaRPr lang="en-US" sz="2800" dirty="0">
              <a:latin typeface="Times New Roman" pitchFamily="18" charset="0"/>
              <a:cs typeface="Times New Roman" pitchFamily="18" charset="0"/>
            </a:endParaRPr>
          </a:p>
          <a:p>
            <a:pPr eaLnBrk="1" hangingPunct="1">
              <a:buFont typeface="Wingdings" pitchFamily="2" charset="2"/>
              <a:buNone/>
              <a:defRPr/>
            </a:pP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endParaRPr lang="en-US" sz="2800" dirty="0">
              <a:latin typeface="Times New Roman" pitchFamily="18" charset="0"/>
              <a:cs typeface="Times New Roman" pitchFamily="18" charset="0"/>
            </a:endParaRPr>
          </a:p>
          <a:p>
            <a:pPr eaLnBrk="1" hangingPunct="1">
              <a:buFont typeface="Wingdings" pitchFamily="2" charset="2"/>
              <a:buNone/>
              <a:defRPr/>
            </a:pPr>
            <a:endParaRPr lang="en-US" sz="2800" dirty="0">
              <a:latin typeface="Times New Roman" pitchFamily="18" charset="0"/>
              <a:cs typeface="Times New Roman" pitchFamily="18" charset="0"/>
            </a:endParaRPr>
          </a:p>
          <a:p>
            <a:pPr eaLnBrk="1" hangingPunct="1">
              <a:buFont typeface="Wingdings" pitchFamily="2" charset="2"/>
              <a:buNone/>
              <a:defRPr/>
            </a:pPr>
            <a:r>
              <a:rPr lang="en-US" sz="2800" dirty="0" err="1">
                <a:latin typeface="Times New Roman" pitchFamily="18" charset="0"/>
                <a:cs typeface="Times New Roman" pitchFamily="18" charset="0"/>
              </a:rPr>
              <a:t>Thị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endParaRPr lang="en-US" sz="2800" dirty="0">
              <a:latin typeface="Times New Roman" pitchFamily="18" charset="0"/>
              <a:cs typeface="Times New Roman" pitchFamily="18" charset="0"/>
            </a:endParaRPr>
          </a:p>
          <a:p>
            <a:pPr eaLnBrk="1" hangingPunct="1">
              <a:buFont typeface="Wingdings" pitchFamily="2" charset="2"/>
              <a:buNone/>
              <a:defRPr/>
            </a:pPr>
            <a:endParaRPr lang="en-US" sz="2800" dirty="0">
              <a:latin typeface="Times New Roman" pitchFamily="18" charset="0"/>
              <a:cs typeface="Times New Roman" pitchFamily="18" charset="0"/>
            </a:endParaRPr>
          </a:p>
          <a:p>
            <a:pPr eaLnBrk="1" hangingPunct="1">
              <a:buFont typeface="Wingdings" pitchFamily="2" charset="2"/>
              <a:buNone/>
              <a:defRPr/>
            </a:pPr>
            <a:r>
              <a:rPr lang="en-US" sz="2800" dirty="0" err="1">
                <a:latin typeface="Times New Roman" pitchFamily="18" charset="0"/>
                <a:cs typeface="Times New Roman" pitchFamily="18" charset="0"/>
              </a:rPr>
              <a:t>Chủng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endParaRPr lang="en-US" sz="2800" dirty="0">
              <a:latin typeface="Times New Roman" pitchFamily="18" charset="0"/>
              <a:cs typeface="Times New Roman" pitchFamily="18" charset="0"/>
            </a:endParaRPr>
          </a:p>
          <a:p>
            <a:pPr eaLnBrk="1" hangingPunct="1">
              <a:buFont typeface="Wingdings" pitchFamily="2" charset="2"/>
              <a:buNone/>
              <a:defRPr/>
            </a:pPr>
            <a:endParaRPr lang="en-US" sz="2800" dirty="0">
              <a:latin typeface="Times New Roman" pitchFamily="18" charset="0"/>
              <a:cs typeface="Times New Roman" pitchFamily="18" charset="0"/>
            </a:endParaRPr>
          </a:p>
          <a:p>
            <a:pPr eaLnBrk="1" hangingPunct="1">
              <a:buFont typeface="Wingdings" pitchFamily="2" charset="2"/>
              <a:buNone/>
              <a:defRPr/>
            </a:pPr>
            <a:r>
              <a:rPr lang="en-US" sz="2800" dirty="0" err="1">
                <a:latin typeface="Times New Roman" pitchFamily="18" charset="0"/>
                <a:cs typeface="Times New Roman" pitchFamily="18" charset="0"/>
              </a:rPr>
              <a:t>Quốc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19460" name="Line 4"/>
          <p:cNvSpPr>
            <a:spLocks noChangeShapeType="1"/>
          </p:cNvSpPr>
          <p:nvPr/>
        </p:nvSpPr>
        <p:spPr bwMode="auto">
          <a:xfrm>
            <a:off x="1219200" y="1905000"/>
            <a:ext cx="0" cy="609600"/>
          </a:xfrm>
          <a:prstGeom prst="line">
            <a:avLst/>
          </a:prstGeom>
          <a:noFill/>
          <a:ln w="9525">
            <a:solidFill>
              <a:schemeClr val="tx1"/>
            </a:solidFill>
            <a:round/>
            <a:headEnd/>
            <a:tailEnd type="triangle" w="med" len="med"/>
          </a:ln>
        </p:spPr>
        <p:txBody>
          <a:bodyPr/>
          <a:lstStyle/>
          <a:p>
            <a:endParaRPr lang="en-US"/>
          </a:p>
        </p:txBody>
      </p:sp>
      <p:sp>
        <p:nvSpPr>
          <p:cNvPr id="19461" name="Line 5"/>
          <p:cNvSpPr>
            <a:spLocks noChangeShapeType="1"/>
          </p:cNvSpPr>
          <p:nvPr/>
        </p:nvSpPr>
        <p:spPr bwMode="auto">
          <a:xfrm>
            <a:off x="1219200" y="2819400"/>
            <a:ext cx="0" cy="609600"/>
          </a:xfrm>
          <a:prstGeom prst="line">
            <a:avLst/>
          </a:prstGeom>
          <a:noFill/>
          <a:ln w="9525">
            <a:solidFill>
              <a:schemeClr val="tx1"/>
            </a:solidFill>
            <a:round/>
            <a:headEnd/>
            <a:tailEnd type="triangle" w="med" len="med"/>
          </a:ln>
        </p:spPr>
        <p:txBody>
          <a:bodyPr/>
          <a:lstStyle/>
          <a:p>
            <a:endParaRPr lang="en-US"/>
          </a:p>
        </p:txBody>
      </p:sp>
      <p:sp>
        <p:nvSpPr>
          <p:cNvPr id="19462" name="Line 6"/>
          <p:cNvSpPr>
            <a:spLocks noChangeShapeType="1"/>
          </p:cNvSpPr>
          <p:nvPr/>
        </p:nvSpPr>
        <p:spPr bwMode="auto">
          <a:xfrm>
            <a:off x="1219200" y="3886200"/>
            <a:ext cx="0" cy="685800"/>
          </a:xfrm>
          <a:prstGeom prst="line">
            <a:avLst/>
          </a:prstGeom>
          <a:noFill/>
          <a:ln w="9525">
            <a:solidFill>
              <a:schemeClr val="tx1"/>
            </a:solidFill>
            <a:round/>
            <a:headEnd/>
            <a:tailEnd type="triangle" w="med" len="med"/>
          </a:ln>
        </p:spPr>
        <p:txBody>
          <a:bodyPr/>
          <a:lstStyle/>
          <a:p>
            <a:endParaRPr lang="en-US"/>
          </a:p>
        </p:txBody>
      </p:sp>
      <p:sp>
        <p:nvSpPr>
          <p:cNvPr id="19463" name="Line 7"/>
          <p:cNvSpPr>
            <a:spLocks noChangeShapeType="1"/>
          </p:cNvSpPr>
          <p:nvPr/>
        </p:nvSpPr>
        <p:spPr bwMode="auto">
          <a:xfrm>
            <a:off x="1295400" y="4876800"/>
            <a:ext cx="0" cy="609600"/>
          </a:xfrm>
          <a:prstGeom prst="line">
            <a:avLst/>
          </a:prstGeom>
          <a:noFill/>
          <a:ln w="9525">
            <a:solidFill>
              <a:schemeClr val="tx1"/>
            </a:solidFill>
            <a:round/>
            <a:headEnd/>
            <a:tailEnd type="triangle" w="med" len="med"/>
          </a:ln>
        </p:spPr>
        <p:txBody>
          <a:bodyPr/>
          <a:lstStyle/>
          <a:p>
            <a:endParaRPr lang="en-US"/>
          </a:p>
        </p:txBody>
      </p:sp>
      <p:sp>
        <p:nvSpPr>
          <p:cNvPr id="19464" name="Line 8"/>
          <p:cNvSpPr>
            <a:spLocks noChangeShapeType="1"/>
          </p:cNvSpPr>
          <p:nvPr/>
        </p:nvSpPr>
        <p:spPr bwMode="auto">
          <a:xfrm>
            <a:off x="6400800" y="2184400"/>
            <a:ext cx="45719" cy="2971800"/>
          </a:xfrm>
          <a:prstGeom prst="line">
            <a:avLst/>
          </a:prstGeom>
          <a:noFill/>
          <a:ln w="9525">
            <a:solidFill>
              <a:schemeClr val="tx1"/>
            </a:solidFill>
            <a:round/>
            <a:headEnd/>
            <a:tailEnd type="triangle" w="med" len="med"/>
          </a:ln>
        </p:spPr>
        <p:txBody>
          <a:bodyPr/>
          <a:lstStyle/>
          <a:p>
            <a:endParaRPr lang="en-US"/>
          </a:p>
        </p:txBody>
      </p:sp>
      <p:sp>
        <p:nvSpPr>
          <p:cNvPr id="19465" name="Line 9"/>
          <p:cNvSpPr>
            <a:spLocks noChangeShapeType="1"/>
          </p:cNvSpPr>
          <p:nvPr/>
        </p:nvSpPr>
        <p:spPr bwMode="auto">
          <a:xfrm>
            <a:off x="2057400" y="1752600"/>
            <a:ext cx="3276600" cy="0"/>
          </a:xfrm>
          <a:prstGeom prst="line">
            <a:avLst/>
          </a:prstGeom>
          <a:noFill/>
          <a:ln w="9525">
            <a:solidFill>
              <a:schemeClr val="tx1"/>
            </a:solidFill>
            <a:round/>
            <a:headEnd/>
            <a:tailEnd type="triangle" w="med" len="med"/>
          </a:ln>
        </p:spPr>
        <p:txBody>
          <a:bodyPr/>
          <a:lstStyle/>
          <a:p>
            <a:endParaRPr lang="en-US"/>
          </a:p>
        </p:txBody>
      </p:sp>
      <p:sp>
        <p:nvSpPr>
          <p:cNvPr id="19466" name="Line 10"/>
          <p:cNvSpPr>
            <a:spLocks noChangeShapeType="1"/>
          </p:cNvSpPr>
          <p:nvPr/>
        </p:nvSpPr>
        <p:spPr bwMode="auto">
          <a:xfrm>
            <a:off x="2362200" y="6019800"/>
            <a:ext cx="3276600" cy="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rrowheads="1"/>
          </p:cNvSpPr>
          <p:nvPr>
            <p:ph type="title"/>
          </p:nvPr>
        </p:nvSpPr>
        <p:spPr/>
        <p:txBody>
          <a:bodyPr>
            <a:normAutofit/>
          </a:bodyPr>
          <a:lstStyle/>
          <a:p>
            <a:pPr algn="ctr" eaLnBrk="1" hangingPunct="1">
              <a:defRPr/>
            </a:pPr>
            <a:r>
              <a:rPr lang="en-US" sz="4800" dirty="0" err="1">
                <a:solidFill>
                  <a:srgbClr val="29E9E9"/>
                </a:solidFill>
                <a:latin typeface="Times New Roman" pitchFamily="18" charset="0"/>
                <a:cs typeface="Times New Roman" pitchFamily="18" charset="0"/>
              </a:rPr>
              <a:t>Thuyết</a:t>
            </a:r>
            <a:r>
              <a:rPr lang="en-US" sz="4800" dirty="0">
                <a:solidFill>
                  <a:srgbClr val="29E9E9"/>
                </a:solidFill>
                <a:latin typeface="Times New Roman" pitchFamily="18" charset="0"/>
                <a:cs typeface="Times New Roman" pitchFamily="18" charset="0"/>
              </a:rPr>
              <a:t> </a:t>
            </a:r>
            <a:r>
              <a:rPr lang="en-US" sz="4800" dirty="0" err="1">
                <a:solidFill>
                  <a:srgbClr val="29E9E9"/>
                </a:solidFill>
                <a:latin typeface="Times New Roman" pitchFamily="18" charset="0"/>
                <a:cs typeface="Times New Roman" pitchFamily="18" charset="0"/>
              </a:rPr>
              <a:t>khế</a:t>
            </a:r>
            <a:r>
              <a:rPr lang="en-US" sz="4800" dirty="0">
                <a:solidFill>
                  <a:srgbClr val="29E9E9"/>
                </a:solidFill>
                <a:latin typeface="Times New Roman" pitchFamily="18" charset="0"/>
                <a:cs typeface="Times New Roman" pitchFamily="18" charset="0"/>
              </a:rPr>
              <a:t> </a:t>
            </a:r>
            <a:r>
              <a:rPr lang="en-US" sz="4800" dirty="0" err="1">
                <a:solidFill>
                  <a:srgbClr val="29E9E9"/>
                </a:solidFill>
                <a:latin typeface="Times New Roman" pitchFamily="18" charset="0"/>
                <a:cs typeface="Times New Roman" pitchFamily="18" charset="0"/>
              </a:rPr>
              <a:t>ước</a:t>
            </a:r>
            <a:endParaRPr lang="en-US" sz="4800" dirty="0">
              <a:solidFill>
                <a:srgbClr val="29E9E9"/>
              </a:solidFill>
              <a:latin typeface="Times New Roman" pitchFamily="18" charset="0"/>
              <a:cs typeface="Times New Roman" pitchFamily="18" charset="0"/>
            </a:endParaRPr>
          </a:p>
        </p:txBody>
      </p:sp>
      <p:sp>
        <p:nvSpPr>
          <p:cNvPr id="45059" name="Rectangle 3"/>
          <p:cNvSpPr>
            <a:spLocks noGrp="1" noRot="1" noChangeArrowheads="1"/>
          </p:cNvSpPr>
          <p:nvPr>
            <p:ph idx="1"/>
          </p:nvPr>
        </p:nvSpPr>
        <p:spPr/>
        <p:txBody>
          <a:bodyPr>
            <a:normAutofit/>
          </a:bodyPr>
          <a:lstStyle/>
          <a:p>
            <a:pPr algn="ctr" eaLnBrk="1" hangingPunct="1">
              <a:buFont typeface="Wingdings" pitchFamily="2" charset="2"/>
              <a:buNone/>
              <a:defRPr/>
            </a:pPr>
            <a:r>
              <a:rPr lang="en-US" sz="4000" dirty="0" err="1">
                <a:latin typeface="Times New Roman" pitchFamily="18" charset="0"/>
                <a:cs typeface="Times New Roman" pitchFamily="18" charset="0"/>
              </a:rPr>
              <a:t>Khế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ước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Hợp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đồng</a:t>
            </a:r>
            <a:r>
              <a:rPr lang="en-US" sz="4000" dirty="0">
                <a:latin typeface="Times New Roman" pitchFamily="18" charset="0"/>
                <a:cs typeface="Times New Roman" pitchFamily="18" charset="0"/>
              </a:rPr>
              <a:t>)</a:t>
            </a:r>
          </a:p>
          <a:p>
            <a:pPr eaLnBrk="1" hangingPunct="1">
              <a:buFont typeface="Wingdings" pitchFamily="2" charset="2"/>
              <a:buNone/>
              <a:defRPr/>
            </a:pPr>
            <a:endParaRPr lang="en-US" sz="4000" dirty="0">
              <a:latin typeface="Times New Roman" pitchFamily="18" charset="0"/>
              <a:cs typeface="Times New Roman" pitchFamily="18" charset="0"/>
            </a:endParaRPr>
          </a:p>
          <a:p>
            <a:pPr eaLnBrk="1" hangingPunct="1">
              <a:buFont typeface="Wingdings" pitchFamily="2" charset="2"/>
              <a:buNone/>
              <a:defRPr/>
            </a:pPr>
            <a:endParaRPr lang="en-US" sz="4000" dirty="0">
              <a:latin typeface="Times New Roman" pitchFamily="18" charset="0"/>
              <a:cs typeface="Times New Roman" pitchFamily="18" charset="0"/>
            </a:endParaRPr>
          </a:p>
          <a:p>
            <a:pPr algn="ctr" eaLnBrk="1" hangingPunct="1">
              <a:buFont typeface="Wingdings" pitchFamily="2" charset="2"/>
              <a:buNone/>
              <a:defRPr/>
            </a:pP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endParaRPr lang="en-US" sz="4000" dirty="0">
              <a:latin typeface="Times New Roman" pitchFamily="18" charset="0"/>
              <a:cs typeface="Times New Roman" pitchFamily="18" charset="0"/>
            </a:endParaRPr>
          </a:p>
        </p:txBody>
      </p:sp>
      <p:sp>
        <p:nvSpPr>
          <p:cNvPr id="20484" name="Line 4"/>
          <p:cNvSpPr>
            <a:spLocks noChangeShapeType="1"/>
          </p:cNvSpPr>
          <p:nvPr/>
        </p:nvSpPr>
        <p:spPr bwMode="auto">
          <a:xfrm>
            <a:off x="3962400" y="3048000"/>
            <a:ext cx="0" cy="1072307"/>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 calcmode="lin" valueType="num">
                                      <p:cBhvr>
                                        <p:cTn id="7" dur="1000" fill="hold"/>
                                        <p:tgtEl>
                                          <p:spTgt spid="45058"/>
                                        </p:tgtEl>
                                        <p:attrNameLst>
                                          <p:attrName>ppt_w</p:attrName>
                                        </p:attrNameLst>
                                      </p:cBhvr>
                                      <p:tavLst>
                                        <p:tav tm="0">
                                          <p:val>
                                            <p:fltVal val="0"/>
                                          </p:val>
                                        </p:tav>
                                        <p:tav tm="100000">
                                          <p:val>
                                            <p:strVal val="#ppt_w"/>
                                          </p:val>
                                        </p:tav>
                                      </p:tavLst>
                                    </p:anim>
                                    <p:anim calcmode="lin" valueType="num">
                                      <p:cBhvr>
                                        <p:cTn id="8" dur="1000" fill="hold"/>
                                        <p:tgtEl>
                                          <p:spTgt spid="45058"/>
                                        </p:tgtEl>
                                        <p:attrNameLst>
                                          <p:attrName>ppt_h</p:attrName>
                                        </p:attrNameLst>
                                      </p:cBhvr>
                                      <p:tavLst>
                                        <p:tav tm="0">
                                          <p:val>
                                            <p:fltVal val="0"/>
                                          </p:val>
                                        </p:tav>
                                        <p:tav tm="100000">
                                          <p:val>
                                            <p:strVal val="#ppt_h"/>
                                          </p:val>
                                        </p:tav>
                                      </p:tavLst>
                                    </p:anim>
                                    <p:anim calcmode="lin" valueType="num">
                                      <p:cBhvr>
                                        <p:cTn id="9" dur="1000" fill="hold"/>
                                        <p:tgtEl>
                                          <p:spTgt spid="4505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505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5059">
                                            <p:txEl>
                                              <p:pRg st="0" end="0"/>
                                            </p:txEl>
                                          </p:spTgt>
                                        </p:tgtEl>
                                        <p:attrNameLst>
                                          <p:attrName>style.visibility</p:attrName>
                                        </p:attrNameLst>
                                      </p:cBhvr>
                                      <p:to>
                                        <p:strVal val="visible"/>
                                      </p:to>
                                    </p:set>
                                    <p:anim calcmode="lin" valueType="num">
                                      <p:cBhvr>
                                        <p:cTn id="15" dur="1000" fill="hold"/>
                                        <p:tgtEl>
                                          <p:spTgt spid="45059">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45059">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45059">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5059">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45059">
                                            <p:txEl>
                                              <p:pRg st="3" end="3"/>
                                            </p:txEl>
                                          </p:spTgt>
                                        </p:tgtEl>
                                        <p:attrNameLst>
                                          <p:attrName>style.visibility</p:attrName>
                                        </p:attrNameLst>
                                      </p:cBhvr>
                                      <p:to>
                                        <p:strVal val="visible"/>
                                      </p:to>
                                    </p:set>
                                    <p:anim calcmode="lin" valueType="num">
                                      <p:cBhvr>
                                        <p:cTn id="23" dur="1000" fill="hold"/>
                                        <p:tgtEl>
                                          <p:spTgt spid="45059">
                                            <p:txEl>
                                              <p:pRg st="3" end="3"/>
                                            </p:txEl>
                                          </p:spTgt>
                                        </p:tgtEl>
                                        <p:attrNameLst>
                                          <p:attrName>ppt_w</p:attrName>
                                        </p:attrNameLst>
                                      </p:cBhvr>
                                      <p:tavLst>
                                        <p:tav tm="0">
                                          <p:val>
                                            <p:fltVal val="0"/>
                                          </p:val>
                                        </p:tav>
                                        <p:tav tm="100000">
                                          <p:val>
                                            <p:strVal val="#ppt_w"/>
                                          </p:val>
                                        </p:tav>
                                      </p:tavLst>
                                    </p:anim>
                                    <p:anim calcmode="lin" valueType="num">
                                      <p:cBhvr>
                                        <p:cTn id="24" dur="1000" fill="hold"/>
                                        <p:tgtEl>
                                          <p:spTgt spid="45059">
                                            <p:txEl>
                                              <p:pRg st="3" end="3"/>
                                            </p:txEl>
                                          </p:spTgt>
                                        </p:tgtEl>
                                        <p:attrNameLst>
                                          <p:attrName>ppt_h</p:attrName>
                                        </p:attrNameLst>
                                      </p:cBhvr>
                                      <p:tavLst>
                                        <p:tav tm="0">
                                          <p:val>
                                            <p:fltVal val="0"/>
                                          </p:val>
                                        </p:tav>
                                        <p:tav tm="100000">
                                          <p:val>
                                            <p:strVal val="#ppt_h"/>
                                          </p:val>
                                        </p:tav>
                                      </p:tavLst>
                                    </p:anim>
                                    <p:anim calcmode="lin" valueType="num">
                                      <p:cBhvr>
                                        <p:cTn id="25" dur="1000" fill="hold"/>
                                        <p:tgtEl>
                                          <p:spTgt spid="45059">
                                            <p:txEl>
                                              <p:pRg st="3" end="3"/>
                                            </p:txEl>
                                          </p:spTgt>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45059">
                                            <p:txEl>
                                              <p:pRg st="3" end="3"/>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450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rrowheads="1"/>
          </p:cNvSpPr>
          <p:nvPr>
            <p:ph type="title"/>
          </p:nvPr>
        </p:nvSpPr>
        <p:spPr/>
        <p:txBody>
          <a:bodyPr>
            <a:normAutofit/>
          </a:bodyPr>
          <a:lstStyle/>
          <a:p>
            <a:pPr algn="ctr" eaLnBrk="1" hangingPunct="1">
              <a:defRPr/>
            </a:pPr>
            <a:r>
              <a:rPr lang="en-US" sz="4400" dirty="0" err="1">
                <a:solidFill>
                  <a:srgbClr val="FF9900"/>
                </a:solidFill>
                <a:latin typeface="Times New Roman" pitchFamily="18" charset="0"/>
                <a:cs typeface="Times New Roman" pitchFamily="18" charset="0"/>
              </a:rPr>
              <a:t>Thuyết</a:t>
            </a:r>
            <a:r>
              <a:rPr lang="en-US" sz="4400" dirty="0">
                <a:solidFill>
                  <a:srgbClr val="FF9900"/>
                </a:solidFill>
                <a:latin typeface="Times New Roman" pitchFamily="18" charset="0"/>
                <a:cs typeface="Times New Roman" pitchFamily="18" charset="0"/>
              </a:rPr>
              <a:t> </a:t>
            </a:r>
            <a:r>
              <a:rPr lang="en-US" sz="4400" dirty="0" err="1">
                <a:solidFill>
                  <a:srgbClr val="FF9900"/>
                </a:solidFill>
                <a:latin typeface="Times New Roman" pitchFamily="18" charset="0"/>
                <a:cs typeface="Times New Roman" pitchFamily="18" charset="0"/>
              </a:rPr>
              <a:t>bạo</a:t>
            </a:r>
            <a:r>
              <a:rPr lang="en-US" sz="4400" dirty="0">
                <a:solidFill>
                  <a:srgbClr val="FF9900"/>
                </a:solidFill>
                <a:latin typeface="Times New Roman" pitchFamily="18" charset="0"/>
                <a:cs typeface="Times New Roman" pitchFamily="18" charset="0"/>
              </a:rPr>
              <a:t> </a:t>
            </a:r>
            <a:r>
              <a:rPr lang="en-US" sz="4400" dirty="0" err="1">
                <a:solidFill>
                  <a:srgbClr val="FF9900"/>
                </a:solidFill>
                <a:latin typeface="Times New Roman" pitchFamily="18" charset="0"/>
                <a:cs typeface="Times New Roman" pitchFamily="18" charset="0"/>
              </a:rPr>
              <a:t>lực</a:t>
            </a:r>
            <a:endParaRPr lang="en-US" sz="4400" dirty="0">
              <a:solidFill>
                <a:srgbClr val="FF9900"/>
              </a:solidFill>
              <a:latin typeface="Times New Roman" pitchFamily="18" charset="0"/>
              <a:cs typeface="Times New Roman" pitchFamily="18" charset="0"/>
            </a:endParaRPr>
          </a:p>
        </p:txBody>
      </p:sp>
      <p:sp>
        <p:nvSpPr>
          <p:cNvPr id="46083" name="Rectangle 3"/>
          <p:cNvSpPr>
            <a:spLocks noGrp="1" noRot="1" noChangeArrowheads="1"/>
          </p:cNvSpPr>
          <p:nvPr>
            <p:ph idx="1"/>
          </p:nvPr>
        </p:nvSpPr>
        <p:spPr>
          <a:xfrm>
            <a:off x="381001" y="2133600"/>
            <a:ext cx="8229600" cy="4525963"/>
          </a:xfrm>
        </p:spPr>
        <p:txBody>
          <a:bodyPr>
            <a:normAutofit/>
          </a:bodyPr>
          <a:lstStyle/>
          <a:p>
            <a:pPr algn="ctr" eaLnBrk="1" hangingPunct="1">
              <a:buFont typeface="Wingdings" pitchFamily="2" charset="2"/>
              <a:buNone/>
              <a:defRPr/>
            </a:pPr>
            <a:r>
              <a:rPr lang="en-US" sz="3200" dirty="0" err="1">
                <a:latin typeface="Times New Roman" pitchFamily="18" charset="0"/>
                <a:cs typeface="Times New Roman" pitchFamily="18" charset="0"/>
              </a:rPr>
              <a:t>Bạo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giữa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B</a:t>
            </a:r>
          </a:p>
          <a:p>
            <a:pPr eaLnBrk="1" hangingPunct="1">
              <a:buFont typeface="Wingdings" pitchFamily="2" charset="2"/>
              <a:buNone/>
              <a:defRPr/>
            </a:pPr>
            <a:endParaRPr lang="en-US" sz="3200" dirty="0">
              <a:latin typeface="Times New Roman" pitchFamily="18" charset="0"/>
              <a:cs typeface="Times New Roman" pitchFamily="18" charset="0"/>
            </a:endParaRPr>
          </a:p>
          <a:p>
            <a:pPr eaLnBrk="1" hangingPunct="1">
              <a:buFont typeface="Wingdings" pitchFamily="2" charset="2"/>
              <a:buNone/>
              <a:defRPr/>
            </a:pPr>
            <a:endParaRPr lang="en-US" sz="3200" dirty="0">
              <a:latin typeface="Times New Roman" pitchFamily="18" charset="0"/>
              <a:cs typeface="Times New Roman" pitchFamily="18" charset="0"/>
            </a:endParaRPr>
          </a:p>
          <a:p>
            <a:pPr algn="ctr" eaLnBrk="1" hangingPunct="1">
              <a:buFont typeface="Wingdings" pitchFamily="2" charset="2"/>
              <a:buNone/>
              <a:defRPr/>
            </a:pPr>
            <a:r>
              <a:rPr lang="en-US" sz="3200" dirty="0" err="1">
                <a:latin typeface="Times New Roman" pitchFamily="18" charset="0"/>
                <a:cs typeface="Times New Roman" pitchFamily="18" charset="0"/>
              </a:rPr>
              <a:t>Thị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r>
              <a:rPr lang="en-US" sz="3200" dirty="0">
                <a:latin typeface="Times New Roman" pitchFamily="18" charset="0"/>
                <a:cs typeface="Times New Roman" pitchFamily="18" charset="0"/>
              </a:rPr>
              <a:t> A </a:t>
            </a:r>
            <a:r>
              <a:rPr lang="en-US" sz="3200" dirty="0" err="1">
                <a:latin typeface="Times New Roman" pitchFamily="18" charset="0"/>
                <a:cs typeface="Times New Roman" pitchFamily="18" charset="0"/>
              </a:rPr>
              <a:t>chiến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thắng</a:t>
            </a:r>
            <a:endParaRPr lang="en-US" sz="3200" dirty="0">
              <a:latin typeface="Times New Roman" pitchFamily="18" charset="0"/>
              <a:cs typeface="Times New Roman" pitchFamily="18" charset="0"/>
            </a:endParaRPr>
          </a:p>
          <a:p>
            <a:pPr eaLnBrk="1" hangingPunct="1">
              <a:buFont typeface="Wingdings" pitchFamily="2" charset="2"/>
              <a:buNone/>
              <a:defRPr/>
            </a:pPr>
            <a:endParaRPr lang="en-US" sz="3200" dirty="0">
              <a:latin typeface="Times New Roman" pitchFamily="18" charset="0"/>
              <a:cs typeface="Times New Roman" pitchFamily="18" charset="0"/>
            </a:endParaRPr>
          </a:p>
          <a:p>
            <a:pPr eaLnBrk="1" hangingPunct="1">
              <a:buFont typeface="Wingdings" pitchFamily="2" charset="2"/>
              <a:buNone/>
              <a:defRPr/>
            </a:pPr>
            <a:endParaRPr lang="en-US" sz="3200" dirty="0">
              <a:latin typeface="Times New Roman" pitchFamily="18" charset="0"/>
              <a:cs typeface="Times New Roman" pitchFamily="18" charset="0"/>
            </a:endParaRPr>
          </a:p>
          <a:p>
            <a:pPr algn="ctr" eaLnBrk="1" hangingPunct="1">
              <a:buFont typeface="Wingdings" pitchFamily="2" charset="2"/>
              <a:buNone/>
              <a:defRPr/>
            </a:pP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
        <p:nvSpPr>
          <p:cNvPr id="21508" name="Line 4"/>
          <p:cNvSpPr>
            <a:spLocks noChangeShapeType="1"/>
          </p:cNvSpPr>
          <p:nvPr/>
        </p:nvSpPr>
        <p:spPr bwMode="auto">
          <a:xfrm flipH="1">
            <a:off x="4343399" y="2819400"/>
            <a:ext cx="1" cy="1054100"/>
          </a:xfrm>
          <a:prstGeom prst="line">
            <a:avLst/>
          </a:prstGeom>
          <a:noFill/>
          <a:ln w="9525">
            <a:solidFill>
              <a:schemeClr val="tx1"/>
            </a:solidFill>
            <a:round/>
            <a:headEnd/>
            <a:tailEnd type="triangle" w="med" len="med"/>
          </a:ln>
        </p:spPr>
        <p:txBody>
          <a:bodyPr/>
          <a:lstStyle/>
          <a:p>
            <a:endParaRPr lang="en-US"/>
          </a:p>
        </p:txBody>
      </p:sp>
      <p:sp>
        <p:nvSpPr>
          <p:cNvPr id="21509" name="Line 5"/>
          <p:cNvSpPr>
            <a:spLocks noChangeShapeType="1"/>
          </p:cNvSpPr>
          <p:nvPr/>
        </p:nvSpPr>
        <p:spPr bwMode="auto">
          <a:xfrm flipH="1">
            <a:off x="4381500" y="4419600"/>
            <a:ext cx="0" cy="10541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6082"/>
                                        </p:tgtEl>
                                        <p:attrNameLst>
                                          <p:attrName>style.visibility</p:attrName>
                                        </p:attrNameLst>
                                      </p:cBhvr>
                                      <p:to>
                                        <p:strVal val="visible"/>
                                      </p:to>
                                    </p:set>
                                    <p:anim calcmode="lin" valueType="num">
                                      <p:cBhvr>
                                        <p:cTn id="7" dur="1000" fill="hold"/>
                                        <p:tgtEl>
                                          <p:spTgt spid="46082"/>
                                        </p:tgtEl>
                                        <p:attrNameLst>
                                          <p:attrName>ppt_x</p:attrName>
                                        </p:attrNameLst>
                                      </p:cBhvr>
                                      <p:tavLst>
                                        <p:tav tm="0">
                                          <p:val>
                                            <p:strVal val="#ppt_x-.2"/>
                                          </p:val>
                                        </p:tav>
                                        <p:tav tm="100000">
                                          <p:val>
                                            <p:strVal val="#ppt_x"/>
                                          </p:val>
                                        </p:tav>
                                      </p:tavLst>
                                    </p:anim>
                                    <p:anim calcmode="lin" valueType="num">
                                      <p:cBhvr>
                                        <p:cTn id="8" dur="1000" fill="hold"/>
                                        <p:tgtEl>
                                          <p:spTgt spid="46082"/>
                                        </p:tgtEl>
                                        <p:attrNameLst>
                                          <p:attrName>ppt_y</p:attrName>
                                        </p:attrNameLst>
                                      </p:cBhvr>
                                      <p:tavLst>
                                        <p:tav tm="0">
                                          <p:val>
                                            <p:strVal val="#ppt_y"/>
                                          </p:val>
                                        </p:tav>
                                        <p:tav tm="100000">
                                          <p:val>
                                            <p:strVal val="#ppt_y"/>
                                          </p:val>
                                        </p:tav>
                                      </p:tavLst>
                                    </p:anim>
                                    <p:animEffect transition="in" filter="wipe(right)" prLst="gradientSize: 0.1">
                                      <p:cBhvr>
                                        <p:cTn id="9" dur="1000"/>
                                        <p:tgtEl>
                                          <p:spTgt spid="46082"/>
                                        </p:tgtEl>
                                      </p:cBhvr>
                                    </p:animEffect>
                                  </p:childTnLst>
                                </p:cTn>
                              </p:par>
                            </p:childTnLst>
                          </p:cTn>
                        </p:par>
                      </p:childTnLst>
                    </p:cTn>
                  </p:par>
                  <p:par>
                    <p:cTn id="10" fill="hold">
                      <p:stCondLst>
                        <p:cond delay="indefinite"/>
                      </p:stCondLst>
                      <p:childTnLst>
                        <p:par>
                          <p:cTn id="11" fill="hold">
                            <p:stCondLst>
                              <p:cond delay="0"/>
                            </p:stCondLst>
                            <p:childTnLst>
                              <p:par>
                                <p:cTn id="12" presetID="39" presetClass="entr" presetSubtype="0" accel="100000" fill="hold" grpId="0" nodeType="clickEffect">
                                  <p:stCondLst>
                                    <p:cond delay="0"/>
                                  </p:stCondLst>
                                  <p:childTnLst>
                                    <p:set>
                                      <p:cBhvr>
                                        <p:cTn id="13" dur="1" fill="hold">
                                          <p:stCondLst>
                                            <p:cond delay="0"/>
                                          </p:stCondLst>
                                        </p:cTn>
                                        <p:tgtEl>
                                          <p:spTgt spid="46083">
                                            <p:txEl>
                                              <p:pRg st="0" end="0"/>
                                            </p:txEl>
                                          </p:spTgt>
                                        </p:tgtEl>
                                        <p:attrNameLst>
                                          <p:attrName>style.visibility</p:attrName>
                                        </p:attrNameLst>
                                      </p:cBhvr>
                                      <p:to>
                                        <p:strVal val="visible"/>
                                      </p:to>
                                    </p:set>
                                    <p:anim calcmode="lin" valueType="num">
                                      <p:cBhvr>
                                        <p:cTn id="14" dur="500" fill="hold"/>
                                        <p:tgtEl>
                                          <p:spTgt spid="4608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5" dur="500" fill="hold"/>
                                        <p:tgtEl>
                                          <p:spTgt spid="4608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6" dur="500" fill="hold"/>
                                        <p:tgtEl>
                                          <p:spTgt spid="4608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7" dur="500" fill="hold"/>
                                        <p:tgtEl>
                                          <p:spTgt spid="4608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9" presetClass="entr" presetSubtype="0" accel="100000" fill="hold" grpId="0" nodeType="clickEffect">
                                  <p:stCondLst>
                                    <p:cond delay="0"/>
                                  </p:stCondLst>
                                  <p:childTnLst>
                                    <p:set>
                                      <p:cBhvr>
                                        <p:cTn id="21" dur="1" fill="hold">
                                          <p:stCondLst>
                                            <p:cond delay="0"/>
                                          </p:stCondLst>
                                        </p:cTn>
                                        <p:tgtEl>
                                          <p:spTgt spid="46083">
                                            <p:txEl>
                                              <p:pRg st="3" end="3"/>
                                            </p:txEl>
                                          </p:spTgt>
                                        </p:tgtEl>
                                        <p:attrNameLst>
                                          <p:attrName>style.visibility</p:attrName>
                                        </p:attrNameLst>
                                      </p:cBhvr>
                                      <p:to>
                                        <p:strVal val="visible"/>
                                      </p:to>
                                    </p:set>
                                    <p:anim calcmode="lin" valueType="num">
                                      <p:cBhvr>
                                        <p:cTn id="22" dur="500" fill="hold"/>
                                        <p:tgtEl>
                                          <p:spTgt spid="46083">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3" dur="500" fill="hold"/>
                                        <p:tgtEl>
                                          <p:spTgt spid="46083">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4" dur="500" fill="hold"/>
                                        <p:tgtEl>
                                          <p:spTgt spid="46083">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25" dur="500" fill="hold"/>
                                        <p:tgtEl>
                                          <p:spTgt spid="4608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39" presetClass="entr" presetSubtype="0" accel="100000" fill="hold" grpId="0" nodeType="clickEffect">
                                  <p:stCondLst>
                                    <p:cond delay="0"/>
                                  </p:stCondLst>
                                  <p:childTnLst>
                                    <p:set>
                                      <p:cBhvr>
                                        <p:cTn id="29" dur="1" fill="hold">
                                          <p:stCondLst>
                                            <p:cond delay="0"/>
                                          </p:stCondLst>
                                        </p:cTn>
                                        <p:tgtEl>
                                          <p:spTgt spid="46083">
                                            <p:txEl>
                                              <p:pRg st="6" end="6"/>
                                            </p:txEl>
                                          </p:spTgt>
                                        </p:tgtEl>
                                        <p:attrNameLst>
                                          <p:attrName>style.visibility</p:attrName>
                                        </p:attrNameLst>
                                      </p:cBhvr>
                                      <p:to>
                                        <p:strVal val="visible"/>
                                      </p:to>
                                    </p:set>
                                    <p:anim calcmode="lin" valueType="num">
                                      <p:cBhvr>
                                        <p:cTn id="30" dur="500" fill="hold"/>
                                        <p:tgtEl>
                                          <p:spTgt spid="46083">
                                            <p:txEl>
                                              <p:pRg st="6" end="6"/>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1" dur="500" fill="hold"/>
                                        <p:tgtEl>
                                          <p:spTgt spid="46083">
                                            <p:txEl>
                                              <p:pRg st="6" end="6"/>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2" dur="500" fill="hold"/>
                                        <p:tgtEl>
                                          <p:spTgt spid="46083">
                                            <p:txEl>
                                              <p:pRg st="6" end="6"/>
                                            </p:txEl>
                                          </p:spTgt>
                                        </p:tgtEl>
                                        <p:attrNameLst>
                                          <p:attrName>ppt_x</p:attrName>
                                        </p:attrNameLst>
                                      </p:cBhvr>
                                      <p:tavLst>
                                        <p:tav tm="0">
                                          <p:val>
                                            <p:strVal val="#ppt_x-.3"/>
                                          </p:val>
                                        </p:tav>
                                        <p:tav tm="50000">
                                          <p:val>
                                            <p:strVal val="#ppt_x"/>
                                          </p:val>
                                        </p:tav>
                                        <p:tav tm="100000">
                                          <p:val>
                                            <p:strVal val="#ppt_x"/>
                                          </p:val>
                                        </p:tav>
                                      </p:tavLst>
                                    </p:anim>
                                    <p:anim calcmode="lin" valueType="num">
                                      <p:cBhvr>
                                        <p:cTn id="33" dur="500" fill="hold"/>
                                        <p:tgtEl>
                                          <p:spTgt spid="4608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5" presetClass="entr" presetSubtype="0" fill="hold" grpId="1" nodeType="clickEffect">
                                  <p:stCondLst>
                                    <p:cond delay="0"/>
                                  </p:stCondLst>
                                  <p:childTnLst>
                                    <p:set>
                                      <p:cBhvr>
                                        <p:cTn id="37" dur="1" fill="hold">
                                          <p:stCondLst>
                                            <p:cond delay="0"/>
                                          </p:stCondLst>
                                        </p:cTn>
                                        <p:tgtEl>
                                          <p:spTgt spid="46083">
                                            <p:txEl>
                                              <p:pRg st="0" end="0"/>
                                            </p:txEl>
                                          </p:spTgt>
                                        </p:tgtEl>
                                        <p:attrNameLst>
                                          <p:attrName>style.visibility</p:attrName>
                                        </p:attrNameLst>
                                      </p:cBhvr>
                                      <p:to>
                                        <p:strVal val="visible"/>
                                      </p:to>
                                    </p:set>
                                    <p:animEffect transition="in" filter="fade">
                                      <p:cBhvr>
                                        <p:cTn id="38" dur="2000"/>
                                        <p:tgtEl>
                                          <p:spTgt spid="46083">
                                            <p:txEl>
                                              <p:pRg st="0" end="0"/>
                                            </p:txEl>
                                          </p:spTgt>
                                        </p:tgtEl>
                                      </p:cBhvr>
                                    </p:animEffect>
                                    <p:anim calcmode="lin" valueType="num">
                                      <p:cBhvr>
                                        <p:cTn id="39" dur="2000" fill="hold"/>
                                        <p:tgtEl>
                                          <p:spTgt spid="46083">
                                            <p:txEl>
                                              <p:pRg st="0" end="0"/>
                                            </p:txEl>
                                          </p:spTgt>
                                        </p:tgtEl>
                                        <p:attrNameLst>
                                          <p:attrName>style.rotation</p:attrName>
                                        </p:attrNameLst>
                                      </p:cBhvr>
                                      <p:tavLst>
                                        <p:tav tm="0">
                                          <p:val>
                                            <p:fltVal val="720"/>
                                          </p:val>
                                        </p:tav>
                                        <p:tav tm="100000">
                                          <p:val>
                                            <p:fltVal val="0"/>
                                          </p:val>
                                        </p:tav>
                                      </p:tavLst>
                                    </p:anim>
                                    <p:anim calcmode="lin" valueType="num">
                                      <p:cBhvr>
                                        <p:cTn id="40" dur="2000" fill="hold"/>
                                        <p:tgtEl>
                                          <p:spTgt spid="46083">
                                            <p:txEl>
                                              <p:pRg st="0" end="0"/>
                                            </p:txEl>
                                          </p:spTgt>
                                        </p:tgtEl>
                                        <p:attrNameLst>
                                          <p:attrName>ppt_h</p:attrName>
                                        </p:attrNameLst>
                                      </p:cBhvr>
                                      <p:tavLst>
                                        <p:tav tm="0">
                                          <p:val>
                                            <p:fltVal val="0"/>
                                          </p:val>
                                        </p:tav>
                                        <p:tav tm="100000">
                                          <p:val>
                                            <p:strVal val="#ppt_h"/>
                                          </p:val>
                                        </p:tav>
                                      </p:tavLst>
                                    </p:anim>
                                    <p:anim calcmode="lin" valueType="num">
                                      <p:cBhvr>
                                        <p:cTn id="41" dur="2000" fill="hold"/>
                                        <p:tgtEl>
                                          <p:spTgt spid="46083">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42" fill="hold">
                      <p:stCondLst>
                        <p:cond delay="indefinite"/>
                      </p:stCondLst>
                      <p:childTnLst>
                        <p:par>
                          <p:cTn id="43" fill="hold">
                            <p:stCondLst>
                              <p:cond delay="0"/>
                            </p:stCondLst>
                            <p:childTnLst>
                              <p:par>
                                <p:cTn id="44" presetID="35" presetClass="entr" presetSubtype="0" fill="hold" grpId="1" nodeType="clickEffect">
                                  <p:stCondLst>
                                    <p:cond delay="0"/>
                                  </p:stCondLst>
                                  <p:childTnLst>
                                    <p:set>
                                      <p:cBhvr>
                                        <p:cTn id="45" dur="1" fill="hold">
                                          <p:stCondLst>
                                            <p:cond delay="0"/>
                                          </p:stCondLst>
                                        </p:cTn>
                                        <p:tgtEl>
                                          <p:spTgt spid="46083">
                                            <p:txEl>
                                              <p:pRg st="3" end="3"/>
                                            </p:txEl>
                                          </p:spTgt>
                                        </p:tgtEl>
                                        <p:attrNameLst>
                                          <p:attrName>style.visibility</p:attrName>
                                        </p:attrNameLst>
                                      </p:cBhvr>
                                      <p:to>
                                        <p:strVal val="visible"/>
                                      </p:to>
                                    </p:set>
                                    <p:animEffect transition="in" filter="fade">
                                      <p:cBhvr>
                                        <p:cTn id="46" dur="2000"/>
                                        <p:tgtEl>
                                          <p:spTgt spid="46083">
                                            <p:txEl>
                                              <p:pRg st="3" end="3"/>
                                            </p:txEl>
                                          </p:spTgt>
                                        </p:tgtEl>
                                      </p:cBhvr>
                                    </p:animEffect>
                                    <p:anim calcmode="lin" valueType="num">
                                      <p:cBhvr>
                                        <p:cTn id="47" dur="2000" fill="hold"/>
                                        <p:tgtEl>
                                          <p:spTgt spid="46083">
                                            <p:txEl>
                                              <p:pRg st="3" end="3"/>
                                            </p:txEl>
                                          </p:spTgt>
                                        </p:tgtEl>
                                        <p:attrNameLst>
                                          <p:attrName>style.rotation</p:attrName>
                                        </p:attrNameLst>
                                      </p:cBhvr>
                                      <p:tavLst>
                                        <p:tav tm="0">
                                          <p:val>
                                            <p:fltVal val="720"/>
                                          </p:val>
                                        </p:tav>
                                        <p:tav tm="100000">
                                          <p:val>
                                            <p:fltVal val="0"/>
                                          </p:val>
                                        </p:tav>
                                      </p:tavLst>
                                    </p:anim>
                                    <p:anim calcmode="lin" valueType="num">
                                      <p:cBhvr>
                                        <p:cTn id="48" dur="2000" fill="hold"/>
                                        <p:tgtEl>
                                          <p:spTgt spid="46083">
                                            <p:txEl>
                                              <p:pRg st="3" end="3"/>
                                            </p:txEl>
                                          </p:spTgt>
                                        </p:tgtEl>
                                        <p:attrNameLst>
                                          <p:attrName>ppt_h</p:attrName>
                                        </p:attrNameLst>
                                      </p:cBhvr>
                                      <p:tavLst>
                                        <p:tav tm="0">
                                          <p:val>
                                            <p:fltVal val="0"/>
                                          </p:val>
                                        </p:tav>
                                        <p:tav tm="100000">
                                          <p:val>
                                            <p:strVal val="#ppt_h"/>
                                          </p:val>
                                        </p:tav>
                                      </p:tavLst>
                                    </p:anim>
                                    <p:anim calcmode="lin" valueType="num">
                                      <p:cBhvr>
                                        <p:cTn id="49" dur="2000" fill="hold"/>
                                        <p:tgtEl>
                                          <p:spTgt spid="46083">
                                            <p:txEl>
                                              <p:pRg st="3" end="3"/>
                                            </p:txEl>
                                          </p:spTgt>
                                        </p:tgtEl>
                                        <p:attrNameLst>
                                          <p:attrName>ppt_w</p:attrName>
                                        </p:attrNameLst>
                                      </p:cBhvr>
                                      <p:tavLst>
                                        <p:tav tm="0">
                                          <p:val>
                                            <p:fltVal val="0"/>
                                          </p:val>
                                        </p:tav>
                                        <p:tav tm="100000">
                                          <p:val>
                                            <p:strVal val="#ppt_w"/>
                                          </p:val>
                                        </p:tav>
                                      </p:tavLst>
                                    </p:anim>
                                  </p:childTnLst>
                                </p:cTn>
                              </p:par>
                            </p:childTnLst>
                          </p:cTn>
                        </p:par>
                      </p:childTnLst>
                    </p:cTn>
                  </p:par>
                  <p:par>
                    <p:cTn id="50" fill="hold">
                      <p:stCondLst>
                        <p:cond delay="indefinite"/>
                      </p:stCondLst>
                      <p:childTnLst>
                        <p:par>
                          <p:cTn id="51" fill="hold">
                            <p:stCondLst>
                              <p:cond delay="0"/>
                            </p:stCondLst>
                            <p:childTnLst>
                              <p:par>
                                <p:cTn id="52" presetID="35" presetClass="entr" presetSubtype="0" fill="hold" grpId="1" nodeType="clickEffect">
                                  <p:stCondLst>
                                    <p:cond delay="0"/>
                                  </p:stCondLst>
                                  <p:childTnLst>
                                    <p:set>
                                      <p:cBhvr>
                                        <p:cTn id="53" dur="1" fill="hold">
                                          <p:stCondLst>
                                            <p:cond delay="0"/>
                                          </p:stCondLst>
                                        </p:cTn>
                                        <p:tgtEl>
                                          <p:spTgt spid="46083">
                                            <p:txEl>
                                              <p:pRg st="6" end="6"/>
                                            </p:txEl>
                                          </p:spTgt>
                                        </p:tgtEl>
                                        <p:attrNameLst>
                                          <p:attrName>style.visibility</p:attrName>
                                        </p:attrNameLst>
                                      </p:cBhvr>
                                      <p:to>
                                        <p:strVal val="visible"/>
                                      </p:to>
                                    </p:set>
                                    <p:animEffect transition="in" filter="fade">
                                      <p:cBhvr>
                                        <p:cTn id="54" dur="2000"/>
                                        <p:tgtEl>
                                          <p:spTgt spid="46083">
                                            <p:txEl>
                                              <p:pRg st="6" end="6"/>
                                            </p:txEl>
                                          </p:spTgt>
                                        </p:tgtEl>
                                      </p:cBhvr>
                                    </p:animEffect>
                                    <p:anim calcmode="lin" valueType="num">
                                      <p:cBhvr>
                                        <p:cTn id="55" dur="2000" fill="hold"/>
                                        <p:tgtEl>
                                          <p:spTgt spid="46083">
                                            <p:txEl>
                                              <p:pRg st="6" end="6"/>
                                            </p:txEl>
                                          </p:spTgt>
                                        </p:tgtEl>
                                        <p:attrNameLst>
                                          <p:attrName>style.rotation</p:attrName>
                                        </p:attrNameLst>
                                      </p:cBhvr>
                                      <p:tavLst>
                                        <p:tav tm="0">
                                          <p:val>
                                            <p:fltVal val="720"/>
                                          </p:val>
                                        </p:tav>
                                        <p:tav tm="100000">
                                          <p:val>
                                            <p:fltVal val="0"/>
                                          </p:val>
                                        </p:tav>
                                      </p:tavLst>
                                    </p:anim>
                                    <p:anim calcmode="lin" valueType="num">
                                      <p:cBhvr>
                                        <p:cTn id="56" dur="2000" fill="hold"/>
                                        <p:tgtEl>
                                          <p:spTgt spid="46083">
                                            <p:txEl>
                                              <p:pRg st="6" end="6"/>
                                            </p:txEl>
                                          </p:spTgt>
                                        </p:tgtEl>
                                        <p:attrNameLst>
                                          <p:attrName>ppt_h</p:attrName>
                                        </p:attrNameLst>
                                      </p:cBhvr>
                                      <p:tavLst>
                                        <p:tav tm="0">
                                          <p:val>
                                            <p:fltVal val="0"/>
                                          </p:val>
                                        </p:tav>
                                        <p:tav tm="100000">
                                          <p:val>
                                            <p:strVal val="#ppt_h"/>
                                          </p:val>
                                        </p:tav>
                                      </p:tavLst>
                                    </p:anim>
                                    <p:anim calcmode="lin" valueType="num">
                                      <p:cBhvr>
                                        <p:cTn id="57" dur="2000" fill="hold"/>
                                        <p:tgtEl>
                                          <p:spTgt spid="46083">
                                            <p:txEl>
                                              <p:pRg st="6" end="6"/>
                                            </p:txEl>
                                          </p:spTgt>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3" grpId="0" build="p"/>
      <p:bldP spid="46083" grpI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200" y="838200"/>
            <a:ext cx="8686800" cy="646331"/>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Một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số</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học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thuyết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khác</a:t>
            </a:r>
            <a:endParaRPr lang="en-US" sz="3600" dirty="0">
              <a:latin typeface="Times New Roman" pitchFamily="18" charset="0"/>
              <a:cs typeface="Times New Roman" pitchFamily="18" charset="0"/>
            </a:endParaRPr>
          </a:p>
        </p:txBody>
      </p:sp>
      <p:sp>
        <p:nvSpPr>
          <p:cNvPr id="5" name="Rectangle 4"/>
          <p:cNvSpPr/>
          <p:nvPr/>
        </p:nvSpPr>
        <p:spPr>
          <a:xfrm>
            <a:off x="1981200" y="2209800"/>
            <a:ext cx="541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phúc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lợi</a:t>
            </a:r>
            <a:endParaRPr lang="en-US" sz="3600" dirty="0">
              <a:latin typeface="Times New Roman" pitchFamily="18" charset="0"/>
              <a:cs typeface="Times New Roman" pitchFamily="18" charset="0"/>
            </a:endParaRPr>
          </a:p>
        </p:txBody>
      </p:sp>
      <p:sp>
        <p:nvSpPr>
          <p:cNvPr id="6" name="Rectangle 5"/>
          <p:cNvSpPr/>
          <p:nvPr/>
        </p:nvSpPr>
        <p:spPr>
          <a:xfrm>
            <a:off x="609600" y="3657600"/>
            <a:ext cx="541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kỹ</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trị</a:t>
            </a:r>
            <a:endParaRPr lang="en-US" sz="3600" dirty="0">
              <a:latin typeface="Times New Roman" pitchFamily="18" charset="0"/>
              <a:cs typeface="Times New Roman" pitchFamily="18" charset="0"/>
            </a:endParaRPr>
          </a:p>
        </p:txBody>
      </p:sp>
      <p:sp>
        <p:nvSpPr>
          <p:cNvPr id="7" name="Rectangle 6"/>
          <p:cNvSpPr/>
          <p:nvPr/>
        </p:nvSpPr>
        <p:spPr>
          <a:xfrm>
            <a:off x="2209800" y="5257800"/>
            <a:ext cx="5410200" cy="1295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Thuyết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tâm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lý</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anim calcmode="lin" valueType="num">
                                      <p:cBhvr>
                                        <p:cTn id="16" dur="2000" fill="hold"/>
                                        <p:tgtEl>
                                          <p:spTgt spid="5"/>
                                        </p:tgtEl>
                                        <p:attrNameLst>
                                          <p:attrName>style.rotation</p:attrName>
                                        </p:attrNameLst>
                                      </p:cBhvr>
                                      <p:tavLst>
                                        <p:tav tm="0">
                                          <p:val>
                                            <p:fltVal val="720"/>
                                          </p:val>
                                        </p:tav>
                                        <p:tav tm="100000">
                                          <p:val>
                                            <p:fltVal val="0"/>
                                          </p:val>
                                        </p:tav>
                                      </p:tavLst>
                                    </p:anim>
                                    <p:anim calcmode="lin" valueType="num">
                                      <p:cBhvr>
                                        <p:cTn id="17" dur="2000" fill="hold"/>
                                        <p:tgtEl>
                                          <p:spTgt spid="5"/>
                                        </p:tgtEl>
                                        <p:attrNameLst>
                                          <p:attrName>ppt_h</p:attrName>
                                        </p:attrNameLst>
                                      </p:cBhvr>
                                      <p:tavLst>
                                        <p:tav tm="0">
                                          <p:val>
                                            <p:fltVal val="0"/>
                                          </p:val>
                                        </p:tav>
                                        <p:tav tm="100000">
                                          <p:val>
                                            <p:strVal val="#ppt_h"/>
                                          </p:val>
                                        </p:tav>
                                      </p:tavLst>
                                    </p:anim>
                                    <p:anim calcmode="lin" valueType="num">
                                      <p:cBhvr>
                                        <p:cTn id="18" dur="2000" fill="hold"/>
                                        <p:tgtEl>
                                          <p:spTgt spid="5"/>
                                        </p:tgtEl>
                                        <p:attrNameLst>
                                          <p:attrName>ppt_w</p:attrName>
                                        </p:attrNameLst>
                                      </p:cBhvr>
                                      <p:tavLst>
                                        <p:tav tm="0">
                                          <p:val>
                                            <p:fltVal val="0"/>
                                          </p:val>
                                        </p:tav>
                                        <p:tav tm="100000">
                                          <p:val>
                                            <p:strVal val="#ppt_w"/>
                                          </p:val>
                                        </p:tav>
                                      </p:tavLst>
                                    </p:anim>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500" fill="hold"/>
                                        <p:tgtEl>
                                          <p:spTgt spid="6"/>
                                        </p:tgtEl>
                                        <p:attrNameLst>
                                          <p:attrName>ppt_w</p:attrName>
                                        </p:attrNameLst>
                                      </p:cBhvr>
                                      <p:tavLst>
                                        <p:tav tm="0">
                                          <p:val>
                                            <p:fltVal val="0"/>
                                          </p:val>
                                        </p:tav>
                                        <p:tav tm="100000">
                                          <p:val>
                                            <p:strVal val="#ppt_w"/>
                                          </p:val>
                                        </p:tav>
                                      </p:tavLst>
                                    </p:anim>
                                    <p:anim calcmode="lin" valueType="num">
                                      <p:cBhvr>
                                        <p:cTn id="24" dur="500" fill="hold"/>
                                        <p:tgtEl>
                                          <p:spTgt spid="6"/>
                                        </p:tgtEl>
                                        <p:attrNameLst>
                                          <p:attrName>ppt_h</p:attrName>
                                        </p:attrNameLst>
                                      </p:cBhvr>
                                      <p:tavLst>
                                        <p:tav tm="0">
                                          <p:val>
                                            <p:fltVal val="0"/>
                                          </p:val>
                                        </p:tav>
                                        <p:tav tm="100000">
                                          <p:val>
                                            <p:strVal val="#ppt_h"/>
                                          </p:val>
                                        </p:tav>
                                      </p:tavLst>
                                    </p:anim>
                                    <p:anim calcmode="lin" valueType="num">
                                      <p:cBhvr>
                                        <p:cTn id="25" dur="500" fill="hold"/>
                                        <p:tgtEl>
                                          <p:spTgt spid="6"/>
                                        </p:tgtEl>
                                        <p:attrNameLst>
                                          <p:attrName>style.rotation</p:attrName>
                                        </p:attrNameLst>
                                      </p:cBhvr>
                                      <p:tavLst>
                                        <p:tav tm="0">
                                          <p:val>
                                            <p:fltVal val="360"/>
                                          </p:val>
                                        </p:tav>
                                        <p:tav tm="100000">
                                          <p:val>
                                            <p:fltVal val="0"/>
                                          </p:val>
                                        </p:tav>
                                      </p:tavLst>
                                    </p:anim>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9" presetClass="entr" presetSubtype="0" accel="10000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7"/>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7"/>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81000" y="2133600"/>
            <a:ext cx="8305800" cy="4401205"/>
          </a:xfrm>
          <a:prstGeom prst="rect">
            <a:avLst/>
          </a:prstGeom>
          <a:noFill/>
        </p:spPr>
        <p:txBody>
          <a:bodyPr wrap="square" rtlCol="0">
            <a:spAutoFit/>
          </a:bodyPr>
          <a:lstStyle/>
          <a:p>
            <a:pPr algn="just"/>
            <a:r>
              <a:rPr lang="en-US" sz="4000" dirty="0">
                <a:latin typeface="Times New Roman" pitchFamily="18" charset="0"/>
                <a:cs typeface="Times New Roman" pitchFamily="18" charset="0"/>
              </a:rPr>
              <a:t>Theo </a:t>
            </a:r>
            <a:r>
              <a:rPr lang="en-US" sz="4000" dirty="0" err="1">
                <a:latin typeface="Times New Roman" pitchFamily="18" charset="0"/>
                <a:cs typeface="Times New Roman" pitchFamily="18" charset="0"/>
              </a:rPr>
              <a:t>LêNin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tượng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nảy</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sinh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từ</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chỉ</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loài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người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triển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đến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trình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định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phân</a:t>
            </a:r>
            <a:r>
              <a:rPr lang="en-US" sz="4000" dirty="0">
                <a:latin typeface="Times New Roman" pitchFamily="18" charset="0"/>
                <a:cs typeface="Times New Roman" pitchFamily="18" charset="0"/>
              </a:rPr>
              <a:t> chia </a:t>
            </a:r>
            <a:r>
              <a:rPr lang="en-US" sz="4000" dirty="0" err="1">
                <a:latin typeface="Times New Roman" pitchFamily="18" charset="0"/>
                <a:cs typeface="Times New Roman" pitchFamily="18" charset="0"/>
              </a:rPr>
              <a:t>thành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giai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cấp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có</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lợi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ích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mâu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thuẫn</a:t>
            </a:r>
            <a:r>
              <a:rPr lang="en-US" sz="4000" dirty="0">
                <a:latin typeface="Times New Roman" pitchFamily="18" charset="0"/>
                <a:cs typeface="Times New Roman" pitchFamily="18" charset="0"/>
              </a:rPr>
              <a:t> gay </a:t>
            </a:r>
            <a:r>
              <a:rPr lang="en-US" sz="4000" dirty="0" err="1">
                <a:latin typeface="Times New Roman" pitchFamily="18" charset="0"/>
                <a:cs typeface="Times New Roman" pitchFamily="18" charset="0"/>
              </a:rPr>
              <a:t>gắt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đến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không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điều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hòa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được</a:t>
            </a:r>
            <a:endParaRPr lang="en-US" sz="4000" dirty="0">
              <a:latin typeface="Times New Roman" pitchFamily="18" charset="0"/>
              <a:cs typeface="Times New Roman" pitchFamily="18" charset="0"/>
            </a:endParaRPr>
          </a:p>
        </p:txBody>
      </p:sp>
      <p:sp>
        <p:nvSpPr>
          <p:cNvPr id="5" name="Rectangle 2"/>
          <p:cNvSpPr>
            <a:spLocks noGrp="1" noRot="1" noChangeArrowheads="1"/>
          </p:cNvSpPr>
          <p:nvPr>
            <p:ph type="title"/>
          </p:nvPr>
        </p:nvSpPr>
        <p:spPr/>
        <p:txBody>
          <a:bodyPr>
            <a:normAutofit/>
          </a:bodyPr>
          <a:lstStyle/>
          <a:p>
            <a:pPr algn="ctr" eaLnBrk="1" hangingPunct="1">
              <a:defRPr/>
            </a:pPr>
            <a:r>
              <a:rPr lang="en-US" dirty="0">
                <a:latin typeface="Times New Roman" pitchFamily="18" charset="0"/>
                <a:cs typeface="Times New Roman" pitchFamily="18" charset="0"/>
              </a:rPr>
              <a:t> Quan </a:t>
            </a:r>
            <a:r>
              <a:rPr lang="en-US" dirty="0" err="1">
                <a:latin typeface="Times New Roman" pitchFamily="18" charset="0"/>
                <a:cs typeface="Times New Roman" pitchFamily="18" charset="0"/>
              </a:rPr>
              <a:t>điểm</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của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nghĩa</a:t>
            </a:r>
            <a:r>
              <a:rPr lang="en-US" dirty="0">
                <a:latin typeface="Times New Roman" pitchFamily="18" charset="0"/>
                <a:cs typeface="Times New Roman" pitchFamily="18" charset="0"/>
              </a:rPr>
              <a:t> </a:t>
            </a:r>
            <a:br>
              <a:rPr lang="en-US" dirty="0">
                <a:latin typeface="Times New Roman" pitchFamily="18" charset="0"/>
                <a:cs typeface="Times New Roman" pitchFamily="18" charset="0"/>
              </a:rPr>
            </a:br>
            <a:r>
              <a:rPr lang="en-US" dirty="0" err="1">
                <a:latin typeface="Times New Roman" pitchFamily="18" charset="0"/>
                <a:cs typeface="Times New Roman" pitchFamily="18" charset="0"/>
              </a:rPr>
              <a:t>Mác</a:t>
            </a:r>
            <a:r>
              <a:rPr lang="en-US" dirty="0">
                <a:latin typeface="Times New Roman" pitchFamily="18" charset="0"/>
                <a:cs typeface="Times New Roman" pitchFamily="18" charset="0"/>
              </a:rPr>
              <a:t> – </a:t>
            </a:r>
            <a:r>
              <a:rPr lang="en-US" dirty="0" err="1">
                <a:latin typeface="Times New Roman" pitchFamily="18" charset="0"/>
                <a:cs typeface="Times New Roman" pitchFamily="18" charset="0"/>
              </a:rPr>
              <a:t>Lênin</a:t>
            </a:r>
            <a:endParaRPr lang="en-US"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pPr algn="ctr"/>
            <a:r>
              <a:rPr lang="en-US" dirty="0" err="1">
                <a:solidFill>
                  <a:srgbClr val="FF33CC"/>
                </a:solidFill>
                <a:latin typeface="Times New Roman" pitchFamily="18" charset="0"/>
                <a:cs typeface="Times New Roman" pitchFamily="18" charset="0"/>
              </a:rPr>
              <a:t>Chế</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độ</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nguyên</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thuỷ</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và</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tổ</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chức</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thị</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tộc</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bộ</a:t>
            </a:r>
            <a:r>
              <a:rPr lang="en-US" dirty="0">
                <a:solidFill>
                  <a:srgbClr val="FF33CC"/>
                </a:solidFill>
                <a:latin typeface="Times New Roman" pitchFamily="18" charset="0"/>
                <a:cs typeface="Times New Roman" pitchFamily="18" charset="0"/>
              </a:rPr>
              <a:t> </a:t>
            </a:r>
            <a:r>
              <a:rPr lang="en-US" dirty="0" err="1">
                <a:solidFill>
                  <a:srgbClr val="FF33CC"/>
                </a:solidFill>
                <a:latin typeface="Times New Roman" pitchFamily="18" charset="0"/>
                <a:cs typeface="Times New Roman" pitchFamily="18" charset="0"/>
              </a:rPr>
              <a:t>lạc</a:t>
            </a:r>
            <a:br>
              <a:rPr lang="en-US" dirty="0">
                <a:solidFill>
                  <a:srgbClr val="FF33CC"/>
                </a:solidFill>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47107" name="Rectangle 3"/>
          <p:cNvSpPr>
            <a:spLocks noGrp="1" noRot="1" noChangeArrowheads="1"/>
          </p:cNvSpPr>
          <p:nvPr>
            <p:ph idx="1"/>
          </p:nvPr>
        </p:nvSpPr>
        <p:spPr>
          <a:xfrm>
            <a:off x="838200" y="1905000"/>
            <a:ext cx="8007350" cy="4724400"/>
          </a:xfrm>
        </p:spPr>
        <p:txBody>
          <a:bodyPr/>
          <a:lstStyle/>
          <a:p>
            <a:pPr eaLnBrk="1" hangingPunct="1">
              <a:lnSpc>
                <a:spcPct val="90000"/>
              </a:lnSpc>
              <a:buFont typeface="Wingdings" pitchFamily="2" charset="2"/>
              <a:buNone/>
              <a:defRPr/>
            </a:pPr>
            <a:r>
              <a:rPr lang="en-US" dirty="0" err="1">
                <a:latin typeface="Times New Roman" pitchFamily="18" charset="0"/>
                <a:cs typeface="Times New Roman" pitchFamily="18" charset="0"/>
              </a:rPr>
              <a:t>Thị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trưởng</a:t>
            </a: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r>
              <a:rPr lang="en-US" dirty="0" err="1">
                <a:latin typeface="Times New Roman" pitchFamily="18" charset="0"/>
                <a:cs typeface="Times New Roman" pitchFamily="18" charset="0"/>
              </a:rPr>
              <a:t>Bào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tộc</a:t>
            </a: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endParaRPr lang="en-US" dirty="0">
              <a:latin typeface="Times New Roman" pitchFamily="18" charset="0"/>
              <a:cs typeface="Times New Roman" pitchFamily="18" charset="0"/>
            </a:endParaRPr>
          </a:p>
          <a:p>
            <a:pPr eaLnBrk="1" hangingPunct="1">
              <a:lnSpc>
                <a:spcPct val="90000"/>
              </a:lnSpc>
              <a:buFont typeface="Wingdings" pitchFamily="2" charset="2"/>
              <a:buNone/>
              <a:defRPr/>
            </a:pPr>
            <a:r>
              <a:rPr lang="en-US" dirty="0" err="1">
                <a:latin typeface="Times New Roman" pitchFamily="18" charset="0"/>
                <a:cs typeface="Times New Roman" pitchFamily="18" charset="0"/>
              </a:rPr>
              <a:t>Bộ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lạc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Thủ</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lĩnh</a:t>
            </a:r>
            <a:endParaRPr lang="en-US" dirty="0">
              <a:latin typeface="Times New Roman" pitchFamily="18" charset="0"/>
              <a:cs typeface="Times New Roman" pitchFamily="18" charset="0"/>
            </a:endParaRPr>
          </a:p>
        </p:txBody>
      </p:sp>
      <p:sp>
        <p:nvSpPr>
          <p:cNvPr id="22532" name="Line 4"/>
          <p:cNvSpPr>
            <a:spLocks noChangeShapeType="1"/>
          </p:cNvSpPr>
          <p:nvPr/>
        </p:nvSpPr>
        <p:spPr bwMode="auto">
          <a:xfrm>
            <a:off x="1447800" y="2286000"/>
            <a:ext cx="0" cy="1143000"/>
          </a:xfrm>
          <a:prstGeom prst="line">
            <a:avLst/>
          </a:prstGeom>
          <a:noFill/>
          <a:ln w="9525">
            <a:solidFill>
              <a:schemeClr val="tx1"/>
            </a:solidFill>
            <a:round/>
            <a:headEnd/>
            <a:tailEnd type="triangle" w="med" len="med"/>
          </a:ln>
        </p:spPr>
        <p:txBody>
          <a:bodyPr/>
          <a:lstStyle/>
          <a:p>
            <a:endParaRPr lang="en-US"/>
          </a:p>
        </p:txBody>
      </p:sp>
      <p:sp>
        <p:nvSpPr>
          <p:cNvPr id="22533" name="Line 5"/>
          <p:cNvSpPr>
            <a:spLocks noChangeShapeType="1"/>
          </p:cNvSpPr>
          <p:nvPr/>
        </p:nvSpPr>
        <p:spPr bwMode="auto">
          <a:xfrm>
            <a:off x="1447800" y="3810000"/>
            <a:ext cx="0" cy="1143000"/>
          </a:xfrm>
          <a:prstGeom prst="line">
            <a:avLst/>
          </a:prstGeom>
          <a:noFill/>
          <a:ln w="9525">
            <a:solidFill>
              <a:schemeClr val="tx1"/>
            </a:solidFill>
            <a:round/>
            <a:headEnd/>
            <a:tailEnd type="triangle" w="med" len="med"/>
          </a:ln>
        </p:spPr>
        <p:txBody>
          <a:bodyPr/>
          <a:lstStyle/>
          <a:p>
            <a:endParaRPr lang="en-US"/>
          </a:p>
        </p:txBody>
      </p:sp>
      <p:sp>
        <p:nvSpPr>
          <p:cNvPr id="22534" name="Line 6"/>
          <p:cNvSpPr>
            <a:spLocks noChangeShapeType="1"/>
          </p:cNvSpPr>
          <p:nvPr/>
        </p:nvSpPr>
        <p:spPr bwMode="auto">
          <a:xfrm>
            <a:off x="2209800" y="2133600"/>
            <a:ext cx="3733800" cy="0"/>
          </a:xfrm>
          <a:prstGeom prst="line">
            <a:avLst/>
          </a:prstGeom>
          <a:noFill/>
          <a:ln w="9525">
            <a:solidFill>
              <a:schemeClr val="tx1"/>
            </a:solidFill>
            <a:round/>
            <a:headEnd/>
            <a:tailEnd type="triangle" w="med" len="med"/>
          </a:ln>
        </p:spPr>
        <p:txBody>
          <a:bodyPr/>
          <a:lstStyle/>
          <a:p>
            <a:endParaRPr lang="en-US"/>
          </a:p>
        </p:txBody>
      </p:sp>
      <p:sp>
        <p:nvSpPr>
          <p:cNvPr id="22535" name="Line 7"/>
          <p:cNvSpPr>
            <a:spLocks noChangeShapeType="1"/>
          </p:cNvSpPr>
          <p:nvPr/>
        </p:nvSpPr>
        <p:spPr bwMode="auto">
          <a:xfrm>
            <a:off x="2209800" y="5334000"/>
            <a:ext cx="3200400" cy="0"/>
          </a:xfrm>
          <a:prstGeom prst="line">
            <a:avLst/>
          </a:prstGeom>
          <a:noFill/>
          <a:ln w="9525">
            <a:solidFill>
              <a:schemeClr val="tx1"/>
            </a:solidFill>
            <a:round/>
            <a:headEnd/>
            <a:tailEnd type="triangle" w="med" len="med"/>
          </a:ln>
        </p:spPr>
        <p:txBody>
          <a:bodyPr/>
          <a:lstStyle/>
          <a:p>
            <a:endParaRPr lang="en-US"/>
          </a:p>
        </p:txBody>
      </p:sp>
      <p:sp>
        <p:nvSpPr>
          <p:cNvPr id="10" name="Right Arrow 9"/>
          <p:cNvSpPr/>
          <p:nvPr/>
        </p:nvSpPr>
        <p:spPr>
          <a:xfrm>
            <a:off x="533400" y="6096000"/>
            <a:ext cx="14478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2590800" y="5841179"/>
            <a:ext cx="5334000" cy="646331"/>
          </a:xfrm>
          <a:prstGeom prst="rect">
            <a:avLst/>
          </a:prstGeom>
          <a:noFill/>
        </p:spPr>
        <p:txBody>
          <a:bodyPr wrap="square" rtlCol="0">
            <a:spAutoFit/>
          </a:bodyPr>
          <a:lstStyle/>
          <a:p>
            <a:r>
              <a:rPr lang="en-US" sz="3600" dirty="0" err="1">
                <a:latin typeface="Times New Roman" pitchFamily="18" charset="0"/>
                <a:cs typeface="Times New Roman" pitchFamily="18" charset="0"/>
              </a:rPr>
              <a:t>Không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 calcmode="lin" valueType="num">
                                      <p:cBhvr>
                                        <p:cTn id="9" dur="500" fill="hold"/>
                                        <p:tgtEl>
                                          <p:spTgt spid="9"/>
                                        </p:tgtEl>
                                        <p:attrNameLst>
                                          <p:attrName>style.rotation</p:attrName>
                                        </p:attrNameLst>
                                      </p:cBhvr>
                                      <p:tavLst>
                                        <p:tav tm="0">
                                          <p:val>
                                            <p:fltVal val="360"/>
                                          </p:val>
                                        </p:tav>
                                        <p:tav tm="100000">
                                          <p:val>
                                            <p:fltVal val="0"/>
                                          </p:val>
                                        </p:tav>
                                      </p:tavLst>
                                    </p:anim>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47107">
                                            <p:txEl>
                                              <p:pRg st="0" end="0"/>
                                            </p:txEl>
                                          </p:spTgt>
                                        </p:tgtEl>
                                        <p:attrNameLst>
                                          <p:attrName>style.visibility</p:attrName>
                                        </p:attrNameLst>
                                      </p:cBhvr>
                                      <p:to>
                                        <p:strVal val="visible"/>
                                      </p:to>
                                    </p:set>
                                    <p:anim calcmode="lin" valueType="num">
                                      <p:cBhvr>
                                        <p:cTn id="15" dur="500" fill="hold"/>
                                        <p:tgtEl>
                                          <p:spTgt spid="47107">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47107">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47107">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471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47107">
                                            <p:txEl>
                                              <p:pRg st="3" end="3"/>
                                            </p:txEl>
                                          </p:spTgt>
                                        </p:tgtEl>
                                        <p:attrNameLst>
                                          <p:attrName>style.visibility</p:attrName>
                                        </p:attrNameLst>
                                      </p:cBhvr>
                                      <p:to>
                                        <p:strVal val="visible"/>
                                      </p:to>
                                    </p:set>
                                    <p:anim calcmode="lin" valueType="num">
                                      <p:cBhvr>
                                        <p:cTn id="23" dur="500" fill="hold"/>
                                        <p:tgtEl>
                                          <p:spTgt spid="47107">
                                            <p:txEl>
                                              <p:pRg st="3" end="3"/>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47107">
                                            <p:txEl>
                                              <p:pRg st="3" end="3"/>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47107">
                                            <p:txEl>
                                              <p:pRg st="3" end="3"/>
                                            </p:txEl>
                                          </p:spTgt>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471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9" presetClass="entr" presetSubtype="0" accel="100000" fill="hold" grpId="0" nodeType="clickEffect">
                                  <p:stCondLst>
                                    <p:cond delay="0"/>
                                  </p:stCondLst>
                                  <p:childTnLst>
                                    <p:set>
                                      <p:cBhvr>
                                        <p:cTn id="30" dur="1" fill="hold">
                                          <p:stCondLst>
                                            <p:cond delay="0"/>
                                          </p:stCondLst>
                                        </p:cTn>
                                        <p:tgtEl>
                                          <p:spTgt spid="47107">
                                            <p:txEl>
                                              <p:pRg st="7" end="7"/>
                                            </p:txEl>
                                          </p:spTgt>
                                        </p:tgtEl>
                                        <p:attrNameLst>
                                          <p:attrName>style.visibility</p:attrName>
                                        </p:attrNameLst>
                                      </p:cBhvr>
                                      <p:to>
                                        <p:strVal val="visible"/>
                                      </p:to>
                                    </p:set>
                                    <p:anim calcmode="lin" valueType="num">
                                      <p:cBhvr>
                                        <p:cTn id="31" dur="500" fill="hold"/>
                                        <p:tgtEl>
                                          <p:spTgt spid="47107">
                                            <p:txEl>
                                              <p:pRg st="7" end="7"/>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47107">
                                            <p:txEl>
                                              <p:pRg st="7" end="7"/>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47107">
                                            <p:txEl>
                                              <p:pRg st="7" end="7"/>
                                            </p:txEl>
                                          </p:spTgt>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47107">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1" presetClass="entr" presetSubtype="4"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heel(4)">
                                      <p:cBhvr>
                                        <p:cTn id="39"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7107" grpId="0" build="p"/>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err="1">
                <a:latin typeface="Times New Roman" pitchFamily="18" charset="0"/>
                <a:cs typeface="Times New Roman" pitchFamily="18" charset="0"/>
              </a:rPr>
              <a:t>Về</a:t>
            </a:r>
            <a:r>
              <a:rPr lang="en-US" sz="5400" dirty="0">
                <a:latin typeface="Times New Roman" pitchFamily="18" charset="0"/>
                <a:cs typeface="Times New Roman" pitchFamily="18" charset="0"/>
              </a:rPr>
              <a:t> </a:t>
            </a:r>
            <a:r>
              <a:rPr lang="en-US" sz="5400" dirty="0" err="1">
                <a:latin typeface="Times New Roman" pitchFamily="18" charset="0"/>
                <a:cs typeface="Times New Roman" pitchFamily="18" charset="0"/>
              </a:rPr>
              <a:t>kinh</a:t>
            </a:r>
            <a:r>
              <a:rPr lang="en-US" sz="5400" dirty="0">
                <a:latin typeface="Times New Roman" pitchFamily="18" charset="0"/>
                <a:cs typeface="Times New Roman" pitchFamily="18" charset="0"/>
              </a:rPr>
              <a:t> </a:t>
            </a:r>
            <a:r>
              <a:rPr lang="en-US" sz="5400" dirty="0" err="1">
                <a:latin typeface="Times New Roman" pitchFamily="18" charset="0"/>
                <a:cs typeface="Times New Roman" pitchFamily="18" charset="0"/>
              </a:rPr>
              <a:t>tế</a:t>
            </a:r>
            <a:endParaRPr lang="en-US" sz="5400" dirty="0">
              <a:latin typeface="Times New Roman" pitchFamily="18" charset="0"/>
              <a:cs typeface="Times New Roman" pitchFamily="18" charset="0"/>
            </a:endParaRPr>
          </a:p>
        </p:txBody>
      </p:sp>
      <p:sp>
        <p:nvSpPr>
          <p:cNvPr id="4" name="TextBox 3"/>
          <p:cNvSpPr txBox="1"/>
          <p:nvPr/>
        </p:nvSpPr>
        <p:spPr>
          <a:xfrm>
            <a:off x="685800" y="2286000"/>
            <a:ext cx="7696200" cy="1323439"/>
          </a:xfrm>
          <a:prstGeom prst="rect">
            <a:avLst/>
          </a:prstGeom>
          <a:noFill/>
        </p:spPr>
        <p:txBody>
          <a:bodyPr wrap="square" rtlCol="0">
            <a:spAutoFit/>
          </a:bodyPr>
          <a:lstStyle/>
          <a:p>
            <a:r>
              <a:rPr lang="en-US" sz="4000" dirty="0" err="1">
                <a:latin typeface="Times New Roman" pitchFamily="18" charset="0"/>
                <a:cs typeface="Times New Roman" pitchFamily="18" charset="0"/>
              </a:rPr>
              <a:t>Chế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công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hữu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liệu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phẩm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lao</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động</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 calcmode="lin" valueType="num">
                                      <p:cBhvr>
                                        <p:cTn id="16" dur="500" fill="hold"/>
                                        <p:tgtEl>
                                          <p:spTgt spid="4"/>
                                        </p:tgtEl>
                                        <p:attrNameLst>
                                          <p:attrName>style.rotation</p:attrName>
                                        </p:attrNameLst>
                                      </p:cBhvr>
                                      <p:tavLst>
                                        <p:tav tm="0">
                                          <p:val>
                                            <p:fltVal val="360"/>
                                          </p:val>
                                        </p:tav>
                                        <p:tav tm="100000">
                                          <p:val>
                                            <p:fltVal val="0"/>
                                          </p:val>
                                        </p:tav>
                                      </p:tavLst>
                                    </p:anim>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err="1">
                <a:latin typeface="Times New Roman" pitchFamily="18" charset="0"/>
                <a:cs typeface="Times New Roman" pitchFamily="18" charset="0"/>
              </a:rPr>
              <a:t>Về</a:t>
            </a:r>
            <a:r>
              <a:rPr lang="en-US" sz="4800" dirty="0">
                <a:latin typeface="Times New Roman" pitchFamily="18" charset="0"/>
                <a:cs typeface="Times New Roman" pitchFamily="18" charset="0"/>
              </a:rPr>
              <a:t> </a:t>
            </a:r>
            <a:r>
              <a:rPr lang="en-US" sz="4800" dirty="0" err="1">
                <a:latin typeface="Times New Roman" pitchFamily="18" charset="0"/>
                <a:cs typeface="Times New Roman" pitchFamily="18" charset="0"/>
              </a:rPr>
              <a:t>xã</a:t>
            </a:r>
            <a:r>
              <a:rPr lang="en-US" sz="4800" dirty="0">
                <a:latin typeface="Times New Roman" pitchFamily="18" charset="0"/>
                <a:cs typeface="Times New Roman" pitchFamily="18" charset="0"/>
              </a:rPr>
              <a:t> </a:t>
            </a:r>
            <a:r>
              <a:rPr lang="en-US" sz="4800" dirty="0" err="1">
                <a:latin typeface="Times New Roman" pitchFamily="18" charset="0"/>
                <a:cs typeface="Times New Roman" pitchFamily="18" charset="0"/>
              </a:rPr>
              <a:t>hội</a:t>
            </a:r>
            <a:endParaRPr lang="en-US" sz="4800" dirty="0">
              <a:latin typeface="Times New Roman" pitchFamily="18" charset="0"/>
              <a:cs typeface="Times New Roman" pitchFamily="18" charset="0"/>
            </a:endParaRPr>
          </a:p>
        </p:txBody>
      </p:sp>
      <p:sp>
        <p:nvSpPr>
          <p:cNvPr id="4" name="TextBox 3"/>
          <p:cNvSpPr txBox="1"/>
          <p:nvPr/>
        </p:nvSpPr>
        <p:spPr>
          <a:xfrm>
            <a:off x="685800" y="1981200"/>
            <a:ext cx="8001000" cy="1200329"/>
          </a:xfrm>
          <a:prstGeom prst="rect">
            <a:avLst/>
          </a:prstGeom>
          <a:noFill/>
        </p:spPr>
        <p:txBody>
          <a:bodyPr wrap="square" rtlCol="0">
            <a:spAutoFit/>
          </a:bodyPr>
          <a:lstStyle/>
          <a:p>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chưa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hóa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mọi</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người</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bình</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đẳng</a:t>
            </a:r>
            <a:endParaRPr lang="en-US" sz="3600" dirty="0">
              <a:latin typeface="Times New Roman" pitchFamily="18" charset="0"/>
              <a:cs typeface="Times New Roman" pitchFamily="18" charset="0"/>
            </a:endParaRPr>
          </a:p>
        </p:txBody>
      </p:sp>
      <p:sp>
        <p:nvSpPr>
          <p:cNvPr id="5" name="TextBox 4"/>
          <p:cNvSpPr txBox="1"/>
          <p:nvPr/>
        </p:nvSpPr>
        <p:spPr>
          <a:xfrm>
            <a:off x="762000" y="3657600"/>
            <a:ext cx="8229600" cy="2308324"/>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Tế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bào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đầu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nguyên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thủy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tộc</a:t>
            </a:r>
            <a:r>
              <a:rPr lang="en-US" sz="3600" dirty="0">
                <a:latin typeface="Times New Roman" pitchFamily="18" charset="0"/>
                <a:cs typeface="Times New Roman" pitchFamily="18" charset="0"/>
              </a:rPr>
              <a:t> (</a:t>
            </a:r>
            <a:r>
              <a:rPr lang="en-US" sz="3600" i="1" dirty="0" err="1">
                <a:latin typeface="Times New Roman" pitchFamily="18" charset="0"/>
                <a:cs typeface="Times New Roman" pitchFamily="18" charset="0"/>
              </a:rPr>
              <a:t>Tổ</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chức</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được</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thành</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lập</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trên</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cơ</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sở</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huyết</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thống</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và</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tự</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quản</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đối</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với</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các</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thành</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viên</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của</a:t>
            </a:r>
            <a:r>
              <a:rPr lang="en-US" sz="3600" i="1" dirty="0">
                <a:latin typeface="Times New Roman" pitchFamily="18" charset="0"/>
                <a:cs typeface="Times New Roman" pitchFamily="18" charset="0"/>
              </a:rPr>
              <a:t> </a:t>
            </a:r>
            <a:r>
              <a:rPr lang="en-US" sz="3600" i="1" dirty="0" err="1">
                <a:latin typeface="Times New Roman" pitchFamily="18" charset="0"/>
                <a:cs typeface="Times New Roman" pitchFamily="18" charset="0"/>
              </a:rPr>
              <a:t>mình</a:t>
            </a:r>
            <a:r>
              <a:rPr lang="en-US" sz="36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wheel(4)">
                                      <p:cBhvr>
                                        <p:cTn id="23"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2700" y="1043970"/>
            <a:ext cx="8382000" cy="523220"/>
          </a:xfrm>
          <a:prstGeom prst="rect">
            <a:avLst/>
          </a:prstGeom>
          <a:noFill/>
        </p:spPr>
        <p:txBody>
          <a:bodyPr wrap="square" rtlCol="0">
            <a:spAutoFit/>
          </a:bodyPr>
          <a:lstStyle/>
          <a:p>
            <a:r>
              <a:rPr lang="en-US" sz="2800" b="1" i="1" dirty="0" err="1">
                <a:latin typeface="Times New Roman" pitchFamily="18" charset="0"/>
                <a:cs typeface="Times New Roman" pitchFamily="18" charset="0"/>
              </a:rPr>
              <a:t>Trong</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xã</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hội</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nguyên</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thủy</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quyền</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lực</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mang</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tính</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xã</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hội</a:t>
            </a:r>
            <a:endParaRPr lang="en-US" sz="2800" b="1" i="1" dirty="0">
              <a:latin typeface="Times New Roman" pitchFamily="18" charset="0"/>
              <a:cs typeface="Times New Roman" pitchFamily="18" charset="0"/>
            </a:endParaRPr>
          </a:p>
        </p:txBody>
      </p:sp>
      <p:sp>
        <p:nvSpPr>
          <p:cNvPr id="5" name="TextBox 4"/>
          <p:cNvSpPr txBox="1"/>
          <p:nvPr/>
        </p:nvSpPr>
        <p:spPr>
          <a:xfrm>
            <a:off x="914400" y="2782585"/>
            <a:ext cx="6172200" cy="523220"/>
          </a:xfrm>
          <a:prstGeom prst="rect">
            <a:avLst/>
          </a:prstGeom>
          <a:noFill/>
        </p:spPr>
        <p:txBody>
          <a:bodyPr wrap="square" rtlCol="0">
            <a:spAutoFit/>
          </a:bodyPr>
          <a:lstStyle/>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ra</a:t>
            </a:r>
            <a:endParaRPr lang="en-US" sz="2800" dirty="0">
              <a:latin typeface="Times New Roman" pitchFamily="18" charset="0"/>
              <a:cs typeface="Times New Roman" pitchFamily="18" charset="0"/>
            </a:endParaRPr>
          </a:p>
        </p:txBody>
      </p:sp>
      <p:sp>
        <p:nvSpPr>
          <p:cNvPr id="6" name="TextBox 5"/>
          <p:cNvSpPr txBox="1"/>
          <p:nvPr/>
        </p:nvSpPr>
        <p:spPr>
          <a:xfrm>
            <a:off x="914400" y="3810000"/>
            <a:ext cx="7162800" cy="523220"/>
          </a:xfrm>
          <a:prstGeom prst="rect">
            <a:avLst/>
          </a:prstGeom>
          <a:noFill/>
        </p:spPr>
        <p:txBody>
          <a:bodyPr wrap="square" rtlCol="0">
            <a:spAutoFit/>
          </a:bodyPr>
          <a:lstStyle/>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phục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
        <p:nvSpPr>
          <p:cNvPr id="7" name="TextBox 6"/>
          <p:cNvSpPr txBox="1"/>
          <p:nvPr/>
        </p:nvSpPr>
        <p:spPr>
          <a:xfrm>
            <a:off x="914400" y="4767590"/>
            <a:ext cx="7696200" cy="523220"/>
          </a:xfrm>
          <a:prstGeom prst="rect">
            <a:avLst/>
          </a:prstGeom>
          <a:noFill/>
        </p:spPr>
        <p:txBody>
          <a:bodyPr wrap="square" rtlCol="0">
            <a:spAutoFit/>
          </a:bodyPr>
          <a:lstStyle/>
          <a:p>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endParaRPr lang="en-US" sz="2800" dirty="0">
              <a:latin typeface="Times New Roman" pitchFamily="18" charset="0"/>
              <a:cs typeface="Times New Roman" pitchFamily="18" charset="0"/>
            </a:endParaRPr>
          </a:p>
        </p:txBody>
      </p:sp>
      <p:sp>
        <p:nvSpPr>
          <p:cNvPr id="8" name="TextBox 7"/>
          <p:cNvSpPr txBox="1"/>
          <p:nvPr/>
        </p:nvSpPr>
        <p:spPr>
          <a:xfrm>
            <a:off x="381000" y="5725180"/>
            <a:ext cx="8763000" cy="523220"/>
          </a:xfrm>
          <a:prstGeom prst="rect">
            <a:avLst/>
          </a:prstGeom>
          <a:noFill/>
        </p:spPr>
        <p:txBody>
          <a:bodyPr wrap="square" rtlCol="0">
            <a:spAutoFit/>
          </a:bodyPr>
          <a:lstStyle/>
          <a:p>
            <a:r>
              <a:rPr lang="en-US" sz="2800" dirty="0" err="1">
                <a:latin typeface="Times New Roman" pitchFamily="18" charset="0"/>
                <a:cs typeface="Times New Roman" pitchFamily="18" charset="0"/>
              </a:rPr>
              <a:t>Thị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tổ</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lý</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thông</a:t>
            </a:r>
            <a:r>
              <a:rPr lang="en-US" sz="2800" dirty="0">
                <a:latin typeface="Times New Roman" pitchFamily="18" charset="0"/>
                <a:cs typeface="Times New Roman" pitchFamily="18" charset="0"/>
              </a:rPr>
              <a:t> qua </a:t>
            </a:r>
            <a:r>
              <a:rPr lang="en-US" sz="2800" b="1" i="1" dirty="0" err="1">
                <a:latin typeface="Times New Roman" pitchFamily="18" charset="0"/>
                <a:cs typeface="Times New Roman" pitchFamily="18" charset="0"/>
              </a:rPr>
              <a:t>Hội</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đồng</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thị</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tộc</a:t>
            </a:r>
            <a:endParaRPr lang="en-US" sz="2800" b="1" i="1"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2000"/>
                                        <p:tgtEl>
                                          <p:spTgt spid="6"/>
                                        </p:tgtEl>
                                      </p:cBhvr>
                                    </p:animEffect>
                                    <p:anim calcmode="lin" valueType="num">
                                      <p:cBhvr>
                                        <p:cTn id="24" dur="2000" fill="hold"/>
                                        <p:tgtEl>
                                          <p:spTgt spid="6"/>
                                        </p:tgtEl>
                                        <p:attrNameLst>
                                          <p:attrName>style.rotation</p:attrName>
                                        </p:attrNameLst>
                                      </p:cBhvr>
                                      <p:tavLst>
                                        <p:tav tm="0">
                                          <p:val>
                                            <p:fltVal val="720"/>
                                          </p:val>
                                        </p:tav>
                                        <p:tav tm="100000">
                                          <p:val>
                                            <p:fltVal val="0"/>
                                          </p:val>
                                        </p:tav>
                                      </p:tavLst>
                                    </p:anim>
                                    <p:anim calcmode="lin" valueType="num">
                                      <p:cBhvr>
                                        <p:cTn id="25" dur="2000" fill="hold"/>
                                        <p:tgtEl>
                                          <p:spTgt spid="6"/>
                                        </p:tgtEl>
                                        <p:attrNameLst>
                                          <p:attrName>ppt_h</p:attrName>
                                        </p:attrNameLst>
                                      </p:cBhvr>
                                      <p:tavLst>
                                        <p:tav tm="0">
                                          <p:val>
                                            <p:fltVal val="0"/>
                                          </p:val>
                                        </p:tav>
                                        <p:tav tm="100000">
                                          <p:val>
                                            <p:strVal val="#ppt_h"/>
                                          </p:val>
                                        </p:tav>
                                      </p:tavLst>
                                    </p:anim>
                                    <p:anim calcmode="lin" valueType="num">
                                      <p:cBhvr>
                                        <p:cTn id="26" dur="2000" fill="hold"/>
                                        <p:tgtEl>
                                          <p:spTgt spid="6"/>
                                        </p:tgtEl>
                                        <p:attrNameLst>
                                          <p:attrName>ppt_w</p:attrName>
                                        </p:attrNameLst>
                                      </p:cBhvr>
                                      <p:tavLst>
                                        <p:tav tm="0">
                                          <p:val>
                                            <p:fltVal val="0"/>
                                          </p:val>
                                        </p:tav>
                                        <p:tav tm="100000">
                                          <p:val>
                                            <p:strVal val="#ppt_w"/>
                                          </p:val>
                                        </p:tav>
                                      </p:tavLst>
                                    </p:anim>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500" fill="hold"/>
                                        <p:tgtEl>
                                          <p:spTgt spid="7"/>
                                        </p:tgtEl>
                                        <p:attrNameLst>
                                          <p:attrName>ppt_w</p:attrName>
                                        </p:attrNameLst>
                                      </p:cBhvr>
                                      <p:tavLst>
                                        <p:tav tm="0">
                                          <p:val>
                                            <p:fltVal val="0"/>
                                          </p:val>
                                        </p:tav>
                                        <p:tav tm="100000">
                                          <p:val>
                                            <p:strVal val="#ppt_w"/>
                                          </p:val>
                                        </p:tav>
                                      </p:tavLst>
                                    </p:anim>
                                    <p:anim calcmode="lin" valueType="num">
                                      <p:cBhvr>
                                        <p:cTn id="32" dur="500" fill="hold"/>
                                        <p:tgtEl>
                                          <p:spTgt spid="7"/>
                                        </p:tgtEl>
                                        <p:attrNameLst>
                                          <p:attrName>ppt_h</p:attrName>
                                        </p:attrNameLst>
                                      </p:cBhvr>
                                      <p:tavLst>
                                        <p:tav tm="0">
                                          <p:val>
                                            <p:fltVal val="0"/>
                                          </p:val>
                                        </p:tav>
                                        <p:tav tm="100000">
                                          <p:val>
                                            <p:strVal val="#ppt_h"/>
                                          </p:val>
                                        </p:tav>
                                      </p:tavLst>
                                    </p:anim>
                                    <p:anim calcmode="lin" valueType="num">
                                      <p:cBhvr>
                                        <p:cTn id="33" dur="500" fill="hold"/>
                                        <p:tgtEl>
                                          <p:spTgt spid="7"/>
                                        </p:tgtEl>
                                        <p:attrNameLst>
                                          <p:attrName>style.rotation</p:attrName>
                                        </p:attrNameLst>
                                      </p:cBhvr>
                                      <p:tavLst>
                                        <p:tav tm="0">
                                          <p:val>
                                            <p:fltVal val="360"/>
                                          </p:val>
                                        </p:tav>
                                        <p:tav tm="100000">
                                          <p:val>
                                            <p:fltVal val="0"/>
                                          </p:val>
                                        </p:tav>
                                      </p:tavLst>
                                    </p:anim>
                                    <p:animEffect transition="in" filter="fade">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fltVal val="0"/>
                                          </p:val>
                                        </p:tav>
                                        <p:tav tm="100000">
                                          <p:val>
                                            <p:strVal val="#ppt_w"/>
                                          </p:val>
                                        </p:tav>
                                      </p:tavLst>
                                    </p:anim>
                                    <p:anim calcmode="lin" valueType="num">
                                      <p:cBhvr>
                                        <p:cTn id="40" dur="500" fill="hold"/>
                                        <p:tgtEl>
                                          <p:spTgt spid="8"/>
                                        </p:tgtEl>
                                        <p:attrNameLst>
                                          <p:attrName>ppt_h</p:attrName>
                                        </p:attrNameLst>
                                      </p:cBhvr>
                                      <p:tavLst>
                                        <p:tav tm="0">
                                          <p:val>
                                            <p:fltVal val="0"/>
                                          </p:val>
                                        </p:tav>
                                        <p:tav tm="100000">
                                          <p:val>
                                            <p:strVal val="#ppt_h"/>
                                          </p:val>
                                        </p:tav>
                                      </p:tavLst>
                                    </p:anim>
                                    <p:anim calcmode="lin" valueType="num">
                                      <p:cBhvr>
                                        <p:cTn id="41" dur="500" fill="hold"/>
                                        <p:tgtEl>
                                          <p:spTgt spid="8"/>
                                        </p:tgtEl>
                                        <p:attrNameLst>
                                          <p:attrName>style.rotation</p:attrName>
                                        </p:attrNameLst>
                                      </p:cBhvr>
                                      <p:tavLst>
                                        <p:tav tm="0">
                                          <p:val>
                                            <p:fltVal val="360"/>
                                          </p:val>
                                        </p:tav>
                                        <p:tav tm="100000">
                                          <p:val>
                                            <p:fltVal val="0"/>
                                          </p:val>
                                        </p:tav>
                                      </p:tavLst>
                                    </p:anim>
                                    <p:animEffect transition="in" filter="fad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341437"/>
            <a:ext cx="8229600" cy="4525963"/>
          </a:xfrm>
        </p:spPr>
        <p:txBody>
          <a:bodyPr>
            <a:normAutofit/>
          </a:bodyPr>
          <a:lstStyle/>
          <a:p>
            <a:pPr algn="just">
              <a:buNone/>
            </a:pP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Cùng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triển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do </a:t>
            </a:r>
            <a:r>
              <a:rPr lang="en-US" sz="3600" dirty="0" err="1">
                <a:latin typeface="Times New Roman" pitchFamily="18" charset="0"/>
                <a:cs typeface="Times New Roman" pitchFamily="18" charset="0"/>
              </a:rPr>
              <a:t>nhiều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yếu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tố</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nhau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đến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đoạn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triển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nguyên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thủy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xuất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tộc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Bào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tộc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lạc</a:t>
            </a:r>
            <a:endParaRPr lang="en-US" sz="3600" dirty="0">
              <a:latin typeface="Times New Roman" pitchFamily="18" charset="0"/>
              <a:cs typeface="Times New Roman" pitchFamily="18" charset="0"/>
            </a:endParaRPr>
          </a:p>
        </p:txBody>
      </p:sp>
      <p:sp>
        <p:nvSpPr>
          <p:cNvPr id="4" name="Right Arrow 3"/>
          <p:cNvSpPr/>
          <p:nvPr/>
        </p:nvSpPr>
        <p:spPr>
          <a:xfrm>
            <a:off x="685800" y="5334000"/>
            <a:ext cx="1219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p:cNvSpPr/>
          <p:nvPr/>
        </p:nvSpPr>
        <p:spPr>
          <a:xfrm>
            <a:off x="2667000" y="4267200"/>
            <a:ext cx="4724400" cy="2362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vẫn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mang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chưa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mang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style.rotation</p:attrName>
                                        </p:attrNameLst>
                                      </p:cBhvr>
                                      <p:tavLst>
                                        <p:tav tm="0">
                                          <p:val>
                                            <p:fltVal val="720"/>
                                          </p:val>
                                        </p:tav>
                                        <p:tav tm="100000">
                                          <p:val>
                                            <p:fltVal val="0"/>
                                          </p:val>
                                        </p:tav>
                                      </p:tavLst>
                                    </p:anim>
                                    <p:anim calcmode="lin" valueType="num">
                                      <p:cBhvr>
                                        <p:cTn id="9" dur="2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0" dur="2000" fill="hold"/>
                                        <p:tgtEl>
                                          <p:spTgt spid="3">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1"/>
                                          </p:val>
                                        </p:tav>
                                        <p:tav tm="100000">
                                          <p:val>
                                            <p:strVal val="#ppt_x"/>
                                          </p:val>
                                        </p:tav>
                                      </p:tavLst>
                                    </p:anim>
                                    <p:anim calcmode="lin" valueType="num">
                                      <p:cBhvr>
                                        <p:cTn id="17"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Rot="1" noChangeArrowheads="1"/>
          </p:cNvSpPr>
          <p:nvPr>
            <p:ph idx="1"/>
          </p:nvPr>
        </p:nvSpPr>
        <p:spPr>
          <a:xfrm>
            <a:off x="838200" y="2057400"/>
            <a:ext cx="8007350" cy="4572000"/>
          </a:xfrm>
        </p:spPr>
        <p:txBody>
          <a:bodyPr>
            <a:noAutofit/>
          </a:bodyPr>
          <a:lstStyle/>
          <a:p>
            <a:pPr eaLnBrk="1" hangingPunct="1">
              <a:defRPr/>
            </a:pPr>
            <a:r>
              <a:rPr lang="en-US" sz="3600" dirty="0" err="1">
                <a:latin typeface="Times New Roman" pitchFamily="18" charset="0"/>
                <a:cs typeface="Times New Roman" pitchFamily="18" charset="0"/>
              </a:rPr>
              <a:t>Lần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nuôi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đời</a:t>
            </a:r>
            <a:endParaRPr lang="en-US" sz="3600" dirty="0">
              <a:latin typeface="Times New Roman" pitchFamily="18" charset="0"/>
              <a:cs typeface="Times New Roman" pitchFamily="18" charset="0"/>
            </a:endParaRPr>
          </a:p>
          <a:p>
            <a:pPr eaLnBrk="1" hangingPunct="1">
              <a:buFont typeface="Wingdings" pitchFamily="2" charset="2"/>
              <a:buNone/>
              <a:defRPr/>
            </a:pPr>
            <a:endParaRPr lang="en-US" sz="3600" dirty="0">
              <a:latin typeface="Times New Roman" pitchFamily="18" charset="0"/>
              <a:cs typeface="Times New Roman" pitchFamily="18" charset="0"/>
            </a:endParaRPr>
          </a:p>
          <a:p>
            <a:pPr eaLnBrk="1" hangingPunct="1">
              <a:defRPr/>
            </a:pPr>
            <a:r>
              <a:rPr lang="en-US" sz="3600" dirty="0" err="1">
                <a:latin typeface="Times New Roman" pitchFamily="18" charset="0"/>
                <a:cs typeface="Times New Roman" pitchFamily="18" charset="0"/>
              </a:rPr>
              <a:t>Lần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tiểu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nghiệp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đời</a:t>
            </a:r>
            <a:endParaRPr lang="en-US" sz="3600" dirty="0">
              <a:latin typeface="Times New Roman" pitchFamily="18" charset="0"/>
              <a:cs typeface="Times New Roman" pitchFamily="18" charset="0"/>
            </a:endParaRPr>
          </a:p>
          <a:p>
            <a:pPr eaLnBrk="1" hangingPunct="1">
              <a:buFont typeface="Wingdings" pitchFamily="2" charset="2"/>
              <a:buNone/>
              <a:defRPr/>
            </a:pPr>
            <a:endParaRPr lang="en-US" sz="3600" dirty="0">
              <a:latin typeface="Times New Roman" pitchFamily="18" charset="0"/>
              <a:cs typeface="Times New Roman" pitchFamily="18" charset="0"/>
            </a:endParaRPr>
          </a:p>
          <a:p>
            <a:pPr eaLnBrk="1" hangingPunct="1">
              <a:defRPr/>
            </a:pPr>
            <a:r>
              <a:rPr lang="en-US" sz="3600" dirty="0" err="1">
                <a:latin typeface="Times New Roman" pitchFamily="18" charset="0"/>
                <a:cs typeface="Times New Roman" pitchFamily="18" charset="0"/>
              </a:rPr>
              <a:t>Lần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lao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nghiệp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đời</a:t>
            </a:r>
            <a:endParaRPr lang="en-US" sz="3600" dirty="0">
              <a:latin typeface="Times New Roman" pitchFamily="18" charset="0"/>
              <a:cs typeface="Times New Roman" pitchFamily="18" charset="0"/>
            </a:endParaRPr>
          </a:p>
        </p:txBody>
      </p:sp>
      <p:sp>
        <p:nvSpPr>
          <p:cNvPr id="4" name="Title 1"/>
          <p:cNvSpPr txBox="1">
            <a:spLocks/>
          </p:cNvSpPr>
          <p:nvPr/>
        </p:nvSpPr>
        <p:spPr>
          <a:xfrm>
            <a:off x="609600" y="427038"/>
            <a:ext cx="8229600" cy="1143000"/>
          </a:xfrm>
          <a:prstGeom prst="rect">
            <a:avLst/>
          </a:prstGeom>
        </p:spPr>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Sự</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tan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rã</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của</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chế</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độ</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cộng</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sản</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nguyên</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thủy</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và</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sự</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xuất</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hiện</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của</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Nhà</a:t>
            </a:r>
            <a:r>
              <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rPr>
              <a:t> </a:t>
            </a:r>
            <a:r>
              <a:rPr kumimoji="0" lang="en-US" sz="4000" b="1" i="1" u="none" strike="noStrike" kern="1200" cap="none" spc="0" normalizeH="0" baseline="0" noProof="0" dirty="0" err="1">
                <a:ln>
                  <a:noFill/>
                </a:ln>
                <a:solidFill>
                  <a:schemeClr val="tx1"/>
                </a:solidFill>
                <a:effectLst/>
                <a:uLnTx/>
                <a:uFillTx/>
                <a:latin typeface="Times New Roman" pitchFamily="18" charset="0"/>
                <a:ea typeface="+mj-ea"/>
                <a:cs typeface="Times New Roman" pitchFamily="18" charset="0"/>
              </a:rPr>
              <a:t>nước</a:t>
            </a:r>
            <a:endParaRPr kumimoji="0" lang="en-US" sz="4000" b="1" i="1"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48131">
                                            <p:txEl>
                                              <p:pRg st="0" end="0"/>
                                            </p:txEl>
                                          </p:spTgt>
                                        </p:tgtEl>
                                        <p:attrNameLst>
                                          <p:attrName>style.visibility</p:attrName>
                                        </p:attrNameLst>
                                      </p:cBhvr>
                                      <p:to>
                                        <p:strVal val="visible"/>
                                      </p:to>
                                    </p:set>
                                    <p:anim calcmode="lin" valueType="num">
                                      <p:cBhvr>
                                        <p:cTn id="15" dur="500" fill="hold"/>
                                        <p:tgtEl>
                                          <p:spTgt spid="48131">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48131">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48131">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481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48131">
                                            <p:txEl>
                                              <p:pRg st="2" end="2"/>
                                            </p:txEl>
                                          </p:spTgt>
                                        </p:tgtEl>
                                        <p:attrNameLst>
                                          <p:attrName>style.visibility</p:attrName>
                                        </p:attrNameLst>
                                      </p:cBhvr>
                                      <p:to>
                                        <p:strVal val="visible"/>
                                      </p:to>
                                    </p:set>
                                    <p:anim calcmode="lin" valueType="num">
                                      <p:cBhvr>
                                        <p:cTn id="23" dur="500" fill="hold"/>
                                        <p:tgtEl>
                                          <p:spTgt spid="48131">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48131">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48131">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481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9" presetClass="entr" presetSubtype="0" accel="100000" fill="hold" grpId="0" nodeType="clickEffect">
                                  <p:stCondLst>
                                    <p:cond delay="0"/>
                                  </p:stCondLst>
                                  <p:childTnLst>
                                    <p:set>
                                      <p:cBhvr>
                                        <p:cTn id="30" dur="1" fill="hold">
                                          <p:stCondLst>
                                            <p:cond delay="0"/>
                                          </p:stCondLst>
                                        </p:cTn>
                                        <p:tgtEl>
                                          <p:spTgt spid="48131">
                                            <p:txEl>
                                              <p:pRg st="4" end="4"/>
                                            </p:txEl>
                                          </p:spTgt>
                                        </p:tgtEl>
                                        <p:attrNameLst>
                                          <p:attrName>style.visibility</p:attrName>
                                        </p:attrNameLst>
                                      </p:cBhvr>
                                      <p:to>
                                        <p:strVal val="visible"/>
                                      </p:to>
                                    </p:set>
                                    <p:anim calcmode="lin" valueType="num">
                                      <p:cBhvr>
                                        <p:cTn id="31" dur="500" fill="hold"/>
                                        <p:tgtEl>
                                          <p:spTgt spid="48131">
                                            <p:txEl>
                                              <p:pRg st="4" end="4"/>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48131">
                                            <p:txEl>
                                              <p:pRg st="4" end="4"/>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48131">
                                            <p:txEl>
                                              <p:pRg st="4" end="4"/>
                                            </p:txEl>
                                          </p:spTgt>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481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Kết</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quả</a:t>
            </a:r>
            <a:endParaRPr lang="en-US" sz="44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r>
              <a:rPr lang="en-US" sz="3600" dirty="0" err="1">
                <a:latin typeface="Times New Roman" pitchFamily="18" charset="0"/>
                <a:cs typeface="Times New Roman" pitchFamily="18" charset="0"/>
              </a:rPr>
              <a:t>Chế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hữu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liệu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xuất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thay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hữu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liệu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xuất</a:t>
            </a:r>
            <a:endParaRPr lang="en-US" sz="3600" dirty="0">
              <a:latin typeface="Times New Roman" pitchFamily="18" charset="0"/>
              <a:cs typeface="Times New Roman" pitchFamily="18" charset="0"/>
            </a:endParaRPr>
          </a:p>
          <a:p>
            <a:pPr algn="just"/>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hóa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endParaRPr lang="en-US" sz="3600" dirty="0">
              <a:latin typeface="Times New Roman" pitchFamily="18" charset="0"/>
              <a:cs typeface="Times New Roman" pitchFamily="18" charset="0"/>
            </a:endParaRPr>
          </a:p>
          <a:p>
            <a:pPr algn="just"/>
            <a:r>
              <a:rPr lang="en-US" sz="3600" dirty="0" err="1">
                <a:latin typeface="Times New Roman" pitchFamily="18" charset="0"/>
                <a:cs typeface="Times New Roman" pitchFamily="18" charset="0"/>
              </a:rPr>
              <a:t>Mối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huyết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thống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giữa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tộc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yếu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vỡ</a:t>
            </a:r>
            <a:r>
              <a:rPr lang="en-US" sz="3600" dirty="0">
                <a:latin typeface="Times New Roman" pitchFamily="18" charset="0"/>
                <a:cs typeface="Times New Roman" pitchFamily="18" charset="0"/>
              </a:rPr>
              <a:t> </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Nhà</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nước</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thay</a:t>
            </a:r>
            <a:r>
              <a:rPr lang="en-US" sz="3600" dirty="0">
                <a:latin typeface="Times New Roman" pitchFamily="18" charset="0"/>
                <a:cs typeface="Times New Roman" pitchFamily="18" charset="0"/>
                <a:sym typeface="Wingdings"/>
              </a:rPr>
              <a:t> </a:t>
            </a:r>
            <a:r>
              <a:rPr lang="en-US" sz="3600" dirty="0" err="1">
                <a:latin typeface="Times New Roman" pitchFamily="18" charset="0"/>
                <a:cs typeface="Times New Roman" pitchFamily="18" charset="0"/>
                <a:sym typeface="Wingdings"/>
              </a:rPr>
              <a:t>thế</a:t>
            </a:r>
            <a:endParaRPr lang="en-US" sz="3600" dirty="0">
              <a:latin typeface="Times New Roman" pitchFamily="18" charset="0"/>
              <a:cs typeface="Times New Roman" pitchFamily="18" charset="0"/>
            </a:endParaRPr>
          </a:p>
          <a:p>
            <a:pPr algn="just"/>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70" decel="100000"/>
                                        <p:tgtEl>
                                          <p:spTgt spid="2"/>
                                        </p:tgtEl>
                                      </p:cBhvr>
                                    </p:animEffect>
                                    <p:animScale>
                                      <p:cBhvr>
                                        <p:cTn id="8" dur="770" decel="100000"/>
                                        <p:tgtEl>
                                          <p:spTgt spid="2"/>
                                        </p:tgtEl>
                                      </p:cBhvr>
                                      <p:from x="10000" y="10000"/>
                                      <p:to x="200000" y="450000"/>
                                    </p:animScale>
                                    <p:animScale>
                                      <p:cBhvr>
                                        <p:cTn id="9" dur="1230" accel="100000" fill="hold">
                                          <p:stCondLst>
                                            <p:cond delay="770"/>
                                          </p:stCondLst>
                                        </p:cTn>
                                        <p:tgtEl>
                                          <p:spTgt spid="2"/>
                                        </p:tgtEl>
                                      </p:cBhvr>
                                      <p:from x="200000" y="450000"/>
                                      <p:to x="100000" y="100000"/>
                                    </p:animScale>
                                    <p:set>
                                      <p:cBhvr>
                                        <p:cTn id="10" dur="770" fill="hold"/>
                                        <p:tgtEl>
                                          <p:spTgt spid="2"/>
                                        </p:tgtEl>
                                        <p:attrNameLst>
                                          <p:attrName>ppt_x</p:attrName>
                                        </p:attrNameLst>
                                      </p:cBhvr>
                                      <p:to>
                                        <p:strVal val="(0.5)"/>
                                      </p:to>
                                    </p:set>
                                    <p:anim from="(0.5)" to="(#ppt_x)" calcmode="lin" valueType="num">
                                      <p:cBhvr>
                                        <p:cTn id="11" dur="1230" accel="100000" fill="hold">
                                          <p:stCondLst>
                                            <p:cond delay="770"/>
                                          </p:stCondLst>
                                        </p:cTn>
                                        <p:tgtEl>
                                          <p:spTgt spid="2"/>
                                        </p:tgtEl>
                                        <p:attrNameLst>
                                          <p:attrName>ppt_x</p:attrName>
                                        </p:attrNameLst>
                                      </p:cBhvr>
                                    </p:anim>
                                    <p:set>
                                      <p:cBhvr>
                                        <p:cTn id="12" dur="770" fill="hold"/>
                                        <p:tgtEl>
                                          <p:spTgt spid="2"/>
                                        </p:tgtEl>
                                        <p:attrNameLst>
                                          <p:attrName>ppt_y</p:attrName>
                                        </p:attrNameLst>
                                      </p:cBhvr>
                                      <p:to>
                                        <p:strVal val="(#ppt_y+0.4)"/>
                                      </p:to>
                                    </p:set>
                                    <p:anim from="(#ppt_y+0.4)" to="(#ppt_y)" calcmode="lin" valueType="num">
                                      <p:cBhvr>
                                        <p:cTn id="13" dur="1230" accel="100000" fill="hold">
                                          <p:stCondLst>
                                            <p:cond delay="770"/>
                                          </p:stCondLst>
                                        </p:cTn>
                                        <p:tgtEl>
                                          <p:spTgt spid="2"/>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40" presetClass="entr" presetSubtype="0" fill="hold" grpId="0" nodeType="clickEffect">
                                  <p:stCondLst>
                                    <p:cond delay="0"/>
                                  </p:stCondLst>
                                  <p:iterate type="lt">
                                    <p:tmPct val="10000"/>
                                  </p:iterate>
                                  <p:childTnLst>
                                    <p:set>
                                      <p:cBhvr>
                                        <p:cTn id="17" dur="1" fill="hold">
                                          <p:stCondLst>
                                            <p:cond delay="0"/>
                                          </p:stCondLst>
                                        </p:cTn>
                                        <p:tgtEl>
                                          <p:spTgt spid="3">
                                            <p:txEl>
                                              <p:pRg st="0" end="0"/>
                                            </p:txEl>
                                          </p:spTgt>
                                        </p:tgtEl>
                                        <p:attrNameLst>
                                          <p:attrName>style.visibility</p:attrName>
                                        </p:attrNameLst>
                                      </p:cBhvr>
                                      <p:to>
                                        <p:strVal val="visible"/>
                                      </p:to>
                                    </p:set>
                                    <p:animEffect transition="in" filter="fade">
                                      <p:cBhvr>
                                        <p:cTn id="18" dur="1000"/>
                                        <p:tgtEl>
                                          <p:spTgt spid="3">
                                            <p:txEl>
                                              <p:pRg st="0" end="0"/>
                                            </p:txEl>
                                          </p:spTgt>
                                        </p:tgtEl>
                                      </p:cBhvr>
                                    </p:animEffect>
                                    <p:anim calcmode="lin" valueType="num">
                                      <p:cBhvr>
                                        <p:cTn id="19" dur="1000" fill="hold"/>
                                        <p:tgtEl>
                                          <p:spTgt spid="3">
                                            <p:txEl>
                                              <p:pRg st="0" end="0"/>
                                            </p:txEl>
                                          </p:spTgt>
                                        </p:tgtEl>
                                        <p:attrNameLst>
                                          <p:attrName>ppt_x</p:attrName>
                                        </p:attrNameLst>
                                      </p:cBhvr>
                                      <p:tavLst>
                                        <p:tav tm="0">
                                          <p:val>
                                            <p:strVal val="#ppt_x-.1"/>
                                          </p:val>
                                        </p:tav>
                                        <p:tav tm="100000">
                                          <p:val>
                                            <p:strVal val="#ppt_x"/>
                                          </p:val>
                                        </p:tav>
                                      </p:tavLst>
                                    </p:anim>
                                    <p:anim calcmode="lin" valueType="num">
                                      <p:cBhvr>
                                        <p:cTn id="20"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0" presetClass="entr" presetSubtype="0" fill="hold" grpId="0" nodeType="clickEffect">
                                  <p:stCondLst>
                                    <p:cond delay="0"/>
                                  </p:stCondLst>
                                  <p:iterate type="lt">
                                    <p:tmPct val="10000"/>
                                  </p:iterate>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1000"/>
                                        <p:tgtEl>
                                          <p:spTgt spid="3">
                                            <p:txEl>
                                              <p:pRg st="1" end="1"/>
                                            </p:txEl>
                                          </p:spTgt>
                                        </p:tgtEl>
                                      </p:cBhvr>
                                    </p:animEffect>
                                    <p:anim calcmode="lin" valueType="num">
                                      <p:cBhvr>
                                        <p:cTn id="26" dur="1000" fill="hold"/>
                                        <p:tgtEl>
                                          <p:spTgt spid="3">
                                            <p:txEl>
                                              <p:pRg st="1" end="1"/>
                                            </p:txEl>
                                          </p:spTgt>
                                        </p:tgtEl>
                                        <p:attrNameLst>
                                          <p:attrName>ppt_x</p:attrName>
                                        </p:attrNameLst>
                                      </p:cBhvr>
                                      <p:tavLst>
                                        <p:tav tm="0">
                                          <p:val>
                                            <p:strVal val="#ppt_x-.1"/>
                                          </p:val>
                                        </p:tav>
                                        <p:tav tm="100000">
                                          <p:val>
                                            <p:strVal val="#ppt_x"/>
                                          </p:val>
                                        </p:tav>
                                      </p:tavLst>
                                    </p:anim>
                                    <p:anim calcmode="lin" valueType="num">
                                      <p:cBhvr>
                                        <p:cTn id="27"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0" presetClass="entr" presetSubtype="0" fill="hold" grpId="0" nodeType="clickEffect">
                                  <p:stCondLst>
                                    <p:cond delay="0"/>
                                  </p:stCondLst>
                                  <p:iterate type="lt">
                                    <p:tmPct val="10000"/>
                                  </p:iterate>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1000"/>
                                        <p:tgtEl>
                                          <p:spTgt spid="3">
                                            <p:txEl>
                                              <p:pRg st="2" end="2"/>
                                            </p:txEl>
                                          </p:spTgt>
                                        </p:tgtEl>
                                      </p:cBhvr>
                                    </p:animEffect>
                                    <p:anim calcmode="lin" valueType="num">
                                      <p:cBhvr>
                                        <p:cTn id="33" dur="1000" fill="hold"/>
                                        <p:tgtEl>
                                          <p:spTgt spid="3">
                                            <p:txEl>
                                              <p:pRg st="2" end="2"/>
                                            </p:txEl>
                                          </p:spTgt>
                                        </p:tgtEl>
                                        <p:attrNameLst>
                                          <p:attrName>ppt_x</p:attrName>
                                        </p:attrNameLst>
                                      </p:cBhvr>
                                      <p:tavLst>
                                        <p:tav tm="0">
                                          <p:val>
                                            <p:strVal val="#ppt_x-.1"/>
                                          </p:val>
                                        </p:tav>
                                        <p:tav tm="100000">
                                          <p:val>
                                            <p:strVal val="#ppt_x"/>
                                          </p:val>
                                        </p:tav>
                                      </p:tavLst>
                                    </p:anim>
                                    <p:anim calcmode="lin" valueType="num">
                                      <p:cBhvr>
                                        <p:cTn id="34" dur="10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2332037"/>
            <a:ext cx="8763000" cy="4525963"/>
          </a:xfrm>
        </p:spPr>
        <p:txBody>
          <a:bodyPr>
            <a:noAutofit/>
          </a:bodyPr>
          <a:lstStyle/>
          <a:p>
            <a:pPr algn="just"/>
            <a:r>
              <a:rPr lang="en-US" sz="4000" dirty="0" err="1">
                <a:latin typeface="Times New Roman" pitchFamily="18" charset="0"/>
                <a:cs typeface="Times New Roman" pitchFamily="18" charset="0"/>
              </a:rPr>
              <a:t>Năng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lao</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tăng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lên</a:t>
            </a:r>
            <a:r>
              <a:rPr lang="en-US" sz="4000" dirty="0">
                <a:latin typeface="Times New Roman" pitchFamily="18" charset="0"/>
                <a:cs typeface="Times New Roman" pitchFamily="18" charset="0"/>
              </a:rPr>
              <a:t> </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sản</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phẩm</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lao</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động</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dư</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thừa</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Chiếm</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đoạt</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sản</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phẩm</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dư</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thừa</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Tư</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hữu</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hình</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thành</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Phân</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hóa</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giàu</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ngèo</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Hình</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thành</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giai</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cấp</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và</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đấu</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tranh</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giai</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cấp</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Mâu</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thuẫn</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giai</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cấp</a:t>
            </a:r>
            <a:r>
              <a:rPr lang="en-US" sz="4000" dirty="0">
                <a:latin typeface="Times New Roman" pitchFamily="18" charset="0"/>
                <a:cs typeface="Times New Roman" pitchFamily="18" charset="0"/>
                <a:sym typeface="Wingdings"/>
              </a:rPr>
              <a:t> gay </a:t>
            </a:r>
            <a:r>
              <a:rPr lang="en-US" sz="4000" dirty="0" err="1">
                <a:latin typeface="Times New Roman" pitchFamily="18" charset="0"/>
                <a:cs typeface="Times New Roman" pitchFamily="18" charset="0"/>
                <a:sym typeface="Wingdings"/>
              </a:rPr>
              <a:t>gắt</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không</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thể</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điều</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hòa</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được</a:t>
            </a:r>
            <a:r>
              <a:rPr lang="en-US" sz="4000" dirty="0">
                <a:latin typeface="Times New Roman" pitchFamily="18" charset="0"/>
                <a:cs typeface="Times New Roman" pitchFamily="18" charset="0"/>
                <a:sym typeface="Wingdings"/>
              </a:rPr>
              <a:t>  </a:t>
            </a:r>
            <a:r>
              <a:rPr lang="en-US" sz="4000" dirty="0" err="1">
                <a:latin typeface="Times New Roman" pitchFamily="18" charset="0"/>
                <a:cs typeface="Times New Roman" pitchFamily="18" charset="0"/>
                <a:sym typeface="Wingdings"/>
              </a:rPr>
              <a:t>Nhà</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nước</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ra</a:t>
            </a:r>
            <a:r>
              <a:rPr lang="en-US" sz="4000" dirty="0">
                <a:latin typeface="Times New Roman" pitchFamily="18" charset="0"/>
                <a:cs typeface="Times New Roman" pitchFamily="18" charset="0"/>
                <a:sym typeface="Wingdings"/>
              </a:rPr>
              <a:t> </a:t>
            </a:r>
            <a:r>
              <a:rPr lang="en-US" sz="4000" dirty="0" err="1">
                <a:latin typeface="Times New Roman" pitchFamily="18" charset="0"/>
                <a:cs typeface="Times New Roman" pitchFamily="18" charset="0"/>
                <a:sym typeface="Wingdings"/>
              </a:rPr>
              <a:t>đời</a:t>
            </a:r>
            <a:r>
              <a:rPr lang="en-US" sz="40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anim calcmode="lin" valueType="num">
                                      <p:cBhvr>
                                        <p:cTn id="8" dur="2000" fill="hold"/>
                                        <p:tgtEl>
                                          <p:spTgt spid="3">
                                            <p:txEl>
                                              <p:pRg st="0" end="0"/>
                                            </p:txEl>
                                          </p:spTgt>
                                        </p:tgtEl>
                                        <p:attrNameLst>
                                          <p:attrName>style.rotation</p:attrName>
                                        </p:attrNameLst>
                                      </p:cBhvr>
                                      <p:tavLst>
                                        <p:tav tm="0">
                                          <p:val>
                                            <p:fltVal val="720"/>
                                          </p:val>
                                        </p:tav>
                                        <p:tav tm="100000">
                                          <p:val>
                                            <p:fltVal val="0"/>
                                          </p:val>
                                        </p:tav>
                                      </p:tavLst>
                                    </p:anim>
                                    <p:anim calcmode="lin" valueType="num">
                                      <p:cBhvr>
                                        <p:cTn id="9" dur="2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0" dur="2000" fill="hold"/>
                                        <p:tgtEl>
                                          <p:spTgt spid="3">
                                            <p:txEl>
                                              <p:pRg st="0" end="0"/>
                                            </p:txEl>
                                          </p:spTgt>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306" y="762000"/>
            <a:ext cx="8686800" cy="1143000"/>
          </a:xfrm>
        </p:spPr>
        <p:txBody>
          <a:bodyPr>
            <a:noAutofit/>
          </a:bodyPr>
          <a:lstStyle/>
          <a:p>
            <a:pPr algn="ctr"/>
            <a:r>
              <a:rPr lang="en-US" sz="4400" dirty="0" err="1">
                <a:solidFill>
                  <a:schemeClr val="tx1"/>
                </a:solidFill>
                <a:latin typeface="Times New Roman" pitchFamily="18" charset="0"/>
                <a:cs typeface="Times New Roman" pitchFamily="18" charset="0"/>
              </a:rPr>
              <a:t>Nguyên</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nhân</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ra</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đời</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của</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Nhà</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nước</a:t>
            </a:r>
            <a:endParaRPr lang="en-US" sz="4400" dirty="0">
              <a:solidFill>
                <a:schemeClr val="tx1"/>
              </a:solidFill>
              <a:latin typeface="Times New Roman" pitchFamily="18" charset="0"/>
              <a:cs typeface="Times New Roman" pitchFamily="18" charset="0"/>
            </a:endParaRPr>
          </a:p>
        </p:txBody>
      </p:sp>
      <p:sp>
        <p:nvSpPr>
          <p:cNvPr id="3" name="Content Placeholder 2"/>
          <p:cNvSpPr>
            <a:spLocks noGrp="1"/>
          </p:cNvSpPr>
          <p:nvPr>
            <p:ph idx="1"/>
          </p:nvPr>
        </p:nvSpPr>
        <p:spPr>
          <a:xfrm>
            <a:off x="533400" y="2336873"/>
            <a:ext cx="8077200" cy="3599316"/>
          </a:xfrm>
        </p:spPr>
        <p:txBody>
          <a:bodyPr>
            <a:normAutofit/>
          </a:bodyPr>
          <a:lstStyle/>
          <a:p>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hữu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liệu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endParaRPr lang="en-US" sz="4000" dirty="0">
              <a:latin typeface="Times New Roman" pitchFamily="18" charset="0"/>
              <a:cs typeface="Times New Roman" pitchFamily="18" charset="0"/>
            </a:endParaRPr>
          </a:p>
          <a:p>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hóa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thành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giai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cấp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có</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lợi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ích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đối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kháng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đấu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tranh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giai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cấp</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1"/>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0" presetClass="entr" presetSubtype="0" fill="hold" grpId="0" nodeType="clickEffect">
                                  <p:stCondLst>
                                    <p:cond delay="0"/>
                                  </p:stCondLst>
                                  <p:iterate type="lt">
                                    <p:tmPct val="10000"/>
                                  </p:iterate>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1"/>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475593" y="2895600"/>
            <a:ext cx="8229600" cy="1143000"/>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a:lstStyle>
          <a:p>
            <a:pPr algn="ctr"/>
            <a:r>
              <a:rPr lang="en-US" sz="4000" dirty="0" err="1">
                <a:solidFill>
                  <a:schemeClr val="tx1"/>
                </a:solidFill>
                <a:latin typeface="Times New Roman" pitchFamily="18" charset="0"/>
                <a:cs typeface="Times New Roman" pitchFamily="18" charset="0"/>
              </a:rPr>
              <a:t>Tại</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sao</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nói</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sự</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tồn</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tại</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của</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Nhà</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nước</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mang</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tính</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lịch</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sử</a:t>
            </a:r>
            <a:r>
              <a:rPr lang="en-US" sz="4000" dirty="0">
                <a:solidFill>
                  <a:schemeClr val="tx1"/>
                </a:solidFill>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style.rotation</p:attrName>
                                        </p:attrNameLst>
                                      </p:cBhvr>
                                      <p:tavLst>
                                        <p:tav tm="0">
                                          <p:val>
                                            <p:fltVal val="360"/>
                                          </p:val>
                                        </p:tav>
                                        <p:tav tm="100000">
                                          <p:val>
                                            <p:fltVal val="0"/>
                                          </p:val>
                                        </p:tav>
                                      </p:tavLst>
                                    </p:anim>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751820"/>
            <a:ext cx="7391400" cy="1143000"/>
          </a:xfrm>
        </p:spPr>
        <p:txBody>
          <a:bodyPr>
            <a:noAutofit/>
          </a:bodyPr>
          <a:lstStyle/>
          <a:p>
            <a:pPr algn="ctr"/>
            <a:r>
              <a:rPr lang="en-US" sz="3200" dirty="0" err="1">
                <a:solidFill>
                  <a:schemeClr val="tx1"/>
                </a:solidFill>
                <a:latin typeface="Times New Roman" pitchFamily="18" charset="0"/>
                <a:cs typeface="Times New Roman" pitchFamily="18" charset="0"/>
              </a:rPr>
              <a:t>Sự</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xuất</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hiện</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của</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Nhà</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nước</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có</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những</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đặc</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điểm</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riêng</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phụ</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thuộc</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vào</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những</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điều</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kiện</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kinh</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tế</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xã</a:t>
            </a:r>
            <a:r>
              <a:rPr lang="en-US" sz="3200" dirty="0">
                <a:solidFill>
                  <a:schemeClr val="tx1"/>
                </a:solidFill>
                <a:latin typeface="Times New Roman" pitchFamily="18" charset="0"/>
                <a:cs typeface="Times New Roman" pitchFamily="18" charset="0"/>
              </a:rPr>
              <a:t> </a:t>
            </a:r>
            <a:r>
              <a:rPr lang="en-US" sz="3200" dirty="0" err="1">
                <a:solidFill>
                  <a:schemeClr val="tx1"/>
                </a:solidFill>
                <a:latin typeface="Times New Roman" pitchFamily="18" charset="0"/>
                <a:cs typeface="Times New Roman" pitchFamily="18" charset="0"/>
              </a:rPr>
              <a:t>hội</a:t>
            </a:r>
            <a:endParaRPr lang="en-US" sz="3200" dirty="0">
              <a:solidFill>
                <a:schemeClr val="tx1"/>
              </a:solidFill>
              <a:latin typeface="Times New Roman" pitchFamily="18" charset="0"/>
              <a:cs typeface="Times New Roman" pitchFamily="18" charset="0"/>
            </a:endParaRPr>
          </a:p>
        </p:txBody>
      </p:sp>
      <p:sp>
        <p:nvSpPr>
          <p:cNvPr id="4" name="TextBox 3"/>
          <p:cNvSpPr txBox="1"/>
          <p:nvPr/>
        </p:nvSpPr>
        <p:spPr>
          <a:xfrm>
            <a:off x="762000" y="2362200"/>
            <a:ext cx="4343400" cy="523220"/>
          </a:xfrm>
          <a:prstGeom prst="rect">
            <a:avLst/>
          </a:prstGeom>
          <a:noFill/>
        </p:spPr>
        <p:txBody>
          <a:bodyPr wrap="square" rtlCol="0">
            <a:spAutoFit/>
          </a:bodyPr>
          <a:lstStyle/>
          <a:p>
            <a:r>
              <a:rPr lang="en-US" sz="2800" b="1" i="1" dirty="0">
                <a:latin typeface="Times New Roman" pitchFamily="18" charset="0"/>
                <a:cs typeface="Times New Roman" pitchFamily="18" charset="0"/>
              </a:rPr>
              <a:t>Ở </a:t>
            </a:r>
            <a:r>
              <a:rPr lang="en-US" sz="2800" b="1" i="1" dirty="0" err="1">
                <a:latin typeface="Times New Roman" pitchFamily="18" charset="0"/>
                <a:cs typeface="Times New Roman" pitchFamily="18" charset="0"/>
              </a:rPr>
              <a:t>phương</a:t>
            </a:r>
            <a:r>
              <a:rPr lang="en-US" sz="2800" b="1" i="1" dirty="0">
                <a:latin typeface="Times New Roman" pitchFamily="18" charset="0"/>
                <a:cs typeface="Times New Roman" pitchFamily="18" charset="0"/>
              </a:rPr>
              <a:t> </a:t>
            </a:r>
            <a:r>
              <a:rPr lang="en-US" sz="2800" b="1" i="1" dirty="0" err="1">
                <a:latin typeface="Times New Roman" pitchFamily="18" charset="0"/>
                <a:cs typeface="Times New Roman" pitchFamily="18" charset="0"/>
              </a:rPr>
              <a:t>Tây</a:t>
            </a:r>
            <a:endParaRPr lang="en-US" sz="2800" b="1" i="1" dirty="0">
              <a:latin typeface="Times New Roman" pitchFamily="18" charset="0"/>
              <a:cs typeface="Times New Roman" pitchFamily="18" charset="0"/>
            </a:endParaRPr>
          </a:p>
        </p:txBody>
      </p:sp>
      <p:sp>
        <p:nvSpPr>
          <p:cNvPr id="5" name="Rectangle 4"/>
          <p:cNvSpPr/>
          <p:nvPr/>
        </p:nvSpPr>
        <p:spPr>
          <a:xfrm>
            <a:off x="152400" y="3352800"/>
            <a:ext cx="2667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 – ten </a:t>
            </a:r>
          </a:p>
        </p:txBody>
      </p:sp>
      <p:sp>
        <p:nvSpPr>
          <p:cNvPr id="6" name="Rectangle 5"/>
          <p:cNvSpPr/>
          <p:nvPr/>
        </p:nvSpPr>
        <p:spPr>
          <a:xfrm>
            <a:off x="3048000" y="3352800"/>
            <a:ext cx="2667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La </a:t>
            </a:r>
            <a:r>
              <a:rPr lang="en-US" sz="3200" dirty="0" err="1">
                <a:latin typeface="Times New Roman" pitchFamily="18" charset="0"/>
                <a:cs typeface="Times New Roman" pitchFamily="18" charset="0"/>
              </a:rPr>
              <a:t>Mã</a:t>
            </a:r>
            <a:endParaRPr lang="en-US" sz="3200" dirty="0">
              <a:latin typeface="Times New Roman" pitchFamily="18" charset="0"/>
              <a:cs typeface="Times New Roman" pitchFamily="18" charset="0"/>
            </a:endParaRPr>
          </a:p>
        </p:txBody>
      </p:sp>
      <p:sp>
        <p:nvSpPr>
          <p:cNvPr id="7" name="Rectangle 6"/>
          <p:cNvSpPr/>
          <p:nvPr/>
        </p:nvSpPr>
        <p:spPr>
          <a:xfrm>
            <a:off x="6019800" y="3352800"/>
            <a:ext cx="2667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Giéc</a:t>
            </a:r>
            <a:r>
              <a:rPr lang="en-US" sz="3200" dirty="0">
                <a:latin typeface="Times New Roman" pitchFamily="18" charset="0"/>
                <a:cs typeface="Times New Roman" pitchFamily="18" charset="0"/>
              </a:rPr>
              <a:t> - </a:t>
            </a:r>
            <a:r>
              <a:rPr lang="en-US" sz="3200" dirty="0" err="1">
                <a:latin typeface="Times New Roman" pitchFamily="18" charset="0"/>
                <a:cs typeface="Times New Roman" pitchFamily="18" charset="0"/>
              </a:rPr>
              <a:t>manh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anim calcmode="lin" valueType="num">
                                      <p:cBhvr>
                                        <p:cTn id="16" dur="2000" fill="hold"/>
                                        <p:tgtEl>
                                          <p:spTgt spid="4"/>
                                        </p:tgtEl>
                                        <p:attrNameLst>
                                          <p:attrName>style.rotation</p:attrName>
                                        </p:attrNameLst>
                                      </p:cBhvr>
                                      <p:tavLst>
                                        <p:tav tm="0">
                                          <p:val>
                                            <p:fltVal val="720"/>
                                          </p:val>
                                        </p:tav>
                                        <p:tav tm="100000">
                                          <p:val>
                                            <p:fltVal val="0"/>
                                          </p:val>
                                        </p:tav>
                                      </p:tavLst>
                                    </p:anim>
                                    <p:anim calcmode="lin" valueType="num">
                                      <p:cBhvr>
                                        <p:cTn id="17" dur="2000" fill="hold"/>
                                        <p:tgtEl>
                                          <p:spTgt spid="4"/>
                                        </p:tgtEl>
                                        <p:attrNameLst>
                                          <p:attrName>ppt_h</p:attrName>
                                        </p:attrNameLst>
                                      </p:cBhvr>
                                      <p:tavLst>
                                        <p:tav tm="0">
                                          <p:val>
                                            <p:fltVal val="0"/>
                                          </p:val>
                                        </p:tav>
                                        <p:tav tm="100000">
                                          <p:val>
                                            <p:strVal val="#ppt_h"/>
                                          </p:val>
                                        </p:tav>
                                      </p:tavLst>
                                    </p:anim>
                                    <p:anim calcmode="lin" valueType="num">
                                      <p:cBhvr>
                                        <p:cTn id="18"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 calcmode="lin" valueType="num">
                                      <p:cBhvr>
                                        <p:cTn id="25" dur="500" fill="hold"/>
                                        <p:tgtEl>
                                          <p:spTgt spid="5"/>
                                        </p:tgtEl>
                                        <p:attrNameLst>
                                          <p:attrName>style.rotation</p:attrName>
                                        </p:attrNameLst>
                                      </p:cBhvr>
                                      <p:tavLst>
                                        <p:tav tm="0">
                                          <p:val>
                                            <p:fltVal val="360"/>
                                          </p:val>
                                        </p:tav>
                                        <p:tav tm="100000">
                                          <p:val>
                                            <p:fltVal val="0"/>
                                          </p:val>
                                        </p:tav>
                                      </p:tavLst>
                                    </p:anim>
                                    <p:animEffect transition="in" filter="fade">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 calcmode="lin" valueType="num">
                                      <p:cBhvr>
                                        <p:cTn id="33" dur="500" fill="hold"/>
                                        <p:tgtEl>
                                          <p:spTgt spid="6"/>
                                        </p:tgtEl>
                                        <p:attrNameLst>
                                          <p:attrName>style.rotation</p:attrName>
                                        </p:attrNameLst>
                                      </p:cBhvr>
                                      <p:tavLst>
                                        <p:tav tm="0">
                                          <p:val>
                                            <p:fltVal val="360"/>
                                          </p:val>
                                        </p:tav>
                                        <p:tav tm="100000">
                                          <p:val>
                                            <p:fltVal val="0"/>
                                          </p:val>
                                        </p:tav>
                                      </p:tavLst>
                                    </p:anim>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49" presetClass="entr" presetSubtype="0" decel="10000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 calcmode="lin" valueType="num">
                                      <p:cBhvr>
                                        <p:cTn id="41" dur="500" fill="hold"/>
                                        <p:tgtEl>
                                          <p:spTgt spid="7"/>
                                        </p:tgtEl>
                                        <p:attrNameLst>
                                          <p:attrName>style.rotation</p:attrName>
                                        </p:attrNameLst>
                                      </p:cBhvr>
                                      <p:tavLst>
                                        <p:tav tm="0">
                                          <p:val>
                                            <p:fltVal val="360"/>
                                          </p:val>
                                        </p:tav>
                                        <p:tav tm="100000">
                                          <p:val>
                                            <p:fltVal val="0"/>
                                          </p:val>
                                        </p:tav>
                                      </p:tavLst>
                                    </p:anim>
                                    <p:animEffect transition="in" filter="fade">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6" grpId="0" animBg="1"/>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09800" y="762000"/>
            <a:ext cx="4038600" cy="584775"/>
          </a:xfrm>
          <a:prstGeom prst="rect">
            <a:avLst/>
          </a:prstGeom>
          <a:noFill/>
        </p:spPr>
        <p:txBody>
          <a:bodyPr wrap="square" rtlCol="0">
            <a:spAutoFit/>
          </a:bodyPr>
          <a:lstStyle/>
          <a:p>
            <a:r>
              <a:rPr lang="en-US" sz="3200" b="1" i="1" dirty="0">
                <a:latin typeface="Times New Roman" pitchFamily="18" charset="0"/>
                <a:cs typeface="Times New Roman" pitchFamily="18" charset="0"/>
              </a:rPr>
              <a:t>Ở </a:t>
            </a:r>
            <a:r>
              <a:rPr lang="en-US" sz="3200" b="1" i="1" dirty="0" err="1">
                <a:latin typeface="Times New Roman" pitchFamily="18" charset="0"/>
                <a:cs typeface="Times New Roman" pitchFamily="18" charset="0"/>
              </a:rPr>
              <a:t>phương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Đông</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cổ</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đại</a:t>
            </a:r>
            <a:endParaRPr lang="en-US" sz="3200" b="1" i="1" dirty="0">
              <a:latin typeface="Times New Roman" pitchFamily="18" charset="0"/>
              <a:cs typeface="Times New Roman" pitchFamily="18" charset="0"/>
            </a:endParaRPr>
          </a:p>
        </p:txBody>
      </p:sp>
      <p:sp>
        <p:nvSpPr>
          <p:cNvPr id="5" name="Rectangle 4"/>
          <p:cNvSpPr/>
          <p:nvPr/>
        </p:nvSpPr>
        <p:spPr>
          <a:xfrm>
            <a:off x="838200" y="2667000"/>
            <a:ext cx="1600200" cy="228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do</a:t>
            </a:r>
          </a:p>
        </p:txBody>
      </p:sp>
      <p:sp>
        <p:nvSpPr>
          <p:cNvPr id="6" name="TextBox 5"/>
          <p:cNvSpPr txBox="1"/>
          <p:nvPr/>
        </p:nvSpPr>
        <p:spPr>
          <a:xfrm>
            <a:off x="4038600" y="2743200"/>
            <a:ext cx="3505200" cy="523220"/>
          </a:xfrm>
          <a:prstGeom prst="rect">
            <a:avLst/>
          </a:prstGeom>
          <a:noFill/>
        </p:spPr>
        <p:txBody>
          <a:bodyPr wrap="square" rtlCol="0">
            <a:spAutoFit/>
          </a:bodyPr>
          <a:lstStyle/>
          <a:p>
            <a:r>
              <a:rPr lang="en-US" sz="2800" b="1" dirty="0" err="1">
                <a:latin typeface="Times New Roman" pitchFamily="18" charset="0"/>
                <a:cs typeface="Times New Roman" pitchFamily="18" charset="0"/>
              </a:rPr>
              <a:t>Nhu</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cầu</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trị</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thủy</a:t>
            </a:r>
            <a:endParaRPr lang="en-US" sz="2800" b="1" dirty="0">
              <a:latin typeface="Times New Roman" pitchFamily="18" charset="0"/>
              <a:cs typeface="Times New Roman" pitchFamily="18" charset="0"/>
            </a:endParaRPr>
          </a:p>
        </p:txBody>
      </p:sp>
      <p:sp>
        <p:nvSpPr>
          <p:cNvPr id="7" name="TextBox 6"/>
          <p:cNvSpPr txBox="1"/>
          <p:nvPr/>
        </p:nvSpPr>
        <p:spPr>
          <a:xfrm>
            <a:off x="4114800" y="4114800"/>
            <a:ext cx="3733800" cy="523220"/>
          </a:xfrm>
          <a:prstGeom prst="rect">
            <a:avLst/>
          </a:prstGeom>
          <a:noFill/>
        </p:spPr>
        <p:txBody>
          <a:bodyPr wrap="square" rtlCol="0">
            <a:spAutoFit/>
          </a:bodyPr>
          <a:lstStyle/>
          <a:p>
            <a:r>
              <a:rPr lang="en-US" sz="2800" b="1" dirty="0" err="1">
                <a:latin typeface="Times New Roman" pitchFamily="18" charset="0"/>
                <a:cs typeface="Times New Roman" pitchFamily="18" charset="0"/>
              </a:rPr>
              <a:t>Chống</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giặc</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ngoại</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xâm</a:t>
            </a:r>
            <a:endParaRPr lang="en-US" sz="2800" b="1" dirty="0">
              <a:latin typeface="Times New Roman" pitchFamily="18" charset="0"/>
              <a:cs typeface="Times New Roman" pitchFamily="18" charset="0"/>
            </a:endParaRPr>
          </a:p>
        </p:txBody>
      </p:sp>
      <p:cxnSp>
        <p:nvCxnSpPr>
          <p:cNvPr id="3" name="Straight Arrow Connector 2"/>
          <p:cNvCxnSpPr>
            <a:stCxn id="5" idx="3"/>
          </p:cNvCxnSpPr>
          <p:nvPr/>
        </p:nvCxnSpPr>
        <p:spPr>
          <a:xfrm flipV="1">
            <a:off x="2438400" y="3124200"/>
            <a:ext cx="1524000"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a:stCxn id="5" idx="3"/>
          </p:cNvCxnSpPr>
          <p:nvPr/>
        </p:nvCxnSpPr>
        <p:spPr>
          <a:xfrm>
            <a:off x="2438400" y="3810000"/>
            <a:ext cx="1600200" cy="5664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1"/>
                                          </p:val>
                                        </p:tav>
                                        <p:tav tm="100000">
                                          <p:val>
                                            <p:strVal val="#ppt_x"/>
                                          </p:val>
                                        </p:tav>
                                      </p:tavLst>
                                    </p:anim>
                                    <p:anim calcmode="lin" valueType="num">
                                      <p:cBhvr>
                                        <p:cTn id="33"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Bản</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chất</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Nhà</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nước</a:t>
            </a:r>
            <a:endParaRPr lang="en-US" sz="4400" dirty="0">
              <a:solidFill>
                <a:schemeClr val="tx1"/>
              </a:solidFill>
              <a:latin typeface="Times New Roman" pitchFamily="18" charset="0"/>
              <a:cs typeface="Times New Roman" pitchFamily="18" charset="0"/>
            </a:endParaRPr>
          </a:p>
        </p:txBody>
      </p:sp>
      <p:sp>
        <p:nvSpPr>
          <p:cNvPr id="5" name="TextBox 4"/>
          <p:cNvSpPr txBox="1"/>
          <p:nvPr/>
        </p:nvSpPr>
        <p:spPr>
          <a:xfrm>
            <a:off x="685800" y="2590800"/>
            <a:ext cx="8077200" cy="1200329"/>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bị</a:t>
            </a:r>
            <a:r>
              <a:rPr lang="en-US" sz="3600" dirty="0">
                <a:latin typeface="Times New Roman" pitchFamily="18" charset="0"/>
                <a:cs typeface="Times New Roman" pitchFamily="18" charset="0"/>
              </a:rPr>
              <a:t> chi </a:t>
            </a:r>
            <a:r>
              <a:rPr lang="en-US" sz="3600" dirty="0" err="1">
                <a:latin typeface="Times New Roman" pitchFamily="18" charset="0"/>
                <a:cs typeface="Times New Roman" pitchFamily="18" charset="0"/>
              </a:rPr>
              <a:t>phối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bởi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điều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về</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 calcmode="lin" valueType="num">
                                      <p:cBhvr>
                                        <p:cTn id="16" dur="500" fill="hold"/>
                                        <p:tgtEl>
                                          <p:spTgt spid="5"/>
                                        </p:tgtEl>
                                        <p:attrNameLst>
                                          <p:attrName>style.rotation</p:attrName>
                                        </p:attrNameLst>
                                      </p:cBhvr>
                                      <p:tavLst>
                                        <p:tav tm="0">
                                          <p:val>
                                            <p:fltVal val="360"/>
                                          </p:val>
                                        </p:tav>
                                        <p:tav tm="100000">
                                          <p:val>
                                            <p:fltVal val="0"/>
                                          </p:val>
                                        </p:tav>
                                      </p:tavLst>
                                    </p:anim>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54805"/>
            <a:ext cx="8229600" cy="1143000"/>
          </a:xfrm>
        </p:spPr>
        <p:txBody>
          <a:bodyPr/>
          <a:lstStyle/>
          <a:p>
            <a:pPr algn="ct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giai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cấp</a:t>
            </a:r>
            <a:endParaRPr lang="en-US" dirty="0">
              <a:latin typeface="Times New Roman" pitchFamily="18" charset="0"/>
              <a:cs typeface="Times New Roman" pitchFamily="18" charset="0"/>
            </a:endParaRPr>
          </a:p>
        </p:txBody>
      </p:sp>
      <p:sp>
        <p:nvSpPr>
          <p:cNvPr id="4" name="Oval 3"/>
          <p:cNvSpPr/>
          <p:nvPr/>
        </p:nvSpPr>
        <p:spPr>
          <a:xfrm>
            <a:off x="0" y="533400"/>
            <a:ext cx="41148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2800" dirty="0">
              <a:latin typeface="Times New Roman" pitchFamily="18" charset="0"/>
              <a:cs typeface="Times New Roman" pitchFamily="18" charset="0"/>
            </a:endParaRPr>
          </a:p>
          <a:p>
            <a:pPr algn="ct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gì</a:t>
            </a:r>
            <a:r>
              <a:rPr lang="en-US" sz="2800" dirty="0">
                <a:latin typeface="Times New Roman" pitchFamily="18" charset="0"/>
                <a:cs typeface="Times New Roman" pitchFamily="18" charset="0"/>
              </a:rPr>
              <a:t>?</a:t>
            </a:r>
          </a:p>
          <a:p>
            <a:pPr algn="ctr"/>
            <a:endParaRPr lang="en-US" sz="2800" dirty="0">
              <a:latin typeface="Times New Roman" pitchFamily="18" charset="0"/>
              <a:cs typeface="Times New Roman" pitchFamily="18" charset="0"/>
            </a:endParaRPr>
          </a:p>
        </p:txBody>
      </p:sp>
      <p:cxnSp>
        <p:nvCxnSpPr>
          <p:cNvPr id="8" name="Straight Arrow Connector 7"/>
          <p:cNvCxnSpPr>
            <a:stCxn id="4" idx="4"/>
          </p:cNvCxnSpPr>
          <p:nvPr/>
        </p:nvCxnSpPr>
        <p:spPr>
          <a:xfrm rot="5400000">
            <a:off x="1752600" y="21336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2458283"/>
            <a:ext cx="9144000" cy="2585323"/>
          </a:xfrm>
          <a:prstGeom prst="rect">
            <a:avLst/>
          </a:prstGeom>
        </p:spPr>
        <p:txBody>
          <a:bodyPr wrap="square">
            <a:spAutoFit/>
          </a:bodyPr>
          <a:lstStyle/>
          <a:p>
            <a:pPr algn="just"/>
            <a:r>
              <a:rPr lang="en-US" sz="2700" dirty="0">
                <a:latin typeface="Times New Roman" pitchFamily="18" charset="0"/>
                <a:cs typeface="Times New Roman" pitchFamily="18" charset="0"/>
              </a:rPr>
              <a:t>“</a:t>
            </a:r>
            <a:r>
              <a:rPr lang="vi-VN" sz="2700" i="1" dirty="0">
                <a:latin typeface="Times New Roman" pitchFamily="18" charset="0"/>
                <a:cs typeface="Times New Roman" pitchFamily="18" charset="0"/>
              </a:rPr>
              <a:t>Giai cấp là những tập đoàn người to lớn khác nhau về địa vị của họ trong một hệ thống sản xuất xã hội nhất định trong lịch sử, khác nhau về quan hệ của họ đối với tư liệu sản xuất, về vai trò của họ trong tổ chức lao động xã hội, và như vậy là khác nhau về cách thức hưởng thụ và về phần của cải xã hội ít hoặc nhiều mà họ được hưởng</a:t>
            </a:r>
            <a:r>
              <a:rPr lang="en-US" sz="27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2000"/>
                                        <p:tgtEl>
                                          <p:spTgt spid="4"/>
                                        </p:tgtEl>
                                      </p:cBhvr>
                                    </p:animEffect>
                                    <p:anim calcmode="lin" valueType="num">
                                      <p:cBhvr>
                                        <p:cTn id="16" dur="2000" fill="hold"/>
                                        <p:tgtEl>
                                          <p:spTgt spid="4"/>
                                        </p:tgtEl>
                                        <p:attrNameLst>
                                          <p:attrName>style.rotation</p:attrName>
                                        </p:attrNameLst>
                                      </p:cBhvr>
                                      <p:tavLst>
                                        <p:tav tm="0">
                                          <p:val>
                                            <p:fltVal val="720"/>
                                          </p:val>
                                        </p:tav>
                                        <p:tav tm="100000">
                                          <p:val>
                                            <p:fltVal val="0"/>
                                          </p:val>
                                        </p:tav>
                                      </p:tavLst>
                                    </p:anim>
                                    <p:anim calcmode="lin" valueType="num">
                                      <p:cBhvr>
                                        <p:cTn id="17" dur="2000" fill="hold"/>
                                        <p:tgtEl>
                                          <p:spTgt spid="4"/>
                                        </p:tgtEl>
                                        <p:attrNameLst>
                                          <p:attrName>ppt_h</p:attrName>
                                        </p:attrNameLst>
                                      </p:cBhvr>
                                      <p:tavLst>
                                        <p:tav tm="0">
                                          <p:val>
                                            <p:fltVal val="0"/>
                                          </p:val>
                                        </p:tav>
                                        <p:tav tm="100000">
                                          <p:val>
                                            <p:strVal val="#ppt_h"/>
                                          </p:val>
                                        </p:tav>
                                      </p:tavLst>
                                    </p:anim>
                                    <p:anim calcmode="lin" valueType="num">
                                      <p:cBhvr>
                                        <p:cTn id="18"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9" fill="hold">
                      <p:stCondLst>
                        <p:cond delay="indefinite"/>
                      </p:stCondLst>
                      <p:childTnLst>
                        <p:par>
                          <p:cTn id="20" fill="hold">
                            <p:stCondLst>
                              <p:cond delay="0"/>
                            </p:stCondLst>
                            <p:childTnLst>
                              <p:par>
                                <p:cTn id="21" presetID="49" presetClass="entr" presetSubtype="0" decel="10000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anim calcmode="lin" valueType="num">
                                      <p:cBhvr>
                                        <p:cTn id="23"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24" dur="500" fill="hold"/>
                                        <p:tgtEl>
                                          <p:spTgt spid="9">
                                            <p:txEl>
                                              <p:pRg st="0" end="0"/>
                                            </p:txEl>
                                          </p:spTgt>
                                        </p:tgtEl>
                                        <p:attrNameLst>
                                          <p:attrName>ppt_h</p:attrName>
                                        </p:attrNameLst>
                                      </p:cBhvr>
                                      <p:tavLst>
                                        <p:tav tm="0">
                                          <p:val>
                                            <p:fltVal val="0"/>
                                          </p:val>
                                        </p:tav>
                                        <p:tav tm="100000">
                                          <p:val>
                                            <p:strVal val="#ppt_h"/>
                                          </p:val>
                                        </p:tav>
                                      </p:tavLst>
                                    </p:anim>
                                    <p:anim calcmode="lin" valueType="num">
                                      <p:cBhvr>
                                        <p:cTn id="25" dur="500" fill="hold"/>
                                        <p:tgtEl>
                                          <p:spTgt spid="9">
                                            <p:txEl>
                                              <p:pRg st="0" end="0"/>
                                            </p:txEl>
                                          </p:spTgt>
                                        </p:tgtEl>
                                        <p:attrNameLst>
                                          <p:attrName>style.rotation</p:attrName>
                                        </p:attrNameLst>
                                      </p:cBhvr>
                                      <p:tavLst>
                                        <p:tav tm="0">
                                          <p:val>
                                            <p:fltVal val="360"/>
                                          </p:val>
                                        </p:tav>
                                        <p:tav tm="100000">
                                          <p:val>
                                            <p:fltVal val="0"/>
                                          </p:val>
                                        </p:tav>
                                      </p:tavLst>
                                    </p:anim>
                                    <p:animEffect transition="in" filter="fade">
                                      <p:cBhvr>
                                        <p:cTn id="26"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333500" y="515272"/>
            <a:ext cx="5715000" cy="584775"/>
          </a:xfrm>
          <a:prstGeom prst="rect">
            <a:avLst/>
          </a:prstGeom>
          <a:noFill/>
        </p:spPr>
        <p:txBody>
          <a:bodyPr wrap="square" rtlCol="0">
            <a:spAutoFit/>
          </a:bodyPr>
          <a:lstStyle/>
          <a:p>
            <a:pPr algn="ctr"/>
            <a:r>
              <a:rPr lang="en-US" sz="3200" b="1" i="1" dirty="0" err="1">
                <a:latin typeface="Times New Roman" pitchFamily="18" charset="0"/>
                <a:cs typeface="Times New Roman" pitchFamily="18" charset="0"/>
              </a:rPr>
              <a:t>Thể</a:t>
            </a:r>
            <a:r>
              <a:rPr lang="en-US" sz="3200" b="1" i="1" dirty="0">
                <a:latin typeface="Times New Roman" pitchFamily="18" charset="0"/>
                <a:cs typeface="Times New Roman" pitchFamily="18" charset="0"/>
              </a:rPr>
              <a:t> </a:t>
            </a:r>
            <a:r>
              <a:rPr lang="en-US" sz="3200" b="1" i="1" dirty="0" err="1">
                <a:latin typeface="Times New Roman" pitchFamily="18" charset="0"/>
                <a:cs typeface="Times New Roman" pitchFamily="18" charset="0"/>
              </a:rPr>
              <a:t>hiện</a:t>
            </a:r>
            <a:endParaRPr lang="en-US" sz="3200" b="1" i="1" dirty="0">
              <a:latin typeface="Times New Roman" pitchFamily="18" charset="0"/>
              <a:cs typeface="Times New Roman" pitchFamily="18" charset="0"/>
            </a:endParaRPr>
          </a:p>
        </p:txBody>
      </p:sp>
      <p:sp>
        <p:nvSpPr>
          <p:cNvPr id="8" name="TextBox 7"/>
          <p:cNvSpPr txBox="1"/>
          <p:nvPr/>
        </p:nvSpPr>
        <p:spPr>
          <a:xfrm>
            <a:off x="723900" y="1447800"/>
            <a:ext cx="7696200" cy="1569660"/>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nằm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tay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p>
        </p:txBody>
      </p:sp>
      <p:sp>
        <p:nvSpPr>
          <p:cNvPr id="9" name="Rectangle 8"/>
          <p:cNvSpPr/>
          <p:nvPr/>
        </p:nvSpPr>
        <p:spPr>
          <a:xfrm>
            <a:off x="990600" y="3200400"/>
            <a:ext cx="1752600" cy="2971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Kinh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tế</a:t>
            </a:r>
            <a:endParaRPr lang="en-US" sz="3200" dirty="0">
              <a:latin typeface="Times New Roman" pitchFamily="18" charset="0"/>
              <a:cs typeface="Times New Roman" pitchFamily="18" charset="0"/>
            </a:endParaRPr>
          </a:p>
        </p:txBody>
      </p:sp>
      <p:sp>
        <p:nvSpPr>
          <p:cNvPr id="10" name="Rectangle 9"/>
          <p:cNvSpPr/>
          <p:nvPr/>
        </p:nvSpPr>
        <p:spPr>
          <a:xfrm>
            <a:off x="3314700" y="3200400"/>
            <a:ext cx="1752600" cy="2971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endParaRPr lang="en-US" sz="3200" dirty="0">
              <a:latin typeface="Times New Roman" pitchFamily="18" charset="0"/>
              <a:cs typeface="Times New Roman" pitchFamily="18" charset="0"/>
            </a:endParaRPr>
          </a:p>
        </p:txBody>
      </p:sp>
      <p:sp>
        <p:nvSpPr>
          <p:cNvPr id="11" name="Rectangle 10"/>
          <p:cNvSpPr/>
          <p:nvPr/>
        </p:nvSpPr>
        <p:spPr>
          <a:xfrm>
            <a:off x="5638800" y="3200400"/>
            <a:ext cx="1752600" cy="2971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tưởng</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8"/>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8"/>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9"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1000" fill="hold"/>
                                        <p:tgtEl>
                                          <p:spTgt spid="9"/>
                                        </p:tgtEl>
                                        <p:attrNameLst>
                                          <p:attrName>ppt_x</p:attrName>
                                        </p:attrNameLst>
                                      </p:cBhvr>
                                      <p:tavLst>
                                        <p:tav tm="0">
                                          <p:val>
                                            <p:strVal val="#ppt_x-.2"/>
                                          </p:val>
                                        </p:tav>
                                        <p:tav tm="100000">
                                          <p:val>
                                            <p:strVal val="#ppt_x"/>
                                          </p:val>
                                        </p:tav>
                                      </p:tavLst>
                                    </p:anim>
                                    <p:anim calcmode="lin" valueType="num">
                                      <p:cBhvr>
                                        <p:cTn id="24" dur="10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5" dur="10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52" presetClass="entr" presetSubtype="0" fill="hold" nodeType="clickEffect">
                                  <p:stCondLst>
                                    <p:cond delay="0"/>
                                  </p:stCondLst>
                                  <p:childTnLst>
                                    <p:set>
                                      <p:cBhvr>
                                        <p:cTn id="29" dur="1" fill="hold">
                                          <p:stCondLst>
                                            <p:cond delay="0"/>
                                          </p:stCondLst>
                                        </p:cTn>
                                        <p:tgtEl>
                                          <p:spTgt spid="10">
                                            <p:txEl>
                                              <p:pRg st="0" end="0"/>
                                            </p:txEl>
                                          </p:spTgt>
                                        </p:tgtEl>
                                        <p:attrNameLst>
                                          <p:attrName>style.visibility</p:attrName>
                                        </p:attrNameLst>
                                      </p:cBhvr>
                                      <p:to>
                                        <p:strVal val="visible"/>
                                      </p:to>
                                    </p:set>
                                    <p:animScale>
                                      <p:cBhvr>
                                        <p:cTn id="30" dur="1000" decel="50000" fill="hold">
                                          <p:stCondLst>
                                            <p:cond delay="0"/>
                                          </p:stCondLst>
                                        </p:cTn>
                                        <p:tgtEl>
                                          <p:spTgt spid="10">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1" dur="1000" decel="50000" fill="hold">
                                          <p:stCondLst>
                                            <p:cond delay="0"/>
                                          </p:stCondLst>
                                        </p:cTn>
                                        <p:tgtEl>
                                          <p:spTgt spid="10">
                                            <p:txEl>
                                              <p:pRg st="0" end="0"/>
                                            </p:txEl>
                                          </p:spTgt>
                                        </p:tgtEl>
                                        <p:attrNameLst>
                                          <p:attrName>ppt_x</p:attrName>
                                          <p:attrName>ppt_y</p:attrName>
                                        </p:attrNameLst>
                                      </p:cBhvr>
                                    </p:animMotion>
                                    <p:animEffect transition="in" filter="fade">
                                      <p:cBhvr>
                                        <p:cTn id="32" dur="1000"/>
                                        <p:tgtEl>
                                          <p:spTgt spid="10">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2"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Scale>
                                      <p:cBhvr>
                                        <p:cTn id="37" dur="1000" decel="50000" fill="hold">
                                          <p:stCondLst>
                                            <p:cond delay="0"/>
                                          </p:stCondLst>
                                        </p:cTn>
                                        <p:tgtEl>
                                          <p:spTgt spid="11"/>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11"/>
                                        </p:tgtEl>
                                        <p:attrNameLst>
                                          <p:attrName>ppt_x</p:attrName>
                                          <p:attrName>ppt_y</p:attrName>
                                        </p:attrNameLst>
                                      </p:cBhvr>
                                    </p:animMotion>
                                    <p:animEffect transition="in" filter="fade">
                                      <p:cBhvr>
                                        <p:cTn id="39"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animBg="1"/>
      <p:bldP spid="11"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err="1">
                <a:solidFill>
                  <a:schemeClr val="tx1"/>
                </a:solidFill>
                <a:latin typeface="Times New Roman" pitchFamily="18" charset="0"/>
                <a:cs typeface="Times New Roman" pitchFamily="18" charset="0"/>
              </a:rPr>
              <a:t>Tính</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xã</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hội</a:t>
            </a:r>
            <a:endParaRPr lang="en-US" sz="4000" dirty="0">
              <a:solidFill>
                <a:schemeClr val="tx1"/>
              </a:solidFill>
              <a:latin typeface="Times New Roman" pitchFamily="18" charset="0"/>
              <a:cs typeface="Times New Roman" pitchFamily="18" charset="0"/>
            </a:endParaRPr>
          </a:p>
        </p:txBody>
      </p:sp>
      <p:sp>
        <p:nvSpPr>
          <p:cNvPr id="5" name="TextBox 4"/>
          <p:cNvSpPr txBox="1"/>
          <p:nvPr/>
        </p:nvSpPr>
        <p:spPr>
          <a:xfrm>
            <a:off x="304800" y="2590800"/>
            <a:ext cx="8534400" cy="3416320"/>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nào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cạnh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năng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lợi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thống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cầm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thì</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cũng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cần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chú</a:t>
            </a:r>
            <a:r>
              <a:rPr lang="en-US" sz="3600" dirty="0">
                <a:latin typeface="Times New Roman" pitchFamily="18" charset="0"/>
                <a:cs typeface="Times New Roman" pitchFamily="18" charset="0"/>
              </a:rPr>
              <a:t> ý </a:t>
            </a:r>
            <a:r>
              <a:rPr lang="en-US" sz="3600" dirty="0" err="1">
                <a:latin typeface="Times New Roman" pitchFamily="18" charset="0"/>
                <a:cs typeface="Times New Roman" pitchFamily="18" charset="0"/>
              </a:rPr>
              <a:t>bảo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lợi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ích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chung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toàn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toàn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thể</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Scale>
                                      <p:cBhvr>
                                        <p:cTn id="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2"/>
                                        </p:tgtEl>
                                        <p:attrNameLst>
                                          <p:attrName>ppt_x</p:attrName>
                                          <p:attrName>ppt_y</p:attrName>
                                        </p:attrNameLst>
                                      </p:cBhvr>
                                    </p:animMotion>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09600" y="533400"/>
            <a:ext cx="2590800" cy="12192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p:txBody>
      </p:sp>
      <p:sp>
        <p:nvSpPr>
          <p:cNvPr id="5" name="Rounded Rectangle 4"/>
          <p:cNvSpPr/>
          <p:nvPr/>
        </p:nvSpPr>
        <p:spPr>
          <a:xfrm>
            <a:off x="990600" y="2057400"/>
            <a:ext cx="71628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6" name="Rounded Rectangle 5"/>
          <p:cNvSpPr/>
          <p:nvPr/>
        </p:nvSpPr>
        <p:spPr>
          <a:xfrm>
            <a:off x="990600" y="3429000"/>
            <a:ext cx="71628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an </a:t>
            </a:r>
            <a:r>
              <a:rPr lang="en-US" sz="3200" dirty="0" err="1">
                <a:latin typeface="Times New Roman" pitchFamily="18" charset="0"/>
                <a:cs typeface="Times New Roman" pitchFamily="18" charset="0"/>
              </a:rPr>
              <a:t>ninh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an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7" name="Rounded Rectangle 6"/>
          <p:cNvSpPr/>
          <p:nvPr/>
        </p:nvSpPr>
        <p:spPr>
          <a:xfrm>
            <a:off x="990600" y="4876800"/>
            <a:ext cx="71628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vấn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ppt_x</p:attrName>
                                        </p:attrNameLst>
                                      </p:cBhvr>
                                      <p:tavLst>
                                        <p:tav tm="0">
                                          <p:val>
                                            <p:strVal val="#ppt_x-.2"/>
                                          </p:val>
                                        </p:tav>
                                        <p:tav tm="100000">
                                          <p:val>
                                            <p:strVal val="#ppt_x"/>
                                          </p:val>
                                        </p:tav>
                                      </p:tavLst>
                                    </p:anim>
                                    <p:anim calcmode="lin" valueType="num">
                                      <p:cBhvr>
                                        <p:cTn id="8" dur="10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3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2000"/>
                                        <p:tgtEl>
                                          <p:spTgt spid="5"/>
                                        </p:tgtEl>
                                      </p:cBhvr>
                                    </p:animEffect>
                                    <p:anim calcmode="lin" valueType="num">
                                      <p:cBhvr>
                                        <p:cTn id="15" dur="2000" fill="hold"/>
                                        <p:tgtEl>
                                          <p:spTgt spid="5"/>
                                        </p:tgtEl>
                                        <p:attrNameLst>
                                          <p:attrName>style.rotation</p:attrName>
                                        </p:attrNameLst>
                                      </p:cBhvr>
                                      <p:tavLst>
                                        <p:tav tm="0">
                                          <p:val>
                                            <p:fltVal val="720"/>
                                          </p:val>
                                        </p:tav>
                                        <p:tav tm="100000">
                                          <p:val>
                                            <p:fltVal val="0"/>
                                          </p:val>
                                        </p:tav>
                                      </p:tavLst>
                                    </p:anim>
                                    <p:anim calcmode="lin" valueType="num">
                                      <p:cBhvr>
                                        <p:cTn id="16" dur="2000" fill="hold"/>
                                        <p:tgtEl>
                                          <p:spTgt spid="5"/>
                                        </p:tgtEl>
                                        <p:attrNameLst>
                                          <p:attrName>ppt_h</p:attrName>
                                        </p:attrNameLst>
                                      </p:cBhvr>
                                      <p:tavLst>
                                        <p:tav tm="0">
                                          <p:val>
                                            <p:fltVal val="0"/>
                                          </p:val>
                                        </p:tav>
                                        <p:tav tm="100000">
                                          <p:val>
                                            <p:strVal val="#ppt_h"/>
                                          </p:val>
                                        </p:tav>
                                      </p:tavLst>
                                    </p:anim>
                                    <p:anim calcmode="lin" valueType="num">
                                      <p:cBhvr>
                                        <p:cTn id="17" dur="2000" fill="hold"/>
                                        <p:tgtEl>
                                          <p:spTgt spid="5"/>
                                        </p:tgtEl>
                                        <p:attrNameLst>
                                          <p:attrName>ppt_w</p:attrName>
                                        </p:attrNameLst>
                                      </p:cBhvr>
                                      <p:tavLst>
                                        <p:tav tm="0">
                                          <p:val>
                                            <p:fltVal val="0"/>
                                          </p:val>
                                        </p:tav>
                                        <p:tav tm="100000">
                                          <p:val>
                                            <p:strVal val="#ppt_w"/>
                                          </p:val>
                                        </p:tav>
                                      </p:tavLst>
                                    </p:anim>
                                  </p:childTnLst>
                                </p:cTn>
                              </p:par>
                            </p:childTnLst>
                          </p:cTn>
                        </p:par>
                      </p:childTnLst>
                    </p:cTn>
                  </p:par>
                  <p:par>
                    <p:cTn id="18" fill="hold">
                      <p:stCondLst>
                        <p:cond delay="indefinite"/>
                      </p:stCondLst>
                      <p:childTnLst>
                        <p:par>
                          <p:cTn id="19" fill="hold">
                            <p:stCondLst>
                              <p:cond delay="0"/>
                            </p:stCondLst>
                            <p:childTnLst>
                              <p:par>
                                <p:cTn id="20" presetID="5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6"/>
                                        </p:tgtEl>
                                        <p:attrNameLst>
                                          <p:attrName>ppt_x</p:attrName>
                                          <p:attrName>ppt_y</p:attrName>
                                        </p:attrNameLst>
                                      </p:cBhvr>
                                    </p:animMotion>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52" presetClass="entr" presetSubtype="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Scale>
                                      <p:cBhvr>
                                        <p:cTn id="29"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0" dur="1000" decel="50000" fill="hold">
                                          <p:stCondLst>
                                            <p:cond delay="0"/>
                                          </p:stCondLst>
                                        </p:cTn>
                                        <p:tgtEl>
                                          <p:spTgt spid="7"/>
                                        </p:tgtEl>
                                        <p:attrNameLst>
                                          <p:attrName>ppt_x</p:attrName>
                                          <p:attrName>ppt_y</p:attrName>
                                        </p:attrNameLst>
                                      </p:cBhvr>
                                    </p:animMotion>
                                    <p:animEffect transition="in" filter="fade">
                                      <p:cBhvr>
                                        <p:cTn id="3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62000" y="685800"/>
            <a:ext cx="7162800" cy="1447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trò</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cầm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
        <p:nvSpPr>
          <p:cNvPr id="5" name="Rounded Rectangle 4"/>
          <p:cNvSpPr/>
          <p:nvPr/>
        </p:nvSpPr>
        <p:spPr>
          <a:xfrm>
            <a:off x="762000" y="2552700"/>
            <a:ext cx="71628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xây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
        <p:nvSpPr>
          <p:cNvPr id="6" name="Rounded Rectangle 5"/>
          <p:cNvSpPr/>
          <p:nvPr/>
        </p:nvSpPr>
        <p:spPr>
          <a:xfrm>
            <a:off x="685800" y="4114800"/>
            <a:ext cx="73152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tự</a:t>
            </a:r>
            <a:r>
              <a:rPr lang="en-US" sz="2800" dirty="0">
                <a:latin typeface="Times New Roman" pitchFamily="18" charset="0"/>
                <a:cs typeface="Times New Roman" pitchFamily="18" charset="0"/>
              </a:rPr>
              <a:t> do,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bằng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đẳng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Scale>
                                      <p:cBhvr>
                                        <p:cTn id="21" dur="1000" decel="50000" fill="hold">
                                          <p:stCondLst>
                                            <p:cond delay="0"/>
                                          </p:stCondLst>
                                        </p:cTn>
                                        <p:tgtEl>
                                          <p:spTgt spid="6">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xEl>
                                              <p:pRg st="0" end="0"/>
                                            </p:txEl>
                                          </p:spTgt>
                                        </p:tgtEl>
                                        <p:attrNameLst>
                                          <p:attrName>ppt_x</p:attrName>
                                          <p:attrName>ppt_y</p:attrName>
                                        </p:attrNameLst>
                                      </p:cBhvr>
                                    </p:animMotion>
                                    <p:animEffect transition="in" filter="fade">
                                      <p:cBhvr>
                                        <p:cTn id="23" dur="10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81000" y="2743200"/>
            <a:ext cx="8382000" cy="1981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Mối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giữa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dirty="0">
                <a:solidFill>
                  <a:schemeClr val="tx1"/>
                </a:solidFill>
                <a:latin typeface="Times New Roman" pitchFamily="18" charset="0"/>
                <a:cs typeface="Times New Roman" pitchFamily="18" charset="0"/>
              </a:rPr>
              <a:t>2. </a:t>
            </a:r>
            <a:r>
              <a:rPr lang="en-US" sz="3600" dirty="0" err="1">
                <a:solidFill>
                  <a:schemeClr val="tx1"/>
                </a:solidFill>
                <a:latin typeface="Times New Roman" pitchFamily="18" charset="0"/>
                <a:cs typeface="Times New Roman" pitchFamily="18" charset="0"/>
              </a:rPr>
              <a:t>Đặc</a:t>
            </a:r>
            <a:r>
              <a:rPr lang="en-US" sz="3600" dirty="0">
                <a:solidFill>
                  <a:schemeClr val="tx1"/>
                </a:solidFill>
                <a:latin typeface="Times New Roman" pitchFamily="18" charset="0"/>
                <a:cs typeface="Times New Roman" pitchFamily="18" charset="0"/>
              </a:rPr>
              <a:t> </a:t>
            </a:r>
            <a:r>
              <a:rPr lang="en-US" sz="3600" dirty="0" err="1">
                <a:solidFill>
                  <a:schemeClr val="tx1"/>
                </a:solidFill>
                <a:latin typeface="Times New Roman" pitchFamily="18" charset="0"/>
                <a:cs typeface="Times New Roman" pitchFamily="18" charset="0"/>
              </a:rPr>
              <a:t>trưng</a:t>
            </a:r>
            <a:r>
              <a:rPr lang="en-US" sz="3600" dirty="0">
                <a:solidFill>
                  <a:schemeClr val="tx1"/>
                </a:solidFill>
                <a:latin typeface="Times New Roman" pitchFamily="18" charset="0"/>
                <a:cs typeface="Times New Roman" pitchFamily="18" charset="0"/>
              </a:rPr>
              <a:t> </a:t>
            </a:r>
            <a:r>
              <a:rPr lang="en-US" sz="3600" dirty="0" err="1">
                <a:solidFill>
                  <a:schemeClr val="tx1"/>
                </a:solidFill>
                <a:latin typeface="Times New Roman" pitchFamily="18" charset="0"/>
                <a:cs typeface="Times New Roman" pitchFamily="18" charset="0"/>
              </a:rPr>
              <a:t>của</a:t>
            </a:r>
            <a:r>
              <a:rPr lang="en-US" sz="3600" dirty="0">
                <a:solidFill>
                  <a:schemeClr val="tx1"/>
                </a:solidFill>
                <a:latin typeface="Times New Roman" pitchFamily="18" charset="0"/>
                <a:cs typeface="Times New Roman" pitchFamily="18" charset="0"/>
              </a:rPr>
              <a:t> </a:t>
            </a:r>
            <a:r>
              <a:rPr lang="en-US" sz="3600" dirty="0" err="1">
                <a:solidFill>
                  <a:schemeClr val="tx1"/>
                </a:solidFill>
                <a:latin typeface="Times New Roman" pitchFamily="18" charset="0"/>
                <a:cs typeface="Times New Roman" pitchFamily="18" charset="0"/>
              </a:rPr>
              <a:t>Nhà</a:t>
            </a:r>
            <a:r>
              <a:rPr lang="en-US" sz="3600" dirty="0">
                <a:solidFill>
                  <a:schemeClr val="tx1"/>
                </a:solidFill>
                <a:latin typeface="Times New Roman" pitchFamily="18" charset="0"/>
                <a:cs typeface="Times New Roman" pitchFamily="18" charset="0"/>
              </a:rPr>
              <a:t> </a:t>
            </a:r>
            <a:r>
              <a:rPr lang="en-US" sz="3600" dirty="0" err="1">
                <a:solidFill>
                  <a:schemeClr val="tx1"/>
                </a:solidFill>
                <a:latin typeface="Times New Roman" pitchFamily="18" charset="0"/>
                <a:cs typeface="Times New Roman" pitchFamily="18" charset="0"/>
              </a:rPr>
              <a:t>nước</a:t>
            </a:r>
            <a:endParaRPr lang="en-US" sz="3600" dirty="0">
              <a:solidFill>
                <a:schemeClr val="tx1"/>
              </a:solidFill>
              <a:latin typeface="Times New Roman" pitchFamily="18" charset="0"/>
              <a:cs typeface="Times New Roman" pitchFamily="18" charset="0"/>
            </a:endParaRPr>
          </a:p>
        </p:txBody>
      </p:sp>
      <p:sp>
        <p:nvSpPr>
          <p:cNvPr id="4" name="Rectangle 3"/>
          <p:cNvSpPr/>
          <p:nvPr/>
        </p:nvSpPr>
        <p:spPr>
          <a:xfrm>
            <a:off x="838200" y="2100322"/>
            <a:ext cx="6858000" cy="1524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đặc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biệt</a:t>
            </a:r>
            <a:endParaRPr lang="en-US" sz="3600" dirty="0">
              <a:latin typeface="Times New Roman" pitchFamily="18" charset="0"/>
              <a:cs typeface="Times New Roman" pitchFamily="18" charset="0"/>
            </a:endParaRPr>
          </a:p>
        </p:txBody>
      </p:sp>
      <p:sp>
        <p:nvSpPr>
          <p:cNvPr id="5" name="TextBox 4"/>
          <p:cNvSpPr txBox="1"/>
          <p:nvPr/>
        </p:nvSpPr>
        <p:spPr>
          <a:xfrm>
            <a:off x="838200" y="3995678"/>
            <a:ext cx="7467600" cy="2308324"/>
          </a:xfrm>
          <a:prstGeom prst="rect">
            <a:avLst/>
          </a:prstGeom>
          <a:noFill/>
        </p:spPr>
        <p:txBody>
          <a:bodyPr wrap="square" rtlCol="0">
            <a:spAutoFit/>
          </a:bodyPr>
          <a:lstStyle/>
          <a:p>
            <a:pPr algn="just">
              <a:buFontTx/>
              <a:buChar char="-"/>
            </a:pP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còn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hòa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nhập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cộng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đồng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cư</a:t>
            </a:r>
            <a:endParaRPr lang="en-US" sz="3600" dirty="0">
              <a:latin typeface="Times New Roman" pitchFamily="18" charset="0"/>
              <a:cs typeface="Times New Roman" pitchFamily="18" charset="0"/>
            </a:endParaRPr>
          </a:p>
          <a:p>
            <a:pPr algn="just">
              <a:buFontTx/>
              <a:buChar char="-"/>
            </a:pP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thiết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lập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một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máy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cưỡng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lý</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đời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sống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 calcmode="lin" valueType="num">
                                      <p:cBhvr>
                                        <p:cTn id="17" dur="500" fill="hold"/>
                                        <p:tgtEl>
                                          <p:spTgt spid="4"/>
                                        </p:tgtEl>
                                        <p:attrNameLst>
                                          <p:attrName>style.rotation</p:attrName>
                                        </p:attrNameLst>
                                      </p:cBhvr>
                                      <p:tavLst>
                                        <p:tav tm="0">
                                          <p:val>
                                            <p:fltVal val="360"/>
                                          </p:val>
                                        </p:tav>
                                        <p:tav tm="100000">
                                          <p:val>
                                            <p:fltVal val="0"/>
                                          </p:val>
                                        </p:tav>
                                      </p:tavLst>
                                    </p:anim>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1000" fill="hold"/>
                                        <p:tgtEl>
                                          <p:spTgt spid="5"/>
                                        </p:tgtEl>
                                        <p:attrNameLst>
                                          <p:attrName>ppt_w</p:attrName>
                                        </p:attrNameLst>
                                      </p:cBhvr>
                                      <p:tavLst>
                                        <p:tav tm="0">
                                          <p:val>
                                            <p:fltVal val="0"/>
                                          </p:val>
                                        </p:tav>
                                        <p:tav tm="100000">
                                          <p:val>
                                            <p:strVal val="#ppt_w"/>
                                          </p:val>
                                        </p:tav>
                                      </p:tavLst>
                                    </p:anim>
                                    <p:anim calcmode="lin" valueType="num">
                                      <p:cBhvr>
                                        <p:cTn id="24" dur="1000" fill="hold"/>
                                        <p:tgtEl>
                                          <p:spTgt spid="5"/>
                                        </p:tgtEl>
                                        <p:attrNameLst>
                                          <p:attrName>ppt_h</p:attrName>
                                        </p:attrNameLst>
                                      </p:cBhvr>
                                      <p:tavLst>
                                        <p:tav tm="0">
                                          <p:val>
                                            <p:fltVal val="0"/>
                                          </p:val>
                                        </p:tav>
                                        <p:tav tm="100000">
                                          <p:val>
                                            <p:strVal val="#ppt_h"/>
                                          </p:val>
                                        </p:tav>
                                      </p:tavLst>
                                    </p:anim>
                                    <p:anim calcmode="lin" valueType="num">
                                      <p:cBhvr>
                                        <p:cTn id="25"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457200"/>
            <a:ext cx="8153400" cy="10668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endParaRPr lang="en-US" sz="3200" dirty="0">
              <a:latin typeface="Times New Roman" pitchFamily="18" charset="0"/>
              <a:cs typeface="Times New Roman" pitchFamily="18" charset="0"/>
            </a:endParaRPr>
          </a:p>
        </p:txBody>
      </p:sp>
      <p:sp>
        <p:nvSpPr>
          <p:cNvPr id="5" name="TextBox 4"/>
          <p:cNvSpPr txBox="1"/>
          <p:nvPr/>
        </p:nvSpPr>
        <p:spPr>
          <a:xfrm>
            <a:off x="1219200" y="2362200"/>
            <a:ext cx="7162800" cy="1077218"/>
          </a:xfrm>
          <a:prstGeom prst="rect">
            <a:avLst/>
          </a:prstGeom>
          <a:noFill/>
        </p:spPr>
        <p:txBody>
          <a:bodyPr wrap="square" rtlCol="0">
            <a:spAutoFit/>
          </a:bodyPr>
          <a:lstStyle/>
          <a:p>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yếu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trọng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
        <p:nvSpPr>
          <p:cNvPr id="6" name="TextBox 5"/>
          <p:cNvSpPr txBox="1"/>
          <p:nvPr/>
        </p:nvSpPr>
        <p:spPr>
          <a:xfrm>
            <a:off x="1066800" y="3810000"/>
            <a:ext cx="7162800" cy="1077218"/>
          </a:xfrm>
          <a:prstGeom prst="rect">
            <a:avLst/>
          </a:prstGeom>
          <a:noFill/>
        </p:spPr>
        <p:txBody>
          <a:bodyPr wrap="square" rtlCol="0">
            <a:spAutoFit/>
          </a:bodyPr>
          <a:lstStyle/>
          <a:p>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endParaRPr lang="en-US" sz="3200" dirty="0">
              <a:latin typeface="Times New Roman" pitchFamily="18" charset="0"/>
              <a:cs typeface="Times New Roman" pitchFamily="18" charset="0"/>
            </a:endParaRPr>
          </a:p>
        </p:txBody>
      </p:sp>
      <p:sp>
        <p:nvSpPr>
          <p:cNvPr id="7" name="TextBox 6"/>
          <p:cNvSpPr txBox="1"/>
          <p:nvPr/>
        </p:nvSpPr>
        <p:spPr>
          <a:xfrm>
            <a:off x="1066800" y="5029200"/>
            <a:ext cx="7162800" cy="1077218"/>
          </a:xfrm>
          <a:prstGeom prst="rect">
            <a:avLst/>
          </a:prstGeom>
          <a:noFill/>
        </p:spPr>
        <p:txBody>
          <a:bodyPr wrap="square" rtlCol="0">
            <a:spAutoFit/>
          </a:bodyPr>
          <a:lstStyle/>
          <a:p>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tịch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Scale>
                                      <p:cBhvr>
                                        <p:cTn id="2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gtEl>
                                        <p:attrNameLst>
                                          <p:attrName>ppt_x</p:attrName>
                                          <p:attrName>ppt_y</p:attrName>
                                        </p:attrNameLst>
                                      </p:cBhvr>
                                    </p:animMotion>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Scale>
                                      <p:cBhvr>
                                        <p:cTn id="28"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7"/>
                                        </p:tgtEl>
                                        <p:attrNameLst>
                                          <p:attrName>ppt_x</p:attrName>
                                          <p:attrName>ppt_y</p:attrName>
                                        </p:attrNameLst>
                                      </p:cBhvr>
                                    </p:animMotion>
                                    <p:animEffect transition="in" filter="fade">
                                      <p:cBhvr>
                                        <p:cTn id="3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7200" y="1752600"/>
            <a:ext cx="8305800" cy="1077218"/>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ngoại</a:t>
            </a:r>
            <a:endParaRPr lang="en-US" sz="3200" dirty="0">
              <a:latin typeface="Times New Roman" pitchFamily="18" charset="0"/>
              <a:cs typeface="Times New Roman" pitchFamily="18" charset="0"/>
            </a:endParaRPr>
          </a:p>
        </p:txBody>
      </p:sp>
      <p:sp>
        <p:nvSpPr>
          <p:cNvPr id="5" name="Rectangle 4"/>
          <p:cNvSpPr/>
          <p:nvPr/>
        </p:nvSpPr>
        <p:spPr>
          <a:xfrm>
            <a:off x="381000" y="152400"/>
            <a:ext cx="7315200" cy="1295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endParaRPr lang="en-US" sz="3200" dirty="0">
              <a:latin typeface="Times New Roman" pitchFamily="18" charset="0"/>
              <a:cs typeface="Times New Roman" pitchFamily="18" charset="0"/>
            </a:endParaRPr>
          </a:p>
        </p:txBody>
      </p:sp>
      <p:sp>
        <p:nvSpPr>
          <p:cNvPr id="6" name="TextBox 5"/>
          <p:cNvSpPr txBox="1"/>
          <p:nvPr/>
        </p:nvSpPr>
        <p:spPr>
          <a:xfrm>
            <a:off x="381000" y="3124200"/>
            <a:ext cx="8534400" cy="1077218"/>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7" name="TextBox 6"/>
          <p:cNvSpPr txBox="1"/>
          <p:nvPr/>
        </p:nvSpPr>
        <p:spPr>
          <a:xfrm>
            <a:off x="457200" y="4419600"/>
            <a:ext cx="8458200" cy="1569660"/>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Vấn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phù</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hóa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đoạn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nay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Scale>
                                      <p:cBhvr>
                                        <p:cTn id="7"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5"/>
                                        </p:tgtEl>
                                        <p:attrNameLst>
                                          <p:attrName>ppt_x</p:attrName>
                                          <p:attrName>ppt_y</p:attrName>
                                        </p:attrNameLst>
                                      </p:cBhvr>
                                    </p:animMotion>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Scale>
                                      <p:cBhvr>
                                        <p:cTn id="14"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4"/>
                                        </p:tgtEl>
                                        <p:attrNameLst>
                                          <p:attrName>ppt_x</p:attrName>
                                          <p:attrName>ppt_y</p:attrName>
                                        </p:attrNameLst>
                                      </p:cBhvr>
                                    </p:animMotion>
                                    <p:animEffect transition="in" filter="fade">
                                      <p:cBhvr>
                                        <p:cTn id="16" dur="10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Scale>
                                      <p:cBhvr>
                                        <p:cTn id="2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gtEl>
                                        <p:attrNameLst>
                                          <p:attrName>ppt_x</p:attrName>
                                          <p:attrName>ppt_y</p:attrName>
                                        </p:attrNameLst>
                                      </p:cBhvr>
                                    </p:animMotion>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5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Scale>
                                      <p:cBhvr>
                                        <p:cTn id="28"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9" dur="1000" decel="50000" fill="hold">
                                          <p:stCondLst>
                                            <p:cond delay="0"/>
                                          </p:stCondLst>
                                        </p:cTn>
                                        <p:tgtEl>
                                          <p:spTgt spid="7"/>
                                        </p:tgtEl>
                                        <p:attrNameLst>
                                          <p:attrName>ppt_x</p:attrName>
                                          <p:attrName>ppt_y</p:attrName>
                                        </p:attrNameLst>
                                      </p:cBhvr>
                                    </p:animMotion>
                                    <p:animEffect transition="in" filter="fade">
                                      <p:cBhvr>
                                        <p:cTn id="3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609600"/>
            <a:ext cx="7620000" cy="1371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ban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đảm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luật</a:t>
            </a:r>
            <a:endParaRPr lang="en-US" sz="2800" dirty="0">
              <a:latin typeface="Times New Roman" pitchFamily="18" charset="0"/>
              <a:cs typeface="Times New Roman" pitchFamily="18" charset="0"/>
            </a:endParaRPr>
          </a:p>
        </p:txBody>
      </p:sp>
      <p:sp>
        <p:nvSpPr>
          <p:cNvPr id="5" name="TextBox 4"/>
          <p:cNvSpPr txBox="1"/>
          <p:nvPr/>
        </p:nvSpPr>
        <p:spPr>
          <a:xfrm>
            <a:off x="609600" y="2438400"/>
            <a:ext cx="7772400" cy="1077218"/>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p:txBody>
      </p:sp>
      <p:sp>
        <p:nvSpPr>
          <p:cNvPr id="6" name="TextBox 5"/>
          <p:cNvSpPr txBox="1"/>
          <p:nvPr/>
        </p:nvSpPr>
        <p:spPr>
          <a:xfrm>
            <a:off x="609600" y="3992940"/>
            <a:ext cx="8305800" cy="1569660"/>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trường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Scale>
                                      <p:cBhvr>
                                        <p:cTn id="2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gtEl>
                                        <p:attrNameLst>
                                          <p:attrName>ppt_x</p:attrName>
                                          <p:attrName>ppt_y</p:attrName>
                                        </p:attrNameLst>
                                      </p:cBhvr>
                                    </p:animMotion>
                                    <p:animEffect transition="in" filter="fade">
                                      <p:cBhvr>
                                        <p:cTn id="2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386209"/>
            <a:ext cx="8382000" cy="1371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dưới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endParaRPr lang="en-US" sz="3200" dirty="0">
              <a:latin typeface="Times New Roman" pitchFamily="18" charset="0"/>
              <a:cs typeface="Times New Roman" pitchFamily="18" charset="0"/>
            </a:endParaRPr>
          </a:p>
        </p:txBody>
      </p:sp>
      <p:sp>
        <p:nvSpPr>
          <p:cNvPr id="5" name="TextBox 4"/>
          <p:cNvSpPr txBox="1"/>
          <p:nvPr/>
        </p:nvSpPr>
        <p:spPr>
          <a:xfrm>
            <a:off x="0" y="2590800"/>
            <a:ext cx="8610600" cy="1077218"/>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đặt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thuế</a:t>
            </a:r>
            <a:endParaRPr lang="en-US" sz="3200" dirty="0">
              <a:latin typeface="Times New Roman" pitchFamily="18" charset="0"/>
              <a:cs typeface="Times New Roman" pitchFamily="18" charset="0"/>
            </a:endParaRPr>
          </a:p>
        </p:txBody>
      </p:sp>
      <p:sp>
        <p:nvSpPr>
          <p:cNvPr id="6" name="TextBox 5"/>
          <p:cNvSpPr txBox="1"/>
          <p:nvPr/>
        </p:nvSpPr>
        <p:spPr>
          <a:xfrm>
            <a:off x="0" y="3657600"/>
            <a:ext cx="8534400" cy="1077218"/>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máy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
        <p:nvSpPr>
          <p:cNvPr id="7" name="TextBox 6"/>
          <p:cNvSpPr txBox="1"/>
          <p:nvPr/>
        </p:nvSpPr>
        <p:spPr>
          <a:xfrm>
            <a:off x="0" y="5029200"/>
            <a:ext cx="8763000" cy="1569660"/>
          </a:xfrm>
          <a:prstGeom prst="rect">
            <a:avLst/>
          </a:prstGeom>
          <a:noFill/>
        </p:spPr>
        <p:txBody>
          <a:bodyPr wrap="square" rtlCol="0">
            <a:spAutoFit/>
          </a:bodyPr>
          <a:lstStyle/>
          <a:p>
            <a:pPr algn="just"/>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nguồn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giúp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phục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40" presetClass="entr" presetSubtype="0" fill="hold" grpId="0" nodeType="clickEffect">
                                  <p:stCondLst>
                                    <p:cond delay="0"/>
                                  </p:stCondLst>
                                  <p:iterate type="lt">
                                    <p:tmPct val="10000"/>
                                  </p:iterate>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1"/>
                                          </p:val>
                                        </p:tav>
                                        <p:tav tm="100000">
                                          <p:val>
                                            <p:strVal val="#ppt_x"/>
                                          </p:val>
                                        </p:tav>
                                      </p:tavLst>
                                    </p:anim>
                                    <p:anim calcmode="lin" valueType="num">
                                      <p:cBhvr>
                                        <p:cTn id="33" dur="10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609600"/>
            <a:ext cx="8229600" cy="1143000"/>
          </a:xfrm>
        </p:spPr>
        <p:txBody>
          <a:bodyPr>
            <a:normAutofit/>
          </a:bodyPr>
          <a:lstStyle/>
          <a:p>
            <a:pPr algn="ctr"/>
            <a:r>
              <a:rPr lang="en-US" sz="4000" dirty="0">
                <a:latin typeface="Times New Roman" pitchFamily="18" charset="0"/>
                <a:cs typeface="Times New Roman" pitchFamily="18" charset="0"/>
              </a:rPr>
              <a:t>3. </a:t>
            </a:r>
            <a:r>
              <a:rPr lang="en-US" sz="4000" dirty="0" err="1">
                <a:latin typeface="Times New Roman" pitchFamily="18" charset="0"/>
                <a:cs typeface="Times New Roman" pitchFamily="18" charset="0"/>
              </a:rPr>
              <a:t>Chức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năng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endParaRPr lang="en-US" sz="4000" dirty="0">
              <a:latin typeface="Times New Roman" pitchFamily="18" charset="0"/>
              <a:cs typeface="Times New Roman" pitchFamily="18" charset="0"/>
            </a:endParaRPr>
          </a:p>
        </p:txBody>
      </p:sp>
      <p:sp>
        <p:nvSpPr>
          <p:cNvPr id="6" name="Rounded Rectangle 5"/>
          <p:cNvSpPr/>
          <p:nvPr/>
        </p:nvSpPr>
        <p:spPr>
          <a:xfrm>
            <a:off x="488730" y="2102962"/>
            <a:ext cx="8426669" cy="1524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mặt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nhằm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nhiệm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2000"/>
                                        <p:tgtEl>
                                          <p:spTgt spid="6"/>
                                        </p:tgtEl>
                                      </p:cBhvr>
                                    </p:animEffect>
                                    <p:anim calcmode="lin" valueType="num">
                                      <p:cBhvr>
                                        <p:cTn id="16" dur="2000" fill="hold"/>
                                        <p:tgtEl>
                                          <p:spTgt spid="6"/>
                                        </p:tgtEl>
                                        <p:attrNameLst>
                                          <p:attrName>style.rotation</p:attrName>
                                        </p:attrNameLst>
                                      </p:cBhvr>
                                      <p:tavLst>
                                        <p:tav tm="0">
                                          <p:val>
                                            <p:fltVal val="720"/>
                                          </p:val>
                                        </p:tav>
                                        <p:tav tm="100000">
                                          <p:val>
                                            <p:fltVal val="0"/>
                                          </p:val>
                                        </p:tav>
                                      </p:tavLst>
                                    </p:anim>
                                    <p:anim calcmode="lin" valueType="num">
                                      <p:cBhvr>
                                        <p:cTn id="17" dur="2000" fill="hold"/>
                                        <p:tgtEl>
                                          <p:spTgt spid="6"/>
                                        </p:tgtEl>
                                        <p:attrNameLst>
                                          <p:attrName>ppt_h</p:attrName>
                                        </p:attrNameLst>
                                      </p:cBhvr>
                                      <p:tavLst>
                                        <p:tav tm="0">
                                          <p:val>
                                            <p:fltVal val="0"/>
                                          </p:val>
                                        </p:tav>
                                        <p:tav tm="100000">
                                          <p:val>
                                            <p:strVal val="#ppt_h"/>
                                          </p:val>
                                        </p:tav>
                                      </p:tavLst>
                                    </p:anim>
                                    <p:anim calcmode="lin" valueType="num">
                                      <p:cBhvr>
                                        <p:cTn id="18" dur="2000" fill="hold"/>
                                        <p:tgtEl>
                                          <p:spTgt spid="6"/>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err="1">
                <a:solidFill>
                  <a:schemeClr val="tx1"/>
                </a:solidFill>
                <a:latin typeface="Times New Roman" pitchFamily="18" charset="0"/>
                <a:cs typeface="Times New Roman" pitchFamily="18" charset="0"/>
              </a:rPr>
              <a:t>Phân</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loại</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chức</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năng</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Nhà</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nước</a:t>
            </a:r>
            <a:endParaRPr lang="en-US" sz="4000" dirty="0">
              <a:solidFill>
                <a:schemeClr val="tx1"/>
              </a:solidFill>
              <a:latin typeface="Times New Roman" pitchFamily="18" charset="0"/>
              <a:cs typeface="Times New Roman" pitchFamily="18" charset="0"/>
            </a:endParaRPr>
          </a:p>
        </p:txBody>
      </p:sp>
      <p:sp>
        <p:nvSpPr>
          <p:cNvPr id="4" name="Oval 3"/>
          <p:cNvSpPr/>
          <p:nvPr/>
        </p:nvSpPr>
        <p:spPr>
          <a:xfrm>
            <a:off x="0" y="2755900"/>
            <a:ext cx="2514600" cy="3352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Căn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cứ</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theo</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lĩnh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hoạt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động</a:t>
            </a:r>
            <a:endParaRPr lang="en-US" sz="3600" dirty="0">
              <a:latin typeface="Times New Roman" pitchFamily="18" charset="0"/>
              <a:cs typeface="Times New Roman" pitchFamily="18" charset="0"/>
            </a:endParaRPr>
          </a:p>
        </p:txBody>
      </p:sp>
      <p:sp>
        <p:nvSpPr>
          <p:cNvPr id="6" name="Rounded Rectangle 5"/>
          <p:cNvSpPr/>
          <p:nvPr/>
        </p:nvSpPr>
        <p:spPr>
          <a:xfrm>
            <a:off x="4038600" y="2514600"/>
            <a:ext cx="4572000"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anose="02020603050405020304"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nội</a:t>
            </a:r>
            <a:endParaRPr lang="en-US" sz="3200" dirty="0">
              <a:latin typeface="Times New Roman" pitchFamily="18" charset="0"/>
              <a:cs typeface="Times New Roman" pitchFamily="18" charset="0"/>
            </a:endParaRPr>
          </a:p>
        </p:txBody>
      </p:sp>
      <p:sp>
        <p:nvSpPr>
          <p:cNvPr id="7" name="Rounded Rectangle 6"/>
          <p:cNvSpPr/>
          <p:nvPr/>
        </p:nvSpPr>
        <p:spPr>
          <a:xfrm>
            <a:off x="4038600" y="4724400"/>
            <a:ext cx="4572000" cy="13081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anose="02020603050405020304"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ngoại</a:t>
            </a:r>
            <a:endParaRPr lang="en-US" sz="3200" dirty="0">
              <a:latin typeface="Times New Roman" pitchFamily="18" charset="0"/>
              <a:cs typeface="Times New Roman" pitchFamily="18" charset="0"/>
            </a:endParaRPr>
          </a:p>
        </p:txBody>
      </p:sp>
      <p:cxnSp>
        <p:nvCxnSpPr>
          <p:cNvPr id="9" name="Straight Arrow Connector 8"/>
          <p:cNvCxnSpPr>
            <a:cxnSpLocks/>
            <a:stCxn id="4" idx="6"/>
            <a:endCxn id="6" idx="1"/>
          </p:cNvCxnSpPr>
          <p:nvPr/>
        </p:nvCxnSpPr>
        <p:spPr>
          <a:xfrm flipV="1">
            <a:off x="2514600" y="3124200"/>
            <a:ext cx="1524000" cy="1308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cxnSpLocks/>
            <a:stCxn id="4" idx="6"/>
            <a:endCxn id="7" idx="1"/>
          </p:cNvCxnSpPr>
          <p:nvPr/>
        </p:nvCxnSpPr>
        <p:spPr>
          <a:xfrm>
            <a:off x="2514600" y="4432300"/>
            <a:ext cx="1524000" cy="9461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5" presetClass="entr" presetSubtype="0"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ppt_x</p:attrName>
                                        </p:attrNameLst>
                                      </p:cBhvr>
                                      <p:tavLst>
                                        <p:tav tm="0" fmla="#ppt_x+(cos(-2*pi*(1-$))*-#ppt_x-sin(-2*pi*(1-$))*(1-#ppt_y))*(1-$)">
                                          <p:val>
                                            <p:fltVal val="0"/>
                                          </p:val>
                                        </p:tav>
                                        <p:tav tm="100000">
                                          <p:val>
                                            <p:fltVal val="1"/>
                                          </p:val>
                                        </p:tav>
                                      </p:tavLst>
                                    </p:anim>
                                    <p:anim calcmode="lin" valueType="num">
                                      <p:cBhvr>
                                        <p:cTn id="26" dur="1000" fill="hold"/>
                                        <p:tgtEl>
                                          <p:spTgt spid="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7" fill="hold">
                      <p:stCondLst>
                        <p:cond delay="indefinite"/>
                      </p:stCondLst>
                      <p:childTnLst>
                        <p:par>
                          <p:cTn id="28" fill="hold">
                            <p:stCondLst>
                              <p:cond delay="0"/>
                            </p:stCondLst>
                            <p:childTnLst>
                              <p:par>
                                <p:cTn id="29" presetID="15"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fltVal val="0"/>
                                          </p:val>
                                        </p:tav>
                                        <p:tav tm="100000">
                                          <p:val>
                                            <p:strVal val="#ppt_w"/>
                                          </p:val>
                                        </p:tav>
                                      </p:tavLst>
                                    </p:anim>
                                    <p:anim calcmode="lin" valueType="num">
                                      <p:cBhvr>
                                        <p:cTn id="32" dur="1000" fill="hold"/>
                                        <p:tgtEl>
                                          <p:spTgt spid="7"/>
                                        </p:tgtEl>
                                        <p:attrNameLst>
                                          <p:attrName>ppt_h</p:attrName>
                                        </p:attrNameLst>
                                      </p:cBhvr>
                                      <p:tavLst>
                                        <p:tav tm="0">
                                          <p:val>
                                            <p:fltVal val="0"/>
                                          </p:val>
                                        </p:tav>
                                        <p:tav tm="100000">
                                          <p:val>
                                            <p:strVal val="#ppt_h"/>
                                          </p:val>
                                        </p:tav>
                                      </p:tavLst>
                                    </p:anim>
                                    <p:anim calcmode="lin" valueType="num">
                                      <p:cBhvr>
                                        <p:cTn id="33"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34"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animBg="1"/>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 y="1752600"/>
            <a:ext cx="2209800" cy="3733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5" name="Rounded Rectangle 4"/>
          <p:cNvSpPr/>
          <p:nvPr/>
        </p:nvSpPr>
        <p:spPr>
          <a:xfrm>
            <a:off x="3581400" y="838200"/>
            <a:ext cx="4114800" cy="1371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endParaRPr lang="en-US" sz="2800" dirty="0">
              <a:latin typeface="Times New Roman" pitchFamily="18" charset="0"/>
              <a:cs typeface="Times New Roman" pitchFamily="18" charset="0"/>
            </a:endParaRPr>
          </a:p>
        </p:txBody>
      </p:sp>
      <p:sp>
        <p:nvSpPr>
          <p:cNvPr id="6" name="Rounded Rectangle 5"/>
          <p:cNvSpPr/>
          <p:nvPr/>
        </p:nvSpPr>
        <p:spPr>
          <a:xfrm>
            <a:off x="3657600" y="2590800"/>
            <a:ext cx="4114800" cy="1371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endParaRPr lang="en-US" sz="2800" dirty="0">
              <a:latin typeface="Times New Roman" pitchFamily="18" charset="0"/>
              <a:cs typeface="Times New Roman" pitchFamily="18" charset="0"/>
            </a:endParaRPr>
          </a:p>
        </p:txBody>
      </p:sp>
      <p:sp>
        <p:nvSpPr>
          <p:cNvPr id="7" name="Rounded Rectangle 6"/>
          <p:cNvSpPr/>
          <p:nvPr/>
        </p:nvSpPr>
        <p:spPr>
          <a:xfrm>
            <a:off x="3657600" y="4419600"/>
            <a:ext cx="4114800" cy="13716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pháp</a:t>
            </a:r>
            <a:endParaRPr lang="en-US" sz="2800" dirty="0">
              <a:latin typeface="Times New Roman" pitchFamily="18" charset="0"/>
              <a:cs typeface="Times New Roman" pitchFamily="18" charset="0"/>
            </a:endParaRPr>
          </a:p>
        </p:txBody>
      </p:sp>
      <p:cxnSp>
        <p:nvCxnSpPr>
          <p:cNvPr id="9" name="Straight Arrow Connector 8"/>
          <p:cNvCxnSpPr>
            <a:stCxn id="4" idx="6"/>
            <a:endCxn id="5" idx="1"/>
          </p:cNvCxnSpPr>
          <p:nvPr/>
        </p:nvCxnSpPr>
        <p:spPr>
          <a:xfrm flipV="1">
            <a:off x="2438400" y="1524000"/>
            <a:ext cx="1143000" cy="2095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4" idx="6"/>
            <a:endCxn id="6" idx="1"/>
          </p:cNvCxnSpPr>
          <p:nvPr/>
        </p:nvCxnSpPr>
        <p:spPr>
          <a:xfrm flipV="1">
            <a:off x="2438400" y="3276600"/>
            <a:ext cx="1219200" cy="342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6"/>
            <a:endCxn id="7" idx="1"/>
          </p:cNvCxnSpPr>
          <p:nvPr/>
        </p:nvCxnSpPr>
        <p:spPr>
          <a:xfrm>
            <a:off x="2438400" y="3619500"/>
            <a:ext cx="1219200" cy="1485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70" decel="100000"/>
                                        <p:tgtEl>
                                          <p:spTgt spid="5"/>
                                        </p:tgtEl>
                                      </p:cBhvr>
                                    </p:animEffect>
                                    <p:animScale>
                                      <p:cBhvr>
                                        <p:cTn id="16" dur="770" decel="100000"/>
                                        <p:tgtEl>
                                          <p:spTgt spid="5"/>
                                        </p:tgtEl>
                                      </p:cBhvr>
                                      <p:from x="10000" y="10000"/>
                                      <p:to x="200000" y="450000"/>
                                    </p:animScale>
                                    <p:animScale>
                                      <p:cBhvr>
                                        <p:cTn id="17" dur="1230" accel="100000" fill="hold">
                                          <p:stCondLst>
                                            <p:cond delay="770"/>
                                          </p:stCondLst>
                                        </p:cTn>
                                        <p:tgtEl>
                                          <p:spTgt spid="5"/>
                                        </p:tgtEl>
                                      </p:cBhvr>
                                      <p:from x="200000" y="450000"/>
                                      <p:to x="100000" y="100000"/>
                                    </p:animScale>
                                    <p:set>
                                      <p:cBhvr>
                                        <p:cTn id="18" dur="770" fill="hold"/>
                                        <p:tgtEl>
                                          <p:spTgt spid="5"/>
                                        </p:tgtEl>
                                        <p:attrNameLst>
                                          <p:attrName>ppt_x</p:attrName>
                                        </p:attrNameLst>
                                      </p:cBhvr>
                                      <p:to>
                                        <p:strVal val="(0.5)"/>
                                      </p:to>
                                    </p:set>
                                    <p:anim from="(0.5)" to="(#ppt_x)" calcmode="lin" valueType="num">
                                      <p:cBhvr>
                                        <p:cTn id="19" dur="1230" accel="100000" fill="hold">
                                          <p:stCondLst>
                                            <p:cond delay="770"/>
                                          </p:stCondLst>
                                        </p:cTn>
                                        <p:tgtEl>
                                          <p:spTgt spid="5"/>
                                        </p:tgtEl>
                                        <p:attrNameLst>
                                          <p:attrName>ppt_x</p:attrName>
                                        </p:attrNameLst>
                                      </p:cBhvr>
                                    </p:anim>
                                    <p:set>
                                      <p:cBhvr>
                                        <p:cTn id="20" dur="770" fill="hold"/>
                                        <p:tgtEl>
                                          <p:spTgt spid="5"/>
                                        </p:tgtEl>
                                        <p:attrNameLst>
                                          <p:attrName>ppt_y</p:attrName>
                                        </p:attrNameLst>
                                      </p:cBhvr>
                                      <p:to>
                                        <p:strVal val="(#ppt_y+0.4)"/>
                                      </p:to>
                                    </p:set>
                                    <p:anim from="(#ppt_y+0.4)" to="(#ppt_y)" calcmode="lin" valueType="num">
                                      <p:cBhvr>
                                        <p:cTn id="21" dur="1230" accel="100000" fill="hold">
                                          <p:stCondLst>
                                            <p:cond delay="770"/>
                                          </p:stCondLst>
                                        </p:cTn>
                                        <p:tgtEl>
                                          <p:spTgt spid="5"/>
                                        </p:tgtEl>
                                        <p:attrNameLst>
                                          <p:attrName>ppt_y</p:attrName>
                                        </p:attrNameLst>
                                      </p:cBhvr>
                                    </p:anim>
                                  </p:childTnLst>
                                </p:cTn>
                              </p:par>
                            </p:childTnLst>
                          </p:cTn>
                        </p:par>
                      </p:childTnLst>
                    </p:cTn>
                  </p:par>
                  <p:par>
                    <p:cTn id="22" fill="hold">
                      <p:stCondLst>
                        <p:cond delay="indefinite"/>
                      </p:stCondLst>
                      <p:childTnLst>
                        <p:par>
                          <p:cTn id="23" fill="hold">
                            <p:stCondLst>
                              <p:cond delay="0"/>
                            </p:stCondLst>
                            <p:childTnLst>
                              <p:par>
                                <p:cTn id="24" presetID="49" presetClass="entr" presetSubtype="0" decel="10000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p:cTn id="26" dur="500" fill="hold"/>
                                        <p:tgtEl>
                                          <p:spTgt spid="6"/>
                                        </p:tgtEl>
                                        <p:attrNameLst>
                                          <p:attrName>ppt_w</p:attrName>
                                        </p:attrNameLst>
                                      </p:cBhvr>
                                      <p:tavLst>
                                        <p:tav tm="0">
                                          <p:val>
                                            <p:fltVal val="0"/>
                                          </p:val>
                                        </p:tav>
                                        <p:tav tm="100000">
                                          <p:val>
                                            <p:strVal val="#ppt_w"/>
                                          </p:val>
                                        </p:tav>
                                      </p:tavLst>
                                    </p:anim>
                                    <p:anim calcmode="lin" valueType="num">
                                      <p:cBhvr>
                                        <p:cTn id="27" dur="500" fill="hold"/>
                                        <p:tgtEl>
                                          <p:spTgt spid="6"/>
                                        </p:tgtEl>
                                        <p:attrNameLst>
                                          <p:attrName>ppt_h</p:attrName>
                                        </p:attrNameLst>
                                      </p:cBhvr>
                                      <p:tavLst>
                                        <p:tav tm="0">
                                          <p:val>
                                            <p:fltVal val="0"/>
                                          </p:val>
                                        </p:tav>
                                        <p:tav tm="100000">
                                          <p:val>
                                            <p:strVal val="#ppt_h"/>
                                          </p:val>
                                        </p:tav>
                                      </p:tavLst>
                                    </p:anim>
                                    <p:anim calcmode="lin" valueType="num">
                                      <p:cBhvr>
                                        <p:cTn id="28" dur="500" fill="hold"/>
                                        <p:tgtEl>
                                          <p:spTgt spid="6"/>
                                        </p:tgtEl>
                                        <p:attrNameLst>
                                          <p:attrName>style.rotation</p:attrName>
                                        </p:attrNameLst>
                                      </p:cBhvr>
                                      <p:tavLst>
                                        <p:tav tm="0">
                                          <p:val>
                                            <p:fltVal val="360"/>
                                          </p:val>
                                        </p:tav>
                                        <p:tav tm="100000">
                                          <p:val>
                                            <p:fltVal val="0"/>
                                          </p:val>
                                        </p:tav>
                                      </p:tavLst>
                                    </p:anim>
                                    <p:animEffect transition="in" filter="fade">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5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Scale>
                                      <p:cBhvr>
                                        <p:cTn id="34" dur="1000" decel="50000" fill="hold">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5" dur="1000" decel="50000" fill="hold">
                                          <p:stCondLst>
                                            <p:cond delay="0"/>
                                          </p:stCondLst>
                                        </p:cTn>
                                        <p:tgtEl>
                                          <p:spTgt spid="7"/>
                                        </p:tgtEl>
                                        <p:attrNameLst>
                                          <p:attrName>ppt_x</p:attrName>
                                          <p:attrName>ppt_y</p:attrName>
                                        </p:attrNameLst>
                                      </p:cBhvr>
                                    </p:animMotion>
                                    <p:animEffect transition="in" filter="fade">
                                      <p:cBhvr>
                                        <p:cTn id="36"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228600" y="1447800"/>
            <a:ext cx="2667000" cy="3962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lĩnh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5" name="Rounded Rectangle 4"/>
          <p:cNvSpPr/>
          <p:nvPr/>
        </p:nvSpPr>
        <p:spPr>
          <a:xfrm>
            <a:off x="3886200" y="990600"/>
            <a:ext cx="3962400"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endParaRPr lang="en-US" sz="2800" dirty="0">
              <a:latin typeface="Times New Roman" pitchFamily="18" charset="0"/>
              <a:cs typeface="Times New Roman" pitchFamily="18" charset="0"/>
            </a:endParaRPr>
          </a:p>
        </p:txBody>
      </p:sp>
      <p:cxnSp>
        <p:nvCxnSpPr>
          <p:cNvPr id="6" name="Straight Arrow Connector 5"/>
          <p:cNvCxnSpPr>
            <a:stCxn id="4" idx="6"/>
            <a:endCxn id="5" idx="1"/>
          </p:cNvCxnSpPr>
          <p:nvPr/>
        </p:nvCxnSpPr>
        <p:spPr>
          <a:xfrm flipV="1">
            <a:off x="2895600" y="1638300"/>
            <a:ext cx="990600" cy="1790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ounded Rectangle 8"/>
          <p:cNvSpPr/>
          <p:nvPr/>
        </p:nvSpPr>
        <p:spPr>
          <a:xfrm>
            <a:off x="3962400" y="2667000"/>
            <a:ext cx="3962400"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endParaRPr lang="en-US" sz="2800" dirty="0">
              <a:latin typeface="Times New Roman" pitchFamily="18" charset="0"/>
              <a:cs typeface="Times New Roman" pitchFamily="18" charset="0"/>
            </a:endParaRPr>
          </a:p>
        </p:txBody>
      </p:sp>
      <p:sp>
        <p:nvSpPr>
          <p:cNvPr id="10" name="Rounded Rectangle 9"/>
          <p:cNvSpPr/>
          <p:nvPr/>
        </p:nvSpPr>
        <p:spPr>
          <a:xfrm>
            <a:off x="4038600" y="4267200"/>
            <a:ext cx="3962400" cy="1295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cxnSp>
        <p:nvCxnSpPr>
          <p:cNvPr id="11" name="Straight Arrow Connector 10"/>
          <p:cNvCxnSpPr>
            <a:stCxn id="4" idx="6"/>
            <a:endCxn id="9" idx="1"/>
          </p:cNvCxnSpPr>
          <p:nvPr/>
        </p:nvCxnSpPr>
        <p:spPr>
          <a:xfrm flipV="1">
            <a:off x="2895600" y="3314700"/>
            <a:ext cx="1066800" cy="114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6"/>
            <a:endCxn id="10" idx="1"/>
          </p:cNvCxnSpPr>
          <p:nvPr/>
        </p:nvCxnSpPr>
        <p:spPr>
          <a:xfrm>
            <a:off x="2895600" y="3429000"/>
            <a:ext cx="1143000" cy="14859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p:cTn id="23" dur="500" fill="hold"/>
                                        <p:tgtEl>
                                          <p:spTgt spid="9"/>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9"/>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9"/>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wheel(4)">
                                      <p:cBhvr>
                                        <p:cTn id="31"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1295400"/>
            <a:ext cx="2514600" cy="37338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cứ</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trò</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endParaRPr lang="en-US" sz="2800" dirty="0">
              <a:latin typeface="Times New Roman" pitchFamily="18" charset="0"/>
              <a:cs typeface="Times New Roman" pitchFamily="18" charset="0"/>
            </a:endParaRPr>
          </a:p>
        </p:txBody>
      </p:sp>
      <p:sp>
        <p:nvSpPr>
          <p:cNvPr id="5" name="Rounded Rectangle 4"/>
          <p:cNvSpPr/>
          <p:nvPr/>
        </p:nvSpPr>
        <p:spPr>
          <a:xfrm>
            <a:off x="3048000" y="914400"/>
            <a:ext cx="5181600"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trấn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áp</a:t>
            </a:r>
            <a:endParaRPr lang="en-US" sz="2800" dirty="0">
              <a:latin typeface="Times New Roman" pitchFamily="18" charset="0"/>
              <a:cs typeface="Times New Roman" pitchFamily="18" charset="0"/>
            </a:endParaRPr>
          </a:p>
        </p:txBody>
      </p:sp>
      <p:sp>
        <p:nvSpPr>
          <p:cNvPr id="6" name="Rounded Rectangle 5"/>
          <p:cNvSpPr/>
          <p:nvPr/>
        </p:nvSpPr>
        <p:spPr>
          <a:xfrm>
            <a:off x="3124200" y="3810000"/>
            <a:ext cx="5181600" cy="1219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Chức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năng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cxnSp>
        <p:nvCxnSpPr>
          <p:cNvPr id="8" name="Straight Arrow Connector 7"/>
          <p:cNvCxnSpPr>
            <a:stCxn id="4" idx="6"/>
            <a:endCxn id="5" idx="1"/>
          </p:cNvCxnSpPr>
          <p:nvPr/>
        </p:nvCxnSpPr>
        <p:spPr>
          <a:xfrm flipV="1">
            <a:off x="2514600" y="1524000"/>
            <a:ext cx="533400" cy="1638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4" idx="6"/>
            <a:endCxn id="6" idx="1"/>
          </p:cNvCxnSpPr>
          <p:nvPr/>
        </p:nvCxnSpPr>
        <p:spPr>
          <a:xfrm>
            <a:off x="2514600" y="3162300"/>
            <a:ext cx="609600" cy="1257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nodeType="clickEffect">
                                  <p:stCondLst>
                                    <p:cond delay="0"/>
                                  </p:stCondLst>
                                  <p:iterate type="lt">
                                    <p:tmPct val="10000"/>
                                  </p:iterate>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1"/>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0" presetClass="entr" presetSubtype="0" fill="hold" grpId="0" nodeType="clickEffect">
                                  <p:stCondLst>
                                    <p:cond delay="0"/>
                                  </p:stCondLst>
                                  <p:iterate type="lt">
                                    <p:tmPct val="10000"/>
                                  </p:iterate>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1"/>
                                          </p:val>
                                        </p:tav>
                                        <p:tav tm="100000">
                                          <p:val>
                                            <p:strVal val="#ppt_x"/>
                                          </p:val>
                                        </p:tav>
                                      </p:tavLst>
                                    </p:anim>
                                    <p:anim calcmode="lin" valueType="num">
                                      <p:cBhvr>
                                        <p:cTn id="16"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Scale>
                                      <p:cBhvr>
                                        <p:cTn id="2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gtEl>
                                        <p:attrNameLst>
                                          <p:attrName>ppt_x</p:attrName>
                                          <p:attrName>ppt_y</p:attrName>
                                        </p:attrNameLst>
                                      </p:cBhvr>
                                    </p:animMotion>
                                    <p:animEffect transition="in" filter="fade">
                                      <p:cBhvr>
                                        <p:cTn id="23"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800" dirty="0">
                <a:solidFill>
                  <a:schemeClr val="tx1"/>
                </a:solidFill>
                <a:latin typeface="Times New Roman" pitchFamily="18" charset="0"/>
                <a:cs typeface="Times New Roman" pitchFamily="18" charset="0"/>
              </a:rPr>
              <a:t>4. </a:t>
            </a:r>
            <a:r>
              <a:rPr lang="en-US" sz="4800" dirty="0" err="1">
                <a:solidFill>
                  <a:schemeClr val="tx1"/>
                </a:solidFill>
                <a:latin typeface="Times New Roman" pitchFamily="18" charset="0"/>
                <a:cs typeface="Times New Roman" pitchFamily="18" charset="0"/>
              </a:rPr>
              <a:t>Kiểu</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Nhà</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nước</a:t>
            </a:r>
            <a:r>
              <a:rPr lang="en-US" sz="4800" dirty="0">
                <a:solidFill>
                  <a:schemeClr val="tx1"/>
                </a:solidFill>
                <a:latin typeface="Times New Roman" pitchFamily="18" charset="0"/>
                <a:cs typeface="Times New Roman" pitchFamily="18" charset="0"/>
              </a:rPr>
              <a:t> </a:t>
            </a:r>
          </a:p>
        </p:txBody>
      </p:sp>
      <p:sp>
        <p:nvSpPr>
          <p:cNvPr id="3" name="Content Placeholder 2"/>
          <p:cNvSpPr>
            <a:spLocks noGrp="1"/>
          </p:cNvSpPr>
          <p:nvPr>
            <p:ph idx="1"/>
          </p:nvPr>
        </p:nvSpPr>
        <p:spPr/>
        <p:txBody>
          <a:bodyPr>
            <a:normAutofit/>
          </a:bodyPr>
          <a:lstStyle/>
          <a:p>
            <a:pPr algn="just">
              <a:buNone/>
            </a:pP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tổng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dấu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đặc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thù</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những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điều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tồn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tại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triển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trong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hình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thái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xã</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hội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định</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style.rotation</p:attrName>
                                        </p:attrNameLst>
                                      </p:cBhvr>
                                      <p:tavLst>
                                        <p:tav tm="0">
                                          <p:val>
                                            <p:fltVal val="720"/>
                                          </p:val>
                                        </p:tav>
                                        <p:tav tm="100000">
                                          <p:val>
                                            <p:fltVal val="0"/>
                                          </p:val>
                                        </p:tav>
                                      </p:tavLst>
                                    </p:anim>
                                    <p:anim calcmode="lin" valueType="num">
                                      <p:cBhvr>
                                        <p:cTn id="9" dur="2000" fill="hold"/>
                                        <p:tgtEl>
                                          <p:spTgt spid="2"/>
                                        </p:tgtEl>
                                        <p:attrNameLst>
                                          <p:attrName>ppt_h</p:attrName>
                                        </p:attrNameLst>
                                      </p:cBhvr>
                                      <p:tavLst>
                                        <p:tav tm="0">
                                          <p:val>
                                            <p:fltVal val="0"/>
                                          </p:val>
                                        </p:tav>
                                        <p:tav tm="100000">
                                          <p:val>
                                            <p:strVal val="#ppt_h"/>
                                          </p:val>
                                        </p:tav>
                                      </p:tavLst>
                                    </p:anim>
                                    <p:anim calcmode="lin" valueType="num">
                                      <p:cBhvr>
                                        <p:cTn id="10" dur="2000" fill="hold"/>
                                        <p:tgtEl>
                                          <p:spTgt spid="2"/>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8"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3826"/>
            <a:ext cx="8229600" cy="1143000"/>
          </a:xfrm>
        </p:spPr>
        <p:txBody>
          <a:bodyPr>
            <a:normAutofit/>
          </a:bodyPr>
          <a:lstStyle/>
          <a:p>
            <a:pPr algn="ctr"/>
            <a:r>
              <a:rPr lang="en-US" sz="4800" dirty="0" err="1">
                <a:solidFill>
                  <a:schemeClr val="tx1"/>
                </a:solidFill>
                <a:latin typeface="Times New Roman" pitchFamily="18" charset="0"/>
                <a:cs typeface="Times New Roman" pitchFamily="18" charset="0"/>
              </a:rPr>
              <a:t>Nhà</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nước</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chủ</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nô</a:t>
            </a:r>
            <a:endParaRPr lang="en-US" sz="4800" dirty="0">
              <a:solidFill>
                <a:schemeClr val="tx1"/>
              </a:solidFill>
              <a:latin typeface="Times New Roman" pitchFamily="18" charset="0"/>
              <a:cs typeface="Times New Roman" pitchFamily="18" charset="0"/>
            </a:endParaRPr>
          </a:p>
        </p:txBody>
      </p:sp>
      <p:sp>
        <p:nvSpPr>
          <p:cNvPr id="4" name="Rectangle 3"/>
          <p:cNvSpPr/>
          <p:nvPr/>
        </p:nvSpPr>
        <p:spPr>
          <a:xfrm>
            <a:off x="228600" y="2941517"/>
            <a:ext cx="1447800" cy="1676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tế</a:t>
            </a:r>
            <a:endParaRPr lang="en-US" sz="3600" dirty="0">
              <a:latin typeface="Times New Roman" pitchFamily="18" charset="0"/>
              <a:cs typeface="Times New Roman" pitchFamily="18" charset="0"/>
            </a:endParaRPr>
          </a:p>
        </p:txBody>
      </p:sp>
      <p:sp>
        <p:nvSpPr>
          <p:cNvPr id="5" name="TextBox 4"/>
          <p:cNvSpPr txBox="1"/>
          <p:nvPr/>
        </p:nvSpPr>
        <p:spPr>
          <a:xfrm>
            <a:off x="2070100" y="1449526"/>
            <a:ext cx="61722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dirty="0">
                <a:latin typeface="Times New Roman" pitchFamily="18" charset="0"/>
                <a:cs typeface="Times New Roman" pitchFamily="18" charset="0"/>
              </a:rPr>
              <a:t>Ra </a:t>
            </a:r>
            <a:r>
              <a:rPr lang="en-US" sz="3200" dirty="0" err="1">
                <a:latin typeface="Times New Roman" pitchFamily="18" charset="0"/>
                <a:cs typeface="Times New Roman" pitchFamily="18" charset="0"/>
              </a:rPr>
              <a:t>đời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tồn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chiếm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hữu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lệ</a:t>
            </a:r>
            <a:endParaRPr lang="en-US" sz="3200" dirty="0">
              <a:latin typeface="Times New Roman" pitchFamily="18" charset="0"/>
              <a:cs typeface="Times New Roman" pitchFamily="18" charset="0"/>
            </a:endParaRPr>
          </a:p>
        </p:txBody>
      </p:sp>
      <p:sp>
        <p:nvSpPr>
          <p:cNvPr id="6" name="TextBox 5"/>
          <p:cNvSpPr txBox="1"/>
          <p:nvPr/>
        </p:nvSpPr>
        <p:spPr>
          <a:xfrm>
            <a:off x="2070100" y="3291583"/>
            <a:ext cx="68580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hữu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yếu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lệ</a:t>
            </a:r>
            <a:endParaRPr lang="en-US" sz="3200" dirty="0">
              <a:latin typeface="Times New Roman" pitchFamily="18" charset="0"/>
              <a:cs typeface="Times New Roman" pitchFamily="18" charset="0"/>
            </a:endParaRPr>
          </a:p>
        </p:txBody>
      </p:sp>
      <p:sp>
        <p:nvSpPr>
          <p:cNvPr id="7" name="TextBox 6"/>
          <p:cNvSpPr txBox="1"/>
          <p:nvPr/>
        </p:nvSpPr>
        <p:spPr>
          <a:xfrm>
            <a:off x="2070100" y="5181600"/>
            <a:ext cx="6781800" cy="156966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coi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tài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4)">
                                      <p:cBhvr>
                                        <p:cTn id="15" dur="20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35"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2000"/>
                                        <p:tgtEl>
                                          <p:spTgt spid="5"/>
                                        </p:tgtEl>
                                      </p:cBhvr>
                                    </p:animEffect>
                                    <p:anim calcmode="lin" valueType="num">
                                      <p:cBhvr>
                                        <p:cTn id="21" dur="2000" fill="hold"/>
                                        <p:tgtEl>
                                          <p:spTgt spid="5"/>
                                        </p:tgtEl>
                                        <p:attrNameLst>
                                          <p:attrName>style.rotation</p:attrName>
                                        </p:attrNameLst>
                                      </p:cBhvr>
                                      <p:tavLst>
                                        <p:tav tm="0">
                                          <p:val>
                                            <p:fltVal val="720"/>
                                          </p:val>
                                        </p:tav>
                                        <p:tav tm="100000">
                                          <p:val>
                                            <p:fltVal val="0"/>
                                          </p:val>
                                        </p:tav>
                                      </p:tavLst>
                                    </p:anim>
                                    <p:anim calcmode="lin" valueType="num">
                                      <p:cBhvr>
                                        <p:cTn id="22" dur="2000" fill="hold"/>
                                        <p:tgtEl>
                                          <p:spTgt spid="5"/>
                                        </p:tgtEl>
                                        <p:attrNameLst>
                                          <p:attrName>ppt_h</p:attrName>
                                        </p:attrNameLst>
                                      </p:cBhvr>
                                      <p:tavLst>
                                        <p:tav tm="0">
                                          <p:val>
                                            <p:fltVal val="0"/>
                                          </p:val>
                                        </p:tav>
                                        <p:tav tm="100000">
                                          <p:val>
                                            <p:strVal val="#ppt_h"/>
                                          </p:val>
                                        </p:tav>
                                      </p:tavLst>
                                    </p:anim>
                                    <p:anim calcmode="lin" valueType="num">
                                      <p:cBhvr>
                                        <p:cTn id="23" dur="2000" fill="hold"/>
                                        <p:tgtEl>
                                          <p:spTgt spid="5"/>
                                        </p:tgtEl>
                                        <p:attrNameLst>
                                          <p:attrName>ppt_w</p:attrName>
                                        </p:attrNameLst>
                                      </p:cBhvr>
                                      <p:tavLst>
                                        <p:tav tm="0">
                                          <p:val>
                                            <p:fltVal val="0"/>
                                          </p:val>
                                        </p:tav>
                                        <p:tav tm="100000">
                                          <p:val>
                                            <p:strVal val="#ppt_w"/>
                                          </p:val>
                                        </p:tav>
                                      </p:tavLst>
                                    </p:anim>
                                  </p:childTnLst>
                                </p:cTn>
                              </p:par>
                            </p:childTnLst>
                          </p:cTn>
                        </p:par>
                      </p:childTnLst>
                    </p:cTn>
                  </p:par>
                  <p:par>
                    <p:cTn id="24" fill="hold">
                      <p:stCondLst>
                        <p:cond delay="indefinite"/>
                      </p:stCondLst>
                      <p:childTnLst>
                        <p:par>
                          <p:cTn id="25" fill="hold">
                            <p:stCondLst>
                              <p:cond delay="0"/>
                            </p:stCondLst>
                            <p:childTnLst>
                              <p:par>
                                <p:cTn id="26" presetID="49" presetClass="entr" presetSubtype="0" decel="10000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ppt_w</p:attrName>
                                        </p:attrNameLst>
                                      </p:cBhvr>
                                      <p:tavLst>
                                        <p:tav tm="0">
                                          <p:val>
                                            <p:fltVal val="0"/>
                                          </p:val>
                                        </p:tav>
                                        <p:tav tm="100000">
                                          <p:val>
                                            <p:strVal val="#ppt_w"/>
                                          </p:val>
                                        </p:tav>
                                      </p:tavLst>
                                    </p:anim>
                                    <p:anim calcmode="lin" valueType="num">
                                      <p:cBhvr>
                                        <p:cTn id="29" dur="500" fill="hold"/>
                                        <p:tgtEl>
                                          <p:spTgt spid="6"/>
                                        </p:tgtEl>
                                        <p:attrNameLst>
                                          <p:attrName>ppt_h</p:attrName>
                                        </p:attrNameLst>
                                      </p:cBhvr>
                                      <p:tavLst>
                                        <p:tav tm="0">
                                          <p:val>
                                            <p:fltVal val="0"/>
                                          </p:val>
                                        </p:tav>
                                        <p:tav tm="100000">
                                          <p:val>
                                            <p:strVal val="#ppt_h"/>
                                          </p:val>
                                        </p:tav>
                                      </p:tavLst>
                                    </p:anim>
                                    <p:anim calcmode="lin" valueType="num">
                                      <p:cBhvr>
                                        <p:cTn id="30" dur="500" fill="hold"/>
                                        <p:tgtEl>
                                          <p:spTgt spid="6"/>
                                        </p:tgtEl>
                                        <p:attrNameLst>
                                          <p:attrName>style.rotation</p:attrName>
                                        </p:attrNameLst>
                                      </p:cBhvr>
                                      <p:tavLst>
                                        <p:tav tm="0">
                                          <p:val>
                                            <p:fltVal val="360"/>
                                          </p:val>
                                        </p:tav>
                                        <p:tav tm="100000">
                                          <p:val>
                                            <p:fltVal val="0"/>
                                          </p:val>
                                        </p:tav>
                                      </p:tavLst>
                                    </p:anim>
                                    <p:animEffect transition="in" filter="fade">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49" presetClass="entr" presetSubtype="0" decel="10000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500" fill="hold"/>
                                        <p:tgtEl>
                                          <p:spTgt spid="7"/>
                                        </p:tgtEl>
                                        <p:attrNameLst>
                                          <p:attrName>ppt_w</p:attrName>
                                        </p:attrNameLst>
                                      </p:cBhvr>
                                      <p:tavLst>
                                        <p:tav tm="0">
                                          <p:val>
                                            <p:fltVal val="0"/>
                                          </p:val>
                                        </p:tav>
                                        <p:tav tm="100000">
                                          <p:val>
                                            <p:strVal val="#ppt_w"/>
                                          </p:val>
                                        </p:tav>
                                      </p:tavLst>
                                    </p:anim>
                                    <p:anim calcmode="lin" valueType="num">
                                      <p:cBhvr>
                                        <p:cTn id="37" dur="500" fill="hold"/>
                                        <p:tgtEl>
                                          <p:spTgt spid="7"/>
                                        </p:tgtEl>
                                        <p:attrNameLst>
                                          <p:attrName>ppt_h</p:attrName>
                                        </p:attrNameLst>
                                      </p:cBhvr>
                                      <p:tavLst>
                                        <p:tav tm="0">
                                          <p:val>
                                            <p:fltVal val="0"/>
                                          </p:val>
                                        </p:tav>
                                        <p:tav tm="100000">
                                          <p:val>
                                            <p:strVal val="#ppt_h"/>
                                          </p:val>
                                        </p:tav>
                                      </p:tavLst>
                                    </p:anim>
                                    <p:anim calcmode="lin" valueType="num">
                                      <p:cBhvr>
                                        <p:cTn id="38" dur="500" fill="hold"/>
                                        <p:tgtEl>
                                          <p:spTgt spid="7"/>
                                        </p:tgtEl>
                                        <p:attrNameLst>
                                          <p:attrName>style.rotation</p:attrName>
                                        </p:attrNameLst>
                                      </p:cBhvr>
                                      <p:tavLst>
                                        <p:tav tm="0">
                                          <p:val>
                                            <p:fltVal val="360"/>
                                          </p:val>
                                        </p:tav>
                                        <p:tav tm="100000">
                                          <p:val>
                                            <p:fltVal val="0"/>
                                          </p:val>
                                        </p:tav>
                                      </p:tavLst>
                                    </p:anim>
                                    <p:animEffect transition="in" filter="fade">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7"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838200"/>
            <a:ext cx="1447800" cy="1676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
        <p:nvSpPr>
          <p:cNvPr id="5" name="Right Arrow 4"/>
          <p:cNvSpPr/>
          <p:nvPr/>
        </p:nvSpPr>
        <p:spPr>
          <a:xfrm>
            <a:off x="1905000" y="1600200"/>
            <a:ext cx="15240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3505200" y="990600"/>
            <a:ext cx="5410200" cy="14478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tồn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nô</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Nô</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lệ</a:t>
            </a:r>
            <a:endParaRPr lang="en-US" sz="3600" dirty="0">
              <a:latin typeface="Times New Roman" pitchFamily="18" charset="0"/>
              <a:cs typeface="Times New Roman" pitchFamily="18" charset="0"/>
            </a:endParaRPr>
          </a:p>
        </p:txBody>
      </p:sp>
      <p:sp>
        <p:nvSpPr>
          <p:cNvPr id="7" name="TextBox 6"/>
          <p:cNvSpPr txBox="1"/>
          <p:nvPr/>
        </p:nvSpPr>
        <p:spPr>
          <a:xfrm>
            <a:off x="1371600" y="3276600"/>
            <a:ext cx="6629400" cy="2308324"/>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Ngoài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còn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tồn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tại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tự</a:t>
            </a:r>
            <a:r>
              <a:rPr lang="en-US" sz="3600" dirty="0">
                <a:latin typeface="Times New Roman" pitchFamily="18" charset="0"/>
                <a:cs typeface="Times New Roman" pitchFamily="18" charset="0"/>
              </a:rPr>
              <a:t> do,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người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thuộc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thờ</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hoặc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vua</a:t>
            </a:r>
            <a:r>
              <a:rPr lang="en-US" sz="36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2"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Scale>
                                      <p:cBhvr>
                                        <p:cTn id="15"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6"/>
                                        </p:tgtEl>
                                        <p:attrNameLst>
                                          <p:attrName>ppt_x</p:attrName>
                                          <p:attrName>ppt_y</p:attrName>
                                        </p:attrNameLst>
                                      </p:cBhvr>
                                    </p:animMotion>
                                    <p:animEffect transition="in" filter="fade">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4)">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304800" y="0"/>
            <a:ext cx="2209800" cy="11430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endParaRPr lang="en-US" sz="3200" dirty="0">
              <a:latin typeface="Times New Roman" pitchFamily="18" charset="0"/>
              <a:cs typeface="Times New Roman" pitchFamily="18" charset="0"/>
            </a:endParaRPr>
          </a:p>
        </p:txBody>
      </p:sp>
      <p:sp>
        <p:nvSpPr>
          <p:cNvPr id="5" name="TextBox 4"/>
          <p:cNvSpPr txBox="1"/>
          <p:nvPr/>
        </p:nvSpPr>
        <p:spPr>
          <a:xfrm>
            <a:off x="304800" y="1981200"/>
            <a:ext cx="2743200" cy="58477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endParaRPr lang="en-US" sz="3200" dirty="0">
              <a:latin typeface="Times New Roman" pitchFamily="18" charset="0"/>
              <a:cs typeface="Times New Roman" pitchFamily="18" charset="0"/>
            </a:endParaRPr>
          </a:p>
        </p:txBody>
      </p:sp>
      <p:sp>
        <p:nvSpPr>
          <p:cNvPr id="6" name="TextBox 5"/>
          <p:cNvSpPr txBox="1"/>
          <p:nvPr/>
        </p:nvSpPr>
        <p:spPr>
          <a:xfrm>
            <a:off x="3657600" y="533400"/>
            <a:ext cx="4953000" cy="25545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bạo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bóc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lệ</a:t>
            </a:r>
            <a:endParaRPr lang="en-US" sz="3200" dirty="0">
              <a:latin typeface="Times New Roman" pitchFamily="18" charset="0"/>
              <a:cs typeface="Times New Roman" pitchFamily="18" charset="0"/>
            </a:endParaRPr>
          </a:p>
        </p:txBody>
      </p:sp>
      <p:sp>
        <p:nvSpPr>
          <p:cNvPr id="7" name="TextBox 6"/>
          <p:cNvSpPr txBox="1"/>
          <p:nvPr/>
        </p:nvSpPr>
        <p:spPr>
          <a:xfrm>
            <a:off x="228600" y="5105400"/>
            <a:ext cx="2438400" cy="584775"/>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8" name="TextBox 7"/>
          <p:cNvSpPr txBox="1"/>
          <p:nvPr/>
        </p:nvSpPr>
        <p:spPr>
          <a:xfrm>
            <a:off x="3429000" y="3505200"/>
            <a:ext cx="5181600" cy="25545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hoặc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xây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thủy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kênh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mùa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màng</a:t>
            </a:r>
            <a:r>
              <a:rPr lang="en-US" sz="3200" dirty="0">
                <a:latin typeface="Times New Roman" pitchFamily="18" charset="0"/>
                <a:cs typeface="Times New Roman" pitchFamily="18" charset="0"/>
              </a:rPr>
              <a:t>,…</a:t>
            </a:r>
          </a:p>
        </p:txBody>
      </p:sp>
      <p:sp>
        <p:nvSpPr>
          <p:cNvPr id="9" name="Right Arrow 8"/>
          <p:cNvSpPr/>
          <p:nvPr/>
        </p:nvSpPr>
        <p:spPr>
          <a:xfrm>
            <a:off x="3124200" y="2209800"/>
            <a:ext cx="4572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2743200" y="5334000"/>
            <a:ext cx="6858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0" presetClass="entr" presetSubtype="0" fill="hold" grpId="0" nodeType="clickEffect">
                                  <p:stCondLst>
                                    <p:cond delay="0"/>
                                  </p:stCondLst>
                                  <p:iterate type="lt">
                                    <p:tmPct val="10000"/>
                                  </p:iterate>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1"/>
                                          </p:val>
                                        </p:tav>
                                        <p:tav tm="100000">
                                          <p:val>
                                            <p:strVal val="#ppt_x"/>
                                          </p:val>
                                        </p:tav>
                                      </p:tavLst>
                                    </p:anim>
                                    <p:anim calcmode="lin" valueType="num">
                                      <p:cBhvr>
                                        <p:cTn id="16"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Scale>
                                      <p:cBhvr>
                                        <p:cTn id="21"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2" dur="1000" decel="50000" fill="hold">
                                          <p:stCondLst>
                                            <p:cond delay="0"/>
                                          </p:stCondLst>
                                        </p:cTn>
                                        <p:tgtEl>
                                          <p:spTgt spid="6"/>
                                        </p:tgtEl>
                                        <p:attrNameLst>
                                          <p:attrName>ppt_x</p:attrName>
                                          <p:attrName>ppt_y</p:attrName>
                                        </p:attrNameLst>
                                      </p:cBhvr>
                                    </p:animMotion>
                                    <p:animEffect transition="in" filter="fade">
                                      <p:cBhvr>
                                        <p:cTn id="23" dur="1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15"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p:cTn id="28" dur="1000" fill="hold"/>
                                        <p:tgtEl>
                                          <p:spTgt spid="7"/>
                                        </p:tgtEl>
                                        <p:attrNameLst>
                                          <p:attrName>ppt_w</p:attrName>
                                        </p:attrNameLst>
                                      </p:cBhvr>
                                      <p:tavLst>
                                        <p:tav tm="0">
                                          <p:val>
                                            <p:fltVal val="0"/>
                                          </p:val>
                                        </p:tav>
                                        <p:tav tm="100000">
                                          <p:val>
                                            <p:strVal val="#ppt_w"/>
                                          </p:val>
                                        </p:tav>
                                      </p:tavLst>
                                    </p:anim>
                                    <p:anim calcmode="lin" valueType="num">
                                      <p:cBhvr>
                                        <p:cTn id="29" dur="1000" fill="hold"/>
                                        <p:tgtEl>
                                          <p:spTgt spid="7"/>
                                        </p:tgtEl>
                                        <p:attrNameLst>
                                          <p:attrName>ppt_h</p:attrName>
                                        </p:attrNameLst>
                                      </p:cBhvr>
                                      <p:tavLst>
                                        <p:tav tm="0">
                                          <p:val>
                                            <p:fltVal val="0"/>
                                          </p:val>
                                        </p:tav>
                                        <p:tav tm="100000">
                                          <p:val>
                                            <p:strVal val="#ppt_h"/>
                                          </p:val>
                                        </p:tav>
                                      </p:tavLst>
                                    </p:anim>
                                    <p:anim calcmode="lin" valueType="num">
                                      <p:cBhvr>
                                        <p:cTn id="30"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31"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2" fill="hold">
                      <p:stCondLst>
                        <p:cond delay="indefinite"/>
                      </p:stCondLst>
                      <p:childTnLst>
                        <p:par>
                          <p:cTn id="33" fill="hold">
                            <p:stCondLst>
                              <p:cond delay="0"/>
                            </p:stCondLst>
                            <p:childTnLst>
                              <p:par>
                                <p:cTn id="34" presetID="21"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heel(4)">
                                      <p:cBhvr>
                                        <p:cTn id="36"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pPr algn="ctr"/>
            <a:r>
              <a:rPr lang="en-US" sz="4000" dirty="0" err="1">
                <a:solidFill>
                  <a:schemeClr val="tx1"/>
                </a:solidFill>
                <a:latin typeface="Times New Roman" pitchFamily="18" charset="0"/>
                <a:cs typeface="Times New Roman" pitchFamily="18" charset="0"/>
              </a:rPr>
              <a:t>Nhà</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nước</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phong</a:t>
            </a:r>
            <a:r>
              <a:rPr lang="en-US" sz="4000" dirty="0">
                <a:solidFill>
                  <a:schemeClr val="tx1"/>
                </a:solidFill>
                <a:latin typeface="Times New Roman" pitchFamily="18" charset="0"/>
                <a:cs typeface="Times New Roman" pitchFamily="18" charset="0"/>
              </a:rPr>
              <a:t> </a:t>
            </a:r>
            <a:r>
              <a:rPr lang="en-US" sz="4000" dirty="0" err="1">
                <a:solidFill>
                  <a:schemeClr val="tx1"/>
                </a:solidFill>
                <a:latin typeface="Times New Roman" pitchFamily="18" charset="0"/>
                <a:cs typeface="Times New Roman" pitchFamily="18" charset="0"/>
              </a:rPr>
              <a:t>kiến</a:t>
            </a:r>
            <a:endParaRPr lang="en-US" sz="4000" dirty="0">
              <a:solidFill>
                <a:schemeClr val="tx1"/>
              </a:solidFill>
              <a:latin typeface="Times New Roman" pitchFamily="18" charset="0"/>
              <a:cs typeface="Times New Roman" pitchFamily="18" charset="0"/>
            </a:endParaRPr>
          </a:p>
        </p:txBody>
      </p:sp>
      <p:sp>
        <p:nvSpPr>
          <p:cNvPr id="4" name="Rectangle 3"/>
          <p:cNvSpPr/>
          <p:nvPr/>
        </p:nvSpPr>
        <p:spPr>
          <a:xfrm>
            <a:off x="0" y="2438400"/>
            <a:ext cx="1447800" cy="18288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sở</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tế</a:t>
            </a:r>
            <a:endParaRPr lang="en-US" sz="4000" dirty="0">
              <a:latin typeface="Times New Roman" pitchFamily="18" charset="0"/>
              <a:cs typeface="Times New Roman" pitchFamily="18" charset="0"/>
            </a:endParaRPr>
          </a:p>
        </p:txBody>
      </p:sp>
      <p:sp>
        <p:nvSpPr>
          <p:cNvPr id="5" name="Rounded Rectangle 4"/>
          <p:cNvSpPr/>
          <p:nvPr/>
        </p:nvSpPr>
        <p:spPr>
          <a:xfrm>
            <a:off x="2438400" y="1295400"/>
            <a:ext cx="4191000" cy="1524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hệ</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phong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kiến</a:t>
            </a:r>
            <a:endParaRPr lang="en-US" sz="4000" dirty="0">
              <a:latin typeface="Times New Roman" pitchFamily="18" charset="0"/>
              <a:cs typeface="Times New Roman" pitchFamily="18" charset="0"/>
            </a:endParaRPr>
          </a:p>
        </p:txBody>
      </p:sp>
      <p:sp>
        <p:nvSpPr>
          <p:cNvPr id="6" name="Rounded Rectangle 5"/>
          <p:cNvSpPr/>
          <p:nvPr/>
        </p:nvSpPr>
        <p:spPr>
          <a:xfrm>
            <a:off x="2362200" y="3581400"/>
            <a:ext cx="6477000" cy="2971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4000" dirty="0" err="1">
                <a:latin typeface="Times New Roman" pitchFamily="18" charset="0"/>
                <a:cs typeface="Times New Roman" pitchFamily="18" charset="0"/>
              </a:rPr>
              <a:t>Sự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chiếm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hữu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giai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cấp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địa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chủ</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phong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kiến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với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đai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liệu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khác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phần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lao</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nông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dân</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 calcmode="lin" valueType="num">
                                      <p:cBhvr>
                                        <p:cTn id="9" dur="500" fill="hold"/>
                                        <p:tgtEl>
                                          <p:spTgt spid="2"/>
                                        </p:tgtEl>
                                        <p:attrNameLst>
                                          <p:attrName>style.rotation</p:attrName>
                                        </p:attrNameLst>
                                      </p:cBhvr>
                                      <p:tavLst>
                                        <p:tav tm="0">
                                          <p:val>
                                            <p:fltVal val="360"/>
                                          </p:val>
                                        </p:tav>
                                        <p:tav tm="100000">
                                          <p:val>
                                            <p:fltVal val="0"/>
                                          </p:val>
                                        </p:tav>
                                      </p:tavLst>
                                    </p:anim>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53"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Effect transition="in" filter="fade">
                                      <p:cBhvr>
                                        <p:cTn id="25" dur="500"/>
                                        <p:tgtEl>
                                          <p:spTgt spid="5"/>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heel(4)">
                                      <p:cBhvr>
                                        <p:cTn id="30"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25908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
        <p:nvSpPr>
          <p:cNvPr id="3" name="TextBox 2"/>
          <p:cNvSpPr txBox="1"/>
          <p:nvPr/>
        </p:nvSpPr>
        <p:spPr>
          <a:xfrm>
            <a:off x="2895600" y="0"/>
            <a:ext cx="6248400" cy="523220"/>
          </a:xfrm>
          <a:prstGeom prst="rect">
            <a:avLst/>
          </a:prstGeom>
          <a:noFill/>
        </p:spPr>
        <p:txBody>
          <a:bodyPr wrap="square" rtlCol="0">
            <a:spAutoFit/>
          </a:bodyPr>
          <a:lstStyle/>
          <a:p>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thành</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cơ</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bản</a:t>
            </a:r>
            <a:endParaRPr lang="en-US" sz="2800" dirty="0">
              <a:latin typeface="Times New Roman" pitchFamily="18" charset="0"/>
              <a:cs typeface="Times New Roman" pitchFamily="18" charset="0"/>
            </a:endParaRPr>
          </a:p>
        </p:txBody>
      </p:sp>
      <p:sp>
        <p:nvSpPr>
          <p:cNvPr id="5" name="Rounded Rectangle 4"/>
          <p:cNvSpPr/>
          <p:nvPr/>
        </p:nvSpPr>
        <p:spPr>
          <a:xfrm>
            <a:off x="0" y="1371600"/>
            <a:ext cx="1524000" cy="1752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endParaRPr lang="en-US" sz="2800" dirty="0">
              <a:latin typeface="Times New Roman" pitchFamily="18" charset="0"/>
              <a:cs typeface="Times New Roman" pitchFamily="18" charset="0"/>
            </a:endParaRPr>
          </a:p>
        </p:txBody>
      </p:sp>
      <p:sp>
        <p:nvSpPr>
          <p:cNvPr id="6" name="TextBox 5"/>
          <p:cNvSpPr txBox="1"/>
          <p:nvPr/>
        </p:nvSpPr>
        <p:spPr>
          <a:xfrm>
            <a:off x="2362200" y="1143000"/>
            <a:ext cx="6172200" cy="2246769"/>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sở</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hữu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nắm</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ruộng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đất</a:t>
            </a: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Họ</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buộc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người</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nông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dân</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phải</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phụ</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thuộc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mình</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và</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bóc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lột</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nông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dân</a:t>
            </a:r>
            <a:r>
              <a:rPr lang="en-US" sz="2800" dirty="0">
                <a:latin typeface="Times New Roman" pitchFamily="18" charset="0"/>
                <a:cs typeface="Times New Roman" pitchFamily="18" charset="0"/>
                <a:sym typeface="Wingdings"/>
              </a:rPr>
              <a:t> qua </a:t>
            </a:r>
            <a:r>
              <a:rPr lang="en-US" sz="2800" dirty="0" err="1">
                <a:latin typeface="Times New Roman" pitchFamily="18" charset="0"/>
                <a:cs typeface="Times New Roman" pitchFamily="18" charset="0"/>
                <a:sym typeface="Wingdings"/>
              </a:rPr>
              <a:t>hình</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thức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địa</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tô</a:t>
            </a:r>
            <a:endParaRPr lang="en-US" sz="2800" dirty="0">
              <a:latin typeface="Times New Roman" pitchFamily="18" charset="0"/>
              <a:cs typeface="Times New Roman" pitchFamily="18" charset="0"/>
            </a:endParaRPr>
          </a:p>
        </p:txBody>
      </p:sp>
      <p:sp>
        <p:nvSpPr>
          <p:cNvPr id="7" name="Rounded Rectangle 6"/>
          <p:cNvSpPr/>
          <p:nvPr/>
        </p:nvSpPr>
        <p:spPr>
          <a:xfrm>
            <a:off x="0" y="4495800"/>
            <a:ext cx="1524000" cy="152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endParaRPr lang="en-US" sz="2800" dirty="0">
              <a:latin typeface="Times New Roman" pitchFamily="18" charset="0"/>
              <a:cs typeface="Times New Roman" pitchFamily="18" charset="0"/>
            </a:endParaRPr>
          </a:p>
        </p:txBody>
      </p:sp>
      <p:sp>
        <p:nvSpPr>
          <p:cNvPr id="8" name="TextBox 7"/>
          <p:cNvSpPr txBox="1"/>
          <p:nvPr/>
        </p:nvSpPr>
        <p:spPr>
          <a:xfrm>
            <a:off x="2514600" y="4343400"/>
            <a:ext cx="6019800" cy="181588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tốt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hơn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Họ</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riêng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riêng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nhưng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liệu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xuất</a:t>
            </a:r>
            <a:r>
              <a:rPr lang="en-US" sz="2800" dirty="0">
                <a:latin typeface="Times New Roman" pitchFamily="18" charset="0"/>
                <a:cs typeface="Times New Roman" pitchFamily="18" charset="0"/>
              </a:rPr>
              <a:t> </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Phụ</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thuộc</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vào</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giai</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cấp</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địa</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chủ</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phong</a:t>
            </a:r>
            <a:r>
              <a:rPr lang="en-US" sz="2800" dirty="0">
                <a:latin typeface="Times New Roman" pitchFamily="18" charset="0"/>
                <a:cs typeface="Times New Roman" pitchFamily="18" charset="0"/>
                <a:sym typeface="Wingdings"/>
              </a:rPr>
              <a:t> </a:t>
            </a:r>
            <a:r>
              <a:rPr lang="en-US" sz="2800" dirty="0" err="1">
                <a:latin typeface="Times New Roman" pitchFamily="18" charset="0"/>
                <a:cs typeface="Times New Roman" pitchFamily="18" charset="0"/>
                <a:sym typeface="Wingdings"/>
              </a:rPr>
              <a:t>kiến</a:t>
            </a:r>
            <a:endParaRPr lang="en-US" sz="2800" dirty="0">
              <a:latin typeface="Times New Roman" pitchFamily="18" charset="0"/>
              <a:cs typeface="Times New Roman" pitchFamily="18" charset="0"/>
            </a:endParaRPr>
          </a:p>
        </p:txBody>
      </p:sp>
      <p:sp>
        <p:nvSpPr>
          <p:cNvPr id="9" name="Right Arrow 8"/>
          <p:cNvSpPr/>
          <p:nvPr/>
        </p:nvSpPr>
        <p:spPr>
          <a:xfrm>
            <a:off x="1524000" y="2209800"/>
            <a:ext cx="762000" cy="76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1524000" y="5181600"/>
            <a:ext cx="978408"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770" decel="100000"/>
                                        <p:tgtEl>
                                          <p:spTgt spid="3"/>
                                        </p:tgtEl>
                                      </p:cBhvr>
                                    </p:animEffect>
                                    <p:animScale>
                                      <p:cBhvr>
                                        <p:cTn id="16" dur="770" decel="100000"/>
                                        <p:tgtEl>
                                          <p:spTgt spid="3"/>
                                        </p:tgtEl>
                                      </p:cBhvr>
                                      <p:from x="10000" y="10000"/>
                                      <p:to x="200000" y="450000"/>
                                    </p:animScale>
                                    <p:animScale>
                                      <p:cBhvr>
                                        <p:cTn id="17" dur="1230" accel="100000" fill="hold">
                                          <p:stCondLst>
                                            <p:cond delay="770"/>
                                          </p:stCondLst>
                                        </p:cTn>
                                        <p:tgtEl>
                                          <p:spTgt spid="3"/>
                                        </p:tgtEl>
                                      </p:cBhvr>
                                      <p:from x="200000" y="450000"/>
                                      <p:to x="100000" y="100000"/>
                                    </p:animScale>
                                    <p:set>
                                      <p:cBhvr>
                                        <p:cTn id="18" dur="770" fill="hold"/>
                                        <p:tgtEl>
                                          <p:spTgt spid="3"/>
                                        </p:tgtEl>
                                        <p:attrNameLst>
                                          <p:attrName>ppt_x</p:attrName>
                                        </p:attrNameLst>
                                      </p:cBhvr>
                                      <p:to>
                                        <p:strVal val="(0.5)"/>
                                      </p:to>
                                    </p:set>
                                    <p:anim from="(0.5)" to="(#ppt_x)" calcmode="lin" valueType="num">
                                      <p:cBhvr>
                                        <p:cTn id="19" dur="1230" accel="100000" fill="hold">
                                          <p:stCondLst>
                                            <p:cond delay="770"/>
                                          </p:stCondLst>
                                        </p:cTn>
                                        <p:tgtEl>
                                          <p:spTgt spid="3"/>
                                        </p:tgtEl>
                                        <p:attrNameLst>
                                          <p:attrName>ppt_x</p:attrName>
                                        </p:attrNameLst>
                                      </p:cBhvr>
                                    </p:anim>
                                    <p:set>
                                      <p:cBhvr>
                                        <p:cTn id="20" dur="770" fill="hold"/>
                                        <p:tgtEl>
                                          <p:spTgt spid="3"/>
                                        </p:tgtEl>
                                        <p:attrNameLst>
                                          <p:attrName>ppt_y</p:attrName>
                                        </p:attrNameLst>
                                      </p:cBhvr>
                                      <p:to>
                                        <p:strVal val="(#ppt_y+0.4)"/>
                                      </p:to>
                                    </p:set>
                                    <p:anim from="(#ppt_y+0.4)" to="(#ppt_y)" calcmode="lin" valueType="num">
                                      <p:cBhvr>
                                        <p:cTn id="21" dur="1230" accel="100000" fill="hold">
                                          <p:stCondLst>
                                            <p:cond delay="770"/>
                                          </p:stCondLst>
                                        </p:cTn>
                                        <p:tgtEl>
                                          <p:spTgt spid="3"/>
                                        </p:tgtEl>
                                        <p:attrNameLst>
                                          <p:attrName>ppt_y</p:attrName>
                                        </p:attrNameLst>
                                      </p:cBhvr>
                                    </p:anim>
                                  </p:childTnLst>
                                </p:cTn>
                              </p:par>
                            </p:childTnLst>
                          </p:cTn>
                        </p:par>
                      </p:childTnLst>
                    </p:cTn>
                  </p:par>
                  <p:par>
                    <p:cTn id="22" fill="hold">
                      <p:stCondLst>
                        <p:cond delay="indefinite"/>
                      </p:stCondLst>
                      <p:childTnLst>
                        <p:par>
                          <p:cTn id="23" fill="hold">
                            <p:stCondLst>
                              <p:cond delay="0"/>
                            </p:stCondLst>
                            <p:childTnLst>
                              <p:par>
                                <p:cTn id="24" presetID="5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Scale>
                                      <p:cBhvr>
                                        <p:cTn id="26"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7" dur="1000" decel="50000" fill="hold">
                                          <p:stCondLst>
                                            <p:cond delay="0"/>
                                          </p:stCondLst>
                                        </p:cTn>
                                        <p:tgtEl>
                                          <p:spTgt spid="5"/>
                                        </p:tgtEl>
                                        <p:attrNameLst>
                                          <p:attrName>ppt_x</p:attrName>
                                          <p:attrName>ppt_y</p:attrName>
                                        </p:attrNameLst>
                                      </p:cBhvr>
                                    </p:animMotion>
                                    <p:animEffect transition="in" filter="fade">
                                      <p:cBhvr>
                                        <p:cTn id="28" dur="1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5"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 calcmode="lin" valueType="num">
                                      <p:cBhvr>
                                        <p:cTn id="33" dur="1000" fill="hold"/>
                                        <p:tgtEl>
                                          <p:spTgt spid="7"/>
                                        </p:tgtEl>
                                        <p:attrNameLst>
                                          <p:attrName>ppt_w</p:attrName>
                                        </p:attrNameLst>
                                      </p:cBhvr>
                                      <p:tavLst>
                                        <p:tav tm="0">
                                          <p:val>
                                            <p:fltVal val="0"/>
                                          </p:val>
                                        </p:tav>
                                        <p:tav tm="100000">
                                          <p:val>
                                            <p:strVal val="#ppt_w"/>
                                          </p:val>
                                        </p:tav>
                                      </p:tavLst>
                                    </p:anim>
                                    <p:anim calcmode="lin" valueType="num">
                                      <p:cBhvr>
                                        <p:cTn id="34" dur="1000" fill="hold"/>
                                        <p:tgtEl>
                                          <p:spTgt spid="7"/>
                                        </p:tgtEl>
                                        <p:attrNameLst>
                                          <p:attrName>ppt_h</p:attrName>
                                        </p:attrNameLst>
                                      </p:cBhvr>
                                      <p:tavLst>
                                        <p:tav tm="0">
                                          <p:val>
                                            <p:fltVal val="0"/>
                                          </p:val>
                                        </p:tav>
                                        <p:tav tm="100000">
                                          <p:val>
                                            <p:strVal val="#ppt_h"/>
                                          </p:val>
                                        </p:tav>
                                      </p:tavLst>
                                    </p:anim>
                                    <p:anim calcmode="lin" valueType="num">
                                      <p:cBhvr>
                                        <p:cTn id="35"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36" dur="1000" fill="hold"/>
                                        <p:tgtEl>
                                          <p:spTgt spid="7"/>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7" fill="hold">
                      <p:stCondLst>
                        <p:cond delay="indefinite"/>
                      </p:stCondLst>
                      <p:childTnLst>
                        <p:par>
                          <p:cTn id="38" fill="hold">
                            <p:stCondLst>
                              <p:cond delay="0"/>
                            </p:stCondLst>
                            <p:childTnLst>
                              <p:par>
                                <p:cTn id="39" presetID="35"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fade">
                                      <p:cBhvr>
                                        <p:cTn id="41" dur="2000"/>
                                        <p:tgtEl>
                                          <p:spTgt spid="6"/>
                                        </p:tgtEl>
                                      </p:cBhvr>
                                    </p:animEffect>
                                    <p:anim calcmode="lin" valueType="num">
                                      <p:cBhvr>
                                        <p:cTn id="42" dur="2000" fill="hold"/>
                                        <p:tgtEl>
                                          <p:spTgt spid="6"/>
                                        </p:tgtEl>
                                        <p:attrNameLst>
                                          <p:attrName>style.rotation</p:attrName>
                                        </p:attrNameLst>
                                      </p:cBhvr>
                                      <p:tavLst>
                                        <p:tav tm="0">
                                          <p:val>
                                            <p:fltVal val="720"/>
                                          </p:val>
                                        </p:tav>
                                        <p:tav tm="100000">
                                          <p:val>
                                            <p:fltVal val="0"/>
                                          </p:val>
                                        </p:tav>
                                      </p:tavLst>
                                    </p:anim>
                                    <p:anim calcmode="lin" valueType="num">
                                      <p:cBhvr>
                                        <p:cTn id="43" dur="2000" fill="hold"/>
                                        <p:tgtEl>
                                          <p:spTgt spid="6"/>
                                        </p:tgtEl>
                                        <p:attrNameLst>
                                          <p:attrName>ppt_h</p:attrName>
                                        </p:attrNameLst>
                                      </p:cBhvr>
                                      <p:tavLst>
                                        <p:tav tm="0">
                                          <p:val>
                                            <p:fltVal val="0"/>
                                          </p:val>
                                        </p:tav>
                                        <p:tav tm="100000">
                                          <p:val>
                                            <p:strVal val="#ppt_h"/>
                                          </p:val>
                                        </p:tav>
                                      </p:tavLst>
                                    </p:anim>
                                    <p:anim calcmode="lin" valueType="num">
                                      <p:cBhvr>
                                        <p:cTn id="44" dur="2000" fill="hold"/>
                                        <p:tgtEl>
                                          <p:spTgt spid="6"/>
                                        </p:tgtEl>
                                        <p:attrNameLst>
                                          <p:attrName>ppt_w</p:attrName>
                                        </p:attrNameLst>
                                      </p:cBhvr>
                                      <p:tavLst>
                                        <p:tav tm="0">
                                          <p:val>
                                            <p:fltVal val="0"/>
                                          </p:val>
                                        </p:tav>
                                        <p:tav tm="100000">
                                          <p:val>
                                            <p:strVal val="#ppt_w"/>
                                          </p:val>
                                        </p:tav>
                                      </p:tavLst>
                                    </p:anim>
                                  </p:childTnLst>
                                </p:cTn>
                              </p:par>
                            </p:childTnLst>
                          </p:cTn>
                        </p:par>
                      </p:childTnLst>
                    </p:cTn>
                  </p:par>
                  <p:par>
                    <p:cTn id="45" fill="hold">
                      <p:stCondLst>
                        <p:cond delay="indefinite"/>
                      </p:stCondLst>
                      <p:childTnLst>
                        <p:par>
                          <p:cTn id="46" fill="hold">
                            <p:stCondLst>
                              <p:cond delay="0"/>
                            </p:stCondLst>
                            <p:childTnLst>
                              <p:par>
                                <p:cTn id="47" presetID="39" presetClass="entr" presetSubtype="0" accel="10000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p:cTn id="49" dur="500" fill="hold"/>
                                        <p:tgtEl>
                                          <p:spTgt spid="8"/>
                                        </p:tgtEl>
                                        <p:attrNameLst>
                                          <p:attrName>ppt_h</p:attrName>
                                        </p:attrNameLst>
                                      </p:cBhvr>
                                      <p:tavLst>
                                        <p:tav tm="0">
                                          <p:val>
                                            <p:strVal val="#ppt_h/20"/>
                                          </p:val>
                                        </p:tav>
                                        <p:tav tm="50000">
                                          <p:val>
                                            <p:strVal val="#ppt_h/20"/>
                                          </p:val>
                                        </p:tav>
                                        <p:tav tm="100000">
                                          <p:val>
                                            <p:strVal val="#ppt_h"/>
                                          </p:val>
                                        </p:tav>
                                      </p:tavLst>
                                    </p:anim>
                                    <p:anim calcmode="lin" valueType="num">
                                      <p:cBhvr>
                                        <p:cTn id="50" dur="500" fill="hold"/>
                                        <p:tgtEl>
                                          <p:spTgt spid="8"/>
                                        </p:tgtEl>
                                        <p:attrNameLst>
                                          <p:attrName>ppt_w</p:attrName>
                                        </p:attrNameLst>
                                      </p:cBhvr>
                                      <p:tavLst>
                                        <p:tav tm="0">
                                          <p:val>
                                            <p:strVal val="#ppt_w+.3"/>
                                          </p:val>
                                        </p:tav>
                                        <p:tav tm="50000">
                                          <p:val>
                                            <p:strVal val="#ppt_w+.3"/>
                                          </p:val>
                                        </p:tav>
                                        <p:tav tm="100000">
                                          <p:val>
                                            <p:strVal val="#ppt_w"/>
                                          </p:val>
                                        </p:tav>
                                      </p:tavLst>
                                    </p:anim>
                                    <p:anim calcmode="lin" valueType="num">
                                      <p:cBhvr>
                                        <p:cTn id="51" dur="500" fill="hold"/>
                                        <p:tgtEl>
                                          <p:spTgt spid="8"/>
                                        </p:tgtEl>
                                        <p:attrNameLst>
                                          <p:attrName>ppt_x</p:attrName>
                                        </p:attrNameLst>
                                      </p:cBhvr>
                                      <p:tavLst>
                                        <p:tav tm="0">
                                          <p:val>
                                            <p:strVal val="#ppt_x-.3"/>
                                          </p:val>
                                        </p:tav>
                                        <p:tav tm="50000">
                                          <p:val>
                                            <p:strVal val="#ppt_x"/>
                                          </p:val>
                                        </p:tav>
                                        <p:tav tm="100000">
                                          <p:val>
                                            <p:strVal val="#ppt_x"/>
                                          </p:val>
                                        </p:tav>
                                      </p:tavLst>
                                    </p:anim>
                                    <p:anim calcmode="lin" valueType="num">
                                      <p:cBhvr>
                                        <p:cTn id="5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animBg="1"/>
      <p:bldP spid="6" grpId="0" animBg="1"/>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52400" y="0"/>
            <a:ext cx="2209800" cy="1295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endParaRPr lang="en-US" sz="2800" dirty="0">
              <a:latin typeface="Times New Roman" pitchFamily="18" charset="0"/>
              <a:cs typeface="Times New Roman" pitchFamily="18" charset="0"/>
            </a:endParaRPr>
          </a:p>
        </p:txBody>
      </p:sp>
      <p:sp>
        <p:nvSpPr>
          <p:cNvPr id="5" name="Rectangle 4"/>
          <p:cNvSpPr/>
          <p:nvPr/>
        </p:nvSpPr>
        <p:spPr>
          <a:xfrm>
            <a:off x="0" y="1600200"/>
            <a:ext cx="2743200" cy="838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endParaRPr lang="en-US" sz="2800" dirty="0">
              <a:latin typeface="Times New Roman" pitchFamily="18" charset="0"/>
              <a:cs typeface="Times New Roman" pitchFamily="18" charset="0"/>
            </a:endParaRPr>
          </a:p>
        </p:txBody>
      </p:sp>
      <p:sp>
        <p:nvSpPr>
          <p:cNvPr id="6" name="Rectangle 5"/>
          <p:cNvSpPr/>
          <p:nvPr/>
        </p:nvSpPr>
        <p:spPr>
          <a:xfrm>
            <a:off x="0" y="3733800"/>
            <a:ext cx="2819400" cy="838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
        <p:nvSpPr>
          <p:cNvPr id="7" name="TextBox 6"/>
          <p:cNvSpPr txBox="1"/>
          <p:nvPr/>
        </p:nvSpPr>
        <p:spPr>
          <a:xfrm>
            <a:off x="3505200" y="457200"/>
            <a:ext cx="4876800" cy="2246769"/>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địa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đối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endParaRPr lang="en-US" sz="2800" dirty="0">
              <a:latin typeface="Times New Roman" pitchFamily="18" charset="0"/>
              <a:cs typeface="Times New Roman" pitchFamily="18" charset="0"/>
            </a:endParaRPr>
          </a:p>
        </p:txBody>
      </p:sp>
      <p:sp>
        <p:nvSpPr>
          <p:cNvPr id="8" name="TextBox 7"/>
          <p:cNvSpPr txBox="1"/>
          <p:nvPr/>
        </p:nvSpPr>
        <p:spPr>
          <a:xfrm>
            <a:off x="3505200" y="3429000"/>
            <a:ext cx="5562600" cy="3108543"/>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pPr algn="just"/>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tùy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thuộc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từng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điều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hành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hoạt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đất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miếu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chùa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chiền</a:t>
            </a:r>
            <a:r>
              <a:rPr lang="en-US" sz="2800" dirty="0">
                <a:latin typeface="Times New Roman" pitchFamily="18" charset="0"/>
                <a:cs typeface="Times New Roman" pitchFamily="18" charset="0"/>
              </a:rPr>
              <a:t>, …; </a:t>
            </a:r>
            <a:r>
              <a:rPr lang="en-US" sz="2800" dirty="0" err="1">
                <a:latin typeface="Times New Roman" pitchFamily="18" charset="0"/>
                <a:cs typeface="Times New Roman" pitchFamily="18" charset="0"/>
              </a:rPr>
              <a:t>hệ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tưới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tiêu</a:t>
            </a:r>
            <a:r>
              <a:rPr lang="en-US" sz="2800" dirty="0">
                <a:latin typeface="Times New Roman" pitchFamily="18" charset="0"/>
                <a:cs typeface="Times New Roman" pitchFamily="18" charset="0"/>
              </a:rPr>
              <a:t>,…</a:t>
            </a:r>
          </a:p>
        </p:txBody>
      </p:sp>
      <p:sp>
        <p:nvSpPr>
          <p:cNvPr id="9" name="Right Arrow 8"/>
          <p:cNvSpPr/>
          <p:nvPr/>
        </p:nvSpPr>
        <p:spPr>
          <a:xfrm>
            <a:off x="2743200" y="1905000"/>
            <a:ext cx="685800" cy="2286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p:cNvSpPr/>
          <p:nvPr/>
        </p:nvSpPr>
        <p:spPr>
          <a:xfrm>
            <a:off x="2819400" y="4114800"/>
            <a:ext cx="685800" cy="256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9" presetClass="entr" presetSubtype="0" decel="10000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500" fill="hold"/>
                                        <p:tgtEl>
                                          <p:spTgt spid="5"/>
                                        </p:tgtEl>
                                        <p:attrNameLst>
                                          <p:attrName>ppt_w</p:attrName>
                                        </p:attrNameLst>
                                      </p:cBhvr>
                                      <p:tavLst>
                                        <p:tav tm="0">
                                          <p:val>
                                            <p:fltVal val="0"/>
                                          </p:val>
                                        </p:tav>
                                        <p:tav tm="100000">
                                          <p:val>
                                            <p:strVal val="#ppt_w"/>
                                          </p:val>
                                        </p:tav>
                                      </p:tavLst>
                                    </p:anim>
                                    <p:anim calcmode="lin" valueType="num">
                                      <p:cBhvr>
                                        <p:cTn id="16" dur="500" fill="hold"/>
                                        <p:tgtEl>
                                          <p:spTgt spid="5"/>
                                        </p:tgtEl>
                                        <p:attrNameLst>
                                          <p:attrName>ppt_h</p:attrName>
                                        </p:attrNameLst>
                                      </p:cBhvr>
                                      <p:tavLst>
                                        <p:tav tm="0">
                                          <p:val>
                                            <p:fltVal val="0"/>
                                          </p:val>
                                        </p:tav>
                                        <p:tav tm="100000">
                                          <p:val>
                                            <p:strVal val="#ppt_h"/>
                                          </p:val>
                                        </p:tav>
                                      </p:tavLst>
                                    </p:anim>
                                    <p:anim calcmode="lin" valueType="num">
                                      <p:cBhvr>
                                        <p:cTn id="17" dur="500" fill="hold"/>
                                        <p:tgtEl>
                                          <p:spTgt spid="5"/>
                                        </p:tgtEl>
                                        <p:attrNameLst>
                                          <p:attrName>style.rotation</p:attrName>
                                        </p:attrNameLst>
                                      </p:cBhvr>
                                      <p:tavLst>
                                        <p:tav tm="0">
                                          <p:val>
                                            <p:fltVal val="360"/>
                                          </p:val>
                                        </p:tav>
                                        <p:tav tm="100000">
                                          <p:val>
                                            <p:fltVal val="0"/>
                                          </p:val>
                                        </p:tav>
                                      </p:tavLst>
                                    </p:anim>
                                    <p:animEffect transition="in" filter="fade">
                                      <p:cBhvr>
                                        <p:cTn id="18" dur="5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500" fill="hold"/>
                                        <p:tgtEl>
                                          <p:spTgt spid="7"/>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7"/>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7"/>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9" presetClass="entr" presetSubtype="0" decel="10000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 calcmode="lin" valueType="num">
                                      <p:cBhvr>
                                        <p:cTn id="33" dur="500" fill="hold"/>
                                        <p:tgtEl>
                                          <p:spTgt spid="6"/>
                                        </p:tgtEl>
                                        <p:attrNameLst>
                                          <p:attrName>style.rotation</p:attrName>
                                        </p:attrNameLst>
                                      </p:cBhvr>
                                      <p:tavLst>
                                        <p:tav tm="0">
                                          <p:val>
                                            <p:fltVal val="360"/>
                                          </p:val>
                                        </p:tav>
                                        <p:tav tm="100000">
                                          <p:val>
                                            <p:fltVal val="0"/>
                                          </p:val>
                                        </p:tav>
                                      </p:tavLst>
                                    </p:anim>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52"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Scale>
                                      <p:cBhvr>
                                        <p:cTn id="39"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0" dur="1000" decel="50000" fill="hold">
                                          <p:stCondLst>
                                            <p:cond delay="0"/>
                                          </p:stCondLst>
                                        </p:cTn>
                                        <p:tgtEl>
                                          <p:spTgt spid="8"/>
                                        </p:tgtEl>
                                        <p:attrNameLst>
                                          <p:attrName>ppt_x</p:attrName>
                                          <p:attrName>ppt_y</p:attrName>
                                        </p:attrNameLst>
                                      </p:cBhvr>
                                    </p:animMotion>
                                    <p:animEffect transition="in" filter="fade">
                                      <p:cBhvr>
                                        <p:cTn id="41"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Nhà</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nước</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tư</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sản</a:t>
            </a:r>
            <a:endParaRPr lang="en-US" sz="4400" dirty="0">
              <a:solidFill>
                <a:schemeClr val="tx1"/>
              </a:solidFill>
              <a:latin typeface="Times New Roman" pitchFamily="18" charset="0"/>
              <a:cs typeface="Times New Roman" pitchFamily="18" charset="0"/>
            </a:endParaRPr>
          </a:p>
        </p:txBody>
      </p:sp>
      <p:sp>
        <p:nvSpPr>
          <p:cNvPr id="4" name="TextBox 3"/>
          <p:cNvSpPr txBox="1"/>
          <p:nvPr/>
        </p:nvSpPr>
        <p:spPr>
          <a:xfrm>
            <a:off x="0" y="2767280"/>
            <a:ext cx="2133600" cy="132343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sở</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tế</a:t>
            </a:r>
            <a:endParaRPr lang="en-US" sz="4000" dirty="0">
              <a:latin typeface="Times New Roman" pitchFamily="18" charset="0"/>
              <a:cs typeface="Times New Roman" pitchFamily="18" charset="0"/>
            </a:endParaRPr>
          </a:p>
        </p:txBody>
      </p:sp>
      <p:sp>
        <p:nvSpPr>
          <p:cNvPr id="5" name="TextBox 4"/>
          <p:cNvSpPr txBox="1"/>
          <p:nvPr/>
        </p:nvSpPr>
        <p:spPr>
          <a:xfrm>
            <a:off x="3429000" y="2767280"/>
            <a:ext cx="5486400" cy="25545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hệ</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chủ</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nghĩa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dựa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trên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chế</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hữu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về</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liệu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xuất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bóc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trị</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thặng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dư</a:t>
            </a:r>
            <a:endParaRPr lang="en-US" sz="4000" dirty="0">
              <a:latin typeface="Times New Roman" pitchFamily="18" charset="0"/>
              <a:cs typeface="Times New Roman" pitchFamily="18" charset="0"/>
            </a:endParaRPr>
          </a:p>
        </p:txBody>
      </p:sp>
      <p:sp>
        <p:nvSpPr>
          <p:cNvPr id="6" name="Right Arrow 5"/>
          <p:cNvSpPr/>
          <p:nvPr/>
        </p:nvSpPr>
        <p:spPr>
          <a:xfrm>
            <a:off x="2438400" y="3352799"/>
            <a:ext cx="6096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3"/>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3"/>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4"/>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4"/>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52"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Scale>
                                      <p:cBhvr>
                                        <p:cTn id="23"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4" dur="1000" decel="50000" fill="hold">
                                          <p:stCondLst>
                                            <p:cond delay="0"/>
                                          </p:stCondLst>
                                        </p:cTn>
                                        <p:tgtEl>
                                          <p:spTgt spid="5"/>
                                        </p:tgtEl>
                                        <p:attrNameLst>
                                          <p:attrName>ppt_x</p:attrName>
                                          <p:attrName>ppt_y</p:attrName>
                                        </p:attrNameLst>
                                      </p:cBhvr>
                                    </p:animMotion>
                                    <p:animEffect transition="in" filter="fade">
                                      <p:cBhvr>
                                        <p:cTn id="2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04800" y="2286000"/>
            <a:ext cx="1524000" cy="19050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
        <p:nvSpPr>
          <p:cNvPr id="5" name="TextBox 4"/>
          <p:cNvSpPr txBox="1"/>
          <p:nvPr/>
        </p:nvSpPr>
        <p:spPr>
          <a:xfrm>
            <a:off x="3048000" y="457200"/>
            <a:ext cx="5715000" cy="1200329"/>
          </a:xfrm>
          <a:prstGeom prst="rect">
            <a:avLst/>
          </a:prstGeom>
        </p:spPr>
        <p:style>
          <a:lnRef idx="2">
            <a:schemeClr val="accent2"/>
          </a:lnRef>
          <a:fillRef idx="1001">
            <a:schemeClr val="lt1"/>
          </a:fillRef>
          <a:effectRef idx="0">
            <a:schemeClr val="accent2"/>
          </a:effectRef>
          <a:fontRef idx="minor">
            <a:schemeClr val="dk1"/>
          </a:fontRef>
        </p:style>
        <p:txBody>
          <a:bodyPr wrap="square" rtlCol="0">
            <a:spAutoFit/>
          </a:bodyPr>
          <a:lstStyle/>
          <a:p>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nghĩa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endParaRPr lang="en-US" sz="3600" dirty="0">
              <a:latin typeface="Times New Roman" pitchFamily="18" charset="0"/>
              <a:cs typeface="Times New Roman" pitchFamily="18" charset="0"/>
            </a:endParaRPr>
          </a:p>
        </p:txBody>
      </p:sp>
      <p:sp>
        <p:nvSpPr>
          <p:cNvPr id="6" name="Rectangle 5"/>
          <p:cNvSpPr/>
          <p:nvPr/>
        </p:nvSpPr>
        <p:spPr>
          <a:xfrm>
            <a:off x="4000500" y="2476500"/>
            <a:ext cx="1143000" cy="34290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tư</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endParaRPr lang="en-US" sz="3600" dirty="0">
              <a:latin typeface="Times New Roman" pitchFamily="18" charset="0"/>
              <a:cs typeface="Times New Roman" pitchFamily="18" charset="0"/>
            </a:endParaRPr>
          </a:p>
        </p:txBody>
      </p:sp>
      <p:sp>
        <p:nvSpPr>
          <p:cNvPr id="7" name="Rectangle 6"/>
          <p:cNvSpPr/>
          <p:nvPr/>
        </p:nvSpPr>
        <p:spPr>
          <a:xfrm>
            <a:off x="6235700" y="2489200"/>
            <a:ext cx="2590800" cy="33528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vô</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sản</a:t>
            </a:r>
            <a:r>
              <a:rPr lang="en-US" sz="36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1000"/>
                                        <p:tgtEl>
                                          <p:spTgt spid="5"/>
                                        </p:tgtEl>
                                      </p:cBhvr>
                                    </p:animEffect>
                                    <p:anim calcmode="lin" valueType="num">
                                      <p:cBhvr>
                                        <p:cTn id="16" dur="1000" fill="hold"/>
                                        <p:tgtEl>
                                          <p:spTgt spid="5"/>
                                        </p:tgtEl>
                                        <p:attrNameLst>
                                          <p:attrName>ppt_x</p:attrName>
                                        </p:attrNameLst>
                                      </p:cBhvr>
                                      <p:tavLst>
                                        <p:tav tm="0">
                                          <p:val>
                                            <p:strVal val="#ppt_x-.1"/>
                                          </p:val>
                                        </p:tav>
                                        <p:tav tm="100000">
                                          <p:val>
                                            <p:strVal val="#ppt_x"/>
                                          </p:val>
                                        </p:tav>
                                      </p:tavLst>
                                    </p:anim>
                                    <p:anim calcmode="lin" valueType="num">
                                      <p:cBhvr>
                                        <p:cTn id="17"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9" presetClass="entr" presetSubtype="0" accel="10000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ppt_h</p:attrName>
                                        </p:attrNameLst>
                                      </p:cBhvr>
                                      <p:tavLst>
                                        <p:tav tm="0">
                                          <p:val>
                                            <p:strVal val="#ppt_h/20"/>
                                          </p:val>
                                        </p:tav>
                                        <p:tav tm="50000">
                                          <p:val>
                                            <p:strVal val="#ppt_h/20"/>
                                          </p:val>
                                        </p:tav>
                                        <p:tav tm="100000">
                                          <p:val>
                                            <p:strVal val="#ppt_h"/>
                                          </p:val>
                                        </p:tav>
                                      </p:tavLst>
                                    </p:anim>
                                    <p:anim calcmode="lin" valueType="num">
                                      <p:cBhvr>
                                        <p:cTn id="23" dur="500" fill="hold"/>
                                        <p:tgtEl>
                                          <p:spTgt spid="6"/>
                                        </p:tgtEl>
                                        <p:attrNameLst>
                                          <p:attrName>ppt_w</p:attrName>
                                        </p:attrNameLst>
                                      </p:cBhvr>
                                      <p:tavLst>
                                        <p:tav tm="0">
                                          <p:val>
                                            <p:strVal val="#ppt_w+.3"/>
                                          </p:val>
                                        </p:tav>
                                        <p:tav tm="50000">
                                          <p:val>
                                            <p:strVal val="#ppt_w+.3"/>
                                          </p:val>
                                        </p:tav>
                                        <p:tav tm="100000">
                                          <p:val>
                                            <p:strVal val="#ppt_w"/>
                                          </p:val>
                                        </p:tav>
                                      </p:tavLst>
                                    </p:anim>
                                    <p:anim calcmode="lin" valueType="num">
                                      <p:cBhvr>
                                        <p:cTn id="24" dur="500" fill="hold"/>
                                        <p:tgtEl>
                                          <p:spTgt spid="6"/>
                                        </p:tgtEl>
                                        <p:attrNameLst>
                                          <p:attrName>ppt_x</p:attrName>
                                        </p:attrNameLst>
                                      </p:cBhvr>
                                      <p:tavLst>
                                        <p:tav tm="0">
                                          <p:val>
                                            <p:strVal val="#ppt_x-.3"/>
                                          </p:val>
                                        </p:tav>
                                        <p:tav tm="50000">
                                          <p:val>
                                            <p:strVal val="#ppt_x"/>
                                          </p:val>
                                        </p:tav>
                                        <p:tav tm="100000">
                                          <p:val>
                                            <p:strVal val="#ppt_x"/>
                                          </p:val>
                                        </p:tav>
                                      </p:tavLst>
                                    </p:anim>
                                    <p:anim calcmode="lin" valueType="num">
                                      <p:cBhvr>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9" presetClass="entr" presetSubtype="0" decel="10000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 calcmode="lin" valueType="num">
                                      <p:cBhvr>
                                        <p:cTn id="32" dur="500" fill="hold"/>
                                        <p:tgtEl>
                                          <p:spTgt spid="7"/>
                                        </p:tgtEl>
                                        <p:attrNameLst>
                                          <p:attrName>style.rotation</p:attrName>
                                        </p:attrNameLst>
                                      </p:cBhvr>
                                      <p:tavLst>
                                        <p:tav tm="0">
                                          <p:val>
                                            <p:fltVal val="360"/>
                                          </p:val>
                                        </p:tav>
                                        <p:tav tm="100000">
                                          <p:val>
                                            <p:fltVal val="0"/>
                                          </p:val>
                                        </p:tav>
                                      </p:tavLst>
                                    </p:anim>
                                    <p:animEffect transition="in" filter="fade">
                                      <p:cBhvr>
                                        <p:cTn id="3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14300" y="228600"/>
            <a:ext cx="2743200" cy="1295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800" dirty="0" err="1">
                <a:latin typeface="Times New Roman" pitchFamily="18" charset="0"/>
                <a:cs typeface="Times New Roman" pitchFamily="18" charset="0"/>
              </a:rPr>
              <a:t>Bản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chất</a:t>
            </a:r>
            <a:endParaRPr lang="en-US" sz="2800" dirty="0">
              <a:latin typeface="Times New Roman" pitchFamily="18" charset="0"/>
              <a:cs typeface="Times New Roman" pitchFamily="18" charset="0"/>
            </a:endParaRPr>
          </a:p>
        </p:txBody>
      </p:sp>
      <p:sp>
        <p:nvSpPr>
          <p:cNvPr id="5" name="Rectangle 4"/>
          <p:cNvSpPr/>
          <p:nvPr/>
        </p:nvSpPr>
        <p:spPr>
          <a:xfrm>
            <a:off x="292100" y="2362200"/>
            <a:ext cx="2362200" cy="1295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endParaRPr lang="en-US" sz="2800" dirty="0">
              <a:latin typeface="Times New Roman" pitchFamily="18" charset="0"/>
              <a:cs typeface="Times New Roman" pitchFamily="18" charset="0"/>
            </a:endParaRPr>
          </a:p>
        </p:txBody>
      </p:sp>
      <p:sp>
        <p:nvSpPr>
          <p:cNvPr id="6" name="Rectangle 5"/>
          <p:cNvSpPr/>
          <p:nvPr/>
        </p:nvSpPr>
        <p:spPr>
          <a:xfrm>
            <a:off x="304800" y="5068213"/>
            <a:ext cx="2362200" cy="1295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latin typeface="Times New Roman" pitchFamily="18" charset="0"/>
                <a:cs typeface="Times New Roman" pitchFamily="18" charset="0"/>
              </a:rPr>
              <a:t>Tính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endParaRPr lang="en-US" sz="2800" dirty="0">
              <a:latin typeface="Times New Roman" pitchFamily="18" charset="0"/>
              <a:cs typeface="Times New Roman" pitchFamily="18" charset="0"/>
            </a:endParaRPr>
          </a:p>
        </p:txBody>
      </p:sp>
      <p:sp>
        <p:nvSpPr>
          <p:cNvPr id="7" name="TextBox 6"/>
          <p:cNvSpPr txBox="1"/>
          <p:nvPr/>
        </p:nvSpPr>
        <p:spPr>
          <a:xfrm>
            <a:off x="3505200" y="990600"/>
            <a:ext cx="5334000" cy="3108543"/>
          </a:xfrm>
          <a:prstGeom prst="rect">
            <a:avLst/>
          </a:prstGeom>
          <a:noFill/>
        </p:spPr>
        <p:txBody>
          <a:bodyPr wrap="square" rtlCol="0">
            <a:spAutoFit/>
          </a:bodyPr>
          <a:lstStyle/>
          <a:p>
            <a:pPr algn="just"/>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bạo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yếu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tiếp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duy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sự</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trị</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bảo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vệ</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ích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của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chống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lại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cấp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vô</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tầng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lớp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dân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động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khác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công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cụ</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thiểu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bóc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số</a:t>
            </a:r>
            <a:endParaRPr lang="en-US" sz="2800" dirty="0">
              <a:latin typeface="Times New Roman" pitchFamily="18" charset="0"/>
              <a:cs typeface="Times New Roman" pitchFamily="18" charset="0"/>
            </a:endParaRPr>
          </a:p>
        </p:txBody>
      </p:sp>
      <p:sp>
        <p:nvSpPr>
          <p:cNvPr id="8" name="TextBox 7"/>
          <p:cNvSpPr txBox="1"/>
          <p:nvPr/>
        </p:nvSpPr>
        <p:spPr>
          <a:xfrm>
            <a:off x="3429000" y="4611231"/>
            <a:ext cx="5410200" cy="1815882"/>
          </a:xfrm>
          <a:prstGeom prst="rect">
            <a:avLst/>
          </a:prstGeom>
          <a:noFill/>
        </p:spPr>
        <p:txBody>
          <a:bodyPr wrap="square" rtlCol="0">
            <a:spAutoFit/>
          </a:bodyPr>
          <a:lstStyle/>
          <a:p>
            <a:pPr algn="just"/>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tư</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sản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những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sách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về</a:t>
            </a:r>
            <a:r>
              <a:rPr lang="en-US" sz="2800" dirty="0">
                <a:latin typeface="Times New Roman" pitchFamily="18" charset="0"/>
                <a:cs typeface="Times New Roman" pitchFamily="18" charset="0"/>
              </a:rPr>
              <a:t> an </a:t>
            </a:r>
            <a:r>
              <a:rPr lang="en-US" sz="2800" dirty="0" err="1">
                <a:latin typeface="Times New Roman" pitchFamily="18" charset="0"/>
                <a:cs typeface="Times New Roman" pitchFamily="18" charset="0"/>
              </a:rPr>
              <a:t>sinh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phúc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lợi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xã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hội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hiện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các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chương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trình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phát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triển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viện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trợ</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đạo</a:t>
            </a:r>
            <a:r>
              <a:rPr lang="en-US" sz="28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1"/>
                                          </p:val>
                                        </p:tav>
                                        <p:tav tm="100000">
                                          <p:val>
                                            <p:strVal val="#ppt_x"/>
                                          </p:val>
                                        </p:tav>
                                      </p:tavLst>
                                    </p:anim>
                                    <p:anim calcmode="lin" valueType="num">
                                      <p:cBhvr>
                                        <p:cTn id="9" dur="10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52"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Scale>
                                      <p:cBhvr>
                                        <p:cTn id="22" dur="1000" decel="50000" fill="hold">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3" dur="1000" decel="50000" fill="hold">
                                          <p:stCondLst>
                                            <p:cond delay="0"/>
                                          </p:stCondLst>
                                        </p:cTn>
                                        <p:tgtEl>
                                          <p:spTgt spid="6"/>
                                        </p:tgtEl>
                                        <p:attrNameLst>
                                          <p:attrName>ppt_x</p:attrName>
                                          <p:attrName>ppt_y</p:attrName>
                                        </p:attrNameLst>
                                      </p:cBhvr>
                                    </p:animMotion>
                                    <p:animEffect transition="in" filter="fade">
                                      <p:cBhvr>
                                        <p:cTn id="24" dur="10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49" presetClass="entr" presetSubtype="0" decel="100000"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 calcmode="lin" valueType="num">
                                      <p:cBhvr>
                                        <p:cTn id="31" dur="500" fill="hold"/>
                                        <p:tgtEl>
                                          <p:spTgt spid="7"/>
                                        </p:tgtEl>
                                        <p:attrNameLst>
                                          <p:attrName>style.rotation</p:attrName>
                                        </p:attrNameLst>
                                      </p:cBhvr>
                                      <p:tavLst>
                                        <p:tav tm="0">
                                          <p:val>
                                            <p:fltVal val="360"/>
                                          </p:val>
                                        </p:tav>
                                        <p:tav tm="100000">
                                          <p:val>
                                            <p:fltVal val="0"/>
                                          </p:val>
                                        </p:tav>
                                      </p:tavLst>
                                    </p:anim>
                                    <p:animEffect transition="in" filter="fade">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52"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Scale>
                                      <p:cBhvr>
                                        <p:cTn id="37" dur="1000" decel="50000" fill="hold">
                                          <p:stCondLst>
                                            <p:cond delay="0"/>
                                          </p:stCondLst>
                                        </p:cTn>
                                        <p:tgtEl>
                                          <p:spTgt spid="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8" dur="1000" decel="50000" fill="hold">
                                          <p:stCondLst>
                                            <p:cond delay="0"/>
                                          </p:stCondLst>
                                        </p:cTn>
                                        <p:tgtEl>
                                          <p:spTgt spid="8"/>
                                        </p:tgtEl>
                                        <p:attrNameLst>
                                          <p:attrName>ppt_x</p:attrName>
                                          <p:attrName>ppt_y</p:attrName>
                                        </p:attrNameLst>
                                      </p:cBhvr>
                                    </p:animMotion>
                                    <p:animEffect transition="in" filter="fade">
                                      <p:cBhvr>
                                        <p:cTn id="39"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Nhà</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nước</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xã</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hội</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chủ</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nghĩa</a:t>
            </a:r>
            <a:endParaRPr lang="en-US" sz="4400" dirty="0">
              <a:solidFill>
                <a:schemeClr val="tx1"/>
              </a:solidFill>
              <a:latin typeface="Times New Roman" pitchFamily="18" charset="0"/>
              <a:cs typeface="Times New Roman" pitchFamily="18" charset="0"/>
            </a:endParaRPr>
          </a:p>
        </p:txBody>
      </p:sp>
      <p:sp>
        <p:nvSpPr>
          <p:cNvPr id="4" name="Oval 3"/>
          <p:cNvSpPr/>
          <p:nvPr/>
        </p:nvSpPr>
        <p:spPr>
          <a:xfrm>
            <a:off x="457200" y="2286000"/>
            <a:ext cx="2133600" cy="20574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tế</a:t>
            </a:r>
            <a:endParaRPr lang="en-US" sz="3200" dirty="0">
              <a:latin typeface="Times New Roman" pitchFamily="18" charset="0"/>
              <a:cs typeface="Times New Roman" pitchFamily="18" charset="0"/>
            </a:endParaRPr>
          </a:p>
        </p:txBody>
      </p:sp>
      <p:sp>
        <p:nvSpPr>
          <p:cNvPr id="5" name="Rounded Rectangle 4"/>
          <p:cNvSpPr/>
          <p:nvPr/>
        </p:nvSpPr>
        <p:spPr>
          <a:xfrm>
            <a:off x="3124200" y="2286000"/>
            <a:ext cx="5562600" cy="2209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nghĩa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xây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hữu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xuất</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770" decel="100000"/>
                                        <p:tgtEl>
                                          <p:spTgt spid="3"/>
                                        </p:tgtEl>
                                      </p:cBhvr>
                                    </p:animEffect>
                                    <p:animScale>
                                      <p:cBhvr>
                                        <p:cTn id="8" dur="770" decel="100000"/>
                                        <p:tgtEl>
                                          <p:spTgt spid="3"/>
                                        </p:tgtEl>
                                      </p:cBhvr>
                                      <p:from x="10000" y="10000"/>
                                      <p:to x="200000" y="450000"/>
                                    </p:animScale>
                                    <p:animScale>
                                      <p:cBhvr>
                                        <p:cTn id="9" dur="1230" accel="100000" fill="hold">
                                          <p:stCondLst>
                                            <p:cond delay="770"/>
                                          </p:stCondLst>
                                        </p:cTn>
                                        <p:tgtEl>
                                          <p:spTgt spid="3"/>
                                        </p:tgtEl>
                                      </p:cBhvr>
                                      <p:from x="200000" y="450000"/>
                                      <p:to x="100000" y="100000"/>
                                    </p:animScale>
                                    <p:set>
                                      <p:cBhvr>
                                        <p:cTn id="10" dur="770" fill="hold"/>
                                        <p:tgtEl>
                                          <p:spTgt spid="3"/>
                                        </p:tgtEl>
                                        <p:attrNameLst>
                                          <p:attrName>ppt_x</p:attrName>
                                        </p:attrNameLst>
                                      </p:cBhvr>
                                      <p:to>
                                        <p:strVal val="(0.5)"/>
                                      </p:to>
                                    </p:set>
                                    <p:anim from="(0.5)" to="(#ppt_x)" calcmode="lin" valueType="num">
                                      <p:cBhvr>
                                        <p:cTn id="11" dur="1230" accel="100000" fill="hold">
                                          <p:stCondLst>
                                            <p:cond delay="770"/>
                                          </p:stCondLst>
                                        </p:cTn>
                                        <p:tgtEl>
                                          <p:spTgt spid="3"/>
                                        </p:tgtEl>
                                        <p:attrNameLst>
                                          <p:attrName>ppt_x</p:attrName>
                                        </p:attrNameLst>
                                      </p:cBhvr>
                                    </p:anim>
                                    <p:set>
                                      <p:cBhvr>
                                        <p:cTn id="12" dur="770" fill="hold"/>
                                        <p:tgtEl>
                                          <p:spTgt spid="3"/>
                                        </p:tgtEl>
                                        <p:attrNameLst>
                                          <p:attrName>ppt_y</p:attrName>
                                        </p:attrNameLst>
                                      </p:cBhvr>
                                      <p:to>
                                        <p:strVal val="(#ppt_y+0.4)"/>
                                      </p:to>
                                    </p:set>
                                    <p:anim from="(#ppt_y+0.4)" to="(#ppt_y)" calcmode="lin" valueType="num">
                                      <p:cBhvr>
                                        <p:cTn id="13" dur="1230" accel="100000" fill="hold">
                                          <p:stCondLst>
                                            <p:cond delay="770"/>
                                          </p:stCondLst>
                                        </p:cTn>
                                        <p:tgtEl>
                                          <p:spTgt spid="3"/>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35"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2000"/>
                                        <p:tgtEl>
                                          <p:spTgt spid="4"/>
                                        </p:tgtEl>
                                      </p:cBhvr>
                                    </p:animEffect>
                                    <p:anim calcmode="lin" valueType="num">
                                      <p:cBhvr>
                                        <p:cTn id="19" dur="2000" fill="hold"/>
                                        <p:tgtEl>
                                          <p:spTgt spid="4"/>
                                        </p:tgtEl>
                                        <p:attrNameLst>
                                          <p:attrName>style.rotation</p:attrName>
                                        </p:attrNameLst>
                                      </p:cBhvr>
                                      <p:tavLst>
                                        <p:tav tm="0">
                                          <p:val>
                                            <p:fltVal val="720"/>
                                          </p:val>
                                        </p:tav>
                                        <p:tav tm="100000">
                                          <p:val>
                                            <p:fltVal val="0"/>
                                          </p:val>
                                        </p:tav>
                                      </p:tavLst>
                                    </p:anim>
                                    <p:anim calcmode="lin" valueType="num">
                                      <p:cBhvr>
                                        <p:cTn id="20" dur="2000" fill="hold"/>
                                        <p:tgtEl>
                                          <p:spTgt spid="4"/>
                                        </p:tgtEl>
                                        <p:attrNameLst>
                                          <p:attrName>ppt_h</p:attrName>
                                        </p:attrNameLst>
                                      </p:cBhvr>
                                      <p:tavLst>
                                        <p:tav tm="0">
                                          <p:val>
                                            <p:fltVal val="0"/>
                                          </p:val>
                                        </p:tav>
                                        <p:tav tm="100000">
                                          <p:val>
                                            <p:strVal val="#ppt_h"/>
                                          </p:val>
                                        </p:tav>
                                      </p:tavLst>
                                    </p:anim>
                                    <p:anim calcmode="lin" valueType="num">
                                      <p:cBhvr>
                                        <p:cTn id="21"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22" fill="hold">
                      <p:stCondLst>
                        <p:cond delay="indefinite"/>
                      </p:stCondLst>
                      <p:childTnLst>
                        <p:par>
                          <p:cTn id="23" fill="hold">
                            <p:stCondLst>
                              <p:cond delay="0"/>
                            </p:stCondLst>
                            <p:childTnLst>
                              <p:par>
                                <p:cTn id="24" presetID="40" presetClass="entr" presetSubtype="0" fill="hold" grpId="0" nodeType="clickEffect">
                                  <p:stCondLst>
                                    <p:cond delay="0"/>
                                  </p:stCondLst>
                                  <p:iterate type="lt">
                                    <p:tmPct val="10000"/>
                                  </p:iterate>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1"/>
                                          </p:val>
                                        </p:tav>
                                        <p:tav tm="100000">
                                          <p:val>
                                            <p:strVal val="#ppt_x"/>
                                          </p:val>
                                        </p:tav>
                                      </p:tavLst>
                                    </p:anim>
                                    <p:anim calcmode="lin" valueType="num">
                                      <p:cBhvr>
                                        <p:cTn id="28" dur="10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457200" y="1752600"/>
            <a:ext cx="1981200" cy="23622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
        <p:nvSpPr>
          <p:cNvPr id="5" name="Rounded Rectangle 4"/>
          <p:cNvSpPr/>
          <p:nvPr/>
        </p:nvSpPr>
        <p:spPr>
          <a:xfrm>
            <a:off x="2743200" y="1371600"/>
            <a:ext cx="6019800" cy="2743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nghĩa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trên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sở</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liên</a:t>
            </a:r>
            <a:r>
              <a:rPr lang="en-US" sz="3600" dirty="0">
                <a:latin typeface="Times New Roman" pitchFamily="18" charset="0"/>
                <a:cs typeface="Times New Roman" pitchFamily="18" charset="0"/>
              </a:rPr>
              <a:t> minh </a:t>
            </a: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nhân</a:t>
            </a:r>
            <a:r>
              <a:rPr lang="en-US" sz="3600" dirty="0">
                <a:latin typeface="Times New Roman" pitchFamily="18" charset="0"/>
                <a:cs typeface="Times New Roman" pitchFamily="18" charset="0"/>
              </a:rPr>
              <a:t> – </a:t>
            </a:r>
            <a:r>
              <a:rPr lang="en-US" sz="3600" dirty="0" err="1">
                <a:latin typeface="Times New Roman" pitchFamily="18" charset="0"/>
                <a:cs typeface="Times New Roman" pitchFamily="18" charset="0"/>
              </a:rPr>
              <a:t>nông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tầng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lớp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trí</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endParaRPr lang="en-US" sz="3600" dirty="0">
              <a:latin typeface="Times New Roman" pitchFamily="18" charset="0"/>
              <a:cs typeface="Times New Roman" pitchFamily="18" charset="0"/>
            </a:endParaRPr>
          </a:p>
        </p:txBody>
      </p:sp>
      <p:sp>
        <p:nvSpPr>
          <p:cNvPr id="6" name="Rounded Rectangle 5"/>
          <p:cNvSpPr/>
          <p:nvPr/>
        </p:nvSpPr>
        <p:spPr>
          <a:xfrm>
            <a:off x="2971800" y="4953000"/>
            <a:ext cx="5029200" cy="1524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Giai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tầng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lớp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khác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hội</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heel(4)">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9" presetClass="entr" presetSubtype="0" decel="10000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fltVal val="0"/>
                                          </p:val>
                                        </p:tav>
                                        <p:tav tm="100000">
                                          <p:val>
                                            <p:strVal val="#ppt_w"/>
                                          </p:val>
                                        </p:tav>
                                      </p:tavLst>
                                    </p:anim>
                                    <p:anim calcmode="lin" valueType="num">
                                      <p:cBhvr>
                                        <p:cTn id="21" dur="500" fill="hold"/>
                                        <p:tgtEl>
                                          <p:spTgt spid="6"/>
                                        </p:tgtEl>
                                        <p:attrNameLst>
                                          <p:attrName>ppt_h</p:attrName>
                                        </p:attrNameLst>
                                      </p:cBhvr>
                                      <p:tavLst>
                                        <p:tav tm="0">
                                          <p:val>
                                            <p:fltVal val="0"/>
                                          </p:val>
                                        </p:tav>
                                        <p:tav tm="100000">
                                          <p:val>
                                            <p:strVal val="#ppt_h"/>
                                          </p:val>
                                        </p:tav>
                                      </p:tavLst>
                                    </p:anim>
                                    <p:anim calcmode="lin" valueType="num">
                                      <p:cBhvr>
                                        <p:cTn id="22" dur="500" fill="hold"/>
                                        <p:tgtEl>
                                          <p:spTgt spid="6"/>
                                        </p:tgtEl>
                                        <p:attrNameLst>
                                          <p:attrName>style.rotation</p:attrName>
                                        </p:attrNameLst>
                                      </p:cBhvr>
                                      <p:tavLst>
                                        <p:tav tm="0">
                                          <p:val>
                                            <p:fltVal val="360"/>
                                          </p:val>
                                        </p:tav>
                                        <p:tav tm="100000">
                                          <p:val>
                                            <p:fltVal val="0"/>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0" y="1905000"/>
            <a:ext cx="2514600" cy="24384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
        <p:nvSpPr>
          <p:cNvPr id="5" name="Rounded Rectangle 4"/>
          <p:cNvSpPr/>
          <p:nvPr/>
        </p:nvSpPr>
        <p:spPr>
          <a:xfrm>
            <a:off x="3429000" y="1295400"/>
            <a:ext cx="5334000" cy="3886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nghĩa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chúng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chuyên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bóc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style.rotation</p:attrName>
                                        </p:attrNameLst>
                                      </p:cBhvr>
                                      <p:tavLst>
                                        <p:tav tm="0">
                                          <p:val>
                                            <p:fltVal val="720"/>
                                          </p:val>
                                        </p:tav>
                                        <p:tav tm="100000">
                                          <p:val>
                                            <p:fltVal val="0"/>
                                          </p:val>
                                        </p:tav>
                                      </p:tavLst>
                                    </p:anim>
                                    <p:anim calcmode="lin" valueType="num">
                                      <p:cBhvr>
                                        <p:cTn id="9" dur="2000" fill="hold"/>
                                        <p:tgtEl>
                                          <p:spTgt spid="4"/>
                                        </p:tgtEl>
                                        <p:attrNameLst>
                                          <p:attrName>ppt_h</p:attrName>
                                        </p:attrNameLst>
                                      </p:cBhvr>
                                      <p:tavLst>
                                        <p:tav tm="0">
                                          <p:val>
                                            <p:fltVal val="0"/>
                                          </p:val>
                                        </p:tav>
                                        <p:tav tm="100000">
                                          <p:val>
                                            <p:strVal val="#ppt_h"/>
                                          </p:val>
                                        </p:tav>
                                      </p:tavLst>
                                    </p:anim>
                                    <p:anim calcmode="lin" valueType="num">
                                      <p:cBhvr>
                                        <p:cTn id="10" dur="2000" fill="hold"/>
                                        <p:tgtEl>
                                          <p:spTgt spid="4"/>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5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70" decel="100000"/>
                                        <p:tgtEl>
                                          <p:spTgt spid="5"/>
                                        </p:tgtEl>
                                      </p:cBhvr>
                                    </p:animEffect>
                                    <p:animScale>
                                      <p:cBhvr>
                                        <p:cTn id="16" dur="770" decel="100000"/>
                                        <p:tgtEl>
                                          <p:spTgt spid="5"/>
                                        </p:tgtEl>
                                      </p:cBhvr>
                                      <p:from x="10000" y="10000"/>
                                      <p:to x="200000" y="450000"/>
                                    </p:animScale>
                                    <p:animScale>
                                      <p:cBhvr>
                                        <p:cTn id="17" dur="1230" accel="100000" fill="hold">
                                          <p:stCondLst>
                                            <p:cond delay="770"/>
                                          </p:stCondLst>
                                        </p:cTn>
                                        <p:tgtEl>
                                          <p:spTgt spid="5"/>
                                        </p:tgtEl>
                                      </p:cBhvr>
                                      <p:from x="200000" y="450000"/>
                                      <p:to x="100000" y="100000"/>
                                    </p:animScale>
                                    <p:set>
                                      <p:cBhvr>
                                        <p:cTn id="18" dur="770" fill="hold"/>
                                        <p:tgtEl>
                                          <p:spTgt spid="5"/>
                                        </p:tgtEl>
                                        <p:attrNameLst>
                                          <p:attrName>ppt_x</p:attrName>
                                        </p:attrNameLst>
                                      </p:cBhvr>
                                      <p:to>
                                        <p:strVal val="(0.5)"/>
                                      </p:to>
                                    </p:set>
                                    <p:anim from="(0.5)" to="(#ppt_x)" calcmode="lin" valueType="num">
                                      <p:cBhvr>
                                        <p:cTn id="19" dur="1230" accel="100000" fill="hold">
                                          <p:stCondLst>
                                            <p:cond delay="770"/>
                                          </p:stCondLst>
                                        </p:cTn>
                                        <p:tgtEl>
                                          <p:spTgt spid="5"/>
                                        </p:tgtEl>
                                        <p:attrNameLst>
                                          <p:attrName>ppt_x</p:attrName>
                                        </p:attrNameLst>
                                      </p:cBhvr>
                                    </p:anim>
                                    <p:set>
                                      <p:cBhvr>
                                        <p:cTn id="20" dur="770" fill="hold"/>
                                        <p:tgtEl>
                                          <p:spTgt spid="5"/>
                                        </p:tgtEl>
                                        <p:attrNameLst>
                                          <p:attrName>ppt_y</p:attrName>
                                        </p:attrNameLst>
                                      </p:cBhvr>
                                      <p:to>
                                        <p:strVal val="(#ppt_y+0.4)"/>
                                      </p:to>
                                    </p:set>
                                    <p:anim from="(#ppt_y+0.4)" to="(#ppt_y)" calcmode="lin" valueType="num">
                                      <p:cBhvr>
                                        <p:cTn id="21" dur="1230" accel="100000" fill="hold">
                                          <p:stCondLst>
                                            <p:cond delay="770"/>
                                          </p:stCondLst>
                                        </p:cTn>
                                        <p:tgtEl>
                                          <p:spTgt spid="5"/>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800" dirty="0">
                <a:solidFill>
                  <a:schemeClr val="tx1"/>
                </a:solidFill>
                <a:latin typeface="Times New Roman" pitchFamily="18" charset="0"/>
                <a:cs typeface="Times New Roman" pitchFamily="18" charset="0"/>
              </a:rPr>
              <a:t>5. </a:t>
            </a:r>
            <a:r>
              <a:rPr lang="en-US" sz="4800" dirty="0" err="1">
                <a:solidFill>
                  <a:schemeClr val="tx1"/>
                </a:solidFill>
                <a:latin typeface="Times New Roman" pitchFamily="18" charset="0"/>
                <a:cs typeface="Times New Roman" pitchFamily="18" charset="0"/>
              </a:rPr>
              <a:t>Hình</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thức</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nhà</a:t>
            </a:r>
            <a:r>
              <a:rPr lang="en-US" sz="4800" dirty="0">
                <a:solidFill>
                  <a:schemeClr val="tx1"/>
                </a:solidFill>
                <a:latin typeface="Times New Roman" pitchFamily="18" charset="0"/>
                <a:cs typeface="Times New Roman" pitchFamily="18" charset="0"/>
              </a:rPr>
              <a:t> </a:t>
            </a:r>
            <a:r>
              <a:rPr lang="en-US" sz="4800" dirty="0" err="1">
                <a:solidFill>
                  <a:schemeClr val="tx1"/>
                </a:solidFill>
                <a:latin typeface="Times New Roman" pitchFamily="18" charset="0"/>
                <a:cs typeface="Times New Roman" pitchFamily="18" charset="0"/>
              </a:rPr>
              <a:t>nước</a:t>
            </a:r>
            <a:endParaRPr lang="en-US" sz="4800" dirty="0">
              <a:solidFill>
                <a:schemeClr val="tx1"/>
              </a:solidFill>
              <a:latin typeface="Times New Roman" pitchFamily="18" charset="0"/>
              <a:cs typeface="Times New Roman" pitchFamily="18" charset="0"/>
            </a:endParaRPr>
          </a:p>
        </p:txBody>
      </p:sp>
      <p:sp>
        <p:nvSpPr>
          <p:cNvPr id="5" name="TextBox 4"/>
          <p:cNvSpPr txBox="1"/>
          <p:nvPr/>
        </p:nvSpPr>
        <p:spPr>
          <a:xfrm>
            <a:off x="762000" y="2209800"/>
            <a:ext cx="7162800" cy="1200329"/>
          </a:xfrm>
          <a:prstGeom prst="rect">
            <a:avLst/>
          </a:prstGeom>
          <a:noFill/>
        </p:spPr>
        <p:txBody>
          <a:bodyPr wrap="square" rtlCol="0">
            <a:spAutoFit/>
          </a:bodyPr>
          <a:lstStyle/>
          <a:p>
            <a:pPr algn="just"/>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pháp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quyền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990600" y="1524000"/>
            <a:ext cx="2438400" cy="3200400"/>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endParaRPr lang="en-US" sz="3600" dirty="0">
              <a:latin typeface="Times New Roman" pitchFamily="18" charset="0"/>
              <a:cs typeface="Times New Roman" pitchFamily="18" charset="0"/>
            </a:endParaRPr>
          </a:p>
        </p:txBody>
      </p:sp>
      <p:sp>
        <p:nvSpPr>
          <p:cNvPr id="5" name="Rectangle 4"/>
          <p:cNvSpPr/>
          <p:nvPr/>
        </p:nvSpPr>
        <p:spPr>
          <a:xfrm>
            <a:off x="4038600" y="457200"/>
            <a:ext cx="4495800" cy="1524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thể</a:t>
            </a:r>
            <a:endParaRPr lang="en-US" sz="3600" dirty="0">
              <a:latin typeface="Times New Roman" pitchFamily="18" charset="0"/>
              <a:cs typeface="Times New Roman" pitchFamily="18" charset="0"/>
            </a:endParaRPr>
          </a:p>
        </p:txBody>
      </p:sp>
      <p:sp>
        <p:nvSpPr>
          <p:cNvPr id="6" name="Rectangle 5"/>
          <p:cNvSpPr/>
          <p:nvPr/>
        </p:nvSpPr>
        <p:spPr>
          <a:xfrm>
            <a:off x="4038600" y="2362200"/>
            <a:ext cx="4495800" cy="1524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thức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cấu</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trúc</a:t>
            </a:r>
            <a:endParaRPr lang="en-US" sz="3600" dirty="0">
              <a:latin typeface="Times New Roman" pitchFamily="18" charset="0"/>
              <a:cs typeface="Times New Roman" pitchFamily="18" charset="0"/>
            </a:endParaRPr>
          </a:p>
        </p:txBody>
      </p:sp>
      <p:sp>
        <p:nvSpPr>
          <p:cNvPr id="7" name="Rectangle 6"/>
          <p:cNvSpPr/>
          <p:nvPr/>
        </p:nvSpPr>
        <p:spPr>
          <a:xfrm>
            <a:off x="4038600" y="4419600"/>
            <a:ext cx="4495800" cy="15240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3600" dirty="0" err="1">
                <a:latin typeface="Times New Roman" pitchFamily="18" charset="0"/>
                <a:cs typeface="Times New Roman" pitchFamily="18" charset="0"/>
              </a:rPr>
              <a:t>Chế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độ</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trị</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fltVal val="0"/>
                                          </p:val>
                                        </p:tav>
                                        <p:tav tm="100000">
                                          <p:val>
                                            <p:strVal val="#ppt_w"/>
                                          </p:val>
                                        </p:tav>
                                      </p:tavLst>
                                    </p:anim>
                                    <p:anim calcmode="lin" valueType="num">
                                      <p:cBhvr>
                                        <p:cTn id="15" dur="1000" fill="hold"/>
                                        <p:tgtEl>
                                          <p:spTgt spid="5"/>
                                        </p:tgtEl>
                                        <p:attrNameLst>
                                          <p:attrName>ppt_h</p:attrName>
                                        </p:attrNameLst>
                                      </p:cBhvr>
                                      <p:tavLst>
                                        <p:tav tm="0">
                                          <p:val>
                                            <p:fltVal val="0"/>
                                          </p:val>
                                        </p:tav>
                                        <p:tav tm="100000">
                                          <p:val>
                                            <p:strVal val="#ppt_h"/>
                                          </p:val>
                                        </p:tav>
                                      </p:tavLst>
                                    </p:anim>
                                    <p:anim calcmode="lin" valueType="num">
                                      <p:cBhvr>
                                        <p:cTn id="16"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49" presetClass="entr" presetSubtype="0" decel="10000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 calcmode="lin" valueType="num">
                                      <p:cBhvr>
                                        <p:cTn id="24" dur="500" fill="hold"/>
                                        <p:tgtEl>
                                          <p:spTgt spid="6"/>
                                        </p:tgtEl>
                                        <p:attrNameLst>
                                          <p:attrName>style.rotation</p:attrName>
                                        </p:attrNameLst>
                                      </p:cBhvr>
                                      <p:tavLst>
                                        <p:tav tm="0">
                                          <p:val>
                                            <p:fltVal val="360"/>
                                          </p:val>
                                        </p:tav>
                                        <p:tav tm="100000">
                                          <p:val>
                                            <p:fltVal val="0"/>
                                          </p:val>
                                        </p:tav>
                                      </p:tavLst>
                                    </p:anim>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heel(4)">
                                      <p:cBhvr>
                                        <p:cTn id="3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Hình</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thức</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chính</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thể</a:t>
            </a:r>
            <a:endParaRPr lang="en-US" sz="4400" dirty="0">
              <a:solidFill>
                <a:schemeClr val="tx1"/>
              </a:solidFill>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fontScale="92500" lnSpcReduction="10000"/>
          </a:bodyPr>
          <a:lstStyle/>
          <a:p>
            <a:pPr algn="just"/>
            <a:r>
              <a:rPr lang="en-US" sz="4000" dirty="0" err="1">
                <a:latin typeface="Times New Roman" pitchFamily="18" charset="0"/>
                <a:cs typeface="Times New Roman" pitchFamily="18" charset="0"/>
              </a:rPr>
              <a:t>Cách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tổ</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trình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tổ</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chức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quyền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lực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nước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tối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cao</a:t>
            </a:r>
            <a:r>
              <a:rPr lang="en-US" sz="4000" dirty="0">
                <a:latin typeface="Times New Roman" pitchFamily="18" charset="0"/>
                <a:cs typeface="Times New Roman" pitchFamily="18" charset="0"/>
              </a:rPr>
              <a:t> ở </a:t>
            </a:r>
            <a:r>
              <a:rPr lang="en-US" sz="4000" dirty="0" err="1">
                <a:latin typeface="Times New Roman" pitchFamily="18" charset="0"/>
                <a:cs typeface="Times New Roman" pitchFamily="18" charset="0"/>
              </a:rPr>
              <a:t>trung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ương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việc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định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thẩm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quyền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mối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hệ</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những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cơ</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quan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này</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với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nhau</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cũng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như</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giữa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chúng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với</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dân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Gồm</a:t>
            </a:r>
            <a:r>
              <a:rPr lang="en-US" sz="4000" dirty="0">
                <a:latin typeface="Times New Roman" pitchFamily="18" charset="0"/>
                <a:cs typeface="Times New Roman"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anim calcmode="lin" valueType="num">
                                      <p:cBhvr>
                                        <p:cTn id="8" dur="2000" fill="hold"/>
                                        <p:tgtEl>
                                          <p:spTgt spid="3"/>
                                        </p:tgtEl>
                                        <p:attrNameLst>
                                          <p:attrName>style.rotation</p:attrName>
                                        </p:attrNameLst>
                                      </p:cBhvr>
                                      <p:tavLst>
                                        <p:tav tm="0">
                                          <p:val>
                                            <p:fltVal val="720"/>
                                          </p:val>
                                        </p:tav>
                                        <p:tav tm="100000">
                                          <p:val>
                                            <p:fltVal val="0"/>
                                          </p:val>
                                        </p:tav>
                                      </p:tavLst>
                                    </p:anim>
                                    <p:anim calcmode="lin" valueType="num">
                                      <p:cBhvr>
                                        <p:cTn id="9" dur="2000" fill="hold"/>
                                        <p:tgtEl>
                                          <p:spTgt spid="3"/>
                                        </p:tgtEl>
                                        <p:attrNameLst>
                                          <p:attrName>ppt_h</p:attrName>
                                        </p:attrNameLst>
                                      </p:cBhvr>
                                      <p:tavLst>
                                        <p:tav tm="0">
                                          <p:val>
                                            <p:fltVal val="0"/>
                                          </p:val>
                                        </p:tav>
                                        <p:tav tm="100000">
                                          <p:val>
                                            <p:strVal val="#ppt_h"/>
                                          </p:val>
                                        </p:tav>
                                      </p:tavLst>
                                    </p:anim>
                                    <p:anim calcmode="lin" valueType="num">
                                      <p:cBhvr>
                                        <p:cTn id="10" dur="2000" fill="hold"/>
                                        <p:tgtEl>
                                          <p:spTgt spid="3"/>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 calcmode="lin" valueType="num">
                                      <p:cBhvr>
                                        <p:cTn id="15"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2">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609600" y="381000"/>
            <a:ext cx="7391400" cy="7620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err="1">
                <a:latin typeface="Times New Roman" pitchFamily="18" charset="0"/>
                <a:cs typeface="Times New Roman" pitchFamily="18" charset="0"/>
              </a:rPr>
              <a:t>Chính</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thể</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quân</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chủ</a:t>
            </a:r>
            <a:endParaRPr lang="en-US" sz="4400" b="1" dirty="0">
              <a:latin typeface="Times New Roman" pitchFamily="18" charset="0"/>
              <a:cs typeface="Times New Roman" pitchFamily="18" charset="0"/>
            </a:endParaRPr>
          </a:p>
        </p:txBody>
      </p:sp>
      <p:sp>
        <p:nvSpPr>
          <p:cNvPr id="5" name="TextBox 4"/>
          <p:cNvSpPr txBox="1"/>
          <p:nvPr/>
        </p:nvSpPr>
        <p:spPr>
          <a:xfrm>
            <a:off x="457200" y="1524000"/>
            <a:ext cx="8001000" cy="1815882"/>
          </a:xfrm>
          <a:prstGeom prst="rect">
            <a:avLst/>
          </a:prstGeom>
          <a:noFill/>
        </p:spPr>
        <p:txBody>
          <a:bodyPr wrap="square" rtlCol="0">
            <a:spAutoFit/>
          </a:bodyPr>
          <a:lstStyle/>
          <a:p>
            <a:pPr algn="just"/>
            <a:r>
              <a:rPr lang="en-US" sz="2800" dirty="0" err="1">
                <a:latin typeface="Times New Roman" pitchFamily="18" charset="0"/>
                <a:cs typeface="Times New Roman" pitchFamily="18" charset="0"/>
              </a:rPr>
              <a:t>Quyền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lực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trung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toàn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bộ</a:t>
            </a:r>
            <a:r>
              <a:rPr lang="en-US" sz="2800" dirty="0">
                <a:latin typeface="Times New Roman" pitchFamily="18" charset="0"/>
                <a:cs typeface="Times New Roman" pitchFamily="18" charset="0"/>
              </a:rPr>
              <a:t> hay </a:t>
            </a:r>
            <a:r>
              <a:rPr lang="en-US" sz="2800" dirty="0" err="1">
                <a:latin typeface="Times New Roman" pitchFamily="18" charset="0"/>
                <a:cs typeface="Times New Roman" pitchFamily="18" charset="0"/>
              </a:rPr>
              <a:t>một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phần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trong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tay</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người</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đứng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đầu</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nhà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nước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và</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được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chuyển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giao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theo</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nguyên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tắc</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thừa</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kế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thế</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tập</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Có</a:t>
            </a:r>
            <a:r>
              <a:rPr lang="en-US" sz="2800" dirty="0">
                <a:latin typeface="Times New Roman" pitchFamily="18" charset="0"/>
                <a:cs typeface="Times New Roman" pitchFamily="18" charset="0"/>
              </a:rPr>
              <a:t> 2 </a:t>
            </a:r>
            <a:r>
              <a:rPr lang="en-US" sz="2800" dirty="0" err="1">
                <a:latin typeface="Times New Roman" pitchFamily="18" charset="0"/>
                <a:cs typeface="Times New Roman" pitchFamily="18" charset="0"/>
              </a:rPr>
              <a:t>dạng</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chính</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thể</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quân</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chủ</a:t>
            </a:r>
            <a:endParaRPr lang="en-US" sz="2800" dirty="0">
              <a:latin typeface="Times New Roman" pitchFamily="18" charset="0"/>
              <a:cs typeface="Times New Roman" pitchFamily="18" charset="0"/>
            </a:endParaRPr>
          </a:p>
        </p:txBody>
      </p:sp>
      <p:sp>
        <p:nvSpPr>
          <p:cNvPr id="6" name="Oval 5"/>
          <p:cNvSpPr/>
          <p:nvPr/>
        </p:nvSpPr>
        <p:spPr>
          <a:xfrm>
            <a:off x="381000" y="3352800"/>
            <a:ext cx="3505200" cy="3124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Quân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tuyệt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đối</a:t>
            </a:r>
            <a:endParaRPr lang="en-US" sz="3600" dirty="0">
              <a:latin typeface="Times New Roman" pitchFamily="18" charset="0"/>
              <a:cs typeface="Times New Roman" pitchFamily="18" charset="0"/>
            </a:endParaRPr>
          </a:p>
        </p:txBody>
      </p:sp>
      <p:sp>
        <p:nvSpPr>
          <p:cNvPr id="7" name="Oval 6"/>
          <p:cNvSpPr/>
          <p:nvPr/>
        </p:nvSpPr>
        <p:spPr>
          <a:xfrm>
            <a:off x="4724400" y="3429000"/>
            <a:ext cx="3505200" cy="31242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dirty="0" err="1">
                <a:latin typeface="Times New Roman" pitchFamily="18" charset="0"/>
                <a:cs typeface="Times New Roman" pitchFamily="18" charset="0"/>
              </a:rPr>
              <a:t>Quân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chủ</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chế</a:t>
            </a: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70" decel="100000"/>
                                        <p:tgtEl>
                                          <p:spTgt spid="4"/>
                                        </p:tgtEl>
                                      </p:cBhvr>
                                    </p:animEffect>
                                    <p:animScale>
                                      <p:cBhvr>
                                        <p:cTn id="8" dur="770" decel="100000"/>
                                        <p:tgtEl>
                                          <p:spTgt spid="4"/>
                                        </p:tgtEl>
                                      </p:cBhvr>
                                      <p:from x="10000" y="10000"/>
                                      <p:to x="200000" y="450000"/>
                                    </p:animScale>
                                    <p:animScale>
                                      <p:cBhvr>
                                        <p:cTn id="9" dur="1230" accel="100000" fill="hold">
                                          <p:stCondLst>
                                            <p:cond delay="770"/>
                                          </p:stCondLst>
                                        </p:cTn>
                                        <p:tgtEl>
                                          <p:spTgt spid="4"/>
                                        </p:tgtEl>
                                      </p:cBhvr>
                                      <p:from x="200000" y="450000"/>
                                      <p:to x="100000" y="100000"/>
                                    </p:animScale>
                                    <p:set>
                                      <p:cBhvr>
                                        <p:cTn id="10" dur="770" fill="hold"/>
                                        <p:tgtEl>
                                          <p:spTgt spid="4"/>
                                        </p:tgtEl>
                                        <p:attrNameLst>
                                          <p:attrName>ppt_x</p:attrName>
                                        </p:attrNameLst>
                                      </p:cBhvr>
                                      <p:to>
                                        <p:strVal val="(0.5)"/>
                                      </p:to>
                                    </p:set>
                                    <p:anim from="(0.5)" to="(#ppt_x)" calcmode="lin" valueType="num">
                                      <p:cBhvr>
                                        <p:cTn id="11" dur="1230" accel="100000" fill="hold">
                                          <p:stCondLst>
                                            <p:cond delay="770"/>
                                          </p:stCondLst>
                                        </p:cTn>
                                        <p:tgtEl>
                                          <p:spTgt spid="4"/>
                                        </p:tgtEl>
                                        <p:attrNameLst>
                                          <p:attrName>ppt_x</p:attrName>
                                        </p:attrNameLst>
                                      </p:cBhvr>
                                    </p:anim>
                                    <p:set>
                                      <p:cBhvr>
                                        <p:cTn id="12" dur="770" fill="hold"/>
                                        <p:tgtEl>
                                          <p:spTgt spid="4"/>
                                        </p:tgtEl>
                                        <p:attrNameLst>
                                          <p:attrName>ppt_y</p:attrName>
                                        </p:attrNameLst>
                                      </p:cBhvr>
                                      <p:to>
                                        <p:strVal val="(#ppt_y+0.4)"/>
                                      </p:to>
                                    </p:set>
                                    <p:anim from="(#ppt_y+0.4)" to="(#ppt_y)" calcmode="lin" valueType="num">
                                      <p:cBhvr>
                                        <p:cTn id="13" dur="1230" accel="100000" fill="hold">
                                          <p:stCondLst>
                                            <p:cond delay="770"/>
                                          </p:stCondLst>
                                        </p:cTn>
                                        <p:tgtEl>
                                          <p:spTgt spid="4"/>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770" decel="100000"/>
                                        <p:tgtEl>
                                          <p:spTgt spid="5"/>
                                        </p:tgtEl>
                                      </p:cBhvr>
                                    </p:animEffect>
                                    <p:animScale>
                                      <p:cBhvr>
                                        <p:cTn id="19" dur="770" decel="100000"/>
                                        <p:tgtEl>
                                          <p:spTgt spid="5"/>
                                        </p:tgtEl>
                                      </p:cBhvr>
                                      <p:from x="10000" y="10000"/>
                                      <p:to x="200000" y="450000"/>
                                    </p:animScale>
                                    <p:animScale>
                                      <p:cBhvr>
                                        <p:cTn id="20" dur="1230" accel="100000" fill="hold">
                                          <p:stCondLst>
                                            <p:cond delay="770"/>
                                          </p:stCondLst>
                                        </p:cTn>
                                        <p:tgtEl>
                                          <p:spTgt spid="5"/>
                                        </p:tgtEl>
                                      </p:cBhvr>
                                      <p:from x="200000" y="450000"/>
                                      <p:to x="100000" y="100000"/>
                                    </p:animScale>
                                    <p:set>
                                      <p:cBhvr>
                                        <p:cTn id="21" dur="770" fill="hold"/>
                                        <p:tgtEl>
                                          <p:spTgt spid="5"/>
                                        </p:tgtEl>
                                        <p:attrNameLst>
                                          <p:attrName>ppt_x</p:attrName>
                                        </p:attrNameLst>
                                      </p:cBhvr>
                                      <p:to>
                                        <p:strVal val="(0.5)"/>
                                      </p:to>
                                    </p:set>
                                    <p:anim from="(0.5)" to="(#ppt_x)" calcmode="lin" valueType="num">
                                      <p:cBhvr>
                                        <p:cTn id="22" dur="1230" accel="100000" fill="hold">
                                          <p:stCondLst>
                                            <p:cond delay="770"/>
                                          </p:stCondLst>
                                        </p:cTn>
                                        <p:tgtEl>
                                          <p:spTgt spid="5"/>
                                        </p:tgtEl>
                                        <p:attrNameLst>
                                          <p:attrName>ppt_x</p:attrName>
                                        </p:attrNameLst>
                                      </p:cBhvr>
                                    </p:anim>
                                    <p:set>
                                      <p:cBhvr>
                                        <p:cTn id="23" dur="770" fill="hold"/>
                                        <p:tgtEl>
                                          <p:spTgt spid="5"/>
                                        </p:tgtEl>
                                        <p:attrNameLst>
                                          <p:attrName>ppt_y</p:attrName>
                                        </p:attrNameLst>
                                      </p:cBhvr>
                                      <p:to>
                                        <p:strVal val="(#ppt_y+0.4)"/>
                                      </p:to>
                                    </p:set>
                                    <p:anim from="(#ppt_y+0.4)" to="(#ppt_y)" calcmode="lin" valueType="num">
                                      <p:cBhvr>
                                        <p:cTn id="24" dur="1230" accel="100000" fill="hold">
                                          <p:stCondLst>
                                            <p:cond delay="770"/>
                                          </p:stCondLst>
                                        </p:cTn>
                                        <p:tgtEl>
                                          <p:spTgt spid="5"/>
                                        </p:tgtEl>
                                        <p:attrNameLst>
                                          <p:attrName>ppt_y</p:attrName>
                                        </p:attrNameLst>
                                      </p:cBhvr>
                                    </p:anim>
                                  </p:childTnLst>
                                </p:cTn>
                              </p:par>
                            </p:childTnLst>
                          </p:cTn>
                        </p:par>
                      </p:childTnLst>
                    </p:cTn>
                  </p:par>
                  <p:par>
                    <p:cTn id="25" fill="hold">
                      <p:stCondLst>
                        <p:cond delay="indefinite"/>
                      </p:stCondLst>
                      <p:childTnLst>
                        <p:par>
                          <p:cTn id="26" fill="hold">
                            <p:stCondLst>
                              <p:cond delay="0"/>
                            </p:stCondLst>
                            <p:childTnLst>
                              <p:par>
                                <p:cTn id="27" presetID="39" presetClass="entr" presetSubtype="0" accel="10000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500" fill="hold"/>
                                        <p:tgtEl>
                                          <p:spTgt spid="6"/>
                                        </p:tgtEl>
                                        <p:attrNameLst>
                                          <p:attrName>ppt_h</p:attrName>
                                        </p:attrNameLst>
                                      </p:cBhvr>
                                      <p:tavLst>
                                        <p:tav tm="0">
                                          <p:val>
                                            <p:strVal val="#ppt_h/20"/>
                                          </p:val>
                                        </p:tav>
                                        <p:tav tm="50000">
                                          <p:val>
                                            <p:strVal val="#ppt_h/20"/>
                                          </p:val>
                                        </p:tav>
                                        <p:tav tm="100000">
                                          <p:val>
                                            <p:strVal val="#ppt_h"/>
                                          </p:val>
                                        </p:tav>
                                      </p:tavLst>
                                    </p:anim>
                                    <p:anim calcmode="lin" valueType="num">
                                      <p:cBhvr>
                                        <p:cTn id="30" dur="500" fill="hold"/>
                                        <p:tgtEl>
                                          <p:spTgt spid="6"/>
                                        </p:tgtEl>
                                        <p:attrNameLst>
                                          <p:attrName>ppt_w</p:attrName>
                                        </p:attrNameLst>
                                      </p:cBhvr>
                                      <p:tavLst>
                                        <p:tav tm="0">
                                          <p:val>
                                            <p:strVal val="#ppt_w+.3"/>
                                          </p:val>
                                        </p:tav>
                                        <p:tav tm="50000">
                                          <p:val>
                                            <p:strVal val="#ppt_w+.3"/>
                                          </p:val>
                                        </p:tav>
                                        <p:tav tm="100000">
                                          <p:val>
                                            <p:strVal val="#ppt_w"/>
                                          </p:val>
                                        </p:tav>
                                      </p:tavLst>
                                    </p:anim>
                                    <p:anim calcmode="lin" valueType="num">
                                      <p:cBhvr>
                                        <p:cTn id="31" dur="500" fill="hold"/>
                                        <p:tgtEl>
                                          <p:spTgt spid="6"/>
                                        </p:tgtEl>
                                        <p:attrNameLst>
                                          <p:attrName>ppt_x</p:attrName>
                                        </p:attrNameLst>
                                      </p:cBhvr>
                                      <p:tavLst>
                                        <p:tav tm="0">
                                          <p:val>
                                            <p:strVal val="#ppt_x-.3"/>
                                          </p:val>
                                        </p:tav>
                                        <p:tav tm="50000">
                                          <p:val>
                                            <p:strVal val="#ppt_x"/>
                                          </p:val>
                                        </p:tav>
                                        <p:tav tm="100000">
                                          <p:val>
                                            <p:strVal val="#ppt_x"/>
                                          </p:val>
                                        </p:tav>
                                      </p:tavLst>
                                    </p:anim>
                                    <p:anim calcmode="lin" valueType="num">
                                      <p:cBhvr>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9" presetClass="entr" presetSubtype="0" accel="10000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ppt_h</p:attrName>
                                        </p:attrNameLst>
                                      </p:cBhvr>
                                      <p:tavLst>
                                        <p:tav tm="0">
                                          <p:val>
                                            <p:strVal val="#ppt_h/20"/>
                                          </p:val>
                                        </p:tav>
                                        <p:tav tm="50000">
                                          <p:val>
                                            <p:strVal val="#ppt_h/20"/>
                                          </p:val>
                                        </p:tav>
                                        <p:tav tm="100000">
                                          <p:val>
                                            <p:strVal val="#ppt_h"/>
                                          </p:val>
                                        </p:tav>
                                      </p:tavLst>
                                    </p:anim>
                                    <p:anim calcmode="lin" valueType="num">
                                      <p:cBhvr>
                                        <p:cTn id="38" dur="500" fill="hold"/>
                                        <p:tgtEl>
                                          <p:spTgt spid="7"/>
                                        </p:tgtEl>
                                        <p:attrNameLst>
                                          <p:attrName>ppt_w</p:attrName>
                                        </p:attrNameLst>
                                      </p:cBhvr>
                                      <p:tavLst>
                                        <p:tav tm="0">
                                          <p:val>
                                            <p:strVal val="#ppt_w+.3"/>
                                          </p:val>
                                        </p:tav>
                                        <p:tav tm="50000">
                                          <p:val>
                                            <p:strVal val="#ppt_w+.3"/>
                                          </p:val>
                                        </p:tav>
                                        <p:tav tm="100000">
                                          <p:val>
                                            <p:strVal val="#ppt_w"/>
                                          </p:val>
                                        </p:tav>
                                      </p:tavLst>
                                    </p:anim>
                                    <p:anim calcmode="lin" valueType="num">
                                      <p:cBhvr>
                                        <p:cTn id="39" dur="500" fill="hold"/>
                                        <p:tgtEl>
                                          <p:spTgt spid="7"/>
                                        </p:tgtEl>
                                        <p:attrNameLst>
                                          <p:attrName>ppt_x</p:attrName>
                                        </p:attrNameLst>
                                      </p:cBhvr>
                                      <p:tavLst>
                                        <p:tav tm="0">
                                          <p:val>
                                            <p:strVal val="#ppt_x-.3"/>
                                          </p:val>
                                        </p:tav>
                                        <p:tav tm="50000">
                                          <p:val>
                                            <p:strVal val="#ppt_x"/>
                                          </p:val>
                                        </p:tav>
                                        <p:tav tm="100000">
                                          <p:val>
                                            <p:strVal val="#ppt_x"/>
                                          </p:val>
                                        </p:tav>
                                      </p:tavLst>
                                    </p:anim>
                                    <p:anim calcmode="lin" valueType="num">
                                      <p:cBhvr>
                                        <p:cTn id="4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066800" y="533400"/>
            <a:ext cx="72390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000" b="1" dirty="0" err="1">
                <a:latin typeface="Times New Roman" pitchFamily="18" charset="0"/>
                <a:cs typeface="Times New Roman" pitchFamily="18" charset="0"/>
              </a:rPr>
              <a:t>Chính</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thể</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cộng</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hòa</a:t>
            </a:r>
            <a:endParaRPr lang="en-US" sz="4000" b="1" dirty="0">
              <a:latin typeface="Times New Roman" pitchFamily="18" charset="0"/>
              <a:cs typeface="Times New Roman" pitchFamily="18" charset="0"/>
            </a:endParaRPr>
          </a:p>
        </p:txBody>
      </p:sp>
      <p:sp>
        <p:nvSpPr>
          <p:cNvPr id="5" name="TextBox 4"/>
          <p:cNvSpPr txBox="1"/>
          <p:nvPr/>
        </p:nvSpPr>
        <p:spPr>
          <a:xfrm>
            <a:off x="762000" y="1828800"/>
            <a:ext cx="7848600" cy="1569660"/>
          </a:xfrm>
          <a:prstGeom prst="rect">
            <a:avLst/>
          </a:prstGeom>
          <a:noFill/>
        </p:spPr>
        <p:txBody>
          <a:bodyPr wrap="square" rtlCol="0">
            <a:spAutoFit/>
          </a:bodyPr>
          <a:lstStyle/>
          <a:p>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về</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Gồm</a:t>
            </a:r>
            <a:r>
              <a:rPr lang="en-US" sz="3200" dirty="0">
                <a:latin typeface="Times New Roman" pitchFamily="18" charset="0"/>
                <a:cs typeface="Times New Roman" pitchFamily="18" charset="0"/>
              </a:rPr>
              <a:t>:</a:t>
            </a:r>
          </a:p>
        </p:txBody>
      </p:sp>
      <p:sp>
        <p:nvSpPr>
          <p:cNvPr id="6" name="Oval 5"/>
          <p:cNvSpPr/>
          <p:nvPr/>
        </p:nvSpPr>
        <p:spPr>
          <a:xfrm>
            <a:off x="685800" y="3810000"/>
            <a:ext cx="3276600" cy="3048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err="1">
                <a:latin typeface="Times New Roman" pitchFamily="18" charset="0"/>
                <a:cs typeface="Times New Roman" pitchFamily="18" charset="0"/>
              </a:rPr>
              <a:t>Cộng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hòa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tộc</a:t>
            </a:r>
            <a:endParaRPr lang="en-US" sz="3200" dirty="0">
              <a:latin typeface="Times New Roman" pitchFamily="18" charset="0"/>
              <a:cs typeface="Times New Roman" pitchFamily="18" charset="0"/>
            </a:endParaRPr>
          </a:p>
        </p:txBody>
      </p:sp>
      <p:sp>
        <p:nvSpPr>
          <p:cNvPr id="7" name="Oval 6"/>
          <p:cNvSpPr/>
          <p:nvPr/>
        </p:nvSpPr>
        <p:spPr>
          <a:xfrm>
            <a:off x="5181600" y="3810000"/>
            <a:ext cx="2895600" cy="3048000"/>
          </a:xfrm>
          <a:prstGeom prst="ellipse">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3200" dirty="0" err="1">
                <a:latin typeface="Times New Roman" pitchFamily="18" charset="0"/>
                <a:cs typeface="Times New Roman" pitchFamily="18" charset="0"/>
              </a:rPr>
              <a:t>Cộng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hòa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70" decel="100000"/>
                                        <p:tgtEl>
                                          <p:spTgt spid="4"/>
                                        </p:tgtEl>
                                      </p:cBhvr>
                                    </p:animEffect>
                                    <p:animScale>
                                      <p:cBhvr>
                                        <p:cTn id="8" dur="770" decel="100000"/>
                                        <p:tgtEl>
                                          <p:spTgt spid="4"/>
                                        </p:tgtEl>
                                      </p:cBhvr>
                                      <p:from x="10000" y="10000"/>
                                      <p:to x="200000" y="450000"/>
                                    </p:animScale>
                                    <p:animScale>
                                      <p:cBhvr>
                                        <p:cTn id="9" dur="1230" accel="100000" fill="hold">
                                          <p:stCondLst>
                                            <p:cond delay="770"/>
                                          </p:stCondLst>
                                        </p:cTn>
                                        <p:tgtEl>
                                          <p:spTgt spid="4"/>
                                        </p:tgtEl>
                                      </p:cBhvr>
                                      <p:from x="200000" y="450000"/>
                                      <p:to x="100000" y="100000"/>
                                    </p:animScale>
                                    <p:set>
                                      <p:cBhvr>
                                        <p:cTn id="10" dur="770" fill="hold"/>
                                        <p:tgtEl>
                                          <p:spTgt spid="4"/>
                                        </p:tgtEl>
                                        <p:attrNameLst>
                                          <p:attrName>ppt_x</p:attrName>
                                        </p:attrNameLst>
                                      </p:cBhvr>
                                      <p:to>
                                        <p:strVal val="(0.5)"/>
                                      </p:to>
                                    </p:set>
                                    <p:anim from="(0.5)" to="(#ppt_x)" calcmode="lin" valueType="num">
                                      <p:cBhvr>
                                        <p:cTn id="11" dur="1230" accel="100000" fill="hold">
                                          <p:stCondLst>
                                            <p:cond delay="770"/>
                                          </p:stCondLst>
                                        </p:cTn>
                                        <p:tgtEl>
                                          <p:spTgt spid="4"/>
                                        </p:tgtEl>
                                        <p:attrNameLst>
                                          <p:attrName>ppt_x</p:attrName>
                                        </p:attrNameLst>
                                      </p:cBhvr>
                                    </p:anim>
                                    <p:set>
                                      <p:cBhvr>
                                        <p:cTn id="12" dur="770" fill="hold"/>
                                        <p:tgtEl>
                                          <p:spTgt spid="4"/>
                                        </p:tgtEl>
                                        <p:attrNameLst>
                                          <p:attrName>ppt_y</p:attrName>
                                        </p:attrNameLst>
                                      </p:cBhvr>
                                      <p:to>
                                        <p:strVal val="(#ppt_y+0.4)"/>
                                      </p:to>
                                    </p:set>
                                    <p:anim from="(#ppt_y+0.4)" to="(#ppt_y)" calcmode="lin" valueType="num">
                                      <p:cBhvr>
                                        <p:cTn id="13" dur="1230" accel="100000" fill="hold">
                                          <p:stCondLst>
                                            <p:cond delay="770"/>
                                          </p:stCondLst>
                                        </p:cTn>
                                        <p:tgtEl>
                                          <p:spTgt spid="4"/>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2"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Scale>
                                      <p:cBhvr>
                                        <p:cTn id="18"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5"/>
                                        </p:tgtEl>
                                        <p:attrNameLst>
                                          <p:attrName>ppt_x</p:attrName>
                                          <p:attrName>ppt_y</p:attrName>
                                        </p:attrNameLst>
                                      </p:cBhvr>
                                    </p:animMotion>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fltVal val="0"/>
                                          </p:val>
                                        </p:tav>
                                        <p:tav tm="100000">
                                          <p:val>
                                            <p:strVal val="#ppt_w"/>
                                          </p:val>
                                        </p:tav>
                                      </p:tavLst>
                                    </p:anim>
                                    <p:anim calcmode="lin" valueType="num">
                                      <p:cBhvr>
                                        <p:cTn id="33" dur="500" fill="hold"/>
                                        <p:tgtEl>
                                          <p:spTgt spid="7"/>
                                        </p:tgtEl>
                                        <p:attrNameLst>
                                          <p:attrName>ppt_h</p:attrName>
                                        </p:attrNameLst>
                                      </p:cBhvr>
                                      <p:tavLst>
                                        <p:tav tm="0">
                                          <p:val>
                                            <p:fltVal val="0"/>
                                          </p:val>
                                        </p:tav>
                                        <p:tav tm="100000">
                                          <p:val>
                                            <p:strVal val="#ppt_h"/>
                                          </p:val>
                                        </p:tav>
                                      </p:tavLst>
                                    </p:anim>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dirty="0" err="1">
                <a:solidFill>
                  <a:schemeClr val="tx1"/>
                </a:solidFill>
                <a:latin typeface="Times New Roman" pitchFamily="18" charset="0"/>
                <a:cs typeface="Times New Roman" pitchFamily="18" charset="0"/>
              </a:rPr>
              <a:t>Hình</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thức</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cấu</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trúc</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nhà</a:t>
            </a:r>
            <a:r>
              <a:rPr lang="en-US" dirty="0">
                <a:solidFill>
                  <a:schemeClr val="tx1"/>
                </a:solidFill>
                <a:latin typeface="Times New Roman" pitchFamily="18" charset="0"/>
                <a:cs typeface="Times New Roman" pitchFamily="18" charset="0"/>
              </a:rPr>
              <a:t> </a:t>
            </a:r>
            <a:r>
              <a:rPr lang="en-US" dirty="0" err="1">
                <a:solidFill>
                  <a:schemeClr val="tx1"/>
                </a:solidFill>
                <a:latin typeface="Times New Roman" pitchFamily="18" charset="0"/>
                <a:cs typeface="Times New Roman" pitchFamily="18" charset="0"/>
              </a:rPr>
              <a:t>nước</a:t>
            </a:r>
            <a:endParaRPr lang="en-US" dirty="0">
              <a:solidFill>
                <a:schemeClr val="tx1"/>
              </a:solidFill>
              <a:latin typeface="Times New Roman" pitchFamily="18" charset="0"/>
              <a:cs typeface="Times New Roman" pitchFamily="18" charset="0"/>
            </a:endParaRPr>
          </a:p>
        </p:txBody>
      </p:sp>
      <p:sp>
        <p:nvSpPr>
          <p:cNvPr id="2" name="Content Placeholder 1"/>
          <p:cNvSpPr>
            <a:spLocks noGrp="1"/>
          </p:cNvSpPr>
          <p:nvPr>
            <p:ph idx="1"/>
          </p:nvPr>
        </p:nvSpPr>
        <p:spPr/>
        <p:txBody>
          <a:bodyPr>
            <a:normAutofit/>
          </a:bodyPr>
          <a:lstStyle/>
          <a:p>
            <a:pPr algn="just"/>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phân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chia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đơn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vị</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chính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lãnh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thổ</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xác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lập</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hệ</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bản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giữa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cơ</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quan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nước</a:t>
            </a:r>
            <a:r>
              <a:rPr lang="en-US" sz="3600" dirty="0">
                <a:latin typeface="Times New Roman" pitchFamily="18" charset="0"/>
                <a:cs typeface="Times New Roman" pitchFamily="18" charset="0"/>
              </a:rPr>
              <a:t> ở </a:t>
            </a:r>
            <a:r>
              <a:rPr lang="en-US" sz="3600" dirty="0" err="1">
                <a:latin typeface="Times New Roman" pitchFamily="18" charset="0"/>
                <a:cs typeface="Times New Roman" pitchFamily="18" charset="0"/>
              </a:rPr>
              <a:t>trung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ương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địa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phương</a:t>
            </a:r>
            <a:r>
              <a:rPr lang="en-US" sz="3600" dirty="0">
                <a:latin typeface="Times New Roman" pitchFamily="18" charset="0"/>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52"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Scale>
                                      <p:cBhvr>
                                        <p:cTn id="15" dur="1000" decel="50000" fill="hold">
                                          <p:stCondLst>
                                            <p:cond delay="0"/>
                                          </p:stCondLst>
                                        </p:cTn>
                                        <p:tgtEl>
                                          <p:spTgt spid="2">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6" dur="1000" decel="50000" fill="hold">
                                          <p:stCondLst>
                                            <p:cond delay="0"/>
                                          </p:stCondLst>
                                        </p:cTn>
                                        <p:tgtEl>
                                          <p:spTgt spid="2">
                                            <p:txEl>
                                              <p:pRg st="0" end="0"/>
                                            </p:txEl>
                                          </p:spTgt>
                                        </p:tgtEl>
                                        <p:attrNameLst>
                                          <p:attrName>ppt_x</p:attrName>
                                          <p:attrName>ppt_y</p:attrName>
                                        </p:attrNameLst>
                                      </p:cBhvr>
                                    </p:animMotion>
                                    <p:animEffect transition="in" filter="fade">
                                      <p:cBhvr>
                                        <p:cTn id="17"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219200" y="609600"/>
            <a:ext cx="6858000" cy="1066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err="1">
                <a:latin typeface="Times New Roman" pitchFamily="18" charset="0"/>
                <a:cs typeface="Times New Roman" pitchFamily="18" charset="0"/>
              </a:rPr>
              <a:t>Nhà</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nước</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đơn</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nhất</a:t>
            </a:r>
            <a:endParaRPr lang="en-US" sz="4400" b="1" dirty="0">
              <a:latin typeface="Times New Roman" pitchFamily="18" charset="0"/>
              <a:cs typeface="Times New Roman" pitchFamily="18" charset="0"/>
            </a:endParaRPr>
          </a:p>
        </p:txBody>
      </p:sp>
      <p:sp>
        <p:nvSpPr>
          <p:cNvPr id="5" name="TextBox 4"/>
          <p:cNvSpPr txBox="1"/>
          <p:nvPr/>
        </p:nvSpPr>
        <p:spPr>
          <a:xfrm>
            <a:off x="762000" y="2286000"/>
            <a:ext cx="7620000" cy="2062103"/>
          </a:xfrm>
          <a:prstGeom prst="rect">
            <a:avLst/>
          </a:prstGeom>
          <a:noFill/>
        </p:spPr>
        <p:txBody>
          <a:bodyPr wrap="square" rtlCol="0">
            <a:spAutoFit/>
          </a:bodyPr>
          <a:lstStyle/>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endParaRPr lang="en-US" sz="3200" dirty="0">
              <a:latin typeface="Times New Roman" pitchFamily="18" charset="0"/>
              <a:cs typeface="Times New Roman" pitchFamily="18" charset="0"/>
            </a:endParaRPr>
          </a:p>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tịch</a:t>
            </a:r>
            <a:endParaRPr lang="en-US" sz="3200" dirty="0">
              <a:latin typeface="Times New Roman" pitchFamily="18" charset="0"/>
              <a:cs typeface="Times New Roman" pitchFamily="18" charset="0"/>
            </a:endParaRPr>
          </a:p>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Scale>
                                      <p:cBhvr>
                                        <p:cTn id="14" dur="1000" decel="50000" fill="hold">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5" dur="1000" decel="50000" fill="hold">
                                          <p:stCondLst>
                                            <p:cond delay="0"/>
                                          </p:stCondLst>
                                        </p:cTn>
                                        <p:tgtEl>
                                          <p:spTgt spid="5"/>
                                        </p:tgtEl>
                                        <p:attrNameLst>
                                          <p:attrName>ppt_x</p:attrName>
                                          <p:attrName>ppt_y</p:attrName>
                                        </p:attrNameLst>
                                      </p:cBhvr>
                                    </p:animMotion>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219200" y="533400"/>
            <a:ext cx="69342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4400" b="1" dirty="0" err="1">
                <a:latin typeface="Times New Roman" pitchFamily="18" charset="0"/>
                <a:cs typeface="Times New Roman" pitchFamily="18" charset="0"/>
              </a:rPr>
              <a:t>Nhà</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nước</a:t>
            </a:r>
            <a:r>
              <a:rPr lang="en-US" sz="4400" b="1" dirty="0">
                <a:latin typeface="Times New Roman" pitchFamily="18" charset="0"/>
                <a:cs typeface="Times New Roman" pitchFamily="18" charset="0"/>
              </a:rPr>
              <a:t> </a:t>
            </a:r>
            <a:r>
              <a:rPr lang="en-US" sz="4400" b="1" dirty="0" err="1">
                <a:latin typeface="Times New Roman" pitchFamily="18" charset="0"/>
                <a:cs typeface="Times New Roman" pitchFamily="18" charset="0"/>
              </a:rPr>
              <a:t>liên</a:t>
            </a:r>
            <a:r>
              <a:rPr lang="en-US" sz="4400" b="1" dirty="0">
                <a:latin typeface="Times New Roman" pitchFamily="18" charset="0"/>
                <a:cs typeface="Times New Roman" pitchFamily="18" charset="0"/>
              </a:rPr>
              <a:t> bang</a:t>
            </a:r>
          </a:p>
        </p:txBody>
      </p:sp>
      <p:sp>
        <p:nvSpPr>
          <p:cNvPr id="5" name="TextBox 4"/>
          <p:cNvSpPr txBox="1"/>
          <p:nvPr/>
        </p:nvSpPr>
        <p:spPr>
          <a:xfrm>
            <a:off x="990600" y="2057400"/>
            <a:ext cx="7315200" cy="1569660"/>
          </a:xfrm>
          <a:prstGeom prst="rect">
            <a:avLst/>
          </a:prstGeom>
          <a:noFill/>
        </p:spPr>
        <p:txBody>
          <a:bodyPr wrap="square" rtlCol="0">
            <a:spAutoFit/>
          </a:bodyPr>
          <a:lstStyle/>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2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tịch</a:t>
            </a:r>
            <a:endParaRPr lang="en-US" sz="3200" dirty="0">
              <a:latin typeface="Times New Roman" pitchFamily="18" charset="0"/>
              <a:cs typeface="Times New Roman" pitchFamily="18" charset="0"/>
            </a:endParaRPr>
          </a:p>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2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a:p>
            <a:pPr>
              <a:buFontTx/>
              <a:buChar char="-"/>
            </a:pP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2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15"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1000" fill="hold"/>
                                        <p:tgtEl>
                                          <p:spTgt spid="4"/>
                                        </p:tgtEl>
                                        <p:attrNameLst>
                                          <p:attrName>ppt_w</p:attrName>
                                        </p:attrNameLst>
                                      </p:cBhvr>
                                      <p:tavLst>
                                        <p:tav tm="0">
                                          <p:val>
                                            <p:fltVal val="0"/>
                                          </p:val>
                                        </p:tav>
                                        <p:tav tm="100000">
                                          <p:val>
                                            <p:strVal val="#ppt_w"/>
                                          </p:val>
                                        </p:tav>
                                      </p:tavLst>
                                    </p:anim>
                                    <p:anim calcmode="lin" valueType="num">
                                      <p:cBhvr>
                                        <p:cTn id="15" dur="1000" fill="hold"/>
                                        <p:tgtEl>
                                          <p:spTgt spid="4"/>
                                        </p:tgtEl>
                                        <p:attrNameLst>
                                          <p:attrName>ppt_h</p:attrName>
                                        </p:attrNameLst>
                                      </p:cBhvr>
                                      <p:tavLst>
                                        <p:tav tm="0">
                                          <p:val>
                                            <p:fltVal val="0"/>
                                          </p:val>
                                        </p:tav>
                                        <p:tav tm="100000">
                                          <p:val>
                                            <p:strVal val="#ppt_h"/>
                                          </p:val>
                                        </p:tav>
                                      </p:tavLst>
                                    </p:anim>
                                    <p:anim calcmode="lin" valueType="num">
                                      <p:cBhvr>
                                        <p:cTn id="16"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7"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8" fill="hold">
                      <p:stCondLst>
                        <p:cond delay="indefinite"/>
                      </p:stCondLst>
                      <p:childTnLst>
                        <p:par>
                          <p:cTn id="19" fill="hold">
                            <p:stCondLst>
                              <p:cond delay="0"/>
                            </p:stCondLst>
                            <p:childTnLst>
                              <p:par>
                                <p:cTn id="20" presetID="35" presetClass="entr" presetSubtype="0" fill="hold" grpId="1"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2000"/>
                                        <p:tgtEl>
                                          <p:spTgt spid="5"/>
                                        </p:tgtEl>
                                      </p:cBhvr>
                                    </p:animEffect>
                                    <p:anim calcmode="lin" valueType="num">
                                      <p:cBhvr>
                                        <p:cTn id="23" dur="2000" fill="hold"/>
                                        <p:tgtEl>
                                          <p:spTgt spid="5"/>
                                        </p:tgtEl>
                                        <p:attrNameLst>
                                          <p:attrName>style.rotation</p:attrName>
                                        </p:attrNameLst>
                                      </p:cBhvr>
                                      <p:tavLst>
                                        <p:tav tm="0">
                                          <p:val>
                                            <p:fltVal val="720"/>
                                          </p:val>
                                        </p:tav>
                                        <p:tav tm="100000">
                                          <p:val>
                                            <p:fltVal val="0"/>
                                          </p:val>
                                        </p:tav>
                                      </p:tavLst>
                                    </p:anim>
                                    <p:anim calcmode="lin" valueType="num">
                                      <p:cBhvr>
                                        <p:cTn id="24" dur="2000" fill="hold"/>
                                        <p:tgtEl>
                                          <p:spTgt spid="5"/>
                                        </p:tgtEl>
                                        <p:attrNameLst>
                                          <p:attrName>ppt_h</p:attrName>
                                        </p:attrNameLst>
                                      </p:cBhvr>
                                      <p:tavLst>
                                        <p:tav tm="0">
                                          <p:val>
                                            <p:fltVal val="0"/>
                                          </p:val>
                                        </p:tav>
                                        <p:tav tm="100000">
                                          <p:val>
                                            <p:strVal val="#ppt_h"/>
                                          </p:val>
                                        </p:tav>
                                      </p:tavLst>
                                    </p:anim>
                                    <p:anim calcmode="lin" valueType="num">
                                      <p:cBhvr>
                                        <p:cTn id="25" dur="2000" fill="hold"/>
                                        <p:tgtEl>
                                          <p:spTgt spid="5"/>
                                        </p:tgtEl>
                                        <p:attrNameLst>
                                          <p:attrName>ppt_w</p:attrName>
                                        </p:attrNameLst>
                                      </p:cBhvr>
                                      <p:tavLst>
                                        <p:tav tm="0">
                                          <p:val>
                                            <p:fltVal val="0"/>
                                          </p:val>
                                        </p:tav>
                                        <p:tav tm="100000">
                                          <p:val>
                                            <p:strVal val="#ppt_w"/>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5" grpId="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838200" y="609600"/>
            <a:ext cx="7467600" cy="9144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4000" b="1" dirty="0" err="1">
                <a:latin typeface="Times New Roman" pitchFamily="18" charset="0"/>
                <a:cs typeface="Times New Roman" pitchFamily="18" charset="0"/>
              </a:rPr>
              <a:t>Nhà</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nước</a:t>
            </a:r>
            <a:r>
              <a:rPr lang="en-US" sz="4000" b="1" dirty="0">
                <a:latin typeface="Times New Roman" pitchFamily="18" charset="0"/>
                <a:cs typeface="Times New Roman" pitchFamily="18" charset="0"/>
              </a:rPr>
              <a:t> </a:t>
            </a:r>
            <a:r>
              <a:rPr lang="en-US" sz="4000" b="1" dirty="0" err="1">
                <a:latin typeface="Times New Roman" pitchFamily="18" charset="0"/>
                <a:cs typeface="Times New Roman" pitchFamily="18" charset="0"/>
              </a:rPr>
              <a:t>liên</a:t>
            </a:r>
            <a:r>
              <a:rPr lang="en-US" sz="4000" b="1" dirty="0">
                <a:latin typeface="Times New Roman" pitchFamily="18" charset="0"/>
                <a:cs typeface="Times New Roman" pitchFamily="18" charset="0"/>
              </a:rPr>
              <a:t> minh</a:t>
            </a:r>
          </a:p>
        </p:txBody>
      </p:sp>
      <p:sp>
        <p:nvSpPr>
          <p:cNvPr id="5" name="TextBox 4"/>
          <p:cNvSpPr txBox="1"/>
          <p:nvPr/>
        </p:nvSpPr>
        <p:spPr>
          <a:xfrm>
            <a:off x="533400" y="1981200"/>
            <a:ext cx="7924800" cy="255454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just"/>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tạm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giữa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algn="just"/>
            <a:r>
              <a:rPr lang="en-US" sz="3200" dirty="0" err="1">
                <a:latin typeface="Times New Roman" pitchFamily="18" charset="0"/>
                <a:cs typeface="Times New Roman" pitchFamily="18" charset="0"/>
              </a:rPr>
              <a:t>Sau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hoàn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mục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đích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hoặc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triển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liên</a:t>
            </a:r>
            <a:r>
              <a:rPr lang="en-US" sz="3200" dirty="0">
                <a:latin typeface="Times New Roman" pitchFamily="18" charset="0"/>
                <a:cs typeface="Times New Roman" pitchFamily="18" charset="0"/>
              </a:rPr>
              <a:t> bang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70" decel="100000"/>
                                        <p:tgtEl>
                                          <p:spTgt spid="4"/>
                                        </p:tgtEl>
                                      </p:cBhvr>
                                    </p:animEffect>
                                    <p:animScale>
                                      <p:cBhvr>
                                        <p:cTn id="8" dur="770" decel="100000"/>
                                        <p:tgtEl>
                                          <p:spTgt spid="4"/>
                                        </p:tgtEl>
                                      </p:cBhvr>
                                      <p:from x="10000" y="10000"/>
                                      <p:to x="200000" y="450000"/>
                                    </p:animScale>
                                    <p:animScale>
                                      <p:cBhvr>
                                        <p:cTn id="9" dur="1230" accel="100000" fill="hold">
                                          <p:stCondLst>
                                            <p:cond delay="770"/>
                                          </p:stCondLst>
                                        </p:cTn>
                                        <p:tgtEl>
                                          <p:spTgt spid="4"/>
                                        </p:tgtEl>
                                      </p:cBhvr>
                                      <p:from x="200000" y="450000"/>
                                      <p:to x="100000" y="100000"/>
                                    </p:animScale>
                                    <p:set>
                                      <p:cBhvr>
                                        <p:cTn id="10" dur="770" fill="hold"/>
                                        <p:tgtEl>
                                          <p:spTgt spid="4"/>
                                        </p:tgtEl>
                                        <p:attrNameLst>
                                          <p:attrName>ppt_x</p:attrName>
                                        </p:attrNameLst>
                                      </p:cBhvr>
                                      <p:to>
                                        <p:strVal val="(0.5)"/>
                                      </p:to>
                                    </p:set>
                                    <p:anim from="(0.5)" to="(#ppt_x)" calcmode="lin" valueType="num">
                                      <p:cBhvr>
                                        <p:cTn id="11" dur="1230" accel="100000" fill="hold">
                                          <p:stCondLst>
                                            <p:cond delay="770"/>
                                          </p:stCondLst>
                                        </p:cTn>
                                        <p:tgtEl>
                                          <p:spTgt spid="4"/>
                                        </p:tgtEl>
                                        <p:attrNameLst>
                                          <p:attrName>ppt_x</p:attrName>
                                        </p:attrNameLst>
                                      </p:cBhvr>
                                    </p:anim>
                                    <p:set>
                                      <p:cBhvr>
                                        <p:cTn id="12" dur="770" fill="hold"/>
                                        <p:tgtEl>
                                          <p:spTgt spid="4"/>
                                        </p:tgtEl>
                                        <p:attrNameLst>
                                          <p:attrName>ppt_y</p:attrName>
                                        </p:attrNameLst>
                                      </p:cBhvr>
                                      <p:to>
                                        <p:strVal val="(#ppt_y+0.4)"/>
                                      </p:to>
                                    </p:set>
                                    <p:anim from="(#ppt_y+0.4)" to="(#ppt_y)" calcmode="lin" valueType="num">
                                      <p:cBhvr>
                                        <p:cTn id="13" dur="1230" accel="100000" fill="hold">
                                          <p:stCondLst>
                                            <p:cond delay="770"/>
                                          </p:stCondLst>
                                        </p:cTn>
                                        <p:tgtEl>
                                          <p:spTgt spid="4"/>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15" presetClass="entr" presetSubtype="0"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1000" fill="hold"/>
                                        <p:tgtEl>
                                          <p:spTgt spid="5"/>
                                        </p:tgtEl>
                                        <p:attrNameLst>
                                          <p:attrName>ppt_w</p:attrName>
                                        </p:attrNameLst>
                                      </p:cBhvr>
                                      <p:tavLst>
                                        <p:tav tm="0">
                                          <p:val>
                                            <p:fltVal val="0"/>
                                          </p:val>
                                        </p:tav>
                                        <p:tav tm="100000">
                                          <p:val>
                                            <p:strVal val="#ppt_w"/>
                                          </p:val>
                                        </p:tav>
                                      </p:tavLst>
                                    </p:anim>
                                    <p:anim calcmode="lin" valueType="num">
                                      <p:cBhvr>
                                        <p:cTn id="19" dur="1000" fill="hold"/>
                                        <p:tgtEl>
                                          <p:spTgt spid="5"/>
                                        </p:tgtEl>
                                        <p:attrNameLst>
                                          <p:attrName>ppt_h</p:attrName>
                                        </p:attrNameLst>
                                      </p:cBhvr>
                                      <p:tavLst>
                                        <p:tav tm="0">
                                          <p:val>
                                            <p:fltVal val="0"/>
                                          </p:val>
                                        </p:tav>
                                        <p:tav tm="100000">
                                          <p:val>
                                            <p:strVal val="#ppt_h"/>
                                          </p:val>
                                        </p:tav>
                                      </p:tavLst>
                                    </p:anim>
                                    <p:anim calcmode="lin" valueType="num">
                                      <p:cBhvr>
                                        <p:cTn id="20" dur="1000" fill="hold"/>
                                        <p:tgtEl>
                                          <p:spTgt spid="5"/>
                                        </p:tgtEl>
                                        <p:attrNameLst>
                                          <p:attrName>ppt_x</p:attrName>
                                        </p:attrNameLst>
                                      </p:cBhvr>
                                      <p:tavLst>
                                        <p:tav tm="0" fmla="#ppt_x+(cos(-2*pi*(1-$))*-#ppt_x-sin(-2*pi*(1-$))*(1-#ppt_y))*(1-$)">
                                          <p:val>
                                            <p:fltVal val="0"/>
                                          </p:val>
                                        </p:tav>
                                        <p:tav tm="100000">
                                          <p:val>
                                            <p:fltVal val="1"/>
                                          </p:val>
                                        </p:tav>
                                      </p:tavLst>
                                    </p:anim>
                                    <p:anim calcmode="lin" valueType="num">
                                      <p:cBhvr>
                                        <p:cTn id="21" dur="1000" fill="hold"/>
                                        <p:tgtEl>
                                          <p:spTgt spid="5"/>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pPr algn="ctr"/>
            <a:r>
              <a:rPr lang="en-US" sz="4400" dirty="0" err="1">
                <a:solidFill>
                  <a:schemeClr val="tx1"/>
                </a:solidFill>
                <a:latin typeface="Times New Roman" pitchFamily="18" charset="0"/>
                <a:cs typeface="Times New Roman" pitchFamily="18" charset="0"/>
              </a:rPr>
              <a:t>Chế</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độ</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chính</a:t>
            </a:r>
            <a:r>
              <a:rPr lang="en-US" sz="4400" dirty="0">
                <a:solidFill>
                  <a:schemeClr val="tx1"/>
                </a:solidFill>
                <a:latin typeface="Times New Roman" pitchFamily="18" charset="0"/>
                <a:cs typeface="Times New Roman" pitchFamily="18" charset="0"/>
              </a:rPr>
              <a:t> </a:t>
            </a:r>
            <a:r>
              <a:rPr lang="en-US" sz="4400" dirty="0" err="1">
                <a:solidFill>
                  <a:schemeClr val="tx1"/>
                </a:solidFill>
                <a:latin typeface="Times New Roman" pitchFamily="18" charset="0"/>
                <a:cs typeface="Times New Roman" pitchFamily="18" charset="0"/>
              </a:rPr>
              <a:t>trị</a:t>
            </a:r>
            <a:endParaRPr lang="en-US" sz="4400" dirty="0">
              <a:solidFill>
                <a:schemeClr val="tx1"/>
              </a:solidFill>
              <a:latin typeface="Times New Roman" pitchFamily="18" charset="0"/>
              <a:cs typeface="Times New Roman" pitchFamily="18" charset="0"/>
            </a:endParaRPr>
          </a:p>
        </p:txBody>
      </p:sp>
      <p:sp>
        <p:nvSpPr>
          <p:cNvPr id="2" name="Content Placeholder 1"/>
          <p:cNvSpPr>
            <a:spLocks noGrp="1"/>
          </p:cNvSpPr>
          <p:nvPr>
            <p:ph idx="1"/>
          </p:nvPr>
        </p:nvSpPr>
        <p:spPr>
          <a:xfrm>
            <a:off x="12700" y="1924447"/>
            <a:ext cx="9144000" cy="2023872"/>
          </a:xfrm>
        </p:spPr>
        <p:txBody>
          <a:bodyPr>
            <a:noAutofit/>
          </a:bodyPr>
          <a:lstStyle/>
          <a:p>
            <a:pPr algn="just"/>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hay phi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p:txBody>
      </p:sp>
      <p:sp>
        <p:nvSpPr>
          <p:cNvPr id="4" name="TextBox 3"/>
          <p:cNvSpPr txBox="1"/>
          <p:nvPr/>
        </p:nvSpPr>
        <p:spPr>
          <a:xfrm>
            <a:off x="228600" y="4038600"/>
            <a:ext cx="8686800" cy="2062103"/>
          </a:xfrm>
          <a:prstGeom prst="rect">
            <a:avLst/>
          </a:prstGeom>
          <a:noFill/>
        </p:spPr>
        <p:txBody>
          <a:bodyPr wrap="square" rtlCol="0">
            <a:spAutoFit/>
          </a:bodyPr>
          <a:lstStyle/>
          <a:p>
            <a:pPr algn="just"/>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lập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 calcmode="lin" valueType="num">
                                      <p:cBhvr>
                                        <p:cTn id="9" dur="500" fill="hold"/>
                                        <p:tgtEl>
                                          <p:spTgt spid="3"/>
                                        </p:tgtEl>
                                        <p:attrNameLst>
                                          <p:attrName>style.rotation</p:attrName>
                                        </p:attrNameLst>
                                      </p:cBhvr>
                                      <p:tavLst>
                                        <p:tav tm="0">
                                          <p:val>
                                            <p:fltVal val="360"/>
                                          </p:val>
                                        </p:tav>
                                        <p:tav tm="100000">
                                          <p:val>
                                            <p:fltVal val="0"/>
                                          </p:val>
                                        </p:tav>
                                      </p:tavLst>
                                    </p:anim>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5" presetClass="entr" presetSubtype="0" fill="hold" grpId="0"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anim calcmode="lin" valueType="num">
                                      <p:cBhvr>
                                        <p:cTn id="15" dur="1000" fill="hold"/>
                                        <p:tgtEl>
                                          <p:spTgt spid="2">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2">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2">
                                            <p:txEl>
                                              <p:pRg st="0" end="0"/>
                                            </p:txEl>
                                          </p:spTgt>
                                        </p:tgtEl>
                                        <p:attrNameLst>
                                          <p:attrName>ppt_x</p:attrName>
                                        </p:attrNameLst>
                                      </p:cBhvr>
                                      <p:tavLst>
                                        <p:tav tm="0" fmla="#ppt_x+(cos(-2*pi*(1-$))*-#ppt_x-sin(-2*pi*(1-$))*(1-#ppt_y))*(1-$)">
                                          <p:val>
                                            <p:fltVal val="0"/>
                                          </p:val>
                                        </p:tav>
                                        <p:tav tm="100000">
                                          <p:val>
                                            <p:fltVal val="1"/>
                                          </p:val>
                                        </p:tav>
                                      </p:tavLst>
                                    </p:anim>
                                    <p:anim calcmode="lin" valueType="num">
                                      <p:cBhvr>
                                        <p:cTn id="18" dur="1000" fill="hold"/>
                                        <p:tgtEl>
                                          <p:spTgt spid="2">
                                            <p:txEl>
                                              <p:pRg st="0" end="0"/>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9" fill="hold">
                      <p:stCondLst>
                        <p:cond delay="indefinite"/>
                      </p:stCondLst>
                      <p:childTnLst>
                        <p:par>
                          <p:cTn id="20" fill="hold">
                            <p:stCondLst>
                              <p:cond delay="0"/>
                            </p:stCondLst>
                            <p:childTnLst>
                              <p:par>
                                <p:cTn id="21" presetID="21" presetClass="entr" presetSubtype="4"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heel(4)">
                                      <p:cBhvr>
                                        <p:cTn id="2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P spid="4" grpId="0"/>
    </p:bld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Berlin</Template>
  <TotalTime>1245</TotalTime>
  <Words>2647</Words>
  <Application>Microsoft Macintosh PowerPoint</Application>
  <PresentationFormat>On-screen Show (4:3)</PresentationFormat>
  <Paragraphs>232</Paragraphs>
  <Slides>60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60</vt:i4>
      </vt:variant>
    </vt:vector>
  </HeadingPairs>
  <TitlesOfParts>
    <vt:vector size="66" baseType="lpstr">
      <vt:lpstr>Aptos</vt:lpstr>
      <vt:lpstr>Arial</vt:lpstr>
      <vt:lpstr>Times New Roman</vt:lpstr>
      <vt:lpstr>Trebuchet MS</vt:lpstr>
      <vt:lpstr>Wingdings</vt:lpstr>
      <vt:lpstr>Berlin</vt:lpstr>
      <vt:lpstr>Bài 1 </vt:lpstr>
      <vt:lpstr> Nguồn gốc Nhà nước</vt:lpstr>
      <vt:lpstr>Những quan điểm phi Mácxit về nguồn gốc Nhà nước</vt:lpstr>
      <vt:lpstr>Thuyết gia trưởng</vt:lpstr>
      <vt:lpstr>Thuyết khế ước</vt:lpstr>
      <vt:lpstr>Thuyết bạo lực</vt:lpstr>
      <vt:lpstr>PowerPoint Presentation</vt:lpstr>
      <vt:lpstr> Quan điểm của chủ nghĩa  Mác – Lênin</vt:lpstr>
      <vt:lpstr>Chế độ nguyên thuỷ và tổ chức thị tộc, bộ lạc </vt:lpstr>
      <vt:lpstr>Về kinh tế</vt:lpstr>
      <vt:lpstr>Về xã hội</vt:lpstr>
      <vt:lpstr>PowerPoint Presentation</vt:lpstr>
      <vt:lpstr>PowerPoint Presentation</vt:lpstr>
      <vt:lpstr>PowerPoint Presentation</vt:lpstr>
      <vt:lpstr>Kết quả</vt:lpstr>
      <vt:lpstr>PowerPoint Presentation</vt:lpstr>
      <vt:lpstr>Nguyên nhân ra đời của Nhà nước</vt:lpstr>
      <vt:lpstr>PowerPoint Presentation</vt:lpstr>
      <vt:lpstr>Sự xuất hiện của Nhà nước có những đặc điểm riêng phụ thuộc vào những điều kiện kinh tế, xã hội</vt:lpstr>
      <vt:lpstr>PowerPoint Presentation</vt:lpstr>
      <vt:lpstr>Bản chất Nhà nước</vt:lpstr>
      <vt:lpstr>Tính giai cấp</vt:lpstr>
      <vt:lpstr>PowerPoint Presentation</vt:lpstr>
      <vt:lpstr>Tính xã hội</vt:lpstr>
      <vt:lpstr>PowerPoint Presentation</vt:lpstr>
      <vt:lpstr>PowerPoint Presentation</vt:lpstr>
      <vt:lpstr>PowerPoint Presentation</vt:lpstr>
      <vt:lpstr>2. Đặc trưng của Nhà nước</vt:lpstr>
      <vt:lpstr>PowerPoint Presentation</vt:lpstr>
      <vt:lpstr>PowerPoint Presentation</vt:lpstr>
      <vt:lpstr>PowerPoint Presentation</vt:lpstr>
      <vt:lpstr>PowerPoint Presentation</vt:lpstr>
      <vt:lpstr>3. Chức năng của Nhà nước</vt:lpstr>
      <vt:lpstr>Phân loại chức năng Nhà nước</vt:lpstr>
      <vt:lpstr>PowerPoint Presentation</vt:lpstr>
      <vt:lpstr>PowerPoint Presentation</vt:lpstr>
      <vt:lpstr>PowerPoint Presentation</vt:lpstr>
      <vt:lpstr>4. Kiểu Nhà nước </vt:lpstr>
      <vt:lpstr>Nhà nước chủ nô</vt:lpstr>
      <vt:lpstr>PowerPoint Presentation</vt:lpstr>
      <vt:lpstr>PowerPoint Presentation</vt:lpstr>
      <vt:lpstr>Nhà nước phong kiến</vt:lpstr>
      <vt:lpstr>PowerPoint Presentation</vt:lpstr>
      <vt:lpstr>PowerPoint Presentation</vt:lpstr>
      <vt:lpstr>Nhà nước tư sản</vt:lpstr>
      <vt:lpstr>PowerPoint Presentation</vt:lpstr>
      <vt:lpstr>PowerPoint Presentation</vt:lpstr>
      <vt:lpstr>Nhà nước xã hội chủ nghĩa</vt:lpstr>
      <vt:lpstr>PowerPoint Presentation</vt:lpstr>
      <vt:lpstr>PowerPoint Presentation</vt:lpstr>
      <vt:lpstr>5. Hình thức nhà nước</vt:lpstr>
      <vt:lpstr>PowerPoint Presentation</vt:lpstr>
      <vt:lpstr>Hình thức chính thể</vt:lpstr>
      <vt:lpstr>PowerPoint Presentation</vt:lpstr>
      <vt:lpstr>PowerPoint Presentation</vt:lpstr>
      <vt:lpstr>Hình thức cấu trúc nhà nước</vt:lpstr>
      <vt:lpstr>PowerPoint Presentation</vt:lpstr>
      <vt:lpstr>PowerPoint Presentation</vt:lpstr>
      <vt:lpstr>PowerPoint Presentation</vt:lpstr>
      <vt:lpstr>Chế độ chính trị</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PHÁP LUẬT  ĐẠI CƯƠNG</dc:title>
  <dc:creator>LIEN</dc:creator>
  <cp:lastModifiedBy>Liên Nguyễn</cp:lastModifiedBy>
  <cp:revision>121</cp:revision>
  <dcterms:created xsi:type="dcterms:W3CDTF">2014-09-28T23:06:36Z</dcterms:created>
  <dcterms:modified xsi:type="dcterms:W3CDTF">2025-09-22T02:59:04Z</dcterms:modified>
</cp:coreProperties>
</file>