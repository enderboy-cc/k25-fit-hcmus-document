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7" r:id="rId2"/>
    <p:sldId id="258" r:id="rId3"/>
    <p:sldId id="260" r:id="rId4"/>
    <p:sldId id="261" r:id="rId5"/>
    <p:sldId id="262" r:id="rId6"/>
    <p:sldId id="264" r:id="rId7"/>
    <p:sldId id="265" r:id="rId8"/>
    <p:sldId id="266" r:id="rId9"/>
    <p:sldId id="288" r:id="rId10"/>
    <p:sldId id="290" r:id="rId11"/>
    <p:sldId id="289" r:id="rId12"/>
    <p:sldId id="292" r:id="rId13"/>
    <p:sldId id="267" r:id="rId14"/>
    <p:sldId id="268" r:id="rId15"/>
    <p:sldId id="269" r:id="rId16"/>
    <p:sldId id="306" r:id="rId17"/>
    <p:sldId id="308" r:id="rId18"/>
    <p:sldId id="309" r:id="rId19"/>
    <p:sldId id="307"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7"/>
  </p:normalViewPr>
  <p:slideViewPr>
    <p:cSldViewPr>
      <p:cViewPr varScale="1">
        <p:scale>
          <a:sx n="103" d="100"/>
          <a:sy n="103" d="100"/>
        </p:scale>
        <p:origin x="178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CFCAEF-E8AD-2044-B9A6-FBDB94485B15}"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US"/>
        </a:p>
      </dgm:t>
    </dgm:pt>
    <dgm:pt modelId="{2FE541AA-1F93-704F-AB84-09CE94854935}">
      <dgm:prSet phldrT="[Text]"/>
      <dgm:spPr/>
      <dgm:t>
        <a:bodyPr/>
        <a:lstStyle/>
        <a:p>
          <a:r>
            <a:rPr lang="en-US" dirty="0">
              <a:latin typeface="Times New Roman" panose="02020603050405020304" pitchFamily="18" charset="0"/>
              <a:cs typeface="Times New Roman" panose="02020603050405020304" pitchFamily="18" charset="0"/>
            </a:rPr>
            <a:t>Pháp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nô</a:t>
          </a:r>
          <a:endParaRPr lang="en-US" dirty="0">
            <a:latin typeface="Times New Roman" panose="02020603050405020304" pitchFamily="18" charset="0"/>
            <a:cs typeface="Times New Roman" panose="02020603050405020304" pitchFamily="18" charset="0"/>
          </a:endParaRPr>
        </a:p>
      </dgm:t>
    </dgm:pt>
    <dgm:pt modelId="{C0FBF18C-89DD-D74B-B333-268F705168F5}" type="parTrans" cxnId="{5074267B-A3FF-0044-B675-FFC9AE5D0434}">
      <dgm:prSet/>
      <dgm:spPr/>
      <dgm:t>
        <a:bodyPr/>
        <a:lstStyle/>
        <a:p>
          <a:endParaRPr lang="en-US"/>
        </a:p>
      </dgm:t>
    </dgm:pt>
    <dgm:pt modelId="{29E50EB7-B541-9B48-B48E-C5F0DE9ABFC0}" type="sibTrans" cxnId="{5074267B-A3FF-0044-B675-FFC9AE5D0434}">
      <dgm:prSet/>
      <dgm:spPr/>
      <dgm:t>
        <a:bodyPr/>
        <a:lstStyle/>
        <a:p>
          <a:endParaRPr lang="en-US"/>
        </a:p>
      </dgm:t>
    </dgm:pt>
    <dgm:pt modelId="{A664E732-3065-8748-BD13-B873F0C9F124}">
      <dgm:prSet phldrT="[Text]"/>
      <dgm:spPr/>
      <dgm:t>
        <a:bodyPr/>
        <a:lstStyle/>
        <a:p>
          <a:r>
            <a:rPr lang="en-US" dirty="0">
              <a:latin typeface="Times New Roman" panose="02020603050405020304" pitchFamily="18" charset="0"/>
              <a:cs typeface="Times New Roman" panose="02020603050405020304" pitchFamily="18" charset="0"/>
            </a:rPr>
            <a:t>Hoàn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đời</a:t>
          </a:r>
          <a:endParaRPr lang="en-US" dirty="0">
            <a:latin typeface="Times New Roman" panose="02020603050405020304" pitchFamily="18" charset="0"/>
            <a:cs typeface="Times New Roman" panose="02020603050405020304" pitchFamily="18" charset="0"/>
          </a:endParaRPr>
        </a:p>
      </dgm:t>
    </dgm:pt>
    <dgm:pt modelId="{76A05C80-20FD-394B-9221-61B6A677274E}" type="parTrans" cxnId="{11AC6C7E-0CF7-EE45-81D1-E3685C5B7781}">
      <dgm:prSet/>
      <dgm:spPr/>
      <dgm:t>
        <a:bodyPr/>
        <a:lstStyle/>
        <a:p>
          <a:endParaRPr lang="en-US"/>
        </a:p>
      </dgm:t>
    </dgm:pt>
    <dgm:pt modelId="{26E9EBF7-8A94-EE42-AF8C-89DBB9CF8D61}" type="sibTrans" cxnId="{11AC6C7E-0CF7-EE45-81D1-E3685C5B7781}">
      <dgm:prSet/>
      <dgm:spPr/>
      <dgm:t>
        <a:bodyPr/>
        <a:lstStyle/>
        <a:p>
          <a:endParaRPr lang="en-US"/>
        </a:p>
      </dgm:t>
    </dgm:pt>
    <dgm:pt modelId="{5BA4C641-7E90-7244-89A8-3133A072CC9C}">
      <dgm:prSet phldrT="[Text]"/>
      <dgm:spPr/>
      <dgm:t>
        <a:bodyPr/>
        <a:lstStyle/>
        <a:p>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endParaRPr lang="en-US" dirty="0">
            <a:latin typeface="Times New Roman" panose="02020603050405020304" pitchFamily="18" charset="0"/>
            <a:cs typeface="Times New Roman" panose="02020603050405020304" pitchFamily="18" charset="0"/>
          </a:endParaRPr>
        </a:p>
      </dgm:t>
    </dgm:pt>
    <dgm:pt modelId="{90573C9F-E69A-C847-9DFB-354CFF691143}" type="parTrans" cxnId="{9DD12BF6-1258-8C41-B94F-F8A667E7C85C}">
      <dgm:prSet/>
      <dgm:spPr/>
      <dgm:t>
        <a:bodyPr/>
        <a:lstStyle/>
        <a:p>
          <a:endParaRPr lang="en-US"/>
        </a:p>
      </dgm:t>
    </dgm:pt>
    <dgm:pt modelId="{87DC0E5C-DFC6-4C44-9314-F6D1BAD705AB}" type="sibTrans" cxnId="{9DD12BF6-1258-8C41-B94F-F8A667E7C85C}">
      <dgm:prSet/>
      <dgm:spPr/>
      <dgm:t>
        <a:bodyPr/>
        <a:lstStyle/>
        <a:p>
          <a:endParaRPr lang="en-US"/>
        </a:p>
      </dgm:t>
    </dgm:pt>
    <dgm:pt modelId="{95F0F41C-4DF4-B74A-971A-C958DA0A0ADD}" type="pres">
      <dgm:prSet presAssocID="{A3CFCAEF-E8AD-2044-B9A6-FBDB94485B15}" presName="Name0" presStyleCnt="0">
        <dgm:presLayoutVars>
          <dgm:chPref val="1"/>
          <dgm:dir/>
          <dgm:animOne val="branch"/>
          <dgm:animLvl val="lvl"/>
          <dgm:resizeHandles val="exact"/>
        </dgm:presLayoutVars>
      </dgm:prSet>
      <dgm:spPr/>
    </dgm:pt>
    <dgm:pt modelId="{35FAE9F0-AE2C-F04F-AF7A-3B45326724E2}" type="pres">
      <dgm:prSet presAssocID="{2FE541AA-1F93-704F-AB84-09CE94854935}" presName="root1" presStyleCnt="0"/>
      <dgm:spPr/>
    </dgm:pt>
    <dgm:pt modelId="{654653FF-690D-F842-9BC4-F615866CDF07}" type="pres">
      <dgm:prSet presAssocID="{2FE541AA-1F93-704F-AB84-09CE94854935}" presName="LevelOneTextNode" presStyleLbl="node0" presStyleIdx="0" presStyleCnt="1" custAng="5400000" custScaleY="26897">
        <dgm:presLayoutVars>
          <dgm:chPref val="3"/>
        </dgm:presLayoutVars>
      </dgm:prSet>
      <dgm:spPr/>
    </dgm:pt>
    <dgm:pt modelId="{D8564AE2-C730-FD41-87E4-FEBC9179026D}" type="pres">
      <dgm:prSet presAssocID="{2FE541AA-1F93-704F-AB84-09CE94854935}" presName="level2hierChild" presStyleCnt="0"/>
      <dgm:spPr/>
    </dgm:pt>
    <dgm:pt modelId="{44E6BC09-B00B-1D45-B76E-1468B13956B4}" type="pres">
      <dgm:prSet presAssocID="{76A05C80-20FD-394B-9221-61B6A677274E}" presName="conn2-1" presStyleLbl="parChTrans1D2" presStyleIdx="0" presStyleCnt="2"/>
      <dgm:spPr/>
    </dgm:pt>
    <dgm:pt modelId="{145DCFB4-BFAB-0B43-88CD-01035ECD416B}" type="pres">
      <dgm:prSet presAssocID="{76A05C80-20FD-394B-9221-61B6A677274E}" presName="connTx" presStyleLbl="parChTrans1D2" presStyleIdx="0" presStyleCnt="2"/>
      <dgm:spPr/>
    </dgm:pt>
    <dgm:pt modelId="{5952803A-A664-F846-89E0-DDF08B5877C6}" type="pres">
      <dgm:prSet presAssocID="{A664E732-3065-8748-BD13-B873F0C9F124}" presName="root2" presStyleCnt="0"/>
      <dgm:spPr/>
    </dgm:pt>
    <dgm:pt modelId="{C7E28F0D-A5BB-6B46-BDDC-94A55B3551F9}" type="pres">
      <dgm:prSet presAssocID="{A664E732-3065-8748-BD13-B873F0C9F124}" presName="LevelTwoTextNode" presStyleLbl="node2" presStyleIdx="0" presStyleCnt="2">
        <dgm:presLayoutVars>
          <dgm:chPref val="3"/>
        </dgm:presLayoutVars>
      </dgm:prSet>
      <dgm:spPr/>
    </dgm:pt>
    <dgm:pt modelId="{6511CA68-A9D1-A94C-A081-E4696225DFF2}" type="pres">
      <dgm:prSet presAssocID="{A664E732-3065-8748-BD13-B873F0C9F124}" presName="level3hierChild" presStyleCnt="0"/>
      <dgm:spPr/>
    </dgm:pt>
    <dgm:pt modelId="{1C20EF37-C657-A845-99AA-1B93CAA9B6E6}" type="pres">
      <dgm:prSet presAssocID="{90573C9F-E69A-C847-9DFB-354CFF691143}" presName="conn2-1" presStyleLbl="parChTrans1D2" presStyleIdx="1" presStyleCnt="2"/>
      <dgm:spPr/>
    </dgm:pt>
    <dgm:pt modelId="{B07C5E7A-B505-1C4A-916E-83F8575EE8B7}" type="pres">
      <dgm:prSet presAssocID="{90573C9F-E69A-C847-9DFB-354CFF691143}" presName="connTx" presStyleLbl="parChTrans1D2" presStyleIdx="1" presStyleCnt="2"/>
      <dgm:spPr/>
    </dgm:pt>
    <dgm:pt modelId="{8022F6A1-D482-794D-B253-4656B74CA2C3}" type="pres">
      <dgm:prSet presAssocID="{5BA4C641-7E90-7244-89A8-3133A072CC9C}" presName="root2" presStyleCnt="0"/>
      <dgm:spPr/>
    </dgm:pt>
    <dgm:pt modelId="{29232CF2-4CAE-304D-AA8D-5C95C87131B2}" type="pres">
      <dgm:prSet presAssocID="{5BA4C641-7E90-7244-89A8-3133A072CC9C}" presName="LevelTwoTextNode" presStyleLbl="node2" presStyleIdx="1" presStyleCnt="2">
        <dgm:presLayoutVars>
          <dgm:chPref val="3"/>
        </dgm:presLayoutVars>
      </dgm:prSet>
      <dgm:spPr/>
    </dgm:pt>
    <dgm:pt modelId="{FD4BDA4B-2671-8946-84BD-5F5B2CF14D44}" type="pres">
      <dgm:prSet presAssocID="{5BA4C641-7E90-7244-89A8-3133A072CC9C}" presName="level3hierChild" presStyleCnt="0"/>
      <dgm:spPr/>
    </dgm:pt>
  </dgm:ptLst>
  <dgm:cxnLst>
    <dgm:cxn modelId="{A203DB01-4810-D345-9187-12D37634DF96}" type="presOf" srcId="{76A05C80-20FD-394B-9221-61B6A677274E}" destId="{44E6BC09-B00B-1D45-B76E-1468B13956B4}" srcOrd="0" destOrd="0" presId="urn:microsoft.com/office/officeart/2008/layout/HorizontalMultiLevelHierarchy"/>
    <dgm:cxn modelId="{E3391A0D-65D6-8941-9AEE-CD84A2CCB698}" type="presOf" srcId="{5BA4C641-7E90-7244-89A8-3133A072CC9C}" destId="{29232CF2-4CAE-304D-AA8D-5C95C87131B2}" srcOrd="0" destOrd="0" presId="urn:microsoft.com/office/officeart/2008/layout/HorizontalMultiLevelHierarchy"/>
    <dgm:cxn modelId="{C56C7911-2DEE-5145-890D-BCA6D3905A90}" type="presOf" srcId="{A664E732-3065-8748-BD13-B873F0C9F124}" destId="{C7E28F0D-A5BB-6B46-BDDC-94A55B3551F9}" srcOrd="0" destOrd="0" presId="urn:microsoft.com/office/officeart/2008/layout/HorizontalMultiLevelHierarchy"/>
    <dgm:cxn modelId="{96253932-4336-2D43-AAA0-F9007E0CCA51}" type="presOf" srcId="{90573C9F-E69A-C847-9DFB-354CFF691143}" destId="{1C20EF37-C657-A845-99AA-1B93CAA9B6E6}" srcOrd="0" destOrd="0" presId="urn:microsoft.com/office/officeart/2008/layout/HorizontalMultiLevelHierarchy"/>
    <dgm:cxn modelId="{5074267B-A3FF-0044-B675-FFC9AE5D0434}" srcId="{A3CFCAEF-E8AD-2044-B9A6-FBDB94485B15}" destId="{2FE541AA-1F93-704F-AB84-09CE94854935}" srcOrd="0" destOrd="0" parTransId="{C0FBF18C-89DD-D74B-B333-268F705168F5}" sibTransId="{29E50EB7-B541-9B48-B48E-C5F0DE9ABFC0}"/>
    <dgm:cxn modelId="{11AC6C7E-0CF7-EE45-81D1-E3685C5B7781}" srcId="{2FE541AA-1F93-704F-AB84-09CE94854935}" destId="{A664E732-3065-8748-BD13-B873F0C9F124}" srcOrd="0" destOrd="0" parTransId="{76A05C80-20FD-394B-9221-61B6A677274E}" sibTransId="{26E9EBF7-8A94-EE42-AF8C-89DBB9CF8D61}"/>
    <dgm:cxn modelId="{8CAB87CC-1A72-534C-95A2-6F2196B5C243}" type="presOf" srcId="{76A05C80-20FD-394B-9221-61B6A677274E}" destId="{145DCFB4-BFAB-0B43-88CD-01035ECD416B}" srcOrd="1" destOrd="0" presId="urn:microsoft.com/office/officeart/2008/layout/HorizontalMultiLevelHierarchy"/>
    <dgm:cxn modelId="{6E3DDCD4-1231-644D-90CE-52966A576683}" type="presOf" srcId="{A3CFCAEF-E8AD-2044-B9A6-FBDB94485B15}" destId="{95F0F41C-4DF4-B74A-971A-C958DA0A0ADD}" srcOrd="0" destOrd="0" presId="urn:microsoft.com/office/officeart/2008/layout/HorizontalMultiLevelHierarchy"/>
    <dgm:cxn modelId="{7A29C1DF-33C4-2E4B-8E3A-F4D8687AF3B0}" type="presOf" srcId="{90573C9F-E69A-C847-9DFB-354CFF691143}" destId="{B07C5E7A-B505-1C4A-916E-83F8575EE8B7}" srcOrd="1" destOrd="0" presId="urn:microsoft.com/office/officeart/2008/layout/HorizontalMultiLevelHierarchy"/>
    <dgm:cxn modelId="{9DD12BF6-1258-8C41-B94F-F8A667E7C85C}" srcId="{2FE541AA-1F93-704F-AB84-09CE94854935}" destId="{5BA4C641-7E90-7244-89A8-3133A072CC9C}" srcOrd="1" destOrd="0" parTransId="{90573C9F-E69A-C847-9DFB-354CFF691143}" sibTransId="{87DC0E5C-DFC6-4C44-9314-F6D1BAD705AB}"/>
    <dgm:cxn modelId="{179882F9-B054-4640-8EE6-BAB5E938AD01}" type="presOf" srcId="{2FE541AA-1F93-704F-AB84-09CE94854935}" destId="{654653FF-690D-F842-9BC4-F615866CDF07}" srcOrd="0" destOrd="0" presId="urn:microsoft.com/office/officeart/2008/layout/HorizontalMultiLevelHierarchy"/>
    <dgm:cxn modelId="{269E12D0-4511-0F4C-86E8-E15917901A92}" type="presParOf" srcId="{95F0F41C-4DF4-B74A-971A-C958DA0A0ADD}" destId="{35FAE9F0-AE2C-F04F-AF7A-3B45326724E2}" srcOrd="0" destOrd="0" presId="urn:microsoft.com/office/officeart/2008/layout/HorizontalMultiLevelHierarchy"/>
    <dgm:cxn modelId="{A259D141-EA9F-F347-9F06-69E222611DCB}" type="presParOf" srcId="{35FAE9F0-AE2C-F04F-AF7A-3B45326724E2}" destId="{654653FF-690D-F842-9BC4-F615866CDF07}" srcOrd="0" destOrd="0" presId="urn:microsoft.com/office/officeart/2008/layout/HorizontalMultiLevelHierarchy"/>
    <dgm:cxn modelId="{2B136506-5028-5D4C-AFC4-6A8B8F957E5F}" type="presParOf" srcId="{35FAE9F0-AE2C-F04F-AF7A-3B45326724E2}" destId="{D8564AE2-C730-FD41-87E4-FEBC9179026D}" srcOrd="1" destOrd="0" presId="urn:microsoft.com/office/officeart/2008/layout/HorizontalMultiLevelHierarchy"/>
    <dgm:cxn modelId="{11F3418C-ED59-3D49-8519-07444C0B33CD}" type="presParOf" srcId="{D8564AE2-C730-FD41-87E4-FEBC9179026D}" destId="{44E6BC09-B00B-1D45-B76E-1468B13956B4}" srcOrd="0" destOrd="0" presId="urn:microsoft.com/office/officeart/2008/layout/HorizontalMultiLevelHierarchy"/>
    <dgm:cxn modelId="{F582CE60-98C2-114E-A477-F20E175241D1}" type="presParOf" srcId="{44E6BC09-B00B-1D45-B76E-1468B13956B4}" destId="{145DCFB4-BFAB-0B43-88CD-01035ECD416B}" srcOrd="0" destOrd="0" presId="urn:microsoft.com/office/officeart/2008/layout/HorizontalMultiLevelHierarchy"/>
    <dgm:cxn modelId="{E3AC520D-FF1E-114F-84E2-4A69E5000001}" type="presParOf" srcId="{D8564AE2-C730-FD41-87E4-FEBC9179026D}" destId="{5952803A-A664-F846-89E0-DDF08B5877C6}" srcOrd="1" destOrd="0" presId="urn:microsoft.com/office/officeart/2008/layout/HorizontalMultiLevelHierarchy"/>
    <dgm:cxn modelId="{92F19A1C-6D1C-2F44-81FB-DA7DFDE900DF}" type="presParOf" srcId="{5952803A-A664-F846-89E0-DDF08B5877C6}" destId="{C7E28F0D-A5BB-6B46-BDDC-94A55B3551F9}" srcOrd="0" destOrd="0" presId="urn:microsoft.com/office/officeart/2008/layout/HorizontalMultiLevelHierarchy"/>
    <dgm:cxn modelId="{F020DAF1-5BB4-A940-A67F-0E7C5C3C6E6B}" type="presParOf" srcId="{5952803A-A664-F846-89E0-DDF08B5877C6}" destId="{6511CA68-A9D1-A94C-A081-E4696225DFF2}" srcOrd="1" destOrd="0" presId="urn:microsoft.com/office/officeart/2008/layout/HorizontalMultiLevelHierarchy"/>
    <dgm:cxn modelId="{51B67BA4-B262-9843-B366-398C4466FEE5}" type="presParOf" srcId="{D8564AE2-C730-FD41-87E4-FEBC9179026D}" destId="{1C20EF37-C657-A845-99AA-1B93CAA9B6E6}" srcOrd="2" destOrd="0" presId="urn:microsoft.com/office/officeart/2008/layout/HorizontalMultiLevelHierarchy"/>
    <dgm:cxn modelId="{8726517A-7114-2046-A6F0-D04021B3F230}" type="presParOf" srcId="{1C20EF37-C657-A845-99AA-1B93CAA9B6E6}" destId="{B07C5E7A-B505-1C4A-916E-83F8575EE8B7}" srcOrd="0" destOrd="0" presId="urn:microsoft.com/office/officeart/2008/layout/HorizontalMultiLevelHierarchy"/>
    <dgm:cxn modelId="{FA0E49A6-7D4B-1D4B-9B70-15188C832C3D}" type="presParOf" srcId="{D8564AE2-C730-FD41-87E4-FEBC9179026D}" destId="{8022F6A1-D482-794D-B253-4656B74CA2C3}" srcOrd="3" destOrd="0" presId="urn:microsoft.com/office/officeart/2008/layout/HorizontalMultiLevelHierarchy"/>
    <dgm:cxn modelId="{7BEA903D-D308-224E-9CE6-A2F810963FD7}" type="presParOf" srcId="{8022F6A1-D482-794D-B253-4656B74CA2C3}" destId="{29232CF2-4CAE-304D-AA8D-5C95C87131B2}" srcOrd="0" destOrd="0" presId="urn:microsoft.com/office/officeart/2008/layout/HorizontalMultiLevelHierarchy"/>
    <dgm:cxn modelId="{506FC533-F521-BF4D-9C3A-F484C1523D7F}" type="presParOf" srcId="{8022F6A1-D482-794D-B253-4656B74CA2C3}" destId="{FD4BDA4B-2671-8946-84BD-5F5B2CF14D44}"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CFCAEF-E8AD-2044-B9A6-FBDB94485B15}"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US"/>
        </a:p>
      </dgm:t>
    </dgm:pt>
    <dgm:pt modelId="{2FE541AA-1F93-704F-AB84-09CE94854935}">
      <dgm:prSet phldrT="[Text]"/>
      <dgm:spPr/>
      <dgm:t>
        <a:bodyPr/>
        <a:lstStyle/>
        <a:p>
          <a:r>
            <a:rPr lang="en-US" dirty="0">
              <a:latin typeface="Times New Roman" panose="02020603050405020304" pitchFamily="18" charset="0"/>
              <a:cs typeface="Times New Roman" panose="02020603050405020304" pitchFamily="18" charset="0"/>
            </a:rPr>
            <a:t>Pháp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kiến</a:t>
          </a:r>
          <a:endParaRPr lang="en-US" dirty="0">
            <a:latin typeface="Times New Roman" panose="02020603050405020304" pitchFamily="18" charset="0"/>
            <a:cs typeface="Times New Roman" panose="02020603050405020304" pitchFamily="18" charset="0"/>
          </a:endParaRPr>
        </a:p>
      </dgm:t>
    </dgm:pt>
    <dgm:pt modelId="{C0FBF18C-89DD-D74B-B333-268F705168F5}" type="parTrans" cxnId="{5074267B-A3FF-0044-B675-FFC9AE5D0434}">
      <dgm:prSet/>
      <dgm:spPr/>
      <dgm:t>
        <a:bodyPr/>
        <a:lstStyle/>
        <a:p>
          <a:endParaRPr lang="en-US"/>
        </a:p>
      </dgm:t>
    </dgm:pt>
    <dgm:pt modelId="{29E50EB7-B541-9B48-B48E-C5F0DE9ABFC0}" type="sibTrans" cxnId="{5074267B-A3FF-0044-B675-FFC9AE5D0434}">
      <dgm:prSet/>
      <dgm:spPr/>
      <dgm:t>
        <a:bodyPr/>
        <a:lstStyle/>
        <a:p>
          <a:endParaRPr lang="en-US"/>
        </a:p>
      </dgm:t>
    </dgm:pt>
    <dgm:pt modelId="{A664E732-3065-8748-BD13-B873F0C9F124}">
      <dgm:prSet phldrT="[Text]"/>
      <dgm:spPr/>
      <dgm:t>
        <a:bodyPr/>
        <a:lstStyle/>
        <a:p>
          <a:r>
            <a:rPr lang="en-US" dirty="0">
              <a:latin typeface="Times New Roman" panose="02020603050405020304" pitchFamily="18" charset="0"/>
              <a:cs typeface="Times New Roman" panose="02020603050405020304" pitchFamily="18" charset="0"/>
            </a:rPr>
            <a:t>Hoàn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đời</a:t>
          </a:r>
          <a:endParaRPr lang="en-US" dirty="0">
            <a:latin typeface="Times New Roman" panose="02020603050405020304" pitchFamily="18" charset="0"/>
            <a:cs typeface="Times New Roman" panose="02020603050405020304" pitchFamily="18" charset="0"/>
          </a:endParaRPr>
        </a:p>
      </dgm:t>
    </dgm:pt>
    <dgm:pt modelId="{76A05C80-20FD-394B-9221-61B6A677274E}" type="parTrans" cxnId="{11AC6C7E-0CF7-EE45-81D1-E3685C5B7781}">
      <dgm:prSet/>
      <dgm:spPr/>
      <dgm:t>
        <a:bodyPr/>
        <a:lstStyle/>
        <a:p>
          <a:endParaRPr lang="en-US"/>
        </a:p>
      </dgm:t>
    </dgm:pt>
    <dgm:pt modelId="{26E9EBF7-8A94-EE42-AF8C-89DBB9CF8D61}" type="sibTrans" cxnId="{11AC6C7E-0CF7-EE45-81D1-E3685C5B7781}">
      <dgm:prSet/>
      <dgm:spPr/>
      <dgm:t>
        <a:bodyPr/>
        <a:lstStyle/>
        <a:p>
          <a:endParaRPr lang="en-US"/>
        </a:p>
      </dgm:t>
    </dgm:pt>
    <dgm:pt modelId="{5BA4C641-7E90-7244-89A8-3133A072CC9C}">
      <dgm:prSet phldrT="[Text]"/>
      <dgm:spPr/>
      <dgm:t>
        <a:bodyPr/>
        <a:lstStyle/>
        <a:p>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endParaRPr lang="en-US" dirty="0">
            <a:latin typeface="Times New Roman" panose="02020603050405020304" pitchFamily="18" charset="0"/>
            <a:cs typeface="Times New Roman" panose="02020603050405020304" pitchFamily="18" charset="0"/>
          </a:endParaRPr>
        </a:p>
      </dgm:t>
    </dgm:pt>
    <dgm:pt modelId="{90573C9F-E69A-C847-9DFB-354CFF691143}" type="parTrans" cxnId="{9DD12BF6-1258-8C41-B94F-F8A667E7C85C}">
      <dgm:prSet/>
      <dgm:spPr/>
      <dgm:t>
        <a:bodyPr/>
        <a:lstStyle/>
        <a:p>
          <a:endParaRPr lang="en-US"/>
        </a:p>
      </dgm:t>
    </dgm:pt>
    <dgm:pt modelId="{87DC0E5C-DFC6-4C44-9314-F6D1BAD705AB}" type="sibTrans" cxnId="{9DD12BF6-1258-8C41-B94F-F8A667E7C85C}">
      <dgm:prSet/>
      <dgm:spPr/>
      <dgm:t>
        <a:bodyPr/>
        <a:lstStyle/>
        <a:p>
          <a:endParaRPr lang="en-US"/>
        </a:p>
      </dgm:t>
    </dgm:pt>
    <dgm:pt modelId="{95F0F41C-4DF4-B74A-971A-C958DA0A0ADD}" type="pres">
      <dgm:prSet presAssocID="{A3CFCAEF-E8AD-2044-B9A6-FBDB94485B15}" presName="Name0" presStyleCnt="0">
        <dgm:presLayoutVars>
          <dgm:chPref val="1"/>
          <dgm:dir/>
          <dgm:animOne val="branch"/>
          <dgm:animLvl val="lvl"/>
          <dgm:resizeHandles val="exact"/>
        </dgm:presLayoutVars>
      </dgm:prSet>
      <dgm:spPr/>
    </dgm:pt>
    <dgm:pt modelId="{35FAE9F0-AE2C-F04F-AF7A-3B45326724E2}" type="pres">
      <dgm:prSet presAssocID="{2FE541AA-1F93-704F-AB84-09CE94854935}" presName="root1" presStyleCnt="0"/>
      <dgm:spPr/>
    </dgm:pt>
    <dgm:pt modelId="{654653FF-690D-F842-9BC4-F615866CDF07}" type="pres">
      <dgm:prSet presAssocID="{2FE541AA-1F93-704F-AB84-09CE94854935}" presName="LevelOneTextNode" presStyleLbl="node0" presStyleIdx="0" presStyleCnt="1" custAng="5400000" custScaleY="26897">
        <dgm:presLayoutVars>
          <dgm:chPref val="3"/>
        </dgm:presLayoutVars>
      </dgm:prSet>
      <dgm:spPr/>
    </dgm:pt>
    <dgm:pt modelId="{D8564AE2-C730-FD41-87E4-FEBC9179026D}" type="pres">
      <dgm:prSet presAssocID="{2FE541AA-1F93-704F-AB84-09CE94854935}" presName="level2hierChild" presStyleCnt="0"/>
      <dgm:spPr/>
    </dgm:pt>
    <dgm:pt modelId="{44E6BC09-B00B-1D45-B76E-1468B13956B4}" type="pres">
      <dgm:prSet presAssocID="{76A05C80-20FD-394B-9221-61B6A677274E}" presName="conn2-1" presStyleLbl="parChTrans1D2" presStyleIdx="0" presStyleCnt="2"/>
      <dgm:spPr/>
    </dgm:pt>
    <dgm:pt modelId="{145DCFB4-BFAB-0B43-88CD-01035ECD416B}" type="pres">
      <dgm:prSet presAssocID="{76A05C80-20FD-394B-9221-61B6A677274E}" presName="connTx" presStyleLbl="parChTrans1D2" presStyleIdx="0" presStyleCnt="2"/>
      <dgm:spPr/>
    </dgm:pt>
    <dgm:pt modelId="{5952803A-A664-F846-89E0-DDF08B5877C6}" type="pres">
      <dgm:prSet presAssocID="{A664E732-3065-8748-BD13-B873F0C9F124}" presName="root2" presStyleCnt="0"/>
      <dgm:spPr/>
    </dgm:pt>
    <dgm:pt modelId="{C7E28F0D-A5BB-6B46-BDDC-94A55B3551F9}" type="pres">
      <dgm:prSet presAssocID="{A664E732-3065-8748-BD13-B873F0C9F124}" presName="LevelTwoTextNode" presStyleLbl="node2" presStyleIdx="0" presStyleCnt="2">
        <dgm:presLayoutVars>
          <dgm:chPref val="3"/>
        </dgm:presLayoutVars>
      </dgm:prSet>
      <dgm:spPr/>
    </dgm:pt>
    <dgm:pt modelId="{6511CA68-A9D1-A94C-A081-E4696225DFF2}" type="pres">
      <dgm:prSet presAssocID="{A664E732-3065-8748-BD13-B873F0C9F124}" presName="level3hierChild" presStyleCnt="0"/>
      <dgm:spPr/>
    </dgm:pt>
    <dgm:pt modelId="{1C20EF37-C657-A845-99AA-1B93CAA9B6E6}" type="pres">
      <dgm:prSet presAssocID="{90573C9F-E69A-C847-9DFB-354CFF691143}" presName="conn2-1" presStyleLbl="parChTrans1D2" presStyleIdx="1" presStyleCnt="2"/>
      <dgm:spPr/>
    </dgm:pt>
    <dgm:pt modelId="{B07C5E7A-B505-1C4A-916E-83F8575EE8B7}" type="pres">
      <dgm:prSet presAssocID="{90573C9F-E69A-C847-9DFB-354CFF691143}" presName="connTx" presStyleLbl="parChTrans1D2" presStyleIdx="1" presStyleCnt="2"/>
      <dgm:spPr/>
    </dgm:pt>
    <dgm:pt modelId="{8022F6A1-D482-794D-B253-4656B74CA2C3}" type="pres">
      <dgm:prSet presAssocID="{5BA4C641-7E90-7244-89A8-3133A072CC9C}" presName="root2" presStyleCnt="0"/>
      <dgm:spPr/>
    </dgm:pt>
    <dgm:pt modelId="{29232CF2-4CAE-304D-AA8D-5C95C87131B2}" type="pres">
      <dgm:prSet presAssocID="{5BA4C641-7E90-7244-89A8-3133A072CC9C}" presName="LevelTwoTextNode" presStyleLbl="node2" presStyleIdx="1" presStyleCnt="2">
        <dgm:presLayoutVars>
          <dgm:chPref val="3"/>
        </dgm:presLayoutVars>
      </dgm:prSet>
      <dgm:spPr/>
    </dgm:pt>
    <dgm:pt modelId="{FD4BDA4B-2671-8946-84BD-5F5B2CF14D44}" type="pres">
      <dgm:prSet presAssocID="{5BA4C641-7E90-7244-89A8-3133A072CC9C}" presName="level3hierChild" presStyleCnt="0"/>
      <dgm:spPr/>
    </dgm:pt>
  </dgm:ptLst>
  <dgm:cxnLst>
    <dgm:cxn modelId="{A203DB01-4810-D345-9187-12D37634DF96}" type="presOf" srcId="{76A05C80-20FD-394B-9221-61B6A677274E}" destId="{44E6BC09-B00B-1D45-B76E-1468B13956B4}" srcOrd="0" destOrd="0" presId="urn:microsoft.com/office/officeart/2008/layout/HorizontalMultiLevelHierarchy"/>
    <dgm:cxn modelId="{E3391A0D-65D6-8941-9AEE-CD84A2CCB698}" type="presOf" srcId="{5BA4C641-7E90-7244-89A8-3133A072CC9C}" destId="{29232CF2-4CAE-304D-AA8D-5C95C87131B2}" srcOrd="0" destOrd="0" presId="urn:microsoft.com/office/officeart/2008/layout/HorizontalMultiLevelHierarchy"/>
    <dgm:cxn modelId="{C56C7911-2DEE-5145-890D-BCA6D3905A90}" type="presOf" srcId="{A664E732-3065-8748-BD13-B873F0C9F124}" destId="{C7E28F0D-A5BB-6B46-BDDC-94A55B3551F9}" srcOrd="0" destOrd="0" presId="urn:microsoft.com/office/officeart/2008/layout/HorizontalMultiLevelHierarchy"/>
    <dgm:cxn modelId="{96253932-4336-2D43-AAA0-F9007E0CCA51}" type="presOf" srcId="{90573C9F-E69A-C847-9DFB-354CFF691143}" destId="{1C20EF37-C657-A845-99AA-1B93CAA9B6E6}" srcOrd="0" destOrd="0" presId="urn:microsoft.com/office/officeart/2008/layout/HorizontalMultiLevelHierarchy"/>
    <dgm:cxn modelId="{5074267B-A3FF-0044-B675-FFC9AE5D0434}" srcId="{A3CFCAEF-E8AD-2044-B9A6-FBDB94485B15}" destId="{2FE541AA-1F93-704F-AB84-09CE94854935}" srcOrd="0" destOrd="0" parTransId="{C0FBF18C-89DD-D74B-B333-268F705168F5}" sibTransId="{29E50EB7-B541-9B48-B48E-C5F0DE9ABFC0}"/>
    <dgm:cxn modelId="{11AC6C7E-0CF7-EE45-81D1-E3685C5B7781}" srcId="{2FE541AA-1F93-704F-AB84-09CE94854935}" destId="{A664E732-3065-8748-BD13-B873F0C9F124}" srcOrd="0" destOrd="0" parTransId="{76A05C80-20FD-394B-9221-61B6A677274E}" sibTransId="{26E9EBF7-8A94-EE42-AF8C-89DBB9CF8D61}"/>
    <dgm:cxn modelId="{8CAB87CC-1A72-534C-95A2-6F2196B5C243}" type="presOf" srcId="{76A05C80-20FD-394B-9221-61B6A677274E}" destId="{145DCFB4-BFAB-0B43-88CD-01035ECD416B}" srcOrd="1" destOrd="0" presId="urn:microsoft.com/office/officeart/2008/layout/HorizontalMultiLevelHierarchy"/>
    <dgm:cxn modelId="{6E3DDCD4-1231-644D-90CE-52966A576683}" type="presOf" srcId="{A3CFCAEF-E8AD-2044-B9A6-FBDB94485B15}" destId="{95F0F41C-4DF4-B74A-971A-C958DA0A0ADD}" srcOrd="0" destOrd="0" presId="urn:microsoft.com/office/officeart/2008/layout/HorizontalMultiLevelHierarchy"/>
    <dgm:cxn modelId="{7A29C1DF-33C4-2E4B-8E3A-F4D8687AF3B0}" type="presOf" srcId="{90573C9F-E69A-C847-9DFB-354CFF691143}" destId="{B07C5E7A-B505-1C4A-916E-83F8575EE8B7}" srcOrd="1" destOrd="0" presId="urn:microsoft.com/office/officeart/2008/layout/HorizontalMultiLevelHierarchy"/>
    <dgm:cxn modelId="{9DD12BF6-1258-8C41-B94F-F8A667E7C85C}" srcId="{2FE541AA-1F93-704F-AB84-09CE94854935}" destId="{5BA4C641-7E90-7244-89A8-3133A072CC9C}" srcOrd="1" destOrd="0" parTransId="{90573C9F-E69A-C847-9DFB-354CFF691143}" sibTransId="{87DC0E5C-DFC6-4C44-9314-F6D1BAD705AB}"/>
    <dgm:cxn modelId="{179882F9-B054-4640-8EE6-BAB5E938AD01}" type="presOf" srcId="{2FE541AA-1F93-704F-AB84-09CE94854935}" destId="{654653FF-690D-F842-9BC4-F615866CDF07}" srcOrd="0" destOrd="0" presId="urn:microsoft.com/office/officeart/2008/layout/HorizontalMultiLevelHierarchy"/>
    <dgm:cxn modelId="{269E12D0-4511-0F4C-86E8-E15917901A92}" type="presParOf" srcId="{95F0F41C-4DF4-B74A-971A-C958DA0A0ADD}" destId="{35FAE9F0-AE2C-F04F-AF7A-3B45326724E2}" srcOrd="0" destOrd="0" presId="urn:microsoft.com/office/officeart/2008/layout/HorizontalMultiLevelHierarchy"/>
    <dgm:cxn modelId="{A259D141-EA9F-F347-9F06-69E222611DCB}" type="presParOf" srcId="{35FAE9F0-AE2C-F04F-AF7A-3B45326724E2}" destId="{654653FF-690D-F842-9BC4-F615866CDF07}" srcOrd="0" destOrd="0" presId="urn:microsoft.com/office/officeart/2008/layout/HorizontalMultiLevelHierarchy"/>
    <dgm:cxn modelId="{2B136506-5028-5D4C-AFC4-6A8B8F957E5F}" type="presParOf" srcId="{35FAE9F0-AE2C-F04F-AF7A-3B45326724E2}" destId="{D8564AE2-C730-FD41-87E4-FEBC9179026D}" srcOrd="1" destOrd="0" presId="urn:microsoft.com/office/officeart/2008/layout/HorizontalMultiLevelHierarchy"/>
    <dgm:cxn modelId="{11F3418C-ED59-3D49-8519-07444C0B33CD}" type="presParOf" srcId="{D8564AE2-C730-FD41-87E4-FEBC9179026D}" destId="{44E6BC09-B00B-1D45-B76E-1468B13956B4}" srcOrd="0" destOrd="0" presId="urn:microsoft.com/office/officeart/2008/layout/HorizontalMultiLevelHierarchy"/>
    <dgm:cxn modelId="{F582CE60-98C2-114E-A477-F20E175241D1}" type="presParOf" srcId="{44E6BC09-B00B-1D45-B76E-1468B13956B4}" destId="{145DCFB4-BFAB-0B43-88CD-01035ECD416B}" srcOrd="0" destOrd="0" presId="urn:microsoft.com/office/officeart/2008/layout/HorizontalMultiLevelHierarchy"/>
    <dgm:cxn modelId="{E3AC520D-FF1E-114F-84E2-4A69E5000001}" type="presParOf" srcId="{D8564AE2-C730-FD41-87E4-FEBC9179026D}" destId="{5952803A-A664-F846-89E0-DDF08B5877C6}" srcOrd="1" destOrd="0" presId="urn:microsoft.com/office/officeart/2008/layout/HorizontalMultiLevelHierarchy"/>
    <dgm:cxn modelId="{92F19A1C-6D1C-2F44-81FB-DA7DFDE900DF}" type="presParOf" srcId="{5952803A-A664-F846-89E0-DDF08B5877C6}" destId="{C7E28F0D-A5BB-6B46-BDDC-94A55B3551F9}" srcOrd="0" destOrd="0" presId="urn:microsoft.com/office/officeart/2008/layout/HorizontalMultiLevelHierarchy"/>
    <dgm:cxn modelId="{F020DAF1-5BB4-A940-A67F-0E7C5C3C6E6B}" type="presParOf" srcId="{5952803A-A664-F846-89E0-DDF08B5877C6}" destId="{6511CA68-A9D1-A94C-A081-E4696225DFF2}" srcOrd="1" destOrd="0" presId="urn:microsoft.com/office/officeart/2008/layout/HorizontalMultiLevelHierarchy"/>
    <dgm:cxn modelId="{51B67BA4-B262-9843-B366-398C4466FEE5}" type="presParOf" srcId="{D8564AE2-C730-FD41-87E4-FEBC9179026D}" destId="{1C20EF37-C657-A845-99AA-1B93CAA9B6E6}" srcOrd="2" destOrd="0" presId="urn:microsoft.com/office/officeart/2008/layout/HorizontalMultiLevelHierarchy"/>
    <dgm:cxn modelId="{8726517A-7114-2046-A6F0-D04021B3F230}" type="presParOf" srcId="{1C20EF37-C657-A845-99AA-1B93CAA9B6E6}" destId="{B07C5E7A-B505-1C4A-916E-83F8575EE8B7}" srcOrd="0" destOrd="0" presId="urn:microsoft.com/office/officeart/2008/layout/HorizontalMultiLevelHierarchy"/>
    <dgm:cxn modelId="{FA0E49A6-7D4B-1D4B-9B70-15188C832C3D}" type="presParOf" srcId="{D8564AE2-C730-FD41-87E4-FEBC9179026D}" destId="{8022F6A1-D482-794D-B253-4656B74CA2C3}" srcOrd="3" destOrd="0" presId="urn:microsoft.com/office/officeart/2008/layout/HorizontalMultiLevelHierarchy"/>
    <dgm:cxn modelId="{7BEA903D-D308-224E-9CE6-A2F810963FD7}" type="presParOf" srcId="{8022F6A1-D482-794D-B253-4656B74CA2C3}" destId="{29232CF2-4CAE-304D-AA8D-5C95C87131B2}" srcOrd="0" destOrd="0" presId="urn:microsoft.com/office/officeart/2008/layout/HorizontalMultiLevelHierarchy"/>
    <dgm:cxn modelId="{506FC533-F521-BF4D-9C3A-F484C1523D7F}" type="presParOf" srcId="{8022F6A1-D482-794D-B253-4656B74CA2C3}" destId="{FD4BDA4B-2671-8946-84BD-5F5B2CF14D44}"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3CFCAEF-E8AD-2044-B9A6-FBDB94485B15}"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US"/>
        </a:p>
      </dgm:t>
    </dgm:pt>
    <dgm:pt modelId="{2FE541AA-1F93-704F-AB84-09CE94854935}">
      <dgm:prSet phldrT="[Text]"/>
      <dgm:spPr/>
      <dgm:t>
        <a:bodyPr/>
        <a:lstStyle/>
        <a:p>
          <a:r>
            <a:rPr lang="en-US" dirty="0">
              <a:latin typeface="Times New Roman" panose="02020603050405020304" pitchFamily="18" charset="0"/>
              <a:cs typeface="Times New Roman" panose="02020603050405020304" pitchFamily="18" charset="0"/>
            </a:rPr>
            <a:t>Pháp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endParaRPr lang="en-US" dirty="0">
            <a:latin typeface="Times New Roman" panose="02020603050405020304" pitchFamily="18" charset="0"/>
            <a:cs typeface="Times New Roman" panose="02020603050405020304" pitchFamily="18" charset="0"/>
          </a:endParaRPr>
        </a:p>
      </dgm:t>
    </dgm:pt>
    <dgm:pt modelId="{C0FBF18C-89DD-D74B-B333-268F705168F5}" type="parTrans" cxnId="{5074267B-A3FF-0044-B675-FFC9AE5D0434}">
      <dgm:prSet/>
      <dgm:spPr/>
      <dgm:t>
        <a:bodyPr/>
        <a:lstStyle/>
        <a:p>
          <a:endParaRPr lang="en-US"/>
        </a:p>
      </dgm:t>
    </dgm:pt>
    <dgm:pt modelId="{29E50EB7-B541-9B48-B48E-C5F0DE9ABFC0}" type="sibTrans" cxnId="{5074267B-A3FF-0044-B675-FFC9AE5D0434}">
      <dgm:prSet/>
      <dgm:spPr/>
      <dgm:t>
        <a:bodyPr/>
        <a:lstStyle/>
        <a:p>
          <a:endParaRPr lang="en-US"/>
        </a:p>
      </dgm:t>
    </dgm:pt>
    <dgm:pt modelId="{A664E732-3065-8748-BD13-B873F0C9F124}">
      <dgm:prSet phldrT="[Text]"/>
      <dgm:spPr/>
      <dgm:t>
        <a:bodyPr/>
        <a:lstStyle/>
        <a:p>
          <a:r>
            <a:rPr lang="en-US" dirty="0">
              <a:latin typeface="Times New Roman" panose="02020603050405020304" pitchFamily="18" charset="0"/>
              <a:cs typeface="Times New Roman" panose="02020603050405020304" pitchFamily="18" charset="0"/>
            </a:rPr>
            <a:t>Hoàn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đời</a:t>
          </a:r>
          <a:endParaRPr lang="en-US" dirty="0">
            <a:latin typeface="Times New Roman" panose="02020603050405020304" pitchFamily="18" charset="0"/>
            <a:cs typeface="Times New Roman" panose="02020603050405020304" pitchFamily="18" charset="0"/>
          </a:endParaRPr>
        </a:p>
      </dgm:t>
    </dgm:pt>
    <dgm:pt modelId="{76A05C80-20FD-394B-9221-61B6A677274E}" type="parTrans" cxnId="{11AC6C7E-0CF7-EE45-81D1-E3685C5B7781}">
      <dgm:prSet/>
      <dgm:spPr/>
      <dgm:t>
        <a:bodyPr/>
        <a:lstStyle/>
        <a:p>
          <a:endParaRPr lang="en-US"/>
        </a:p>
      </dgm:t>
    </dgm:pt>
    <dgm:pt modelId="{26E9EBF7-8A94-EE42-AF8C-89DBB9CF8D61}" type="sibTrans" cxnId="{11AC6C7E-0CF7-EE45-81D1-E3685C5B7781}">
      <dgm:prSet/>
      <dgm:spPr/>
      <dgm:t>
        <a:bodyPr/>
        <a:lstStyle/>
        <a:p>
          <a:endParaRPr lang="en-US"/>
        </a:p>
      </dgm:t>
    </dgm:pt>
    <dgm:pt modelId="{5BA4C641-7E90-7244-89A8-3133A072CC9C}">
      <dgm:prSet phldrT="[Text]"/>
      <dgm:spPr/>
      <dgm:t>
        <a:bodyPr/>
        <a:lstStyle/>
        <a:p>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endParaRPr lang="en-US" dirty="0">
            <a:latin typeface="Times New Roman" panose="02020603050405020304" pitchFamily="18" charset="0"/>
            <a:cs typeface="Times New Roman" panose="02020603050405020304" pitchFamily="18" charset="0"/>
          </a:endParaRPr>
        </a:p>
      </dgm:t>
    </dgm:pt>
    <dgm:pt modelId="{90573C9F-E69A-C847-9DFB-354CFF691143}" type="parTrans" cxnId="{9DD12BF6-1258-8C41-B94F-F8A667E7C85C}">
      <dgm:prSet/>
      <dgm:spPr/>
      <dgm:t>
        <a:bodyPr/>
        <a:lstStyle/>
        <a:p>
          <a:endParaRPr lang="en-US"/>
        </a:p>
      </dgm:t>
    </dgm:pt>
    <dgm:pt modelId="{87DC0E5C-DFC6-4C44-9314-F6D1BAD705AB}" type="sibTrans" cxnId="{9DD12BF6-1258-8C41-B94F-F8A667E7C85C}">
      <dgm:prSet/>
      <dgm:spPr/>
      <dgm:t>
        <a:bodyPr/>
        <a:lstStyle/>
        <a:p>
          <a:endParaRPr lang="en-US"/>
        </a:p>
      </dgm:t>
    </dgm:pt>
    <dgm:pt modelId="{95F0F41C-4DF4-B74A-971A-C958DA0A0ADD}" type="pres">
      <dgm:prSet presAssocID="{A3CFCAEF-E8AD-2044-B9A6-FBDB94485B15}" presName="Name0" presStyleCnt="0">
        <dgm:presLayoutVars>
          <dgm:chPref val="1"/>
          <dgm:dir/>
          <dgm:animOne val="branch"/>
          <dgm:animLvl val="lvl"/>
          <dgm:resizeHandles val="exact"/>
        </dgm:presLayoutVars>
      </dgm:prSet>
      <dgm:spPr/>
    </dgm:pt>
    <dgm:pt modelId="{35FAE9F0-AE2C-F04F-AF7A-3B45326724E2}" type="pres">
      <dgm:prSet presAssocID="{2FE541AA-1F93-704F-AB84-09CE94854935}" presName="root1" presStyleCnt="0"/>
      <dgm:spPr/>
    </dgm:pt>
    <dgm:pt modelId="{654653FF-690D-F842-9BC4-F615866CDF07}" type="pres">
      <dgm:prSet presAssocID="{2FE541AA-1F93-704F-AB84-09CE94854935}" presName="LevelOneTextNode" presStyleLbl="node0" presStyleIdx="0" presStyleCnt="1" custAng="5400000" custScaleY="26897">
        <dgm:presLayoutVars>
          <dgm:chPref val="3"/>
        </dgm:presLayoutVars>
      </dgm:prSet>
      <dgm:spPr/>
    </dgm:pt>
    <dgm:pt modelId="{D8564AE2-C730-FD41-87E4-FEBC9179026D}" type="pres">
      <dgm:prSet presAssocID="{2FE541AA-1F93-704F-AB84-09CE94854935}" presName="level2hierChild" presStyleCnt="0"/>
      <dgm:spPr/>
    </dgm:pt>
    <dgm:pt modelId="{44E6BC09-B00B-1D45-B76E-1468B13956B4}" type="pres">
      <dgm:prSet presAssocID="{76A05C80-20FD-394B-9221-61B6A677274E}" presName="conn2-1" presStyleLbl="parChTrans1D2" presStyleIdx="0" presStyleCnt="2"/>
      <dgm:spPr/>
    </dgm:pt>
    <dgm:pt modelId="{145DCFB4-BFAB-0B43-88CD-01035ECD416B}" type="pres">
      <dgm:prSet presAssocID="{76A05C80-20FD-394B-9221-61B6A677274E}" presName="connTx" presStyleLbl="parChTrans1D2" presStyleIdx="0" presStyleCnt="2"/>
      <dgm:spPr/>
    </dgm:pt>
    <dgm:pt modelId="{5952803A-A664-F846-89E0-DDF08B5877C6}" type="pres">
      <dgm:prSet presAssocID="{A664E732-3065-8748-BD13-B873F0C9F124}" presName="root2" presStyleCnt="0"/>
      <dgm:spPr/>
    </dgm:pt>
    <dgm:pt modelId="{C7E28F0D-A5BB-6B46-BDDC-94A55B3551F9}" type="pres">
      <dgm:prSet presAssocID="{A664E732-3065-8748-BD13-B873F0C9F124}" presName="LevelTwoTextNode" presStyleLbl="node2" presStyleIdx="0" presStyleCnt="2">
        <dgm:presLayoutVars>
          <dgm:chPref val="3"/>
        </dgm:presLayoutVars>
      </dgm:prSet>
      <dgm:spPr/>
    </dgm:pt>
    <dgm:pt modelId="{6511CA68-A9D1-A94C-A081-E4696225DFF2}" type="pres">
      <dgm:prSet presAssocID="{A664E732-3065-8748-BD13-B873F0C9F124}" presName="level3hierChild" presStyleCnt="0"/>
      <dgm:spPr/>
    </dgm:pt>
    <dgm:pt modelId="{1C20EF37-C657-A845-99AA-1B93CAA9B6E6}" type="pres">
      <dgm:prSet presAssocID="{90573C9F-E69A-C847-9DFB-354CFF691143}" presName="conn2-1" presStyleLbl="parChTrans1D2" presStyleIdx="1" presStyleCnt="2"/>
      <dgm:spPr/>
    </dgm:pt>
    <dgm:pt modelId="{B07C5E7A-B505-1C4A-916E-83F8575EE8B7}" type="pres">
      <dgm:prSet presAssocID="{90573C9F-E69A-C847-9DFB-354CFF691143}" presName="connTx" presStyleLbl="parChTrans1D2" presStyleIdx="1" presStyleCnt="2"/>
      <dgm:spPr/>
    </dgm:pt>
    <dgm:pt modelId="{8022F6A1-D482-794D-B253-4656B74CA2C3}" type="pres">
      <dgm:prSet presAssocID="{5BA4C641-7E90-7244-89A8-3133A072CC9C}" presName="root2" presStyleCnt="0"/>
      <dgm:spPr/>
    </dgm:pt>
    <dgm:pt modelId="{29232CF2-4CAE-304D-AA8D-5C95C87131B2}" type="pres">
      <dgm:prSet presAssocID="{5BA4C641-7E90-7244-89A8-3133A072CC9C}" presName="LevelTwoTextNode" presStyleLbl="node2" presStyleIdx="1" presStyleCnt="2">
        <dgm:presLayoutVars>
          <dgm:chPref val="3"/>
        </dgm:presLayoutVars>
      </dgm:prSet>
      <dgm:spPr/>
    </dgm:pt>
    <dgm:pt modelId="{FD4BDA4B-2671-8946-84BD-5F5B2CF14D44}" type="pres">
      <dgm:prSet presAssocID="{5BA4C641-7E90-7244-89A8-3133A072CC9C}" presName="level3hierChild" presStyleCnt="0"/>
      <dgm:spPr/>
    </dgm:pt>
  </dgm:ptLst>
  <dgm:cxnLst>
    <dgm:cxn modelId="{A203DB01-4810-D345-9187-12D37634DF96}" type="presOf" srcId="{76A05C80-20FD-394B-9221-61B6A677274E}" destId="{44E6BC09-B00B-1D45-B76E-1468B13956B4}" srcOrd="0" destOrd="0" presId="urn:microsoft.com/office/officeart/2008/layout/HorizontalMultiLevelHierarchy"/>
    <dgm:cxn modelId="{E3391A0D-65D6-8941-9AEE-CD84A2CCB698}" type="presOf" srcId="{5BA4C641-7E90-7244-89A8-3133A072CC9C}" destId="{29232CF2-4CAE-304D-AA8D-5C95C87131B2}" srcOrd="0" destOrd="0" presId="urn:microsoft.com/office/officeart/2008/layout/HorizontalMultiLevelHierarchy"/>
    <dgm:cxn modelId="{C56C7911-2DEE-5145-890D-BCA6D3905A90}" type="presOf" srcId="{A664E732-3065-8748-BD13-B873F0C9F124}" destId="{C7E28F0D-A5BB-6B46-BDDC-94A55B3551F9}" srcOrd="0" destOrd="0" presId="urn:microsoft.com/office/officeart/2008/layout/HorizontalMultiLevelHierarchy"/>
    <dgm:cxn modelId="{96253932-4336-2D43-AAA0-F9007E0CCA51}" type="presOf" srcId="{90573C9F-E69A-C847-9DFB-354CFF691143}" destId="{1C20EF37-C657-A845-99AA-1B93CAA9B6E6}" srcOrd="0" destOrd="0" presId="urn:microsoft.com/office/officeart/2008/layout/HorizontalMultiLevelHierarchy"/>
    <dgm:cxn modelId="{5074267B-A3FF-0044-B675-FFC9AE5D0434}" srcId="{A3CFCAEF-E8AD-2044-B9A6-FBDB94485B15}" destId="{2FE541AA-1F93-704F-AB84-09CE94854935}" srcOrd="0" destOrd="0" parTransId="{C0FBF18C-89DD-D74B-B333-268F705168F5}" sibTransId="{29E50EB7-B541-9B48-B48E-C5F0DE9ABFC0}"/>
    <dgm:cxn modelId="{11AC6C7E-0CF7-EE45-81D1-E3685C5B7781}" srcId="{2FE541AA-1F93-704F-AB84-09CE94854935}" destId="{A664E732-3065-8748-BD13-B873F0C9F124}" srcOrd="0" destOrd="0" parTransId="{76A05C80-20FD-394B-9221-61B6A677274E}" sibTransId="{26E9EBF7-8A94-EE42-AF8C-89DBB9CF8D61}"/>
    <dgm:cxn modelId="{8CAB87CC-1A72-534C-95A2-6F2196B5C243}" type="presOf" srcId="{76A05C80-20FD-394B-9221-61B6A677274E}" destId="{145DCFB4-BFAB-0B43-88CD-01035ECD416B}" srcOrd="1" destOrd="0" presId="urn:microsoft.com/office/officeart/2008/layout/HorizontalMultiLevelHierarchy"/>
    <dgm:cxn modelId="{6E3DDCD4-1231-644D-90CE-52966A576683}" type="presOf" srcId="{A3CFCAEF-E8AD-2044-B9A6-FBDB94485B15}" destId="{95F0F41C-4DF4-B74A-971A-C958DA0A0ADD}" srcOrd="0" destOrd="0" presId="urn:microsoft.com/office/officeart/2008/layout/HorizontalMultiLevelHierarchy"/>
    <dgm:cxn modelId="{7A29C1DF-33C4-2E4B-8E3A-F4D8687AF3B0}" type="presOf" srcId="{90573C9F-E69A-C847-9DFB-354CFF691143}" destId="{B07C5E7A-B505-1C4A-916E-83F8575EE8B7}" srcOrd="1" destOrd="0" presId="urn:microsoft.com/office/officeart/2008/layout/HorizontalMultiLevelHierarchy"/>
    <dgm:cxn modelId="{9DD12BF6-1258-8C41-B94F-F8A667E7C85C}" srcId="{2FE541AA-1F93-704F-AB84-09CE94854935}" destId="{5BA4C641-7E90-7244-89A8-3133A072CC9C}" srcOrd="1" destOrd="0" parTransId="{90573C9F-E69A-C847-9DFB-354CFF691143}" sibTransId="{87DC0E5C-DFC6-4C44-9314-F6D1BAD705AB}"/>
    <dgm:cxn modelId="{179882F9-B054-4640-8EE6-BAB5E938AD01}" type="presOf" srcId="{2FE541AA-1F93-704F-AB84-09CE94854935}" destId="{654653FF-690D-F842-9BC4-F615866CDF07}" srcOrd="0" destOrd="0" presId="urn:microsoft.com/office/officeart/2008/layout/HorizontalMultiLevelHierarchy"/>
    <dgm:cxn modelId="{269E12D0-4511-0F4C-86E8-E15917901A92}" type="presParOf" srcId="{95F0F41C-4DF4-B74A-971A-C958DA0A0ADD}" destId="{35FAE9F0-AE2C-F04F-AF7A-3B45326724E2}" srcOrd="0" destOrd="0" presId="urn:microsoft.com/office/officeart/2008/layout/HorizontalMultiLevelHierarchy"/>
    <dgm:cxn modelId="{A259D141-EA9F-F347-9F06-69E222611DCB}" type="presParOf" srcId="{35FAE9F0-AE2C-F04F-AF7A-3B45326724E2}" destId="{654653FF-690D-F842-9BC4-F615866CDF07}" srcOrd="0" destOrd="0" presId="urn:microsoft.com/office/officeart/2008/layout/HorizontalMultiLevelHierarchy"/>
    <dgm:cxn modelId="{2B136506-5028-5D4C-AFC4-6A8B8F957E5F}" type="presParOf" srcId="{35FAE9F0-AE2C-F04F-AF7A-3B45326724E2}" destId="{D8564AE2-C730-FD41-87E4-FEBC9179026D}" srcOrd="1" destOrd="0" presId="urn:microsoft.com/office/officeart/2008/layout/HorizontalMultiLevelHierarchy"/>
    <dgm:cxn modelId="{11F3418C-ED59-3D49-8519-07444C0B33CD}" type="presParOf" srcId="{D8564AE2-C730-FD41-87E4-FEBC9179026D}" destId="{44E6BC09-B00B-1D45-B76E-1468B13956B4}" srcOrd="0" destOrd="0" presId="urn:microsoft.com/office/officeart/2008/layout/HorizontalMultiLevelHierarchy"/>
    <dgm:cxn modelId="{F582CE60-98C2-114E-A477-F20E175241D1}" type="presParOf" srcId="{44E6BC09-B00B-1D45-B76E-1468B13956B4}" destId="{145DCFB4-BFAB-0B43-88CD-01035ECD416B}" srcOrd="0" destOrd="0" presId="urn:microsoft.com/office/officeart/2008/layout/HorizontalMultiLevelHierarchy"/>
    <dgm:cxn modelId="{E3AC520D-FF1E-114F-84E2-4A69E5000001}" type="presParOf" srcId="{D8564AE2-C730-FD41-87E4-FEBC9179026D}" destId="{5952803A-A664-F846-89E0-DDF08B5877C6}" srcOrd="1" destOrd="0" presId="urn:microsoft.com/office/officeart/2008/layout/HorizontalMultiLevelHierarchy"/>
    <dgm:cxn modelId="{92F19A1C-6D1C-2F44-81FB-DA7DFDE900DF}" type="presParOf" srcId="{5952803A-A664-F846-89E0-DDF08B5877C6}" destId="{C7E28F0D-A5BB-6B46-BDDC-94A55B3551F9}" srcOrd="0" destOrd="0" presId="urn:microsoft.com/office/officeart/2008/layout/HorizontalMultiLevelHierarchy"/>
    <dgm:cxn modelId="{F020DAF1-5BB4-A940-A67F-0E7C5C3C6E6B}" type="presParOf" srcId="{5952803A-A664-F846-89E0-DDF08B5877C6}" destId="{6511CA68-A9D1-A94C-A081-E4696225DFF2}" srcOrd="1" destOrd="0" presId="urn:microsoft.com/office/officeart/2008/layout/HorizontalMultiLevelHierarchy"/>
    <dgm:cxn modelId="{51B67BA4-B262-9843-B366-398C4466FEE5}" type="presParOf" srcId="{D8564AE2-C730-FD41-87E4-FEBC9179026D}" destId="{1C20EF37-C657-A845-99AA-1B93CAA9B6E6}" srcOrd="2" destOrd="0" presId="urn:microsoft.com/office/officeart/2008/layout/HorizontalMultiLevelHierarchy"/>
    <dgm:cxn modelId="{8726517A-7114-2046-A6F0-D04021B3F230}" type="presParOf" srcId="{1C20EF37-C657-A845-99AA-1B93CAA9B6E6}" destId="{B07C5E7A-B505-1C4A-916E-83F8575EE8B7}" srcOrd="0" destOrd="0" presId="urn:microsoft.com/office/officeart/2008/layout/HorizontalMultiLevelHierarchy"/>
    <dgm:cxn modelId="{FA0E49A6-7D4B-1D4B-9B70-15188C832C3D}" type="presParOf" srcId="{D8564AE2-C730-FD41-87E4-FEBC9179026D}" destId="{8022F6A1-D482-794D-B253-4656B74CA2C3}" srcOrd="3" destOrd="0" presId="urn:microsoft.com/office/officeart/2008/layout/HorizontalMultiLevelHierarchy"/>
    <dgm:cxn modelId="{7BEA903D-D308-224E-9CE6-A2F810963FD7}" type="presParOf" srcId="{8022F6A1-D482-794D-B253-4656B74CA2C3}" destId="{29232CF2-4CAE-304D-AA8D-5C95C87131B2}" srcOrd="0" destOrd="0" presId="urn:microsoft.com/office/officeart/2008/layout/HorizontalMultiLevelHierarchy"/>
    <dgm:cxn modelId="{506FC533-F521-BF4D-9C3A-F484C1523D7F}" type="presParOf" srcId="{8022F6A1-D482-794D-B253-4656B74CA2C3}" destId="{FD4BDA4B-2671-8946-84BD-5F5B2CF14D44}"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3CFCAEF-E8AD-2044-B9A6-FBDB94485B15}"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US"/>
        </a:p>
      </dgm:t>
    </dgm:pt>
    <dgm:pt modelId="{2FE541AA-1F93-704F-AB84-09CE94854935}">
      <dgm:prSet phldrT="[Text]"/>
      <dgm:spPr/>
      <dgm:t>
        <a:bodyPr/>
        <a:lstStyle/>
        <a:p>
          <a:r>
            <a:rPr lang="en-US" dirty="0">
              <a:latin typeface="Times New Roman" panose="02020603050405020304" pitchFamily="18" charset="0"/>
              <a:cs typeface="Times New Roman" panose="02020603050405020304" pitchFamily="18" charset="0"/>
            </a:rPr>
            <a:t>Pháp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nghĩa</a:t>
          </a:r>
          <a:endParaRPr lang="en-US" dirty="0">
            <a:latin typeface="Times New Roman" panose="02020603050405020304" pitchFamily="18" charset="0"/>
            <a:cs typeface="Times New Roman" panose="02020603050405020304" pitchFamily="18" charset="0"/>
          </a:endParaRPr>
        </a:p>
      </dgm:t>
    </dgm:pt>
    <dgm:pt modelId="{C0FBF18C-89DD-D74B-B333-268F705168F5}" type="parTrans" cxnId="{5074267B-A3FF-0044-B675-FFC9AE5D0434}">
      <dgm:prSet/>
      <dgm:spPr/>
      <dgm:t>
        <a:bodyPr/>
        <a:lstStyle/>
        <a:p>
          <a:endParaRPr lang="en-US"/>
        </a:p>
      </dgm:t>
    </dgm:pt>
    <dgm:pt modelId="{29E50EB7-B541-9B48-B48E-C5F0DE9ABFC0}" type="sibTrans" cxnId="{5074267B-A3FF-0044-B675-FFC9AE5D0434}">
      <dgm:prSet/>
      <dgm:spPr/>
      <dgm:t>
        <a:bodyPr/>
        <a:lstStyle/>
        <a:p>
          <a:endParaRPr lang="en-US"/>
        </a:p>
      </dgm:t>
    </dgm:pt>
    <dgm:pt modelId="{A664E732-3065-8748-BD13-B873F0C9F124}">
      <dgm:prSet phldrT="[Text]"/>
      <dgm:spPr/>
      <dgm:t>
        <a:bodyPr/>
        <a:lstStyle/>
        <a:p>
          <a:r>
            <a:rPr lang="en-US" dirty="0">
              <a:latin typeface="Times New Roman" panose="02020603050405020304" pitchFamily="18" charset="0"/>
              <a:cs typeface="Times New Roman" panose="02020603050405020304" pitchFamily="18" charset="0"/>
            </a:rPr>
            <a:t>Hoàn </a:t>
          </a:r>
          <a:r>
            <a:rPr lang="en-US" dirty="0" err="1">
              <a:latin typeface="Times New Roman" panose="02020603050405020304" pitchFamily="18" charset="0"/>
              <a:cs typeface="Times New Roman" panose="02020603050405020304" pitchFamily="18" charset="0"/>
            </a:rPr>
            <a:t>cảnh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đời</a:t>
          </a:r>
          <a:endParaRPr lang="en-US" dirty="0">
            <a:latin typeface="Times New Roman" panose="02020603050405020304" pitchFamily="18" charset="0"/>
            <a:cs typeface="Times New Roman" panose="02020603050405020304" pitchFamily="18" charset="0"/>
          </a:endParaRPr>
        </a:p>
      </dgm:t>
    </dgm:pt>
    <dgm:pt modelId="{76A05C80-20FD-394B-9221-61B6A677274E}" type="parTrans" cxnId="{11AC6C7E-0CF7-EE45-81D1-E3685C5B7781}">
      <dgm:prSet/>
      <dgm:spPr/>
      <dgm:t>
        <a:bodyPr/>
        <a:lstStyle/>
        <a:p>
          <a:endParaRPr lang="en-US"/>
        </a:p>
      </dgm:t>
    </dgm:pt>
    <dgm:pt modelId="{26E9EBF7-8A94-EE42-AF8C-89DBB9CF8D61}" type="sibTrans" cxnId="{11AC6C7E-0CF7-EE45-81D1-E3685C5B7781}">
      <dgm:prSet/>
      <dgm:spPr/>
      <dgm:t>
        <a:bodyPr/>
        <a:lstStyle/>
        <a:p>
          <a:endParaRPr lang="en-US"/>
        </a:p>
      </dgm:t>
    </dgm:pt>
    <dgm:pt modelId="{5BA4C641-7E90-7244-89A8-3133A072CC9C}">
      <dgm:prSet phldrT="[Text]"/>
      <dgm:spPr/>
      <dgm:t>
        <a:bodyPr/>
        <a:lstStyle/>
        <a:p>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endParaRPr lang="en-US" dirty="0">
            <a:latin typeface="Times New Roman" panose="02020603050405020304" pitchFamily="18" charset="0"/>
            <a:cs typeface="Times New Roman" panose="02020603050405020304" pitchFamily="18" charset="0"/>
          </a:endParaRPr>
        </a:p>
      </dgm:t>
    </dgm:pt>
    <dgm:pt modelId="{90573C9F-E69A-C847-9DFB-354CFF691143}" type="parTrans" cxnId="{9DD12BF6-1258-8C41-B94F-F8A667E7C85C}">
      <dgm:prSet/>
      <dgm:spPr/>
      <dgm:t>
        <a:bodyPr/>
        <a:lstStyle/>
        <a:p>
          <a:endParaRPr lang="en-US"/>
        </a:p>
      </dgm:t>
    </dgm:pt>
    <dgm:pt modelId="{87DC0E5C-DFC6-4C44-9314-F6D1BAD705AB}" type="sibTrans" cxnId="{9DD12BF6-1258-8C41-B94F-F8A667E7C85C}">
      <dgm:prSet/>
      <dgm:spPr/>
      <dgm:t>
        <a:bodyPr/>
        <a:lstStyle/>
        <a:p>
          <a:endParaRPr lang="en-US"/>
        </a:p>
      </dgm:t>
    </dgm:pt>
    <dgm:pt modelId="{95F0F41C-4DF4-B74A-971A-C958DA0A0ADD}" type="pres">
      <dgm:prSet presAssocID="{A3CFCAEF-E8AD-2044-B9A6-FBDB94485B15}" presName="Name0" presStyleCnt="0">
        <dgm:presLayoutVars>
          <dgm:chPref val="1"/>
          <dgm:dir/>
          <dgm:animOne val="branch"/>
          <dgm:animLvl val="lvl"/>
          <dgm:resizeHandles val="exact"/>
        </dgm:presLayoutVars>
      </dgm:prSet>
      <dgm:spPr/>
    </dgm:pt>
    <dgm:pt modelId="{35FAE9F0-AE2C-F04F-AF7A-3B45326724E2}" type="pres">
      <dgm:prSet presAssocID="{2FE541AA-1F93-704F-AB84-09CE94854935}" presName="root1" presStyleCnt="0"/>
      <dgm:spPr/>
    </dgm:pt>
    <dgm:pt modelId="{654653FF-690D-F842-9BC4-F615866CDF07}" type="pres">
      <dgm:prSet presAssocID="{2FE541AA-1F93-704F-AB84-09CE94854935}" presName="LevelOneTextNode" presStyleLbl="node0" presStyleIdx="0" presStyleCnt="1" custAng="5400000" custScaleY="26897">
        <dgm:presLayoutVars>
          <dgm:chPref val="3"/>
        </dgm:presLayoutVars>
      </dgm:prSet>
      <dgm:spPr/>
    </dgm:pt>
    <dgm:pt modelId="{D8564AE2-C730-FD41-87E4-FEBC9179026D}" type="pres">
      <dgm:prSet presAssocID="{2FE541AA-1F93-704F-AB84-09CE94854935}" presName="level2hierChild" presStyleCnt="0"/>
      <dgm:spPr/>
    </dgm:pt>
    <dgm:pt modelId="{44E6BC09-B00B-1D45-B76E-1468B13956B4}" type="pres">
      <dgm:prSet presAssocID="{76A05C80-20FD-394B-9221-61B6A677274E}" presName="conn2-1" presStyleLbl="parChTrans1D2" presStyleIdx="0" presStyleCnt="2"/>
      <dgm:spPr/>
    </dgm:pt>
    <dgm:pt modelId="{145DCFB4-BFAB-0B43-88CD-01035ECD416B}" type="pres">
      <dgm:prSet presAssocID="{76A05C80-20FD-394B-9221-61B6A677274E}" presName="connTx" presStyleLbl="parChTrans1D2" presStyleIdx="0" presStyleCnt="2"/>
      <dgm:spPr/>
    </dgm:pt>
    <dgm:pt modelId="{5952803A-A664-F846-89E0-DDF08B5877C6}" type="pres">
      <dgm:prSet presAssocID="{A664E732-3065-8748-BD13-B873F0C9F124}" presName="root2" presStyleCnt="0"/>
      <dgm:spPr/>
    </dgm:pt>
    <dgm:pt modelId="{C7E28F0D-A5BB-6B46-BDDC-94A55B3551F9}" type="pres">
      <dgm:prSet presAssocID="{A664E732-3065-8748-BD13-B873F0C9F124}" presName="LevelTwoTextNode" presStyleLbl="node2" presStyleIdx="0" presStyleCnt="2">
        <dgm:presLayoutVars>
          <dgm:chPref val="3"/>
        </dgm:presLayoutVars>
      </dgm:prSet>
      <dgm:spPr/>
    </dgm:pt>
    <dgm:pt modelId="{6511CA68-A9D1-A94C-A081-E4696225DFF2}" type="pres">
      <dgm:prSet presAssocID="{A664E732-3065-8748-BD13-B873F0C9F124}" presName="level3hierChild" presStyleCnt="0"/>
      <dgm:spPr/>
    </dgm:pt>
    <dgm:pt modelId="{1C20EF37-C657-A845-99AA-1B93CAA9B6E6}" type="pres">
      <dgm:prSet presAssocID="{90573C9F-E69A-C847-9DFB-354CFF691143}" presName="conn2-1" presStyleLbl="parChTrans1D2" presStyleIdx="1" presStyleCnt="2"/>
      <dgm:spPr/>
    </dgm:pt>
    <dgm:pt modelId="{B07C5E7A-B505-1C4A-916E-83F8575EE8B7}" type="pres">
      <dgm:prSet presAssocID="{90573C9F-E69A-C847-9DFB-354CFF691143}" presName="connTx" presStyleLbl="parChTrans1D2" presStyleIdx="1" presStyleCnt="2"/>
      <dgm:spPr/>
    </dgm:pt>
    <dgm:pt modelId="{8022F6A1-D482-794D-B253-4656B74CA2C3}" type="pres">
      <dgm:prSet presAssocID="{5BA4C641-7E90-7244-89A8-3133A072CC9C}" presName="root2" presStyleCnt="0"/>
      <dgm:spPr/>
    </dgm:pt>
    <dgm:pt modelId="{29232CF2-4CAE-304D-AA8D-5C95C87131B2}" type="pres">
      <dgm:prSet presAssocID="{5BA4C641-7E90-7244-89A8-3133A072CC9C}" presName="LevelTwoTextNode" presStyleLbl="node2" presStyleIdx="1" presStyleCnt="2">
        <dgm:presLayoutVars>
          <dgm:chPref val="3"/>
        </dgm:presLayoutVars>
      </dgm:prSet>
      <dgm:spPr/>
    </dgm:pt>
    <dgm:pt modelId="{FD4BDA4B-2671-8946-84BD-5F5B2CF14D44}" type="pres">
      <dgm:prSet presAssocID="{5BA4C641-7E90-7244-89A8-3133A072CC9C}" presName="level3hierChild" presStyleCnt="0"/>
      <dgm:spPr/>
    </dgm:pt>
  </dgm:ptLst>
  <dgm:cxnLst>
    <dgm:cxn modelId="{A203DB01-4810-D345-9187-12D37634DF96}" type="presOf" srcId="{76A05C80-20FD-394B-9221-61B6A677274E}" destId="{44E6BC09-B00B-1D45-B76E-1468B13956B4}" srcOrd="0" destOrd="0" presId="urn:microsoft.com/office/officeart/2008/layout/HorizontalMultiLevelHierarchy"/>
    <dgm:cxn modelId="{E3391A0D-65D6-8941-9AEE-CD84A2CCB698}" type="presOf" srcId="{5BA4C641-7E90-7244-89A8-3133A072CC9C}" destId="{29232CF2-4CAE-304D-AA8D-5C95C87131B2}" srcOrd="0" destOrd="0" presId="urn:microsoft.com/office/officeart/2008/layout/HorizontalMultiLevelHierarchy"/>
    <dgm:cxn modelId="{C56C7911-2DEE-5145-890D-BCA6D3905A90}" type="presOf" srcId="{A664E732-3065-8748-BD13-B873F0C9F124}" destId="{C7E28F0D-A5BB-6B46-BDDC-94A55B3551F9}" srcOrd="0" destOrd="0" presId="urn:microsoft.com/office/officeart/2008/layout/HorizontalMultiLevelHierarchy"/>
    <dgm:cxn modelId="{96253932-4336-2D43-AAA0-F9007E0CCA51}" type="presOf" srcId="{90573C9F-E69A-C847-9DFB-354CFF691143}" destId="{1C20EF37-C657-A845-99AA-1B93CAA9B6E6}" srcOrd="0" destOrd="0" presId="urn:microsoft.com/office/officeart/2008/layout/HorizontalMultiLevelHierarchy"/>
    <dgm:cxn modelId="{5074267B-A3FF-0044-B675-FFC9AE5D0434}" srcId="{A3CFCAEF-E8AD-2044-B9A6-FBDB94485B15}" destId="{2FE541AA-1F93-704F-AB84-09CE94854935}" srcOrd="0" destOrd="0" parTransId="{C0FBF18C-89DD-D74B-B333-268F705168F5}" sibTransId="{29E50EB7-B541-9B48-B48E-C5F0DE9ABFC0}"/>
    <dgm:cxn modelId="{11AC6C7E-0CF7-EE45-81D1-E3685C5B7781}" srcId="{2FE541AA-1F93-704F-AB84-09CE94854935}" destId="{A664E732-3065-8748-BD13-B873F0C9F124}" srcOrd="0" destOrd="0" parTransId="{76A05C80-20FD-394B-9221-61B6A677274E}" sibTransId="{26E9EBF7-8A94-EE42-AF8C-89DBB9CF8D61}"/>
    <dgm:cxn modelId="{8CAB87CC-1A72-534C-95A2-6F2196B5C243}" type="presOf" srcId="{76A05C80-20FD-394B-9221-61B6A677274E}" destId="{145DCFB4-BFAB-0B43-88CD-01035ECD416B}" srcOrd="1" destOrd="0" presId="urn:microsoft.com/office/officeart/2008/layout/HorizontalMultiLevelHierarchy"/>
    <dgm:cxn modelId="{6E3DDCD4-1231-644D-90CE-52966A576683}" type="presOf" srcId="{A3CFCAEF-E8AD-2044-B9A6-FBDB94485B15}" destId="{95F0F41C-4DF4-B74A-971A-C958DA0A0ADD}" srcOrd="0" destOrd="0" presId="urn:microsoft.com/office/officeart/2008/layout/HorizontalMultiLevelHierarchy"/>
    <dgm:cxn modelId="{7A29C1DF-33C4-2E4B-8E3A-F4D8687AF3B0}" type="presOf" srcId="{90573C9F-E69A-C847-9DFB-354CFF691143}" destId="{B07C5E7A-B505-1C4A-916E-83F8575EE8B7}" srcOrd="1" destOrd="0" presId="urn:microsoft.com/office/officeart/2008/layout/HorizontalMultiLevelHierarchy"/>
    <dgm:cxn modelId="{9DD12BF6-1258-8C41-B94F-F8A667E7C85C}" srcId="{2FE541AA-1F93-704F-AB84-09CE94854935}" destId="{5BA4C641-7E90-7244-89A8-3133A072CC9C}" srcOrd="1" destOrd="0" parTransId="{90573C9F-E69A-C847-9DFB-354CFF691143}" sibTransId="{87DC0E5C-DFC6-4C44-9314-F6D1BAD705AB}"/>
    <dgm:cxn modelId="{179882F9-B054-4640-8EE6-BAB5E938AD01}" type="presOf" srcId="{2FE541AA-1F93-704F-AB84-09CE94854935}" destId="{654653FF-690D-F842-9BC4-F615866CDF07}" srcOrd="0" destOrd="0" presId="urn:microsoft.com/office/officeart/2008/layout/HorizontalMultiLevelHierarchy"/>
    <dgm:cxn modelId="{269E12D0-4511-0F4C-86E8-E15917901A92}" type="presParOf" srcId="{95F0F41C-4DF4-B74A-971A-C958DA0A0ADD}" destId="{35FAE9F0-AE2C-F04F-AF7A-3B45326724E2}" srcOrd="0" destOrd="0" presId="urn:microsoft.com/office/officeart/2008/layout/HorizontalMultiLevelHierarchy"/>
    <dgm:cxn modelId="{A259D141-EA9F-F347-9F06-69E222611DCB}" type="presParOf" srcId="{35FAE9F0-AE2C-F04F-AF7A-3B45326724E2}" destId="{654653FF-690D-F842-9BC4-F615866CDF07}" srcOrd="0" destOrd="0" presId="urn:microsoft.com/office/officeart/2008/layout/HorizontalMultiLevelHierarchy"/>
    <dgm:cxn modelId="{2B136506-5028-5D4C-AFC4-6A8B8F957E5F}" type="presParOf" srcId="{35FAE9F0-AE2C-F04F-AF7A-3B45326724E2}" destId="{D8564AE2-C730-FD41-87E4-FEBC9179026D}" srcOrd="1" destOrd="0" presId="urn:microsoft.com/office/officeart/2008/layout/HorizontalMultiLevelHierarchy"/>
    <dgm:cxn modelId="{11F3418C-ED59-3D49-8519-07444C0B33CD}" type="presParOf" srcId="{D8564AE2-C730-FD41-87E4-FEBC9179026D}" destId="{44E6BC09-B00B-1D45-B76E-1468B13956B4}" srcOrd="0" destOrd="0" presId="urn:microsoft.com/office/officeart/2008/layout/HorizontalMultiLevelHierarchy"/>
    <dgm:cxn modelId="{F582CE60-98C2-114E-A477-F20E175241D1}" type="presParOf" srcId="{44E6BC09-B00B-1D45-B76E-1468B13956B4}" destId="{145DCFB4-BFAB-0B43-88CD-01035ECD416B}" srcOrd="0" destOrd="0" presId="urn:microsoft.com/office/officeart/2008/layout/HorizontalMultiLevelHierarchy"/>
    <dgm:cxn modelId="{E3AC520D-FF1E-114F-84E2-4A69E5000001}" type="presParOf" srcId="{D8564AE2-C730-FD41-87E4-FEBC9179026D}" destId="{5952803A-A664-F846-89E0-DDF08B5877C6}" srcOrd="1" destOrd="0" presId="urn:microsoft.com/office/officeart/2008/layout/HorizontalMultiLevelHierarchy"/>
    <dgm:cxn modelId="{92F19A1C-6D1C-2F44-81FB-DA7DFDE900DF}" type="presParOf" srcId="{5952803A-A664-F846-89E0-DDF08B5877C6}" destId="{C7E28F0D-A5BB-6B46-BDDC-94A55B3551F9}" srcOrd="0" destOrd="0" presId="urn:microsoft.com/office/officeart/2008/layout/HorizontalMultiLevelHierarchy"/>
    <dgm:cxn modelId="{F020DAF1-5BB4-A940-A67F-0E7C5C3C6E6B}" type="presParOf" srcId="{5952803A-A664-F846-89E0-DDF08B5877C6}" destId="{6511CA68-A9D1-A94C-A081-E4696225DFF2}" srcOrd="1" destOrd="0" presId="urn:microsoft.com/office/officeart/2008/layout/HorizontalMultiLevelHierarchy"/>
    <dgm:cxn modelId="{51B67BA4-B262-9843-B366-398C4466FEE5}" type="presParOf" srcId="{D8564AE2-C730-FD41-87E4-FEBC9179026D}" destId="{1C20EF37-C657-A845-99AA-1B93CAA9B6E6}" srcOrd="2" destOrd="0" presId="urn:microsoft.com/office/officeart/2008/layout/HorizontalMultiLevelHierarchy"/>
    <dgm:cxn modelId="{8726517A-7114-2046-A6F0-D04021B3F230}" type="presParOf" srcId="{1C20EF37-C657-A845-99AA-1B93CAA9B6E6}" destId="{B07C5E7A-B505-1C4A-916E-83F8575EE8B7}" srcOrd="0" destOrd="0" presId="urn:microsoft.com/office/officeart/2008/layout/HorizontalMultiLevelHierarchy"/>
    <dgm:cxn modelId="{FA0E49A6-7D4B-1D4B-9B70-15188C832C3D}" type="presParOf" srcId="{D8564AE2-C730-FD41-87E4-FEBC9179026D}" destId="{8022F6A1-D482-794D-B253-4656B74CA2C3}" srcOrd="3" destOrd="0" presId="urn:microsoft.com/office/officeart/2008/layout/HorizontalMultiLevelHierarchy"/>
    <dgm:cxn modelId="{7BEA903D-D308-224E-9CE6-A2F810963FD7}" type="presParOf" srcId="{8022F6A1-D482-794D-B253-4656B74CA2C3}" destId="{29232CF2-4CAE-304D-AA8D-5C95C87131B2}" srcOrd="0" destOrd="0" presId="urn:microsoft.com/office/officeart/2008/layout/HorizontalMultiLevelHierarchy"/>
    <dgm:cxn modelId="{506FC533-F521-BF4D-9C3A-F484C1523D7F}" type="presParOf" srcId="{8022F6A1-D482-794D-B253-4656B74CA2C3}" destId="{FD4BDA4B-2671-8946-84BD-5F5B2CF14D44}"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0EF37-C657-A845-99AA-1B93CAA9B6E6}">
      <dsp:nvSpPr>
        <dsp:cNvPr id="0" name=""/>
        <dsp:cNvSpPr/>
      </dsp:nvSpPr>
      <dsp:spPr>
        <a:xfrm>
          <a:off x="1538987" y="2705100"/>
          <a:ext cx="674327" cy="642461"/>
        </a:xfrm>
        <a:custGeom>
          <a:avLst/>
          <a:gdLst/>
          <a:ahLst/>
          <a:cxnLst/>
          <a:rect l="0" t="0" r="0" b="0"/>
          <a:pathLst>
            <a:path>
              <a:moveTo>
                <a:pt x="0" y="0"/>
              </a:moveTo>
              <a:lnTo>
                <a:pt x="337163" y="0"/>
              </a:lnTo>
              <a:lnTo>
                <a:pt x="337163" y="642461"/>
              </a:lnTo>
              <a:lnTo>
                <a:pt x="674327" y="64246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3003046"/>
        <a:ext cx="46569" cy="46569"/>
      </dsp:txXfrm>
    </dsp:sp>
    <dsp:sp modelId="{44E6BC09-B00B-1D45-B76E-1468B13956B4}">
      <dsp:nvSpPr>
        <dsp:cNvPr id="0" name=""/>
        <dsp:cNvSpPr/>
      </dsp:nvSpPr>
      <dsp:spPr>
        <a:xfrm>
          <a:off x="1538987" y="2062638"/>
          <a:ext cx="674327" cy="642461"/>
        </a:xfrm>
        <a:custGeom>
          <a:avLst/>
          <a:gdLst/>
          <a:ahLst/>
          <a:cxnLst/>
          <a:rect l="0" t="0" r="0" b="0"/>
          <a:pathLst>
            <a:path>
              <a:moveTo>
                <a:pt x="0" y="642461"/>
              </a:moveTo>
              <a:lnTo>
                <a:pt x="337163" y="642461"/>
              </a:lnTo>
              <a:lnTo>
                <a:pt x="337163" y="0"/>
              </a:lnTo>
              <a:lnTo>
                <a:pt x="674327" y="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2360584"/>
        <a:ext cx="46569" cy="46569"/>
      </dsp:txXfrm>
    </dsp:sp>
    <dsp:sp modelId="{654653FF-690D-F842-9BC4-F615866CDF07}">
      <dsp:nvSpPr>
        <dsp:cNvPr id="0" name=""/>
        <dsp:cNvSpPr/>
      </dsp:nvSpPr>
      <dsp:spPr>
        <a:xfrm>
          <a:off x="297427" y="2191131"/>
          <a:ext cx="1455181"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Times New Roman" panose="02020603050405020304" pitchFamily="18" charset="0"/>
              <a:cs typeface="Times New Roman" panose="02020603050405020304" pitchFamily="18" charset="0"/>
            </a:rPr>
            <a:t>Pháp </a:t>
          </a:r>
          <a:r>
            <a:rPr lang="en-US" sz="2900" kern="1200" dirty="0" err="1">
              <a:latin typeface="Times New Roman" panose="02020603050405020304" pitchFamily="18" charset="0"/>
              <a:cs typeface="Times New Roman" panose="02020603050405020304" pitchFamily="18" charset="0"/>
            </a:rPr>
            <a:t>luật</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chủ</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nô</a:t>
          </a:r>
          <a:endParaRPr lang="en-US" sz="2900" kern="1200" dirty="0">
            <a:latin typeface="Times New Roman" panose="02020603050405020304" pitchFamily="18" charset="0"/>
            <a:cs typeface="Times New Roman" panose="02020603050405020304" pitchFamily="18" charset="0"/>
          </a:endParaRPr>
        </a:p>
      </dsp:txBody>
      <dsp:txXfrm>
        <a:off x="297427" y="2191131"/>
        <a:ext cx="1455181" cy="1027938"/>
      </dsp:txXfrm>
    </dsp:sp>
    <dsp:sp modelId="{C7E28F0D-A5BB-6B46-BDDC-94A55B3551F9}">
      <dsp:nvSpPr>
        <dsp:cNvPr id="0" name=""/>
        <dsp:cNvSpPr/>
      </dsp:nvSpPr>
      <dsp:spPr>
        <a:xfrm>
          <a:off x="2213314" y="1548669"/>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Times New Roman" panose="02020603050405020304" pitchFamily="18" charset="0"/>
              <a:cs typeface="Times New Roman" panose="02020603050405020304" pitchFamily="18" charset="0"/>
            </a:rPr>
            <a:t>Hoàn </a:t>
          </a:r>
          <a:r>
            <a:rPr lang="en-US" sz="2900" kern="1200" dirty="0" err="1">
              <a:latin typeface="Times New Roman" panose="02020603050405020304" pitchFamily="18" charset="0"/>
              <a:cs typeface="Times New Roman" panose="02020603050405020304" pitchFamily="18" charset="0"/>
            </a:rPr>
            <a:t>cảnh</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ra</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đời</a:t>
          </a:r>
          <a:endParaRPr lang="en-US" sz="2900" kern="1200" dirty="0">
            <a:latin typeface="Times New Roman" panose="02020603050405020304" pitchFamily="18" charset="0"/>
            <a:cs typeface="Times New Roman" panose="02020603050405020304" pitchFamily="18" charset="0"/>
          </a:endParaRPr>
        </a:p>
      </dsp:txBody>
      <dsp:txXfrm>
        <a:off x="2213314" y="1548669"/>
        <a:ext cx="3371636" cy="1027938"/>
      </dsp:txXfrm>
    </dsp:sp>
    <dsp:sp modelId="{29232CF2-4CAE-304D-AA8D-5C95C87131B2}">
      <dsp:nvSpPr>
        <dsp:cNvPr id="0" name=""/>
        <dsp:cNvSpPr/>
      </dsp:nvSpPr>
      <dsp:spPr>
        <a:xfrm>
          <a:off x="2213314" y="2833592"/>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latin typeface="Times New Roman" panose="02020603050405020304" pitchFamily="18" charset="0"/>
              <a:cs typeface="Times New Roman" panose="02020603050405020304" pitchFamily="18" charset="0"/>
            </a:rPr>
            <a:t>Đặc</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điểm</a:t>
          </a:r>
          <a:endParaRPr lang="en-US" sz="2900" kern="1200" dirty="0">
            <a:latin typeface="Times New Roman" panose="02020603050405020304" pitchFamily="18" charset="0"/>
            <a:cs typeface="Times New Roman" panose="02020603050405020304" pitchFamily="18" charset="0"/>
          </a:endParaRPr>
        </a:p>
      </dsp:txBody>
      <dsp:txXfrm>
        <a:off x="2213314" y="2833592"/>
        <a:ext cx="3371636" cy="10279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0EF37-C657-A845-99AA-1B93CAA9B6E6}">
      <dsp:nvSpPr>
        <dsp:cNvPr id="0" name=""/>
        <dsp:cNvSpPr/>
      </dsp:nvSpPr>
      <dsp:spPr>
        <a:xfrm>
          <a:off x="1538987" y="2705100"/>
          <a:ext cx="674327" cy="642461"/>
        </a:xfrm>
        <a:custGeom>
          <a:avLst/>
          <a:gdLst/>
          <a:ahLst/>
          <a:cxnLst/>
          <a:rect l="0" t="0" r="0" b="0"/>
          <a:pathLst>
            <a:path>
              <a:moveTo>
                <a:pt x="0" y="0"/>
              </a:moveTo>
              <a:lnTo>
                <a:pt x="337163" y="0"/>
              </a:lnTo>
              <a:lnTo>
                <a:pt x="337163" y="642461"/>
              </a:lnTo>
              <a:lnTo>
                <a:pt x="674327" y="64246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3003046"/>
        <a:ext cx="46569" cy="46569"/>
      </dsp:txXfrm>
    </dsp:sp>
    <dsp:sp modelId="{44E6BC09-B00B-1D45-B76E-1468B13956B4}">
      <dsp:nvSpPr>
        <dsp:cNvPr id="0" name=""/>
        <dsp:cNvSpPr/>
      </dsp:nvSpPr>
      <dsp:spPr>
        <a:xfrm>
          <a:off x="1538987" y="2062638"/>
          <a:ext cx="674327" cy="642461"/>
        </a:xfrm>
        <a:custGeom>
          <a:avLst/>
          <a:gdLst/>
          <a:ahLst/>
          <a:cxnLst/>
          <a:rect l="0" t="0" r="0" b="0"/>
          <a:pathLst>
            <a:path>
              <a:moveTo>
                <a:pt x="0" y="642461"/>
              </a:moveTo>
              <a:lnTo>
                <a:pt x="337163" y="642461"/>
              </a:lnTo>
              <a:lnTo>
                <a:pt x="337163" y="0"/>
              </a:lnTo>
              <a:lnTo>
                <a:pt x="674327" y="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2360584"/>
        <a:ext cx="46569" cy="46569"/>
      </dsp:txXfrm>
    </dsp:sp>
    <dsp:sp modelId="{654653FF-690D-F842-9BC4-F615866CDF07}">
      <dsp:nvSpPr>
        <dsp:cNvPr id="0" name=""/>
        <dsp:cNvSpPr/>
      </dsp:nvSpPr>
      <dsp:spPr>
        <a:xfrm>
          <a:off x="297427" y="2191131"/>
          <a:ext cx="1455181"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Pháp </a:t>
          </a:r>
          <a:r>
            <a:rPr lang="en-US" sz="2600" kern="1200" dirty="0" err="1">
              <a:latin typeface="Times New Roman" panose="02020603050405020304" pitchFamily="18" charset="0"/>
              <a:cs typeface="Times New Roman" panose="02020603050405020304" pitchFamily="18" charset="0"/>
            </a:rPr>
            <a:t>luật</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phong</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kiến</a:t>
          </a:r>
          <a:endParaRPr lang="en-US" sz="2600" kern="1200" dirty="0">
            <a:latin typeface="Times New Roman" panose="02020603050405020304" pitchFamily="18" charset="0"/>
            <a:cs typeface="Times New Roman" panose="02020603050405020304" pitchFamily="18" charset="0"/>
          </a:endParaRPr>
        </a:p>
      </dsp:txBody>
      <dsp:txXfrm>
        <a:off x="297427" y="2191131"/>
        <a:ext cx="1455181" cy="1027938"/>
      </dsp:txXfrm>
    </dsp:sp>
    <dsp:sp modelId="{C7E28F0D-A5BB-6B46-BDDC-94A55B3551F9}">
      <dsp:nvSpPr>
        <dsp:cNvPr id="0" name=""/>
        <dsp:cNvSpPr/>
      </dsp:nvSpPr>
      <dsp:spPr>
        <a:xfrm>
          <a:off x="2213314" y="1548669"/>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Hoàn </a:t>
          </a:r>
          <a:r>
            <a:rPr lang="en-US" sz="2600" kern="1200" dirty="0" err="1">
              <a:latin typeface="Times New Roman" panose="02020603050405020304" pitchFamily="18" charset="0"/>
              <a:cs typeface="Times New Roman" panose="02020603050405020304" pitchFamily="18" charset="0"/>
            </a:rPr>
            <a:t>cảnh</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ra</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đời</a:t>
          </a:r>
          <a:endParaRPr lang="en-US" sz="2600" kern="1200" dirty="0">
            <a:latin typeface="Times New Roman" panose="02020603050405020304" pitchFamily="18" charset="0"/>
            <a:cs typeface="Times New Roman" panose="02020603050405020304" pitchFamily="18" charset="0"/>
          </a:endParaRPr>
        </a:p>
      </dsp:txBody>
      <dsp:txXfrm>
        <a:off x="2213314" y="1548669"/>
        <a:ext cx="3371636" cy="1027938"/>
      </dsp:txXfrm>
    </dsp:sp>
    <dsp:sp modelId="{29232CF2-4CAE-304D-AA8D-5C95C87131B2}">
      <dsp:nvSpPr>
        <dsp:cNvPr id="0" name=""/>
        <dsp:cNvSpPr/>
      </dsp:nvSpPr>
      <dsp:spPr>
        <a:xfrm>
          <a:off x="2213314" y="2833592"/>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latin typeface="Times New Roman" panose="02020603050405020304" pitchFamily="18" charset="0"/>
              <a:cs typeface="Times New Roman" panose="02020603050405020304" pitchFamily="18" charset="0"/>
            </a:rPr>
            <a:t>Đặc</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điểm</a:t>
          </a:r>
          <a:endParaRPr lang="en-US" sz="2600" kern="1200" dirty="0">
            <a:latin typeface="Times New Roman" panose="02020603050405020304" pitchFamily="18" charset="0"/>
            <a:cs typeface="Times New Roman" panose="02020603050405020304" pitchFamily="18" charset="0"/>
          </a:endParaRPr>
        </a:p>
      </dsp:txBody>
      <dsp:txXfrm>
        <a:off x="2213314" y="2833592"/>
        <a:ext cx="3371636" cy="10279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0EF37-C657-A845-99AA-1B93CAA9B6E6}">
      <dsp:nvSpPr>
        <dsp:cNvPr id="0" name=""/>
        <dsp:cNvSpPr/>
      </dsp:nvSpPr>
      <dsp:spPr>
        <a:xfrm>
          <a:off x="1538987" y="2705100"/>
          <a:ext cx="674327" cy="642461"/>
        </a:xfrm>
        <a:custGeom>
          <a:avLst/>
          <a:gdLst/>
          <a:ahLst/>
          <a:cxnLst/>
          <a:rect l="0" t="0" r="0" b="0"/>
          <a:pathLst>
            <a:path>
              <a:moveTo>
                <a:pt x="0" y="0"/>
              </a:moveTo>
              <a:lnTo>
                <a:pt x="337163" y="0"/>
              </a:lnTo>
              <a:lnTo>
                <a:pt x="337163" y="642461"/>
              </a:lnTo>
              <a:lnTo>
                <a:pt x="674327" y="64246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3003046"/>
        <a:ext cx="46569" cy="46569"/>
      </dsp:txXfrm>
    </dsp:sp>
    <dsp:sp modelId="{44E6BC09-B00B-1D45-B76E-1468B13956B4}">
      <dsp:nvSpPr>
        <dsp:cNvPr id="0" name=""/>
        <dsp:cNvSpPr/>
      </dsp:nvSpPr>
      <dsp:spPr>
        <a:xfrm>
          <a:off x="1538987" y="2062638"/>
          <a:ext cx="674327" cy="642461"/>
        </a:xfrm>
        <a:custGeom>
          <a:avLst/>
          <a:gdLst/>
          <a:ahLst/>
          <a:cxnLst/>
          <a:rect l="0" t="0" r="0" b="0"/>
          <a:pathLst>
            <a:path>
              <a:moveTo>
                <a:pt x="0" y="642461"/>
              </a:moveTo>
              <a:lnTo>
                <a:pt x="337163" y="642461"/>
              </a:lnTo>
              <a:lnTo>
                <a:pt x="337163" y="0"/>
              </a:lnTo>
              <a:lnTo>
                <a:pt x="674327" y="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2360584"/>
        <a:ext cx="46569" cy="46569"/>
      </dsp:txXfrm>
    </dsp:sp>
    <dsp:sp modelId="{654653FF-690D-F842-9BC4-F615866CDF07}">
      <dsp:nvSpPr>
        <dsp:cNvPr id="0" name=""/>
        <dsp:cNvSpPr/>
      </dsp:nvSpPr>
      <dsp:spPr>
        <a:xfrm>
          <a:off x="297427" y="2191131"/>
          <a:ext cx="1455181"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Times New Roman" panose="02020603050405020304" pitchFamily="18" charset="0"/>
              <a:cs typeface="Times New Roman" panose="02020603050405020304" pitchFamily="18" charset="0"/>
            </a:rPr>
            <a:t>Pháp </a:t>
          </a:r>
          <a:r>
            <a:rPr lang="en-US" sz="2900" kern="1200" dirty="0" err="1">
              <a:latin typeface="Times New Roman" panose="02020603050405020304" pitchFamily="18" charset="0"/>
              <a:cs typeface="Times New Roman" panose="02020603050405020304" pitchFamily="18" charset="0"/>
            </a:rPr>
            <a:t>luật</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tư</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sản</a:t>
          </a:r>
          <a:endParaRPr lang="en-US" sz="2900" kern="1200" dirty="0">
            <a:latin typeface="Times New Roman" panose="02020603050405020304" pitchFamily="18" charset="0"/>
            <a:cs typeface="Times New Roman" panose="02020603050405020304" pitchFamily="18" charset="0"/>
          </a:endParaRPr>
        </a:p>
      </dsp:txBody>
      <dsp:txXfrm>
        <a:off x="297427" y="2191131"/>
        <a:ext cx="1455181" cy="1027938"/>
      </dsp:txXfrm>
    </dsp:sp>
    <dsp:sp modelId="{C7E28F0D-A5BB-6B46-BDDC-94A55B3551F9}">
      <dsp:nvSpPr>
        <dsp:cNvPr id="0" name=""/>
        <dsp:cNvSpPr/>
      </dsp:nvSpPr>
      <dsp:spPr>
        <a:xfrm>
          <a:off x="2213314" y="1548669"/>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Times New Roman" panose="02020603050405020304" pitchFamily="18" charset="0"/>
              <a:cs typeface="Times New Roman" panose="02020603050405020304" pitchFamily="18" charset="0"/>
            </a:rPr>
            <a:t>Hoàn </a:t>
          </a:r>
          <a:r>
            <a:rPr lang="en-US" sz="2900" kern="1200" dirty="0" err="1">
              <a:latin typeface="Times New Roman" panose="02020603050405020304" pitchFamily="18" charset="0"/>
              <a:cs typeface="Times New Roman" panose="02020603050405020304" pitchFamily="18" charset="0"/>
            </a:rPr>
            <a:t>cảnh</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ra</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đời</a:t>
          </a:r>
          <a:endParaRPr lang="en-US" sz="2900" kern="1200" dirty="0">
            <a:latin typeface="Times New Roman" panose="02020603050405020304" pitchFamily="18" charset="0"/>
            <a:cs typeface="Times New Roman" panose="02020603050405020304" pitchFamily="18" charset="0"/>
          </a:endParaRPr>
        </a:p>
      </dsp:txBody>
      <dsp:txXfrm>
        <a:off x="2213314" y="1548669"/>
        <a:ext cx="3371636" cy="1027938"/>
      </dsp:txXfrm>
    </dsp:sp>
    <dsp:sp modelId="{29232CF2-4CAE-304D-AA8D-5C95C87131B2}">
      <dsp:nvSpPr>
        <dsp:cNvPr id="0" name=""/>
        <dsp:cNvSpPr/>
      </dsp:nvSpPr>
      <dsp:spPr>
        <a:xfrm>
          <a:off x="2213314" y="2833592"/>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latin typeface="Times New Roman" panose="02020603050405020304" pitchFamily="18" charset="0"/>
              <a:cs typeface="Times New Roman" panose="02020603050405020304" pitchFamily="18" charset="0"/>
            </a:rPr>
            <a:t>Đặc</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điểm</a:t>
          </a:r>
          <a:endParaRPr lang="en-US" sz="2900" kern="1200" dirty="0">
            <a:latin typeface="Times New Roman" panose="02020603050405020304" pitchFamily="18" charset="0"/>
            <a:cs typeface="Times New Roman" panose="02020603050405020304" pitchFamily="18" charset="0"/>
          </a:endParaRPr>
        </a:p>
      </dsp:txBody>
      <dsp:txXfrm>
        <a:off x="2213314" y="2833592"/>
        <a:ext cx="3371636" cy="10279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0EF37-C657-A845-99AA-1B93CAA9B6E6}">
      <dsp:nvSpPr>
        <dsp:cNvPr id="0" name=""/>
        <dsp:cNvSpPr/>
      </dsp:nvSpPr>
      <dsp:spPr>
        <a:xfrm>
          <a:off x="1538987" y="2705100"/>
          <a:ext cx="674327" cy="642461"/>
        </a:xfrm>
        <a:custGeom>
          <a:avLst/>
          <a:gdLst/>
          <a:ahLst/>
          <a:cxnLst/>
          <a:rect l="0" t="0" r="0" b="0"/>
          <a:pathLst>
            <a:path>
              <a:moveTo>
                <a:pt x="0" y="0"/>
              </a:moveTo>
              <a:lnTo>
                <a:pt x="337163" y="0"/>
              </a:lnTo>
              <a:lnTo>
                <a:pt x="337163" y="642461"/>
              </a:lnTo>
              <a:lnTo>
                <a:pt x="674327" y="642461"/>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3003046"/>
        <a:ext cx="46569" cy="46569"/>
      </dsp:txXfrm>
    </dsp:sp>
    <dsp:sp modelId="{44E6BC09-B00B-1D45-B76E-1468B13956B4}">
      <dsp:nvSpPr>
        <dsp:cNvPr id="0" name=""/>
        <dsp:cNvSpPr/>
      </dsp:nvSpPr>
      <dsp:spPr>
        <a:xfrm>
          <a:off x="1538987" y="2062638"/>
          <a:ext cx="674327" cy="642461"/>
        </a:xfrm>
        <a:custGeom>
          <a:avLst/>
          <a:gdLst/>
          <a:ahLst/>
          <a:cxnLst/>
          <a:rect l="0" t="0" r="0" b="0"/>
          <a:pathLst>
            <a:path>
              <a:moveTo>
                <a:pt x="0" y="642461"/>
              </a:moveTo>
              <a:lnTo>
                <a:pt x="337163" y="642461"/>
              </a:lnTo>
              <a:lnTo>
                <a:pt x="337163" y="0"/>
              </a:lnTo>
              <a:lnTo>
                <a:pt x="674327" y="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2866" y="2360584"/>
        <a:ext cx="46569" cy="46569"/>
      </dsp:txXfrm>
    </dsp:sp>
    <dsp:sp modelId="{654653FF-690D-F842-9BC4-F615866CDF07}">
      <dsp:nvSpPr>
        <dsp:cNvPr id="0" name=""/>
        <dsp:cNvSpPr/>
      </dsp:nvSpPr>
      <dsp:spPr>
        <a:xfrm>
          <a:off x="297427" y="2191131"/>
          <a:ext cx="1455181"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Pháp </a:t>
          </a:r>
          <a:r>
            <a:rPr lang="en-US" sz="2600" kern="1200" dirty="0" err="1">
              <a:latin typeface="Times New Roman" panose="02020603050405020304" pitchFamily="18" charset="0"/>
              <a:cs typeface="Times New Roman" panose="02020603050405020304" pitchFamily="18" charset="0"/>
            </a:rPr>
            <a:t>luật</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xã</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hội</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chủ</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nghĩa</a:t>
          </a:r>
          <a:endParaRPr lang="en-US" sz="2600" kern="1200" dirty="0">
            <a:latin typeface="Times New Roman" panose="02020603050405020304" pitchFamily="18" charset="0"/>
            <a:cs typeface="Times New Roman" panose="02020603050405020304" pitchFamily="18" charset="0"/>
          </a:endParaRPr>
        </a:p>
      </dsp:txBody>
      <dsp:txXfrm>
        <a:off x="297427" y="2191131"/>
        <a:ext cx="1455181" cy="1027938"/>
      </dsp:txXfrm>
    </dsp:sp>
    <dsp:sp modelId="{C7E28F0D-A5BB-6B46-BDDC-94A55B3551F9}">
      <dsp:nvSpPr>
        <dsp:cNvPr id="0" name=""/>
        <dsp:cNvSpPr/>
      </dsp:nvSpPr>
      <dsp:spPr>
        <a:xfrm>
          <a:off x="2213314" y="1548669"/>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Hoàn </a:t>
          </a:r>
          <a:r>
            <a:rPr lang="en-US" sz="2600" kern="1200" dirty="0" err="1">
              <a:latin typeface="Times New Roman" panose="02020603050405020304" pitchFamily="18" charset="0"/>
              <a:cs typeface="Times New Roman" panose="02020603050405020304" pitchFamily="18" charset="0"/>
            </a:rPr>
            <a:t>cảnh</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ra</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đời</a:t>
          </a:r>
          <a:endParaRPr lang="en-US" sz="2600" kern="1200" dirty="0">
            <a:latin typeface="Times New Roman" panose="02020603050405020304" pitchFamily="18" charset="0"/>
            <a:cs typeface="Times New Roman" panose="02020603050405020304" pitchFamily="18" charset="0"/>
          </a:endParaRPr>
        </a:p>
      </dsp:txBody>
      <dsp:txXfrm>
        <a:off x="2213314" y="1548669"/>
        <a:ext cx="3371636" cy="1027938"/>
      </dsp:txXfrm>
    </dsp:sp>
    <dsp:sp modelId="{29232CF2-4CAE-304D-AA8D-5C95C87131B2}">
      <dsp:nvSpPr>
        <dsp:cNvPr id="0" name=""/>
        <dsp:cNvSpPr/>
      </dsp:nvSpPr>
      <dsp:spPr>
        <a:xfrm>
          <a:off x="2213314" y="2833592"/>
          <a:ext cx="3371636" cy="1027938"/>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latin typeface="Times New Roman" panose="02020603050405020304" pitchFamily="18" charset="0"/>
              <a:cs typeface="Times New Roman" panose="02020603050405020304" pitchFamily="18" charset="0"/>
            </a:rPr>
            <a:t>Đặc</a:t>
          </a:r>
          <a:r>
            <a:rPr lang="en-US" sz="2600" kern="1200" dirty="0">
              <a:latin typeface="Times New Roman" panose="02020603050405020304" pitchFamily="18" charset="0"/>
              <a:cs typeface="Times New Roman" panose="02020603050405020304" pitchFamily="18" charset="0"/>
            </a:rPr>
            <a:t> </a:t>
          </a:r>
          <a:r>
            <a:rPr lang="en-US" sz="2600" kern="1200" dirty="0" err="1">
              <a:latin typeface="Times New Roman" panose="02020603050405020304" pitchFamily="18" charset="0"/>
              <a:cs typeface="Times New Roman" panose="02020603050405020304" pitchFamily="18" charset="0"/>
            </a:rPr>
            <a:t>điểm</a:t>
          </a:r>
          <a:endParaRPr lang="en-US" sz="2600" kern="1200" dirty="0">
            <a:latin typeface="Times New Roman" panose="02020603050405020304" pitchFamily="18" charset="0"/>
            <a:cs typeface="Times New Roman" panose="02020603050405020304" pitchFamily="18" charset="0"/>
          </a:endParaRPr>
        </a:p>
      </dsp:txBody>
      <dsp:txXfrm>
        <a:off x="2213314" y="2833592"/>
        <a:ext cx="3371636" cy="1027938"/>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F73E9213-50CF-4F86-8F8C-C8CF45B826F7}"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41075282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4180944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1856752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03452F-DA85-49B0-ABAC-0502C3AB7CD3}"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739504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03452F-DA85-49B0-ABAC-0502C3AB7CD3}" type="datetimeFigureOut">
              <a:rPr lang="en-US" smtClean="0"/>
              <a:pPr/>
              <a:t>9/22/25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73705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03452F-DA85-49B0-ABAC-0502C3AB7CD3}" type="datetimeFigureOut">
              <a:rPr lang="en-US" smtClean="0"/>
              <a:pPr/>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304040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03452F-DA85-49B0-ABAC-0502C3AB7CD3}" type="datetimeFigureOut">
              <a:rPr lang="en-US" smtClean="0"/>
              <a:pPr/>
              <a:t>9/22/25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280862383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03452F-DA85-49B0-ABAC-0502C3AB7CD3}"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03327980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03452F-DA85-49B0-ABAC-0502C3AB7CD3}"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1162908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03452F-DA85-49B0-ABAC-0502C3AB7CD3}"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31169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928294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70045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2706716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42073518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77542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3828364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03452F-DA85-49B0-ABAC-0502C3AB7CD3}"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E9213-50CF-4F86-8F8C-C8CF45B826F7}" type="slidenum">
              <a:rPr lang="en-US" smtClean="0"/>
              <a:pPr/>
              <a:t>‹#›</a:t>
            </a:fld>
            <a:endParaRPr lang="en-US"/>
          </a:p>
        </p:txBody>
      </p:sp>
    </p:spTree>
    <p:extLst>
      <p:ext uri="{BB962C8B-B14F-4D97-AF65-F5344CB8AC3E}">
        <p14:creationId xmlns:p14="http://schemas.microsoft.com/office/powerpoint/2010/main" val="191260514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403452F-DA85-49B0-ABAC-0502C3AB7CD3}" type="datetimeFigureOut">
              <a:rPr lang="en-US" smtClean="0"/>
              <a:pPr/>
              <a:t>9/22/25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73E9213-50CF-4F86-8F8C-C8CF45B826F7}" type="slidenum">
              <a:rPr lang="en-US" smtClean="0"/>
              <a:pPr/>
              <a:t>‹#›</a:t>
            </a:fld>
            <a:endParaRPr lang="en-US"/>
          </a:p>
        </p:txBody>
      </p:sp>
    </p:spTree>
    <p:extLst>
      <p:ext uri="{BB962C8B-B14F-4D97-AF65-F5344CB8AC3E}">
        <p14:creationId xmlns:p14="http://schemas.microsoft.com/office/powerpoint/2010/main" val="3746884540"/>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4"/>
          <p:cNvSpPr>
            <a:spLocks noGrp="1" noChangeArrowheads="1"/>
          </p:cNvSpPr>
          <p:nvPr>
            <p:ph type="ctrTitle"/>
          </p:nvPr>
        </p:nvSpPr>
        <p:spPr>
          <a:xfrm>
            <a:off x="457200" y="1023868"/>
            <a:ext cx="8328623" cy="3349641"/>
          </a:xfrm>
        </p:spPr>
        <p:txBody>
          <a:bodyPr>
            <a:noAutofit/>
          </a:bodyPr>
          <a:lstStyle/>
          <a:p>
            <a:pPr algn="ctr" eaLnBrk="1" hangingPunct="1">
              <a:defRPr/>
            </a:pPr>
            <a:r>
              <a:rPr lang="en-US" sz="5400" b="1" dirty="0">
                <a:solidFill>
                  <a:srgbClr val="FF0000"/>
                </a:solidFill>
                <a:latin typeface="Times New Roman" pitchFamily="18" charset="0"/>
                <a:cs typeface="Times New Roman" pitchFamily="18" charset="0"/>
              </a:rPr>
              <a:t>BÀI 3</a:t>
            </a:r>
            <a:br>
              <a:rPr lang="en-US" sz="5400" b="1" dirty="0">
                <a:solidFill>
                  <a:srgbClr val="FF0000"/>
                </a:solidFill>
                <a:latin typeface="Times New Roman" pitchFamily="18" charset="0"/>
                <a:cs typeface="Times New Roman" pitchFamily="18" charset="0"/>
              </a:rPr>
            </a:br>
            <a:r>
              <a:rPr lang="en-US" sz="5400" b="1" dirty="0">
                <a:solidFill>
                  <a:srgbClr val="FF0000"/>
                </a:solidFill>
                <a:latin typeface="Times New Roman" pitchFamily="18" charset="0"/>
                <a:cs typeface="Times New Roman" pitchFamily="18" charset="0"/>
              </a:rPr>
              <a:t> NHỮNG VẤN ĐỀ CƠ BẢN VỀ PHÁP LUẬT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04"/>
                                        </p:tgtEl>
                                        <p:attrNameLst>
                                          <p:attrName>style.visibility</p:attrName>
                                        </p:attrNameLst>
                                      </p:cBhvr>
                                      <p:to>
                                        <p:strVal val="visible"/>
                                      </p:to>
                                    </p:set>
                                    <p:animEffect transition="in" filter="blinds(horizontal)">
                                      <p:cBhvr>
                                        <p:cTn id="7" dur="500"/>
                                        <p:tgtEl>
                                          <p:spTgt spid="102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p:nvPr>
        </p:nvSpPr>
        <p:spPr>
          <a:xfrm>
            <a:off x="457200" y="244475"/>
            <a:ext cx="8385175" cy="1050925"/>
          </a:xfrm>
        </p:spPr>
        <p:txBody>
          <a:bodyPr>
            <a:normAutofit/>
          </a:bodyPr>
          <a:lstStyle/>
          <a:p>
            <a:pPr marL="1117600" indent="-1117600" eaLnBrk="1" hangingPunct="1">
              <a:defRPr/>
            </a:pPr>
            <a:r>
              <a:rPr lang="en-US" sz="3600" dirty="0">
                <a:solidFill>
                  <a:srgbClr val="FF0000"/>
                </a:solidFill>
                <a:effectLst/>
                <a:latin typeface="Times New Roman" pitchFamily="18" charset="0"/>
                <a:cs typeface="Times New Roman" pitchFamily="18" charset="0"/>
              </a:rPr>
              <a:t>I. </a:t>
            </a:r>
            <a:r>
              <a:rPr lang="en-US" sz="3600" dirty="0" err="1">
                <a:solidFill>
                  <a:srgbClr val="FF0000"/>
                </a:solidFill>
                <a:effectLst/>
                <a:latin typeface="Times New Roman" pitchFamily="18" charset="0"/>
                <a:cs typeface="Times New Roman" pitchFamily="18" charset="0"/>
              </a:rPr>
              <a:t>Nguồn</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gốc</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của</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pháp</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luật</a:t>
            </a:r>
            <a:endParaRPr lang="en-US" sz="3600" dirty="0">
              <a:solidFill>
                <a:srgbClr val="FF0000"/>
              </a:solidFill>
              <a:effectLst/>
              <a:latin typeface="Times New Roman" pitchFamily="18" charset="0"/>
              <a:cs typeface="Times New Roman" pitchFamily="18" charset="0"/>
            </a:endParaRPr>
          </a:p>
        </p:txBody>
      </p:sp>
      <p:sp>
        <p:nvSpPr>
          <p:cNvPr id="104451" name="Rectangle 3"/>
          <p:cNvSpPr>
            <a:spLocks noGrp="1" noRot="1" noChangeArrowheads="1"/>
          </p:cNvSpPr>
          <p:nvPr>
            <p:ph idx="1"/>
          </p:nvPr>
        </p:nvSpPr>
        <p:spPr>
          <a:xfrm>
            <a:off x="228600" y="1371600"/>
            <a:ext cx="8007350" cy="5486400"/>
          </a:xfrm>
        </p:spPr>
        <p:txBody>
          <a:bodyPr>
            <a:normAutofit/>
          </a:bodyPr>
          <a:lstStyle/>
          <a:p>
            <a:pPr marL="0" indent="0" eaLnBrk="1" hangingPunct="1">
              <a:buNone/>
              <a:defRPr/>
            </a:pPr>
            <a:r>
              <a:rPr lang="en-US" sz="2800" b="1" dirty="0" err="1">
                <a:latin typeface="Times New Roman" pitchFamily="18" charset="0"/>
                <a:cs typeface="Times New Roman" pitchFamily="18" charset="0"/>
              </a:rPr>
              <a:t>Thuyết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thần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học</a:t>
            </a:r>
            <a:r>
              <a:rPr lang="en-US" sz="2800" b="1" dirty="0">
                <a:latin typeface="Times New Roman" pitchFamily="18" charset="0"/>
                <a:cs typeface="Times New Roman" pitchFamily="18" charset="0"/>
              </a:rPr>
              <a:t>:</a:t>
            </a:r>
          </a:p>
          <a:p>
            <a:pPr marL="609600" indent="-609600" eaLnBrk="1" hangingPunct="1">
              <a:buFont typeface="Wingdings" pitchFamily="2" charset="2"/>
              <a:buNone/>
              <a:defRPr/>
            </a:pPr>
            <a:endParaRPr lang="en-US" sz="2800" dirty="0">
              <a:solidFill>
                <a:srgbClr val="CCFF33"/>
              </a:solidFill>
              <a:latin typeface="Times New Roman" pitchFamily="18" charset="0"/>
              <a:cs typeface="Times New Roman" pitchFamily="18" charset="0"/>
            </a:endParaRPr>
          </a:p>
          <a:p>
            <a:pPr marL="609600" indent="-609600" algn="ctr" eaLnBrk="1" hangingPunct="1">
              <a:buFont typeface="Wingdings" pitchFamily="2" charset="2"/>
              <a:buNone/>
              <a:defRPr/>
            </a:pPr>
            <a:r>
              <a:rPr lang="en-US" sz="2800" dirty="0">
                <a:solidFill>
                  <a:srgbClr val="CCFF33"/>
                </a:solidFill>
                <a:latin typeface="Times New Roman" pitchFamily="18" charset="0"/>
                <a:cs typeface="Times New Roman" pitchFamily="18" charset="0"/>
              </a:rPr>
              <a:t> </a:t>
            </a:r>
            <a:r>
              <a:rPr lang="en-US" sz="2800" dirty="0" err="1">
                <a:latin typeface="Times New Roman" pitchFamily="18" charset="0"/>
                <a:cs typeface="Times New Roman" pitchFamily="18" charset="0"/>
              </a:rPr>
              <a:t>Thượng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a:t>
            </a:r>
            <a:endParaRPr lang="en-US" sz="2800" dirty="0">
              <a:latin typeface="Times New Roman" pitchFamily="18" charset="0"/>
              <a:cs typeface="Times New Roman" pitchFamily="18" charset="0"/>
            </a:endParaRPr>
          </a:p>
          <a:p>
            <a:pPr marL="609600" indent="-609600" algn="ctr" eaLnBrk="1" hangingPunct="1">
              <a:buFont typeface="Wingdings" pitchFamily="2" charset="2"/>
              <a:buNone/>
              <a:defRPr/>
            </a:pPr>
            <a:endParaRPr lang="en-US" sz="2800" dirty="0">
              <a:latin typeface="Times New Roman" pitchFamily="18" charset="0"/>
              <a:cs typeface="Times New Roman" pitchFamily="18" charset="0"/>
            </a:endParaRPr>
          </a:p>
          <a:p>
            <a:pPr marL="609600" indent="-609600" algn="ctr" eaLnBrk="1" hangingPunct="1">
              <a:buFont typeface="Wingdings" pitchFamily="2" charset="2"/>
              <a:buNone/>
              <a:defRPr/>
            </a:pP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a:p>
            <a:pPr marL="609600" indent="-609600" algn="ctr" eaLnBrk="1" hangingPunct="1">
              <a:buFont typeface="Wingdings" pitchFamily="2" charset="2"/>
              <a:buNone/>
              <a:defRPr/>
            </a:pPr>
            <a:endParaRPr lang="en-US" sz="2800" dirty="0">
              <a:latin typeface="Times New Roman" pitchFamily="18" charset="0"/>
              <a:cs typeface="Times New Roman" pitchFamily="18" charset="0"/>
            </a:endParaRPr>
          </a:p>
          <a:p>
            <a:pPr marL="609600" indent="-609600" algn="ctr" eaLnBrk="1" hangingPunct="1">
              <a:buFont typeface="Wingdings" pitchFamily="2" charset="2"/>
              <a:buNone/>
              <a:defRPr/>
            </a:pP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endParaRPr lang="en-US" sz="2800" dirty="0">
              <a:latin typeface="Times New Roman" pitchFamily="18" charset="0"/>
              <a:cs typeface="Times New Roman" pitchFamily="18" charset="0"/>
            </a:endParaRPr>
          </a:p>
          <a:p>
            <a:pPr marL="609600" indent="-609600" eaLnBrk="1" hangingPunct="1">
              <a:buFont typeface="Wingdings" pitchFamily="2" charset="2"/>
              <a:buNone/>
              <a:defRPr/>
            </a:pPr>
            <a:endParaRPr lang="en-US" sz="2800" dirty="0">
              <a:latin typeface="Times New Roman" pitchFamily="18" charset="0"/>
              <a:cs typeface="Times New Roman" pitchFamily="18" charset="0"/>
            </a:endParaRPr>
          </a:p>
          <a:p>
            <a:pPr marL="609600" indent="-609600" eaLnBrk="1" hangingPunct="1">
              <a:buFont typeface="Wingdings" pitchFamily="2" charset="2"/>
              <a:buNone/>
              <a:defRPr/>
            </a:pPr>
            <a:endParaRPr lang="en-US" sz="2800" dirty="0">
              <a:latin typeface="Times New Roman" pitchFamily="18" charset="0"/>
              <a:cs typeface="Times New Roman" pitchFamily="18" charset="0"/>
            </a:endParaRPr>
          </a:p>
        </p:txBody>
      </p:sp>
      <p:sp>
        <p:nvSpPr>
          <p:cNvPr id="69636" name="Line 4"/>
          <p:cNvSpPr>
            <a:spLocks noChangeShapeType="1"/>
          </p:cNvSpPr>
          <p:nvPr/>
        </p:nvSpPr>
        <p:spPr bwMode="auto">
          <a:xfrm>
            <a:off x="4243070" y="3124200"/>
            <a:ext cx="0" cy="762000"/>
          </a:xfrm>
          <a:prstGeom prst="line">
            <a:avLst/>
          </a:prstGeom>
          <a:noFill/>
          <a:ln w="9525">
            <a:solidFill>
              <a:schemeClr val="tx1"/>
            </a:solidFill>
            <a:round/>
            <a:headEnd/>
            <a:tailEnd type="triangle" w="med" len="med"/>
          </a:ln>
        </p:spPr>
        <p:txBody>
          <a:bodyPr/>
          <a:lstStyle/>
          <a:p>
            <a:endParaRPr lang="en-US"/>
          </a:p>
        </p:txBody>
      </p:sp>
      <p:sp>
        <p:nvSpPr>
          <p:cNvPr id="69637" name="Line 5"/>
          <p:cNvSpPr>
            <a:spLocks noChangeShapeType="1"/>
          </p:cNvSpPr>
          <p:nvPr/>
        </p:nvSpPr>
        <p:spPr bwMode="auto">
          <a:xfrm>
            <a:off x="4269105" y="4343400"/>
            <a:ext cx="0" cy="8382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box(in)">
                                      <p:cBhvr>
                                        <p:cTn id="7" dur="500"/>
                                        <p:tgtEl>
                                          <p:spTgt spid="1044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4451">
                                            <p:txEl>
                                              <p:pRg st="2" end="2"/>
                                            </p:txEl>
                                          </p:spTgt>
                                        </p:tgtEl>
                                        <p:attrNameLst>
                                          <p:attrName>style.visibility</p:attrName>
                                        </p:attrNameLst>
                                      </p:cBhvr>
                                      <p:to>
                                        <p:strVal val="visible"/>
                                      </p:to>
                                    </p:set>
                                    <p:anim calcmode="lin" valueType="num">
                                      <p:cBhvr additive="base">
                                        <p:cTn id="18" dur="500" fill="hold"/>
                                        <p:tgtEl>
                                          <p:spTgt spid="104451">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44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4451">
                                            <p:txEl>
                                              <p:pRg st="4" end="4"/>
                                            </p:txEl>
                                          </p:spTgt>
                                        </p:tgtEl>
                                        <p:attrNameLst>
                                          <p:attrName>style.visibility</p:attrName>
                                        </p:attrNameLst>
                                      </p:cBhvr>
                                      <p:to>
                                        <p:strVal val="visible"/>
                                      </p:to>
                                    </p:set>
                                    <p:anim calcmode="lin" valueType="num">
                                      <p:cBhvr additive="base">
                                        <p:cTn id="24" dur="500" fill="hold"/>
                                        <p:tgtEl>
                                          <p:spTgt spid="104451">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44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4451">
                                            <p:txEl>
                                              <p:pRg st="6" end="6"/>
                                            </p:txEl>
                                          </p:spTgt>
                                        </p:tgtEl>
                                        <p:attrNameLst>
                                          <p:attrName>style.visibility</p:attrName>
                                        </p:attrNameLst>
                                      </p:cBhvr>
                                      <p:to>
                                        <p:strVal val="visible"/>
                                      </p:to>
                                    </p:set>
                                    <p:anim calcmode="lin" valueType="num">
                                      <p:cBhvr additive="base">
                                        <p:cTn id="30" dur="500" fill="hold"/>
                                        <p:tgtEl>
                                          <p:spTgt spid="104451">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445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p:bldP spid="10445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rrowheads="1"/>
          </p:cNvSpPr>
          <p:nvPr>
            <p:ph type="title"/>
          </p:nvPr>
        </p:nvSpPr>
        <p:spPr>
          <a:xfrm>
            <a:off x="457200" y="244475"/>
            <a:ext cx="8385175" cy="898525"/>
          </a:xfrm>
        </p:spPr>
        <p:txBody>
          <a:bodyPr>
            <a:normAutofit/>
          </a:bodyPr>
          <a:lstStyle/>
          <a:p>
            <a:pPr algn="ctr" eaLnBrk="1" hangingPunct="1">
              <a:defRPr/>
            </a:pPr>
            <a:r>
              <a:rPr lang="en-US" sz="3600" dirty="0" err="1">
                <a:solidFill>
                  <a:srgbClr val="C00000"/>
                </a:solidFill>
                <a:effectLst/>
                <a:latin typeface="Times New Roman" pitchFamily="18" charset="0"/>
                <a:cs typeface="Times New Roman" pitchFamily="18" charset="0"/>
              </a:rPr>
              <a:t>Quan</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điểm</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học</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thuyết</a:t>
            </a:r>
            <a:r>
              <a:rPr lang="en-US" sz="3600" dirty="0">
                <a:solidFill>
                  <a:srgbClr val="C00000"/>
                </a:solidFill>
                <a:effectLst/>
                <a:latin typeface="Times New Roman" pitchFamily="18" charset="0"/>
                <a:cs typeface="Times New Roman" pitchFamily="18" charset="0"/>
              </a:rPr>
              <a:t> Mac - </a:t>
            </a:r>
            <a:r>
              <a:rPr lang="en-US" sz="3600" dirty="0" err="1">
                <a:solidFill>
                  <a:srgbClr val="C00000"/>
                </a:solidFill>
                <a:effectLst/>
                <a:latin typeface="Times New Roman" pitchFamily="18" charset="0"/>
                <a:cs typeface="Times New Roman" pitchFamily="18" charset="0"/>
              </a:rPr>
              <a:t>Lênin</a:t>
            </a:r>
            <a:endParaRPr lang="en-US" sz="3600" dirty="0">
              <a:solidFill>
                <a:srgbClr val="C00000"/>
              </a:solidFill>
              <a:effectLst/>
              <a:latin typeface="Times New Roman" pitchFamily="18" charset="0"/>
              <a:cs typeface="Times New Roman" pitchFamily="18" charset="0"/>
            </a:endParaRPr>
          </a:p>
        </p:txBody>
      </p:sp>
      <p:sp>
        <p:nvSpPr>
          <p:cNvPr id="106499" name="Rectangle 3"/>
          <p:cNvSpPr>
            <a:spLocks noGrp="1" noRot="1" noChangeArrowheads="1"/>
          </p:cNvSpPr>
          <p:nvPr>
            <p:ph idx="1"/>
          </p:nvPr>
        </p:nvSpPr>
        <p:spPr>
          <a:xfrm>
            <a:off x="838200" y="1219200"/>
            <a:ext cx="8007350" cy="5410200"/>
          </a:xfrm>
        </p:spPr>
        <p:txBody>
          <a:bodyPr>
            <a:normAutofit lnSpcReduction="10000"/>
          </a:bodyPr>
          <a:lstStyle/>
          <a:p>
            <a:pPr algn="just" eaLnBrk="1" hangingPunct="1">
              <a:defRPr/>
            </a:pP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NN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2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tượng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cùng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xuất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tồn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tại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triển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tiêu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gắn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liền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nhau</a:t>
            </a:r>
            <a:endParaRPr lang="en-US" sz="3600" dirty="0">
              <a:latin typeface="Times New Roman" pitchFamily="18" charset="0"/>
              <a:cs typeface="Times New Roman" pitchFamily="18" charset="0"/>
            </a:endParaRPr>
          </a:p>
          <a:p>
            <a:pPr algn="just" eaLnBrk="1" hangingPunct="1">
              <a:defRPr/>
            </a:pP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NN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những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tượng</a:t>
            </a:r>
            <a:r>
              <a:rPr lang="en-US" sz="3600" dirty="0">
                <a:latin typeface="Times New Roman" pitchFamily="18" charset="0"/>
                <a:cs typeface="Times New Roman" pitchFamily="18" charset="0"/>
              </a:rPr>
              <a:t> XH </a:t>
            </a:r>
            <a:r>
              <a:rPr lang="en-US" sz="3600" dirty="0" err="1">
                <a:latin typeface="Times New Roman" pitchFamily="18" charset="0"/>
                <a:cs typeface="Times New Roman" pitchFamily="18" charset="0"/>
              </a:rPr>
              <a:t>mang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lịch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sử</a:t>
            </a:r>
            <a:r>
              <a:rPr lang="en-US" sz="3600" dirty="0">
                <a:latin typeface="Times New Roman" pitchFamily="18" charset="0"/>
                <a:cs typeface="Times New Roman" pitchFamily="18" charset="0"/>
              </a:rPr>
              <a:t> , </a:t>
            </a:r>
            <a:r>
              <a:rPr lang="en-US" sz="3600" dirty="0" err="1">
                <a:latin typeface="Times New Roman" pitchFamily="18" charset="0"/>
                <a:cs typeface="Times New Roman" pitchFamily="18" charset="0"/>
              </a:rPr>
              <a:t>đều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phẩm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XH </a:t>
            </a: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đấu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tranh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endParaRPr lang="en-US" sz="3600" dirty="0">
              <a:latin typeface="Times New Roman" pitchFamily="18" charset="0"/>
              <a:cs typeface="Times New Roman" pitchFamily="18" charset="0"/>
            </a:endParaRPr>
          </a:p>
          <a:p>
            <a:pPr algn="just" eaLnBrk="1" hangingPunct="1">
              <a:defRPr/>
            </a:pPr>
            <a:r>
              <a:rPr lang="en-US" sz="3600" dirty="0" err="1">
                <a:latin typeface="Times New Roman" pitchFamily="18" charset="0"/>
                <a:cs typeface="Times New Roman" pitchFamily="18" charset="0"/>
              </a:rPr>
              <a:t>Nguyên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NN </a:t>
            </a:r>
            <a:r>
              <a:rPr lang="en-US" sz="3600" dirty="0" err="1">
                <a:latin typeface="Times New Roman" pitchFamily="18" charset="0"/>
                <a:cs typeface="Times New Roman" pitchFamily="18" charset="0"/>
              </a:rPr>
              <a:t>cũng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nguyên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hữu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đấu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tranh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endParaRPr lang="en-US" sz="3600" dirty="0">
              <a:latin typeface="Times New Roman" pitchFamily="18" charset="0"/>
              <a:cs typeface="Times New Roman" pitchFamily="18" charset="0"/>
            </a:endParaRPr>
          </a:p>
          <a:p>
            <a:pPr algn="just" eaLnBrk="1" hangingPunct="1">
              <a:defRPr/>
            </a:pP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diamond(in)">
                                      <p:cBhvr>
                                        <p:cTn id="7" dur="2000"/>
                                        <p:tgtEl>
                                          <p:spTgt spid="10649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6499">
                                            <p:txEl>
                                              <p:pRg st="0" end="0"/>
                                            </p:txEl>
                                          </p:spTgt>
                                        </p:tgtEl>
                                        <p:attrNameLst>
                                          <p:attrName>style.visibility</p:attrName>
                                        </p:attrNameLst>
                                      </p:cBhvr>
                                      <p:to>
                                        <p:strVal val="visible"/>
                                      </p:to>
                                    </p:set>
                                    <p:animEffect transition="in" filter="box(in)">
                                      <p:cBhvr>
                                        <p:cTn id="12" dur="500"/>
                                        <p:tgtEl>
                                          <p:spTgt spid="10649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6499">
                                            <p:txEl>
                                              <p:pRg st="1" end="1"/>
                                            </p:txEl>
                                          </p:spTgt>
                                        </p:tgtEl>
                                        <p:attrNameLst>
                                          <p:attrName>style.visibility</p:attrName>
                                        </p:attrNameLst>
                                      </p:cBhvr>
                                      <p:to>
                                        <p:strVal val="visible"/>
                                      </p:to>
                                    </p:set>
                                    <p:animEffect transition="in" filter="box(in)">
                                      <p:cBhvr>
                                        <p:cTn id="17" dur="500"/>
                                        <p:tgtEl>
                                          <p:spTgt spid="10649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6499">
                                            <p:txEl>
                                              <p:pRg st="2" end="2"/>
                                            </p:txEl>
                                          </p:spTgt>
                                        </p:tgtEl>
                                        <p:attrNameLst>
                                          <p:attrName>style.visibility</p:attrName>
                                        </p:attrNameLst>
                                      </p:cBhvr>
                                      <p:to>
                                        <p:strVal val="visible"/>
                                      </p:to>
                                    </p:set>
                                    <p:animEffect transition="in" filter="box(in)">
                                      <p:cBhvr>
                                        <p:cTn id="22" dur="500"/>
                                        <p:tgtEl>
                                          <p:spTgt spid="106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p:bldP spid="10649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rrowheads="1"/>
          </p:cNvSpPr>
          <p:nvPr>
            <p:ph type="title"/>
          </p:nvPr>
        </p:nvSpPr>
        <p:spPr/>
        <p:txBody>
          <a:bodyPr/>
          <a:lstStyle/>
          <a:p>
            <a:pPr algn="ctr" eaLnBrk="1" hangingPunct="1">
              <a:defRPr/>
            </a:pPr>
            <a:r>
              <a:rPr lang="en-US" sz="4000" dirty="0" err="1">
                <a:solidFill>
                  <a:srgbClr val="C00000"/>
                </a:solidFill>
                <a:effectLst/>
                <a:latin typeface="Times New Roman" pitchFamily="18" charset="0"/>
                <a:cs typeface="Times New Roman" pitchFamily="18" charset="0"/>
              </a:rPr>
              <a:t>Thời</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kỳ</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cộng</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sản</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nguyên</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thuỷ</a:t>
            </a:r>
            <a:endParaRPr lang="en-US" sz="4000" dirty="0">
              <a:solidFill>
                <a:srgbClr val="C00000"/>
              </a:solidFill>
              <a:effectLst/>
              <a:latin typeface="Times New Roman" pitchFamily="18" charset="0"/>
              <a:cs typeface="Times New Roman" pitchFamily="18" charset="0"/>
            </a:endParaRPr>
          </a:p>
        </p:txBody>
      </p:sp>
      <p:sp>
        <p:nvSpPr>
          <p:cNvPr id="107523" name="Rectangle 3"/>
          <p:cNvSpPr>
            <a:spLocks noGrp="1" noRot="1" noChangeArrowheads="1"/>
          </p:cNvSpPr>
          <p:nvPr>
            <p:ph idx="1"/>
          </p:nvPr>
        </p:nvSpPr>
        <p:spPr>
          <a:xfrm>
            <a:off x="838200" y="2133600"/>
            <a:ext cx="8007350" cy="3962400"/>
          </a:xfrm>
        </p:spPr>
        <p:txBody>
          <a:bodyPr>
            <a:normAutofit/>
          </a:bodyPr>
          <a:lstStyle/>
          <a:p>
            <a:pPr algn="just" eaLnBrk="1" hangingPunct="1">
              <a:defRPr/>
            </a:pPr>
            <a:r>
              <a:rPr lang="en-US" sz="4000" dirty="0" err="1">
                <a:latin typeface="Times New Roman" pitchFamily="18" charset="0"/>
                <a:cs typeface="Times New Roman" pitchFamily="18" charset="0"/>
              </a:rPr>
              <a:t>Chưa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có</a:t>
            </a:r>
            <a:r>
              <a:rPr lang="en-US" sz="4000" dirty="0">
                <a:latin typeface="Times New Roman" pitchFamily="18" charset="0"/>
                <a:cs typeface="Times New Roman" pitchFamily="18" charset="0"/>
              </a:rPr>
              <a:t> NN                   </a:t>
            </a:r>
            <a:r>
              <a:rPr lang="en-US" sz="4000" dirty="0" err="1">
                <a:latin typeface="Times New Roman" pitchFamily="18" charset="0"/>
                <a:cs typeface="Times New Roman" pitchFamily="18" charset="0"/>
              </a:rPr>
              <a:t>chưa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có</a:t>
            </a:r>
            <a:r>
              <a:rPr lang="en-US" sz="4000" dirty="0">
                <a:latin typeface="Times New Roman" pitchFamily="18" charset="0"/>
                <a:cs typeface="Times New Roman" pitchFamily="18" charset="0"/>
              </a:rPr>
              <a:t> PL</a:t>
            </a:r>
          </a:p>
          <a:p>
            <a:pPr algn="just" eaLnBrk="1" hangingPunct="1">
              <a:buFont typeface="Wingdings" pitchFamily="2" charset="2"/>
              <a:buNone/>
              <a:defRPr/>
            </a:pPr>
            <a:endParaRPr lang="en-US" sz="4000" dirty="0">
              <a:latin typeface="Times New Roman" pitchFamily="18" charset="0"/>
              <a:cs typeface="Times New Roman" pitchFamily="18" charset="0"/>
            </a:endParaRPr>
          </a:p>
          <a:p>
            <a:pPr algn="just" eaLnBrk="1" hangingPunct="1">
              <a:defRPr/>
            </a:pPr>
            <a:r>
              <a:rPr lang="en-US" sz="4000" dirty="0" err="1">
                <a:latin typeface="Times New Roman" pitchFamily="18" charset="0"/>
                <a:cs typeface="Times New Roman" pitchFamily="18" charset="0"/>
              </a:rPr>
              <a:t>Trât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tự</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được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duy</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trì</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bằng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phong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tục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tập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quán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đạo</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tín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điều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tôn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giáo</a:t>
            </a:r>
            <a:endParaRPr lang="en-US" sz="4000" dirty="0">
              <a:latin typeface="Times New Roman" pitchFamily="18" charset="0"/>
              <a:cs typeface="Times New Roman" pitchFamily="18" charset="0"/>
            </a:endParaRPr>
          </a:p>
          <a:p>
            <a:pPr algn="just" eaLnBrk="1" hangingPunct="1">
              <a:buFont typeface="Wingdings" pitchFamily="2" charset="2"/>
              <a:buNone/>
              <a:defRPr/>
            </a:pPr>
            <a:endParaRPr lang="en-US" sz="4000" dirty="0">
              <a:latin typeface="Times New Roman" pitchFamily="18" charset="0"/>
              <a:cs typeface="Times New Roman" pitchFamily="18" charset="0"/>
            </a:endParaRPr>
          </a:p>
        </p:txBody>
      </p:sp>
      <p:sp>
        <p:nvSpPr>
          <p:cNvPr id="72708" name="Line 4"/>
          <p:cNvSpPr>
            <a:spLocks noChangeShapeType="1"/>
          </p:cNvSpPr>
          <p:nvPr/>
        </p:nvSpPr>
        <p:spPr bwMode="auto">
          <a:xfrm>
            <a:off x="3962400" y="2438401"/>
            <a:ext cx="19812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7522"/>
                                        </p:tgtEl>
                                        <p:attrNameLst>
                                          <p:attrName>style.visibility</p:attrName>
                                        </p:attrNameLst>
                                      </p:cBhvr>
                                      <p:to>
                                        <p:strVal val="visible"/>
                                      </p:to>
                                    </p:set>
                                    <p:anim calcmode="lin" valueType="num">
                                      <p:cBhvr additive="base">
                                        <p:cTn id="7" dur="500" fill="hold"/>
                                        <p:tgtEl>
                                          <p:spTgt spid="107522"/>
                                        </p:tgtEl>
                                        <p:attrNameLst>
                                          <p:attrName>ppt_x</p:attrName>
                                        </p:attrNameLst>
                                      </p:cBhvr>
                                      <p:tavLst>
                                        <p:tav tm="0">
                                          <p:val>
                                            <p:strVal val="#ppt_x"/>
                                          </p:val>
                                        </p:tav>
                                        <p:tav tm="100000">
                                          <p:val>
                                            <p:strVal val="#ppt_x"/>
                                          </p:val>
                                        </p:tav>
                                      </p:tavLst>
                                    </p:anim>
                                    <p:anim calcmode="lin" valueType="num">
                                      <p:cBhvr additive="base">
                                        <p:cTn id="8" dur="500" fill="hold"/>
                                        <p:tgtEl>
                                          <p:spTgt spid="1075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7523">
                                            <p:txEl>
                                              <p:pRg st="0" end="0"/>
                                            </p:txEl>
                                          </p:spTgt>
                                        </p:tgtEl>
                                        <p:attrNameLst>
                                          <p:attrName>style.visibility</p:attrName>
                                        </p:attrNameLst>
                                      </p:cBhvr>
                                      <p:to>
                                        <p:strVal val="visible"/>
                                      </p:to>
                                    </p:set>
                                    <p:animEffect transition="in" filter="blinds(horizontal)">
                                      <p:cBhvr>
                                        <p:cTn id="13" dur="500"/>
                                        <p:tgtEl>
                                          <p:spTgt spid="10752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7523">
                                            <p:txEl>
                                              <p:pRg st="2" end="2"/>
                                            </p:txEl>
                                          </p:spTgt>
                                        </p:tgtEl>
                                        <p:attrNameLst>
                                          <p:attrName>style.visibility</p:attrName>
                                        </p:attrNameLst>
                                      </p:cBhvr>
                                      <p:to>
                                        <p:strVal val="visible"/>
                                      </p:to>
                                    </p:set>
                                    <p:animEffect transition="in" filter="blinds(horizontal)">
                                      <p:cBhvr>
                                        <p:cTn id="18" dur="500"/>
                                        <p:tgtEl>
                                          <p:spTgt spid="1075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p:bldP spid="10752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rrowheads="1"/>
          </p:cNvSpPr>
          <p:nvPr>
            <p:ph type="title"/>
          </p:nvPr>
        </p:nvSpPr>
        <p:spPr>
          <a:xfrm>
            <a:off x="457200" y="244475"/>
            <a:ext cx="8385175" cy="898525"/>
          </a:xfrm>
        </p:spPr>
        <p:txBody>
          <a:bodyPr>
            <a:normAutofit/>
          </a:bodyPr>
          <a:lstStyle/>
          <a:p>
            <a:pPr algn="ctr" eaLnBrk="1" hangingPunct="1">
              <a:defRPr/>
            </a:pPr>
            <a:r>
              <a:rPr lang="en-US" sz="4000" dirty="0" err="1">
                <a:solidFill>
                  <a:srgbClr val="C00000"/>
                </a:solidFill>
                <a:effectLst/>
                <a:latin typeface="Times New Roman" pitchFamily="18" charset="0"/>
                <a:cs typeface="Times New Roman" pitchFamily="18" charset="0"/>
              </a:rPr>
              <a:t>Khi</a:t>
            </a:r>
            <a:r>
              <a:rPr lang="en-US" sz="4000" dirty="0">
                <a:solidFill>
                  <a:srgbClr val="C00000"/>
                </a:solidFill>
                <a:effectLst/>
                <a:latin typeface="Times New Roman" pitchFamily="18" charset="0"/>
                <a:cs typeface="Times New Roman" pitchFamily="18" charset="0"/>
              </a:rPr>
              <a:t> XH </a:t>
            </a:r>
            <a:r>
              <a:rPr lang="en-US" sz="4000" dirty="0" err="1">
                <a:solidFill>
                  <a:srgbClr val="C00000"/>
                </a:solidFill>
                <a:effectLst/>
                <a:latin typeface="Times New Roman" pitchFamily="18" charset="0"/>
                <a:cs typeface="Times New Roman" pitchFamily="18" charset="0"/>
              </a:rPr>
              <a:t>hình</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thành</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giai</a:t>
            </a:r>
            <a:r>
              <a:rPr lang="en-US" sz="4000" dirty="0">
                <a:solidFill>
                  <a:srgbClr val="C00000"/>
                </a:solidFill>
                <a:effectLst/>
                <a:latin typeface="Times New Roman" pitchFamily="18" charset="0"/>
                <a:cs typeface="Times New Roman" pitchFamily="18" charset="0"/>
              </a:rPr>
              <a:t> </a:t>
            </a:r>
            <a:r>
              <a:rPr lang="en-US" sz="4000" dirty="0" err="1">
                <a:solidFill>
                  <a:srgbClr val="C00000"/>
                </a:solidFill>
                <a:effectLst/>
                <a:latin typeface="Times New Roman" pitchFamily="18" charset="0"/>
                <a:cs typeface="Times New Roman" pitchFamily="18" charset="0"/>
              </a:rPr>
              <a:t>cấp</a:t>
            </a:r>
            <a:r>
              <a:rPr lang="en-US" sz="4000" dirty="0">
                <a:solidFill>
                  <a:srgbClr val="C00000"/>
                </a:solidFill>
                <a:effectLst/>
                <a:latin typeface="Times New Roman" pitchFamily="18" charset="0"/>
                <a:cs typeface="Times New Roman" pitchFamily="18" charset="0"/>
              </a:rPr>
              <a:t>:</a:t>
            </a:r>
          </a:p>
        </p:txBody>
      </p:sp>
      <p:sp>
        <p:nvSpPr>
          <p:cNvPr id="108547" name="Rectangle 3"/>
          <p:cNvSpPr>
            <a:spLocks noGrp="1" noRot="1" noChangeArrowheads="1"/>
          </p:cNvSpPr>
          <p:nvPr>
            <p:ph idx="1"/>
          </p:nvPr>
        </p:nvSpPr>
        <p:spPr>
          <a:xfrm>
            <a:off x="838200" y="1219200"/>
            <a:ext cx="8007350" cy="5410200"/>
          </a:xfrm>
        </p:spPr>
        <p:txBody>
          <a:bodyPr>
            <a:normAutofit/>
          </a:bodyPr>
          <a:lstStyle/>
          <a:p>
            <a:pPr algn="just" eaLnBrk="1" hangingPunct="1">
              <a:defRPr/>
            </a:pP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hữu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endParaRPr lang="en-US" sz="2800" dirty="0">
              <a:latin typeface="Times New Roman" pitchFamily="18" charset="0"/>
              <a:cs typeface="Times New Roman" pitchFamily="18" charset="0"/>
            </a:endParaRPr>
          </a:p>
          <a:p>
            <a:pPr algn="just" eaLnBrk="1" hangingPunct="1">
              <a:buFont typeface="Wingdings" pitchFamily="2" charset="2"/>
              <a:buNone/>
              <a:defRPr/>
            </a:pPr>
            <a:endParaRPr lang="en-US" sz="2800" dirty="0">
              <a:latin typeface="Times New Roman" pitchFamily="18" charset="0"/>
              <a:cs typeface="Times New Roman" pitchFamily="18" charset="0"/>
            </a:endParaRPr>
          </a:p>
          <a:p>
            <a:pPr algn="just" eaLnBrk="1" hangingPunct="1">
              <a:defRPr/>
            </a:pP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a:p>
            <a:pPr algn="just" eaLnBrk="1" hangingPunct="1">
              <a:buFont typeface="Wingdings" pitchFamily="2" charset="2"/>
              <a:buNone/>
              <a:defRPr/>
            </a:pPr>
            <a:r>
              <a:rPr lang="en-US" sz="2800" dirty="0">
                <a:latin typeface="Times New Roman" pitchFamily="18" charset="0"/>
                <a:cs typeface="Times New Roman" pitchFamily="18" charset="0"/>
              </a:rPr>
              <a:t>                                            </a:t>
            </a:r>
          </a:p>
          <a:p>
            <a:pPr algn="just" eaLnBrk="1" hangingPunct="1">
              <a:buFont typeface="Wingdings" pitchFamily="2" charset="2"/>
              <a:buNone/>
              <a:defRPr/>
            </a:pP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endParaRPr lang="en-US" sz="2800" dirty="0">
              <a:latin typeface="Times New Roman" pitchFamily="18" charset="0"/>
              <a:cs typeface="Times New Roman" pitchFamily="18" charset="0"/>
            </a:endParaRPr>
          </a:p>
          <a:p>
            <a:pPr algn="just" eaLnBrk="1" hangingPunct="1">
              <a:buFont typeface="Wingdings" pitchFamily="2" charset="2"/>
              <a:buNone/>
              <a:defRPr/>
            </a:pPr>
            <a:endParaRPr lang="en-US" sz="2800" dirty="0">
              <a:latin typeface="Times New Roman" pitchFamily="18" charset="0"/>
              <a:cs typeface="Times New Roman" pitchFamily="18" charset="0"/>
            </a:endParaRPr>
          </a:p>
        </p:txBody>
      </p:sp>
      <p:sp>
        <p:nvSpPr>
          <p:cNvPr id="73732" name="Line 4"/>
          <p:cNvSpPr>
            <a:spLocks noChangeShapeType="1"/>
          </p:cNvSpPr>
          <p:nvPr/>
        </p:nvSpPr>
        <p:spPr bwMode="auto">
          <a:xfrm>
            <a:off x="4572000" y="2514600"/>
            <a:ext cx="1371600" cy="0"/>
          </a:xfrm>
          <a:prstGeom prst="line">
            <a:avLst/>
          </a:prstGeom>
          <a:noFill/>
          <a:ln w="9525">
            <a:solidFill>
              <a:schemeClr val="tx1"/>
            </a:solidFill>
            <a:round/>
            <a:headEnd/>
            <a:tailEnd type="triangle" w="med" len="med"/>
          </a:ln>
        </p:spPr>
        <p:txBody>
          <a:bodyPr/>
          <a:lstStyle/>
          <a:p>
            <a:endParaRPr lang="en-US"/>
          </a:p>
        </p:txBody>
      </p:sp>
      <p:sp>
        <p:nvSpPr>
          <p:cNvPr id="73733" name="Line 5"/>
          <p:cNvSpPr>
            <a:spLocks noChangeShapeType="1"/>
          </p:cNvSpPr>
          <p:nvPr/>
        </p:nvSpPr>
        <p:spPr bwMode="auto">
          <a:xfrm>
            <a:off x="3810000" y="3657600"/>
            <a:ext cx="1524000" cy="0"/>
          </a:xfrm>
          <a:prstGeom prst="line">
            <a:avLst/>
          </a:prstGeom>
          <a:noFill/>
          <a:ln w="9525">
            <a:solidFill>
              <a:schemeClr val="tx1"/>
            </a:solidFill>
            <a:round/>
            <a:headEnd/>
            <a:tailEnd type="triangle" w="med" len="med"/>
          </a:ln>
        </p:spPr>
        <p:txBody>
          <a:bodyPr/>
          <a:lstStyle/>
          <a:p>
            <a:endParaRPr lang="en-US"/>
          </a:p>
        </p:txBody>
      </p:sp>
      <p:sp>
        <p:nvSpPr>
          <p:cNvPr id="73734" name="Line 6"/>
          <p:cNvSpPr>
            <a:spLocks noChangeShapeType="1"/>
          </p:cNvSpPr>
          <p:nvPr/>
        </p:nvSpPr>
        <p:spPr bwMode="auto">
          <a:xfrm>
            <a:off x="3657600" y="3886200"/>
            <a:ext cx="1184275" cy="9144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checkerboard(across)">
                                      <p:cBhvr>
                                        <p:cTn id="7" dur="500"/>
                                        <p:tgtEl>
                                          <p:spTgt spid="1085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547">
                                            <p:txEl>
                                              <p:pRg st="0" end="0"/>
                                            </p:txEl>
                                          </p:spTgt>
                                        </p:tgtEl>
                                        <p:attrNameLst>
                                          <p:attrName>style.visibility</p:attrName>
                                        </p:attrNameLst>
                                      </p:cBhvr>
                                      <p:to>
                                        <p:strVal val="visible"/>
                                      </p:to>
                                    </p:set>
                                    <p:animEffect transition="in" filter="blinds(horizontal)">
                                      <p:cBhvr>
                                        <p:cTn id="12" dur="500"/>
                                        <p:tgtEl>
                                          <p:spTgt spid="1085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8547">
                                            <p:txEl>
                                              <p:pRg st="2" end="2"/>
                                            </p:txEl>
                                          </p:spTgt>
                                        </p:tgtEl>
                                        <p:attrNameLst>
                                          <p:attrName>style.visibility</p:attrName>
                                        </p:attrNameLst>
                                      </p:cBhvr>
                                      <p:to>
                                        <p:strVal val="visible"/>
                                      </p:to>
                                    </p:set>
                                    <p:animEffect transition="in" filter="blinds(horizontal)">
                                      <p:cBhvr>
                                        <p:cTn id="17" dur="500"/>
                                        <p:tgtEl>
                                          <p:spTgt spid="1085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8547">
                                            <p:txEl>
                                              <p:pRg st="3" end="3"/>
                                            </p:txEl>
                                          </p:spTgt>
                                        </p:tgtEl>
                                        <p:attrNameLst>
                                          <p:attrName>style.visibility</p:attrName>
                                        </p:attrNameLst>
                                      </p:cBhvr>
                                      <p:to>
                                        <p:strVal val="visible"/>
                                      </p:to>
                                    </p:set>
                                    <p:animEffect transition="in" filter="blinds(horizontal)">
                                      <p:cBhvr>
                                        <p:cTn id="22" dur="500"/>
                                        <p:tgtEl>
                                          <p:spTgt spid="1085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8547">
                                            <p:txEl>
                                              <p:pRg st="4" end="4"/>
                                            </p:txEl>
                                          </p:spTgt>
                                        </p:tgtEl>
                                        <p:attrNameLst>
                                          <p:attrName>style.visibility</p:attrName>
                                        </p:attrNameLst>
                                      </p:cBhvr>
                                      <p:to>
                                        <p:strVal val="visible"/>
                                      </p:to>
                                    </p:set>
                                    <p:animEffect transition="in" filter="blinds(horizontal)">
                                      <p:cBhvr>
                                        <p:cTn id="27" dur="500"/>
                                        <p:tgtEl>
                                          <p:spTgt spid="108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4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rrowheads="1"/>
          </p:cNvSpPr>
          <p:nvPr>
            <p:ph type="title"/>
          </p:nvPr>
        </p:nvSpPr>
        <p:spPr>
          <a:xfrm>
            <a:off x="982133" y="457201"/>
            <a:ext cx="3285067" cy="914399"/>
          </a:xfrm>
        </p:spPr>
        <p:txBody>
          <a:bodyPr>
            <a:normAutofit/>
          </a:bodyPr>
          <a:lstStyle/>
          <a:p>
            <a:pPr eaLnBrk="1" hangingPunct="1">
              <a:defRPr/>
            </a:pPr>
            <a:r>
              <a:rPr lang="en-US" sz="4000" dirty="0">
                <a:solidFill>
                  <a:srgbClr val="C00000"/>
                </a:solidFill>
                <a:latin typeface="Times New Roman" pitchFamily="18" charset="0"/>
                <a:cs typeface="Times New Roman" pitchFamily="18" charset="0"/>
              </a:rPr>
              <a:t>2.  </a:t>
            </a:r>
            <a:r>
              <a:rPr lang="en-US" sz="4000" dirty="0" err="1">
                <a:solidFill>
                  <a:srgbClr val="C00000"/>
                </a:solidFill>
                <a:latin typeface="Times New Roman" pitchFamily="18" charset="0"/>
                <a:cs typeface="Times New Roman" pitchFamily="18" charset="0"/>
              </a:rPr>
              <a:t>Bản</a:t>
            </a:r>
            <a:r>
              <a:rPr lang="en-US" sz="4000" dirty="0">
                <a:solidFill>
                  <a:srgbClr val="C00000"/>
                </a:solidFill>
                <a:latin typeface="Times New Roman" pitchFamily="18" charset="0"/>
                <a:cs typeface="Times New Roman" pitchFamily="18" charset="0"/>
              </a:rPr>
              <a:t> </a:t>
            </a:r>
            <a:r>
              <a:rPr lang="en-US" sz="4000" dirty="0" err="1">
                <a:solidFill>
                  <a:srgbClr val="C00000"/>
                </a:solidFill>
                <a:latin typeface="Times New Roman" pitchFamily="18" charset="0"/>
                <a:cs typeface="Times New Roman" pitchFamily="18" charset="0"/>
              </a:rPr>
              <a:t>chất</a:t>
            </a:r>
            <a:r>
              <a:rPr lang="en-US" sz="4000" dirty="0">
                <a:solidFill>
                  <a:srgbClr val="C00000"/>
                </a:solidFill>
                <a:latin typeface="Times New Roman" pitchFamily="18" charset="0"/>
                <a:cs typeface="Times New Roman" pitchFamily="18" charset="0"/>
              </a:rPr>
              <a:t> </a:t>
            </a:r>
            <a:endParaRPr lang="en-US" sz="3200" dirty="0">
              <a:solidFill>
                <a:srgbClr val="C00000"/>
              </a:solidFill>
              <a:latin typeface="Times New Roman" pitchFamily="18" charset="0"/>
              <a:cs typeface="Times New Roman" pitchFamily="18" charset="0"/>
            </a:endParaRPr>
          </a:p>
        </p:txBody>
      </p:sp>
      <p:sp>
        <p:nvSpPr>
          <p:cNvPr id="111619" name="Rectangle 3"/>
          <p:cNvSpPr>
            <a:spLocks noGrp="1" noRot="1" noChangeArrowheads="1"/>
          </p:cNvSpPr>
          <p:nvPr>
            <p:ph idx="1"/>
          </p:nvPr>
        </p:nvSpPr>
        <p:spPr>
          <a:xfrm>
            <a:off x="609600" y="2667000"/>
            <a:ext cx="8305800" cy="3332816"/>
          </a:xfrm>
        </p:spPr>
        <p:txBody>
          <a:bodyPr>
            <a:noAutofit/>
          </a:bodyPr>
          <a:lstStyle/>
          <a:p>
            <a:pPr algn="just" eaLnBrk="1" hangingPunct="1">
              <a:defRPr/>
            </a:pPr>
            <a:r>
              <a:rPr lang="en-US" sz="3200" dirty="0">
                <a:latin typeface="Times New Roman" pitchFamily="18" charset="0"/>
                <a:cs typeface="Times New Roman" pitchFamily="18" charset="0"/>
              </a:rPr>
              <a:t>PL do NN </a:t>
            </a:r>
            <a:r>
              <a:rPr lang="en-US" sz="3200" dirty="0" err="1">
                <a:latin typeface="Times New Roman" pitchFamily="18" charset="0"/>
                <a:cs typeface="Times New Roman" pitchFamily="18" charset="0"/>
              </a:rPr>
              <a:t>đặt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ý </a:t>
            </a:r>
            <a:r>
              <a:rPr lang="en-US" sz="3200" dirty="0" err="1">
                <a:latin typeface="Times New Roman" pitchFamily="18" charset="0"/>
                <a:cs typeface="Times New Roman" pitchFamily="18" charset="0"/>
              </a:rPr>
              <a:t>chí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a:t>
            </a:r>
          </a:p>
          <a:p>
            <a:pPr algn="just" eaLnBrk="1" hangingPunct="1">
              <a:defRPr/>
            </a:pP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hoá</a:t>
            </a:r>
            <a:r>
              <a:rPr lang="en-US" sz="3200" dirty="0">
                <a:latin typeface="Times New Roman" pitchFamily="18" charset="0"/>
                <a:cs typeface="Times New Roman" pitchFamily="18" charset="0"/>
              </a:rPr>
              <a:t> ý </a:t>
            </a:r>
            <a:r>
              <a:rPr lang="en-US" sz="3200" dirty="0" err="1">
                <a:latin typeface="Times New Roman" pitchFamily="18" charset="0"/>
                <a:cs typeface="Times New Roman" pitchFamily="18" charset="0"/>
              </a:rPr>
              <a:t>chí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thông</a:t>
            </a:r>
            <a:r>
              <a:rPr lang="en-US" sz="3200" dirty="0">
                <a:latin typeface="Times New Roman" pitchFamily="18" charset="0"/>
                <a:cs typeface="Times New Roman" pitchFamily="18" charset="0"/>
              </a:rPr>
              <a:t> qua NN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tắc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đặt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lên</a:t>
            </a:r>
            <a:r>
              <a:rPr lang="en-US" sz="3200" dirty="0">
                <a:latin typeface="Times New Roman" pitchFamily="18" charset="0"/>
                <a:cs typeface="Times New Roman" pitchFamily="18" charset="0"/>
              </a:rPr>
              <a:t> XH </a:t>
            </a:r>
            <a:r>
              <a:rPr lang="en-US" sz="3200" dirty="0" err="1">
                <a:latin typeface="Times New Roman" pitchFamily="18" charset="0"/>
                <a:cs typeface="Times New Roman" pitchFamily="18" charset="0"/>
              </a:rPr>
              <a:t>buộc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mọi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người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tuân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endParaRPr lang="en-US" sz="32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129B0A91-745A-0D50-1B0C-3F5338336CFA}"/>
              </a:ext>
            </a:extLst>
          </p:cNvPr>
          <p:cNvSpPr txBox="1"/>
          <p:nvPr/>
        </p:nvSpPr>
        <p:spPr>
          <a:xfrm>
            <a:off x="988311" y="1849050"/>
            <a:ext cx="4572000" cy="584775"/>
          </a:xfrm>
          <a:prstGeom prst="rect">
            <a:avLst/>
          </a:prstGeom>
          <a:noFill/>
        </p:spPr>
        <p:txBody>
          <a:bodyPr wrap="square">
            <a:spAutoFit/>
          </a:bodyPr>
          <a:lstStyle/>
          <a:p>
            <a:r>
              <a:rPr lang="en-US" sz="3200" dirty="0" err="1">
                <a:solidFill>
                  <a:srgbClr val="C00000"/>
                </a:solidFill>
                <a:latin typeface="Times New Roman" pitchFamily="18" charset="0"/>
                <a:cs typeface="Times New Roman" pitchFamily="18" charset="0"/>
              </a:rPr>
              <a:t>Tính</a:t>
            </a:r>
            <a:r>
              <a:rPr lang="en-US" sz="3200" dirty="0">
                <a:solidFill>
                  <a:srgbClr val="C00000"/>
                </a:solidFill>
                <a:latin typeface="Times New Roman" pitchFamily="18" charset="0"/>
                <a:cs typeface="Times New Roman" pitchFamily="18" charset="0"/>
              </a:rPr>
              <a:t> </a:t>
            </a:r>
            <a:r>
              <a:rPr lang="en-US" sz="3200" dirty="0" err="1">
                <a:solidFill>
                  <a:srgbClr val="C00000"/>
                </a:solidFill>
                <a:latin typeface="Times New Roman" pitchFamily="18" charset="0"/>
                <a:cs typeface="Times New Roman" pitchFamily="18" charset="0"/>
              </a:rPr>
              <a:t>giai</a:t>
            </a:r>
            <a:r>
              <a:rPr lang="en-US" sz="3200" dirty="0">
                <a:solidFill>
                  <a:srgbClr val="C00000"/>
                </a:solidFill>
                <a:latin typeface="Times New Roman" pitchFamily="18" charset="0"/>
                <a:cs typeface="Times New Roman" pitchFamily="18" charset="0"/>
              </a:rPr>
              <a:t> </a:t>
            </a:r>
            <a:r>
              <a:rPr lang="en-US" sz="3200" dirty="0" err="1">
                <a:solidFill>
                  <a:srgbClr val="C00000"/>
                </a:solidFill>
                <a:latin typeface="Times New Roman" pitchFamily="18" charset="0"/>
                <a:cs typeface="Times New Roman" pitchFamily="18" charset="0"/>
              </a:rPr>
              <a:t>cấp</a:t>
            </a:r>
            <a:endParaRPr lang="en-V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1619">
                                            <p:txEl>
                                              <p:pRg st="0" end="0"/>
                                            </p:txEl>
                                          </p:spTgt>
                                        </p:tgtEl>
                                        <p:attrNameLst>
                                          <p:attrName>style.visibility</p:attrName>
                                        </p:attrNameLst>
                                      </p:cBhvr>
                                      <p:to>
                                        <p:strVal val="visible"/>
                                      </p:to>
                                    </p:set>
                                    <p:animEffect transition="in" filter="blinds(horizontal)">
                                      <p:cBhvr>
                                        <p:cTn id="11" dur="500"/>
                                        <p:tgtEl>
                                          <p:spTgt spid="11161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11619">
                                            <p:txEl>
                                              <p:pRg st="1" end="1"/>
                                            </p:txEl>
                                          </p:spTgt>
                                        </p:tgtEl>
                                        <p:attrNameLst>
                                          <p:attrName>style.visibility</p:attrName>
                                        </p:attrNameLst>
                                      </p:cBhvr>
                                      <p:to>
                                        <p:strVal val="visible"/>
                                      </p:to>
                                    </p:set>
                                    <p:animEffect transition="in" filter="blinds(horizontal)">
                                      <p:cBhvr>
                                        <p:cTn id="16" dur="500"/>
                                        <p:tgtEl>
                                          <p:spTgt spid="1116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p:bldP spid="1116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rrowheads="1"/>
          </p:cNvSpPr>
          <p:nvPr>
            <p:ph type="title"/>
          </p:nvPr>
        </p:nvSpPr>
        <p:spPr>
          <a:xfrm>
            <a:off x="838200" y="1219200"/>
            <a:ext cx="7704667" cy="914399"/>
          </a:xfrm>
        </p:spPr>
        <p:txBody>
          <a:bodyPr/>
          <a:lstStyle/>
          <a:p>
            <a:pPr algn="ctr" eaLnBrk="1" hangingPunct="1">
              <a:defRPr/>
            </a:pPr>
            <a:r>
              <a:rPr lang="en-US" dirty="0" err="1">
                <a:solidFill>
                  <a:srgbClr val="C00000"/>
                </a:solidFill>
                <a:effectLst/>
                <a:latin typeface="Times New Roman" pitchFamily="18" charset="0"/>
                <a:cs typeface="Times New Roman" pitchFamily="18" charset="0"/>
              </a:rPr>
              <a:t>Bản</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chất</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xã</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hội</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Tính</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xã</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hội</a:t>
            </a:r>
            <a:r>
              <a:rPr lang="en-US" dirty="0">
                <a:solidFill>
                  <a:srgbClr val="C00000"/>
                </a:solidFill>
                <a:effectLst/>
                <a:latin typeface="Times New Roman" pitchFamily="18" charset="0"/>
                <a:cs typeface="Times New Roman" pitchFamily="18" charset="0"/>
              </a:rPr>
              <a:t>)</a:t>
            </a:r>
          </a:p>
        </p:txBody>
      </p:sp>
      <p:sp>
        <p:nvSpPr>
          <p:cNvPr id="112643" name="Rectangle 3"/>
          <p:cNvSpPr>
            <a:spLocks noGrp="1" noRot="1" noChangeArrowheads="1"/>
          </p:cNvSpPr>
          <p:nvPr>
            <p:ph idx="1"/>
          </p:nvPr>
        </p:nvSpPr>
        <p:spPr>
          <a:xfrm>
            <a:off x="990600" y="2362200"/>
            <a:ext cx="7848600" cy="3645091"/>
          </a:xfrm>
        </p:spPr>
        <p:txBody>
          <a:bodyPr>
            <a:normAutofit/>
          </a:bodyPr>
          <a:lstStyle/>
          <a:p>
            <a:pPr algn="just" eaLnBrk="1" hangingPunct="1">
              <a:defRPr/>
            </a:pPr>
            <a:r>
              <a:rPr lang="en-US" sz="3200" dirty="0">
                <a:latin typeface="Times New Roman" pitchFamily="18" charset="0"/>
                <a:cs typeface="Times New Roman" pitchFamily="18" charset="0"/>
              </a:rPr>
              <a:t>PL </a:t>
            </a:r>
            <a:r>
              <a:rPr lang="en-US" sz="3200" dirty="0" err="1">
                <a:latin typeface="Times New Roman" pitchFamily="18" charset="0"/>
                <a:cs typeface="Times New Roman" pitchFamily="18" charset="0"/>
              </a:rPr>
              <a:t>còn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a:p>
            <a:pPr algn="just" eaLnBrk="1" hangingPunct="1">
              <a:defRPr/>
            </a:pPr>
            <a:r>
              <a:rPr lang="en-US" sz="3200" dirty="0">
                <a:latin typeface="Times New Roman" pitchFamily="18" charset="0"/>
                <a:cs typeface="Times New Roman" pitchFamily="18" charset="0"/>
              </a:rPr>
              <a:t>PL </a:t>
            </a:r>
            <a:r>
              <a:rPr lang="en-US" sz="3200" dirty="0" err="1">
                <a:latin typeface="Times New Roman" pitchFamily="18" charset="0"/>
                <a:cs typeface="Times New Roman" pitchFamily="18" charset="0"/>
              </a:rPr>
              <a:t>còn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ý </a:t>
            </a:r>
            <a:r>
              <a:rPr lang="en-US" sz="3200" dirty="0" err="1">
                <a:latin typeface="Times New Roman" pitchFamily="18" charset="0"/>
                <a:cs typeface="Times New Roman" pitchFamily="18" charset="0"/>
              </a:rPr>
              <a:t>chí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ích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tầng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XH ở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nhau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tuỳ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đó</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2642"/>
                                        </p:tgtEl>
                                        <p:attrNameLst>
                                          <p:attrName>style.visibility</p:attrName>
                                        </p:attrNameLst>
                                      </p:cBhvr>
                                      <p:to>
                                        <p:strVal val="visible"/>
                                      </p:to>
                                    </p:set>
                                    <p:animEffect transition="in" filter="diamond(in)">
                                      <p:cBhvr>
                                        <p:cTn id="7" dur="2000"/>
                                        <p:tgtEl>
                                          <p:spTgt spid="11264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2643">
                                            <p:txEl>
                                              <p:pRg st="0" end="0"/>
                                            </p:txEl>
                                          </p:spTgt>
                                        </p:tgtEl>
                                        <p:attrNameLst>
                                          <p:attrName>style.visibility</p:attrName>
                                        </p:attrNameLst>
                                      </p:cBhvr>
                                      <p:to>
                                        <p:strVal val="visible"/>
                                      </p:to>
                                    </p:set>
                                    <p:animEffect transition="in" filter="checkerboard(across)">
                                      <p:cBhvr>
                                        <p:cTn id="12" dur="500"/>
                                        <p:tgtEl>
                                          <p:spTgt spid="11264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2643">
                                            <p:txEl>
                                              <p:pRg st="1" end="1"/>
                                            </p:txEl>
                                          </p:spTgt>
                                        </p:tgtEl>
                                        <p:attrNameLst>
                                          <p:attrName>style.visibility</p:attrName>
                                        </p:attrNameLst>
                                      </p:cBhvr>
                                      <p:to>
                                        <p:strVal val="visible"/>
                                      </p:to>
                                    </p:set>
                                    <p:animEffect transition="in" filter="checkerboard(across)">
                                      <p:cBhvr>
                                        <p:cTn id="17" dur="500"/>
                                        <p:tgtEl>
                                          <p:spTgt spid="1126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p:bldP spid="11264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rrowheads="1"/>
          </p:cNvSpPr>
          <p:nvPr>
            <p:ph type="title"/>
          </p:nvPr>
        </p:nvSpPr>
        <p:spPr>
          <a:xfrm>
            <a:off x="982133" y="457201"/>
            <a:ext cx="7704667" cy="1066799"/>
          </a:xfrm>
        </p:spPr>
        <p:txBody>
          <a:bodyPr>
            <a:normAutofit/>
          </a:bodyPr>
          <a:lstStyle/>
          <a:p>
            <a:pPr algn="ctr" eaLnBrk="1" hangingPunct="1">
              <a:defRPr/>
            </a:pPr>
            <a:r>
              <a:rPr lang="en-US" sz="4400" dirty="0">
                <a:solidFill>
                  <a:srgbClr val="C00000"/>
                </a:solidFill>
                <a:effectLst/>
                <a:latin typeface="Times New Roman" pitchFamily="18" charset="0"/>
                <a:cs typeface="Times New Roman" pitchFamily="18" charset="0"/>
              </a:rPr>
              <a:t>3. </a:t>
            </a:r>
            <a:r>
              <a:rPr lang="en-US" sz="4400" dirty="0" err="1">
                <a:solidFill>
                  <a:srgbClr val="C00000"/>
                </a:solidFill>
                <a:effectLst/>
                <a:latin typeface="Times New Roman" pitchFamily="18" charset="0"/>
                <a:cs typeface="Times New Roman" pitchFamily="18" charset="0"/>
              </a:rPr>
              <a:t>Thuộc</a:t>
            </a:r>
            <a:r>
              <a:rPr lang="en-US" sz="4400" dirty="0">
                <a:solidFill>
                  <a:srgbClr val="C00000"/>
                </a:solidFill>
                <a:effectLst/>
                <a:latin typeface="Times New Roman" pitchFamily="18" charset="0"/>
                <a:cs typeface="Times New Roman" pitchFamily="18" charset="0"/>
              </a:rPr>
              <a:t> </a:t>
            </a:r>
            <a:r>
              <a:rPr lang="en-US" sz="4400" dirty="0" err="1">
                <a:solidFill>
                  <a:srgbClr val="C00000"/>
                </a:solidFill>
                <a:effectLst/>
                <a:latin typeface="Times New Roman" pitchFamily="18" charset="0"/>
                <a:cs typeface="Times New Roman" pitchFamily="18" charset="0"/>
              </a:rPr>
              <a:t>tính</a:t>
            </a:r>
            <a:r>
              <a:rPr lang="en-US" sz="4400" dirty="0">
                <a:solidFill>
                  <a:srgbClr val="C00000"/>
                </a:solidFill>
                <a:effectLst/>
                <a:latin typeface="Times New Roman" pitchFamily="18" charset="0"/>
                <a:cs typeface="Times New Roman" pitchFamily="18" charset="0"/>
              </a:rPr>
              <a:t> </a:t>
            </a:r>
            <a:r>
              <a:rPr lang="en-US" sz="4400" dirty="0" err="1">
                <a:solidFill>
                  <a:srgbClr val="C00000"/>
                </a:solidFill>
                <a:effectLst/>
                <a:latin typeface="Times New Roman" pitchFamily="18" charset="0"/>
                <a:cs typeface="Times New Roman" pitchFamily="18" charset="0"/>
              </a:rPr>
              <a:t>của</a:t>
            </a:r>
            <a:r>
              <a:rPr lang="en-US" sz="4400" dirty="0">
                <a:solidFill>
                  <a:srgbClr val="C00000"/>
                </a:solidFill>
                <a:effectLst/>
                <a:latin typeface="Times New Roman" pitchFamily="18" charset="0"/>
                <a:cs typeface="Times New Roman" pitchFamily="18" charset="0"/>
              </a:rPr>
              <a:t> PL</a:t>
            </a:r>
          </a:p>
        </p:txBody>
      </p:sp>
      <p:sp>
        <p:nvSpPr>
          <p:cNvPr id="113667" name="Rectangle 3"/>
          <p:cNvSpPr>
            <a:spLocks noGrp="1" noRot="1" noChangeArrowheads="1"/>
          </p:cNvSpPr>
          <p:nvPr>
            <p:ph idx="1"/>
          </p:nvPr>
        </p:nvSpPr>
        <p:spPr>
          <a:xfrm>
            <a:off x="1143000" y="1905000"/>
            <a:ext cx="7704667" cy="3332816"/>
          </a:xfrm>
        </p:spPr>
        <p:txBody>
          <a:bodyPr>
            <a:normAutofit fontScale="92500"/>
          </a:bodyPr>
          <a:lstStyle/>
          <a:p>
            <a:pPr eaLnBrk="1" hangingPunct="1">
              <a:defRPr/>
            </a:pPr>
            <a:r>
              <a:rPr lang="en-US" sz="3600" dirty="0" err="1">
                <a:latin typeface="Times New Roman" pitchFamily="18" charset="0"/>
                <a:cs typeface="Times New Roman" pitchFamily="18" charset="0"/>
              </a:rPr>
              <a:t>Tính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phạm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biến</a:t>
            </a:r>
            <a:endParaRPr lang="en-US" sz="3600" dirty="0">
              <a:latin typeface="Times New Roman" pitchFamily="18" charset="0"/>
              <a:cs typeface="Times New Roman" pitchFamily="18" charset="0"/>
            </a:endParaRPr>
          </a:p>
          <a:p>
            <a:pPr eaLnBrk="1" hangingPunct="1">
              <a:buFont typeface="Wingdings" pitchFamily="2" charset="2"/>
              <a:buNone/>
              <a:defRPr/>
            </a:pPr>
            <a:endParaRPr lang="en-US" sz="3600" dirty="0">
              <a:latin typeface="Times New Roman" pitchFamily="18" charset="0"/>
              <a:cs typeface="Times New Roman" pitchFamily="18" charset="0"/>
            </a:endParaRPr>
          </a:p>
          <a:p>
            <a:pPr eaLnBrk="1" hangingPunct="1">
              <a:defRPr/>
            </a:pPr>
            <a:r>
              <a:rPr lang="en-US" sz="3600" dirty="0" err="1">
                <a:latin typeface="Times New Roman" pitchFamily="18" charset="0"/>
                <a:cs typeface="Times New Roman" pitchFamily="18" charset="0"/>
              </a:rPr>
              <a:t>Tính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cưỡng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chế</a:t>
            </a:r>
            <a:endParaRPr lang="en-US" sz="3600" dirty="0">
              <a:latin typeface="Times New Roman" pitchFamily="18" charset="0"/>
              <a:cs typeface="Times New Roman" pitchFamily="18" charset="0"/>
            </a:endParaRPr>
          </a:p>
          <a:p>
            <a:pPr eaLnBrk="1" hangingPunct="1">
              <a:buFont typeface="Wingdings" pitchFamily="2" charset="2"/>
              <a:buNone/>
              <a:defRPr/>
            </a:pPr>
            <a:endParaRPr lang="en-US" sz="3600" dirty="0">
              <a:latin typeface="Times New Roman" pitchFamily="18" charset="0"/>
              <a:cs typeface="Times New Roman" pitchFamily="18" charset="0"/>
            </a:endParaRPr>
          </a:p>
          <a:p>
            <a:pPr eaLnBrk="1" hangingPunct="1">
              <a:defRPr/>
            </a:pPr>
            <a:r>
              <a:rPr lang="en-US" sz="3600" dirty="0" err="1">
                <a:latin typeface="Times New Roman" pitchFamily="18" charset="0"/>
                <a:cs typeface="Times New Roman" pitchFamily="18" charset="0"/>
              </a:rPr>
              <a:t>Tính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định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chặt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chẽ</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về</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mặt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thức</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6"/>
                                        </p:tgtEl>
                                        <p:attrNameLst>
                                          <p:attrName>style.visibility</p:attrName>
                                        </p:attrNameLst>
                                      </p:cBhvr>
                                      <p:to>
                                        <p:strVal val="visible"/>
                                      </p:to>
                                    </p:set>
                                    <p:anim calcmode="lin" valueType="num">
                                      <p:cBhvr additive="base">
                                        <p:cTn id="7" dur="500" fill="hold"/>
                                        <p:tgtEl>
                                          <p:spTgt spid="113666"/>
                                        </p:tgtEl>
                                        <p:attrNameLst>
                                          <p:attrName>ppt_x</p:attrName>
                                        </p:attrNameLst>
                                      </p:cBhvr>
                                      <p:tavLst>
                                        <p:tav tm="0">
                                          <p:val>
                                            <p:strVal val="#ppt_x"/>
                                          </p:val>
                                        </p:tav>
                                        <p:tav tm="100000">
                                          <p:val>
                                            <p:strVal val="#ppt_x"/>
                                          </p:val>
                                        </p:tav>
                                      </p:tavLst>
                                    </p:anim>
                                    <p:anim calcmode="lin" valueType="num">
                                      <p:cBhvr additive="base">
                                        <p:cTn id="8" dur="500" fill="hold"/>
                                        <p:tgtEl>
                                          <p:spTgt spid="1136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13667">
                                            <p:txEl>
                                              <p:pRg st="0" end="0"/>
                                            </p:txEl>
                                          </p:spTgt>
                                        </p:tgtEl>
                                        <p:attrNameLst>
                                          <p:attrName>style.visibility</p:attrName>
                                        </p:attrNameLst>
                                      </p:cBhvr>
                                      <p:to>
                                        <p:strVal val="visible"/>
                                      </p:to>
                                    </p:set>
                                    <p:animEffect transition="in" filter="diamond(in)">
                                      <p:cBhvr>
                                        <p:cTn id="13" dur="2000"/>
                                        <p:tgtEl>
                                          <p:spTgt spid="11366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113667">
                                            <p:txEl>
                                              <p:pRg st="2" end="2"/>
                                            </p:txEl>
                                          </p:spTgt>
                                        </p:tgtEl>
                                        <p:attrNameLst>
                                          <p:attrName>style.visibility</p:attrName>
                                        </p:attrNameLst>
                                      </p:cBhvr>
                                      <p:to>
                                        <p:strVal val="visible"/>
                                      </p:to>
                                    </p:set>
                                    <p:animEffect transition="in" filter="diamond(in)">
                                      <p:cBhvr>
                                        <p:cTn id="18" dur="2000"/>
                                        <p:tgtEl>
                                          <p:spTgt spid="11366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113667">
                                            <p:txEl>
                                              <p:pRg st="4" end="4"/>
                                            </p:txEl>
                                          </p:spTgt>
                                        </p:tgtEl>
                                        <p:attrNameLst>
                                          <p:attrName>style.visibility</p:attrName>
                                        </p:attrNameLst>
                                      </p:cBhvr>
                                      <p:to>
                                        <p:strVal val="visible"/>
                                      </p:to>
                                    </p:set>
                                    <p:animEffect transition="in" filter="diamond(in)">
                                      <p:cBhvr>
                                        <p:cTn id="23" dur="2000"/>
                                        <p:tgtEl>
                                          <p:spTgt spid="1136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p:bldP spid="1136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920496"/>
            <a:ext cx="7704667" cy="1066800"/>
          </a:xfrm>
        </p:spPr>
        <p:txBody>
          <a:bodyPr/>
          <a:lstStyle/>
          <a:p>
            <a:pPr algn="ctr"/>
            <a:r>
              <a:rPr lang="en-US" dirty="0" err="1">
                <a:solidFill>
                  <a:srgbClr val="FF0000"/>
                </a:solidFill>
                <a:latin typeface="Times New Roman" pitchFamily="18" charset="0"/>
                <a:cs typeface="Times New Roman" pitchFamily="18" charset="0"/>
              </a:rPr>
              <a:t>Tính</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quy</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phạm</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phổ</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biến</a:t>
            </a:r>
            <a:endParaRPr lang="en-US" dirty="0">
              <a:solidFill>
                <a:srgbClr val="FF0000"/>
              </a:solidFill>
              <a:latin typeface="Times New Roman" pitchFamily="18" charset="0"/>
              <a:cs typeface="Times New Roman" pitchFamily="18" charset="0"/>
            </a:endParaRPr>
          </a:p>
        </p:txBody>
      </p:sp>
      <p:sp>
        <p:nvSpPr>
          <p:cNvPr id="2" name="Content Placeholder 1"/>
          <p:cNvSpPr>
            <a:spLocks noGrp="1"/>
          </p:cNvSpPr>
          <p:nvPr>
            <p:ph idx="1"/>
          </p:nvPr>
        </p:nvSpPr>
        <p:spPr>
          <a:xfrm>
            <a:off x="304800" y="2286000"/>
            <a:ext cx="8693537" cy="3651504"/>
          </a:xfrm>
        </p:spPr>
        <p:txBody>
          <a:bodyPr>
            <a:noAutofit/>
          </a:bodyPr>
          <a:lstStyle/>
          <a:p>
            <a:pPr algn="just"/>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khuôn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mẫu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chuẩn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con </a:t>
            </a:r>
            <a:r>
              <a:rPr lang="en-US" sz="3200" dirty="0" err="1">
                <a:latin typeface="Times New Roman" pitchFamily="18" charset="0"/>
                <a:cs typeface="Times New Roman" pitchFamily="18" charset="0"/>
              </a:rPr>
              <a:t>người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endParaRPr lang="en-US" sz="3200" dirty="0">
              <a:latin typeface="Times New Roman" pitchFamily="18" charset="0"/>
              <a:cs typeface="Times New Roman" pitchFamily="18" charset="0"/>
            </a:endParaRPr>
          </a:p>
          <a:p>
            <a:pPr algn="just"/>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do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khuôn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phép</a:t>
            </a:r>
            <a:endParaRPr lang="en-US" sz="3200" dirty="0">
              <a:latin typeface="Times New Roman" pitchFamily="18" charset="0"/>
              <a:cs typeface="Times New Roman" pitchFamily="18" charset="0"/>
            </a:endParaRPr>
          </a:p>
          <a:p>
            <a:pPr algn="just"/>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phạm</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tác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lớn</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 calcmode="lin" valueType="num">
                                      <p:cBhvr>
                                        <p:cTn id="1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19" dur="1000" fill="hold"/>
                                        <p:tgtEl>
                                          <p:spTgt spid="2">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2">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23" presetID="15" presetClass="entr" presetSubtype="0" fill="hold" grpId="0"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 calcmode="lin" valueType="num">
                                      <p:cBhvr>
                                        <p:cTn id="25" dur="1000" fill="hold"/>
                                        <p:tgtEl>
                                          <p:spTgt spid="2">
                                            <p:txEl>
                                              <p:pRg st="1" end="1"/>
                                            </p:txEl>
                                          </p:spTgt>
                                        </p:tgtEl>
                                        <p:attrNameLst>
                                          <p:attrName>ppt_w</p:attrName>
                                        </p:attrNameLst>
                                      </p:cBhvr>
                                      <p:tavLst>
                                        <p:tav tm="0">
                                          <p:val>
                                            <p:fltVal val="0"/>
                                          </p:val>
                                        </p:tav>
                                        <p:tav tm="100000">
                                          <p:val>
                                            <p:strVal val="#ppt_w"/>
                                          </p:val>
                                        </p:tav>
                                      </p:tavLst>
                                    </p:anim>
                                    <p:anim calcmode="lin" valueType="num">
                                      <p:cBhvr>
                                        <p:cTn id="26" dur="1000" fill="hold"/>
                                        <p:tgtEl>
                                          <p:spTgt spid="2">
                                            <p:txEl>
                                              <p:pRg st="1" end="1"/>
                                            </p:txEl>
                                          </p:spTgt>
                                        </p:tgtEl>
                                        <p:attrNameLst>
                                          <p:attrName>ppt_h</p:attrName>
                                        </p:attrNameLst>
                                      </p:cBhvr>
                                      <p:tavLst>
                                        <p:tav tm="0">
                                          <p:val>
                                            <p:fltVal val="0"/>
                                          </p:val>
                                        </p:tav>
                                        <p:tav tm="100000">
                                          <p:val>
                                            <p:strVal val="#ppt_h"/>
                                          </p:val>
                                        </p:tav>
                                      </p:tavLst>
                                    </p:anim>
                                    <p:anim calcmode="lin" valueType="num">
                                      <p:cBhvr>
                                        <p:cTn id="27" dur="1000" fill="hold"/>
                                        <p:tgtEl>
                                          <p:spTgt spid="2">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2">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anim calcmode="lin" valueType="num">
                                      <p:cBhvr>
                                        <p:cTn id="33" dur="1000" fill="hold"/>
                                        <p:tgtEl>
                                          <p:spTgt spid="2">
                                            <p:txEl>
                                              <p:pRg st="2" end="2"/>
                                            </p:txEl>
                                          </p:spTgt>
                                        </p:tgtEl>
                                        <p:attrNameLst>
                                          <p:attrName>ppt_w</p:attrName>
                                        </p:attrNameLst>
                                      </p:cBhvr>
                                      <p:tavLst>
                                        <p:tav tm="0">
                                          <p:val>
                                            <p:fltVal val="0"/>
                                          </p:val>
                                        </p:tav>
                                        <p:tav tm="100000">
                                          <p:val>
                                            <p:strVal val="#ppt_w"/>
                                          </p:val>
                                        </p:tav>
                                      </p:tavLst>
                                    </p:anim>
                                    <p:anim calcmode="lin" valueType="num">
                                      <p:cBhvr>
                                        <p:cTn id="34" dur="1000" fill="hold"/>
                                        <p:tgtEl>
                                          <p:spTgt spid="2">
                                            <p:txEl>
                                              <p:pRg st="2" end="2"/>
                                            </p:txEl>
                                          </p:spTgt>
                                        </p:tgtEl>
                                        <p:attrNameLst>
                                          <p:attrName>ppt_h</p:attrName>
                                        </p:attrNameLst>
                                      </p:cBhvr>
                                      <p:tavLst>
                                        <p:tav tm="0">
                                          <p:val>
                                            <p:fltVal val="0"/>
                                          </p:val>
                                        </p:tav>
                                        <p:tav tm="100000">
                                          <p:val>
                                            <p:strVal val="#ppt_h"/>
                                          </p:val>
                                        </p:tav>
                                      </p:tavLst>
                                    </p:anim>
                                    <p:anim calcmode="lin" valueType="num">
                                      <p:cBhvr>
                                        <p:cTn id="35" dur="1000" fill="hold"/>
                                        <p:tgtEl>
                                          <p:spTgt spid="2">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2">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29733" y="609600"/>
            <a:ext cx="7857067" cy="1142999"/>
          </a:xfrm>
        </p:spPr>
        <p:txBody>
          <a:bodyPr>
            <a:normAutofit/>
          </a:bodyPr>
          <a:lstStyle/>
          <a:p>
            <a:pPr algn="ctr"/>
            <a:r>
              <a:rPr lang="en-US" sz="3200" dirty="0" err="1">
                <a:solidFill>
                  <a:srgbClr val="FF0000"/>
                </a:solidFill>
                <a:latin typeface="Times New Roman" pitchFamily="18" charset="0"/>
                <a:cs typeface="Times New Roman" pitchFamily="18" charset="0"/>
              </a:rPr>
              <a:t>Tính</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xác</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định</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chặt</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chẽ</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về</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mặt</a:t>
            </a:r>
            <a:r>
              <a:rPr lang="en-US" sz="3200" dirty="0">
                <a:solidFill>
                  <a:srgbClr val="FF0000"/>
                </a:solidFill>
                <a:latin typeface="Times New Roman" pitchFamily="18" charset="0"/>
                <a:cs typeface="Times New Roman" pitchFamily="18" charset="0"/>
              </a:rPr>
              <a:t> </a:t>
            </a:r>
            <a:br>
              <a:rPr lang="en-US" sz="3200" dirty="0">
                <a:solidFill>
                  <a:srgbClr val="FF0000"/>
                </a:solidFill>
                <a:latin typeface="Times New Roman" pitchFamily="18" charset="0"/>
                <a:cs typeface="Times New Roman" pitchFamily="18" charset="0"/>
              </a:rPr>
            </a:br>
            <a:r>
              <a:rPr lang="en-US" sz="3200" dirty="0" err="1">
                <a:solidFill>
                  <a:srgbClr val="FF0000"/>
                </a:solidFill>
                <a:latin typeface="Times New Roman" pitchFamily="18" charset="0"/>
                <a:cs typeface="Times New Roman" pitchFamily="18" charset="0"/>
              </a:rPr>
              <a:t>hình</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thức</a:t>
            </a:r>
            <a:endParaRPr lang="en-US" sz="3200" dirty="0">
              <a:solidFill>
                <a:srgbClr val="FF0000"/>
              </a:solidFill>
              <a:latin typeface="Times New Roman" pitchFamily="18" charset="0"/>
              <a:cs typeface="Times New Roman" pitchFamily="18" charset="0"/>
            </a:endParaRPr>
          </a:p>
        </p:txBody>
      </p:sp>
      <p:sp>
        <p:nvSpPr>
          <p:cNvPr id="2" name="Content Placeholder 1"/>
          <p:cNvSpPr>
            <a:spLocks noGrp="1"/>
          </p:cNvSpPr>
          <p:nvPr>
            <p:ph idx="1"/>
          </p:nvPr>
        </p:nvSpPr>
        <p:spPr>
          <a:xfrm>
            <a:off x="961538" y="2057400"/>
            <a:ext cx="7704667" cy="3332816"/>
          </a:xfrm>
        </p:spPr>
        <p:txBody>
          <a:bodyPr>
            <a:normAutofit/>
          </a:bodyPr>
          <a:lstStyle/>
          <a:p>
            <a:pPr algn="just"/>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ngôn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ngữ</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endParaRPr lang="en-US" sz="3200" dirty="0">
              <a:latin typeface="Times New Roman" pitchFamily="18" charset="0"/>
              <a:cs typeface="Times New Roman" pitchFamily="18" charset="0"/>
            </a:endParaRPr>
          </a:p>
          <a:p>
            <a:pPr algn="just"/>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bởi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thẩm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wipe(down)">
                                      <p:cBhvr>
                                        <p:cTn id="15" dur="500"/>
                                        <p:tgtEl>
                                          <p:spTgt spid="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wipe(down)">
                                      <p:cBhvr>
                                        <p:cTn id="2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19666" y="762000"/>
            <a:ext cx="7704667" cy="1066799"/>
          </a:xfrm>
        </p:spPr>
        <p:txBody>
          <a:bodyPr/>
          <a:lstStyle/>
          <a:p>
            <a:pPr algn="ctr"/>
            <a:r>
              <a:rPr lang="en-US" dirty="0" err="1">
                <a:solidFill>
                  <a:srgbClr val="FF0000"/>
                </a:solidFill>
                <a:latin typeface="Times New Roman" pitchFamily="18" charset="0"/>
                <a:cs typeface="Times New Roman" pitchFamily="18" charset="0"/>
              </a:rPr>
              <a:t>Tính</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cưỡng</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chế</a:t>
            </a:r>
            <a:endParaRPr lang="en-US" dirty="0">
              <a:solidFill>
                <a:srgbClr val="FF0000"/>
              </a:solidFill>
              <a:latin typeface="Times New Roman" pitchFamily="18" charset="0"/>
              <a:cs typeface="Times New Roman" pitchFamily="18" charset="0"/>
            </a:endParaRPr>
          </a:p>
        </p:txBody>
      </p:sp>
      <p:sp>
        <p:nvSpPr>
          <p:cNvPr id="2" name="Content Placeholder 1"/>
          <p:cNvSpPr>
            <a:spLocks noGrp="1"/>
          </p:cNvSpPr>
          <p:nvPr>
            <p:ph idx="1"/>
          </p:nvPr>
        </p:nvSpPr>
        <p:spPr>
          <a:xfrm>
            <a:off x="982133" y="2133600"/>
            <a:ext cx="7704667" cy="3332816"/>
          </a:xfrm>
        </p:spPr>
        <p:txBody>
          <a:bodyPr>
            <a:normAutofit/>
          </a:bodyPr>
          <a:lstStyle/>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mặt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nội</a:t>
            </a:r>
            <a:r>
              <a:rPr lang="en-US" sz="3200" dirty="0">
                <a:latin typeface="Times New Roman" pitchFamily="18" charset="0"/>
                <a:cs typeface="Times New Roman" pitchFamily="18" charset="0"/>
              </a:rPr>
              <a:t> dung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hóa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cưỡng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 calcmode="lin" valueType="num">
                                      <p:cBhvr>
                                        <p:cTn id="15" dur="500" fill="hold"/>
                                        <p:tgtEl>
                                          <p:spTgt spid="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9" presetClass="entr" presetSubtype="0" accel="100000" fill="hold" grpId="0" nodeType="click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anim calcmode="lin" valueType="num">
                                      <p:cBhvr>
                                        <p:cTn id="23" dur="500" fill="hold"/>
                                        <p:tgtEl>
                                          <p:spTgt spid="2">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4" dur="500" fill="hold"/>
                                        <p:tgtEl>
                                          <p:spTgt spid="2">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5" dur="500" fill="hold"/>
                                        <p:tgtEl>
                                          <p:spTgt spid="2">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id="26"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rrowheads="1"/>
          </p:cNvSpPr>
          <p:nvPr>
            <p:ph type="title"/>
          </p:nvPr>
        </p:nvSpPr>
        <p:spPr>
          <a:xfrm>
            <a:off x="1828800" y="858184"/>
            <a:ext cx="5257800" cy="1123016"/>
          </a:xfrm>
        </p:spPr>
        <p:txBody>
          <a:bodyPr>
            <a:normAutofit/>
          </a:bodyPr>
          <a:lstStyle/>
          <a:p>
            <a:pPr algn="ctr" eaLnBrk="1" hangingPunct="1">
              <a:defRPr/>
            </a:pPr>
            <a:r>
              <a:rPr lang="en-US" sz="3200" dirty="0" err="1">
                <a:solidFill>
                  <a:srgbClr val="C00000"/>
                </a:solidFill>
                <a:effectLst/>
                <a:latin typeface="Times New Roman" pitchFamily="18" charset="0"/>
                <a:cs typeface="Times New Roman" pitchFamily="18" charset="0"/>
              </a:rPr>
              <a:t>Khái</a:t>
            </a:r>
            <a:r>
              <a:rPr lang="en-US" sz="3200" dirty="0">
                <a:solidFill>
                  <a:srgbClr val="C00000"/>
                </a:solidFill>
                <a:effectLst/>
                <a:latin typeface="Times New Roman" pitchFamily="18" charset="0"/>
                <a:cs typeface="Times New Roman" pitchFamily="18" charset="0"/>
              </a:rPr>
              <a:t> </a:t>
            </a:r>
            <a:r>
              <a:rPr lang="en-US" sz="3200" dirty="0" err="1">
                <a:solidFill>
                  <a:srgbClr val="C00000"/>
                </a:solidFill>
                <a:effectLst/>
                <a:latin typeface="Times New Roman" pitchFamily="18" charset="0"/>
                <a:cs typeface="Times New Roman" pitchFamily="18" charset="0"/>
              </a:rPr>
              <a:t>niệm</a:t>
            </a:r>
            <a:r>
              <a:rPr lang="en-US" sz="3200" dirty="0">
                <a:solidFill>
                  <a:srgbClr val="C00000"/>
                </a:solidFill>
                <a:effectLst/>
                <a:latin typeface="Times New Roman" pitchFamily="18" charset="0"/>
                <a:cs typeface="Times New Roman" pitchFamily="18" charset="0"/>
              </a:rPr>
              <a:t> PL</a:t>
            </a:r>
          </a:p>
        </p:txBody>
      </p:sp>
      <p:sp>
        <p:nvSpPr>
          <p:cNvPr id="109571" name="Rectangle 3"/>
          <p:cNvSpPr>
            <a:spLocks noGrp="1" noRot="1" noChangeArrowheads="1"/>
          </p:cNvSpPr>
          <p:nvPr>
            <p:ph idx="1"/>
          </p:nvPr>
        </p:nvSpPr>
        <p:spPr>
          <a:xfrm>
            <a:off x="1143000" y="2229783"/>
            <a:ext cx="7704667" cy="3332816"/>
          </a:xfrm>
        </p:spPr>
        <p:txBody>
          <a:bodyPr>
            <a:normAutofit fontScale="92500" lnSpcReduction="10000"/>
          </a:bodyPr>
          <a:lstStyle/>
          <a:p>
            <a:pPr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tắc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mang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bắt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endParaRPr lang="en-US" sz="3200" dirty="0">
              <a:latin typeface="Times New Roman" pitchFamily="18" charset="0"/>
              <a:cs typeface="Times New Roman" pitchFamily="18" charset="0"/>
            </a:endParaRPr>
          </a:p>
          <a:p>
            <a:pPr eaLnBrk="1" hangingPunct="1">
              <a:defRPr/>
            </a:pPr>
            <a:r>
              <a:rPr lang="en-US" sz="3200" dirty="0">
                <a:latin typeface="Times New Roman" pitchFamily="18" charset="0"/>
                <a:cs typeface="Times New Roman" pitchFamily="18" charset="0"/>
              </a:rPr>
              <a:t>Do NN </a:t>
            </a:r>
            <a:r>
              <a:rPr lang="en-US" sz="3200" dirty="0" err="1">
                <a:latin typeface="Times New Roman" pitchFamily="18" charset="0"/>
                <a:cs typeface="Times New Roman" pitchFamily="18" charset="0"/>
              </a:rPr>
              <a:t>đặt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hoặc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thừa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nhận</a:t>
            </a:r>
            <a:endParaRPr lang="en-US" sz="3200" dirty="0">
              <a:latin typeface="Times New Roman" pitchFamily="18" charset="0"/>
              <a:cs typeface="Times New Roman" pitchFamily="18" charset="0"/>
            </a:endParaRPr>
          </a:p>
          <a:p>
            <a:pPr eaLnBrk="1" hangingPunct="1">
              <a:defRPr/>
            </a:pP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ý </a:t>
            </a:r>
            <a:r>
              <a:rPr lang="en-US" sz="3200" dirty="0" err="1">
                <a:latin typeface="Times New Roman" pitchFamily="18" charset="0"/>
                <a:cs typeface="Times New Roman" pitchFamily="18" charset="0"/>
              </a:rPr>
              <a:t>chí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NN</a:t>
            </a:r>
          </a:p>
          <a:p>
            <a:pPr eaLnBrk="1" hangingPunct="1">
              <a:defRPr/>
            </a:pP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endParaRPr lang="en-US" sz="3200" dirty="0">
              <a:latin typeface="Times New Roman" pitchFamily="18" charset="0"/>
              <a:cs typeface="Times New Roman" pitchFamily="18" charset="0"/>
            </a:endParaRPr>
          </a:p>
          <a:p>
            <a:pPr eaLnBrk="1" hangingPunct="1">
              <a:defRPr/>
            </a:pPr>
            <a:r>
              <a:rPr lang="en-US" sz="3200" dirty="0" err="1">
                <a:latin typeface="Times New Roman" pitchFamily="18" charset="0"/>
                <a:cs typeface="Times New Roman" pitchFamily="18" charset="0"/>
              </a:rPr>
              <a:t>Nhằm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
        <p:nvSpPr>
          <p:cNvPr id="4" name="Right Arrow 3"/>
          <p:cNvSpPr/>
          <p:nvPr/>
        </p:nvSpPr>
        <p:spPr>
          <a:xfrm>
            <a:off x="2286000" y="1295401"/>
            <a:ext cx="914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9570"/>
                                        </p:tgtEl>
                                        <p:attrNameLst>
                                          <p:attrName>style.visibility</p:attrName>
                                        </p:attrNameLst>
                                      </p:cBhvr>
                                      <p:to>
                                        <p:strVal val="visible"/>
                                      </p:to>
                                    </p:set>
                                    <p:animEffect transition="in" filter="diamond(in)">
                                      <p:cBhvr>
                                        <p:cTn id="7" dur="2000"/>
                                        <p:tgtEl>
                                          <p:spTgt spid="10957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9571">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9571">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9571">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9571">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9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7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rrowheads="1"/>
          </p:cNvSpPr>
          <p:nvPr>
            <p:ph type="title"/>
          </p:nvPr>
        </p:nvSpPr>
        <p:spPr/>
        <p:txBody>
          <a:bodyPr>
            <a:normAutofit/>
          </a:bodyPr>
          <a:lstStyle/>
          <a:p>
            <a:pPr eaLnBrk="1" hangingPunct="1">
              <a:defRPr/>
            </a:pPr>
            <a:r>
              <a:rPr lang="en-US" sz="4400" dirty="0">
                <a:solidFill>
                  <a:srgbClr val="C00000"/>
                </a:solidFill>
                <a:effectLst/>
                <a:latin typeface="Times New Roman" pitchFamily="18" charset="0"/>
                <a:cs typeface="Times New Roman" pitchFamily="18" charset="0"/>
              </a:rPr>
              <a:t>4. </a:t>
            </a:r>
            <a:r>
              <a:rPr lang="en-US" sz="4400" dirty="0" err="1">
                <a:solidFill>
                  <a:srgbClr val="C00000"/>
                </a:solidFill>
                <a:effectLst/>
                <a:latin typeface="Times New Roman" pitchFamily="18" charset="0"/>
                <a:cs typeface="Times New Roman" pitchFamily="18" charset="0"/>
              </a:rPr>
              <a:t>Chức</a:t>
            </a:r>
            <a:r>
              <a:rPr lang="en-US" sz="4400" dirty="0">
                <a:solidFill>
                  <a:srgbClr val="C00000"/>
                </a:solidFill>
                <a:effectLst/>
                <a:latin typeface="Times New Roman" pitchFamily="18" charset="0"/>
                <a:cs typeface="Times New Roman" pitchFamily="18" charset="0"/>
              </a:rPr>
              <a:t> </a:t>
            </a:r>
            <a:r>
              <a:rPr lang="en-US" sz="4400" dirty="0" err="1">
                <a:solidFill>
                  <a:srgbClr val="C00000"/>
                </a:solidFill>
                <a:effectLst/>
                <a:latin typeface="Times New Roman" pitchFamily="18" charset="0"/>
                <a:cs typeface="Times New Roman" pitchFamily="18" charset="0"/>
              </a:rPr>
              <a:t>năng</a:t>
            </a:r>
            <a:r>
              <a:rPr lang="en-US" sz="4400" dirty="0">
                <a:solidFill>
                  <a:srgbClr val="C00000"/>
                </a:solidFill>
                <a:effectLst/>
                <a:latin typeface="Times New Roman" pitchFamily="18" charset="0"/>
                <a:cs typeface="Times New Roman" pitchFamily="18" charset="0"/>
              </a:rPr>
              <a:t> </a:t>
            </a:r>
            <a:r>
              <a:rPr lang="en-US" sz="4400" dirty="0" err="1">
                <a:solidFill>
                  <a:srgbClr val="C00000"/>
                </a:solidFill>
                <a:effectLst/>
                <a:latin typeface="Times New Roman" pitchFamily="18" charset="0"/>
                <a:cs typeface="Times New Roman" pitchFamily="18" charset="0"/>
              </a:rPr>
              <a:t>của</a:t>
            </a:r>
            <a:r>
              <a:rPr lang="en-US" sz="4400" dirty="0">
                <a:solidFill>
                  <a:srgbClr val="C00000"/>
                </a:solidFill>
                <a:effectLst/>
                <a:latin typeface="Times New Roman" pitchFamily="18" charset="0"/>
                <a:cs typeface="Times New Roman" pitchFamily="18" charset="0"/>
              </a:rPr>
              <a:t> PL</a:t>
            </a:r>
          </a:p>
        </p:txBody>
      </p:sp>
      <p:sp>
        <p:nvSpPr>
          <p:cNvPr id="114691" name="Rectangle 3"/>
          <p:cNvSpPr>
            <a:spLocks noGrp="1" noRot="1" noChangeArrowheads="1"/>
          </p:cNvSpPr>
          <p:nvPr>
            <p:ph idx="1"/>
          </p:nvPr>
        </p:nvSpPr>
        <p:spPr>
          <a:xfrm>
            <a:off x="2514600" y="3810000"/>
            <a:ext cx="4724400" cy="2197291"/>
          </a:xfrm>
        </p:spPr>
        <p:txBody>
          <a:bodyPr>
            <a:normAutofit fontScale="70000" lnSpcReduction="20000"/>
          </a:bodyPr>
          <a:lstStyle/>
          <a:p>
            <a:pPr marL="609600" indent="-609600" eaLnBrk="1" hangingPunct="1">
              <a:buFont typeface="Wingdings" pitchFamily="2" charset="2"/>
              <a:buNone/>
              <a:defRPr/>
            </a:pPr>
            <a:endParaRPr lang="en-US" sz="4400" dirty="0">
              <a:solidFill>
                <a:srgbClr val="FF3399"/>
              </a:solidFill>
              <a:latin typeface="Times New Roman" pitchFamily="18" charset="0"/>
              <a:cs typeface="Times New Roman" pitchFamily="18" charset="0"/>
            </a:endParaRPr>
          </a:p>
          <a:p>
            <a:pPr marL="609600" indent="-609600" eaLnBrk="1" hangingPunct="1">
              <a:defRPr/>
            </a:pPr>
            <a:r>
              <a:rPr lang="en-US" sz="4400" dirty="0" err="1">
                <a:latin typeface="Times New Roman" pitchFamily="18" charset="0"/>
                <a:cs typeface="Times New Roman" pitchFamily="18" charset="0"/>
              </a:rPr>
              <a:t>Điều</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chỉnh</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các</a:t>
            </a:r>
            <a:r>
              <a:rPr lang="en-US" sz="4400" dirty="0">
                <a:latin typeface="Times New Roman" pitchFamily="18" charset="0"/>
                <a:cs typeface="Times New Roman" pitchFamily="18" charset="0"/>
              </a:rPr>
              <a:t> QHXH</a:t>
            </a:r>
          </a:p>
          <a:p>
            <a:pPr marL="609600" indent="-609600" eaLnBrk="1" hangingPunct="1">
              <a:defRPr/>
            </a:pPr>
            <a:r>
              <a:rPr lang="en-US" sz="4400" dirty="0" err="1">
                <a:latin typeface="Times New Roman" pitchFamily="18" charset="0"/>
                <a:cs typeface="Times New Roman" pitchFamily="18" charset="0"/>
              </a:rPr>
              <a:t>Bảo</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vệ</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các</a:t>
            </a:r>
            <a:r>
              <a:rPr lang="en-US" sz="4400" dirty="0">
                <a:latin typeface="Times New Roman" pitchFamily="18" charset="0"/>
                <a:cs typeface="Times New Roman" pitchFamily="18" charset="0"/>
              </a:rPr>
              <a:t> QHXH</a:t>
            </a:r>
          </a:p>
          <a:p>
            <a:pPr marL="609600" indent="-609600" eaLnBrk="1" hangingPunct="1">
              <a:defRPr/>
            </a:pPr>
            <a:r>
              <a:rPr lang="en-US" sz="4400" dirty="0" err="1">
                <a:latin typeface="Times New Roman" pitchFamily="18" charset="0"/>
                <a:cs typeface="Times New Roman" pitchFamily="18" charset="0"/>
              </a:rPr>
              <a:t>Giáo</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dục</a:t>
            </a:r>
            <a:endParaRPr lang="en-US" sz="4400" dirty="0">
              <a:latin typeface="Times New Roman" pitchFamily="18" charset="0"/>
              <a:cs typeface="Times New Roman" pitchFamily="18" charset="0"/>
            </a:endParaRPr>
          </a:p>
        </p:txBody>
      </p:sp>
      <p:sp>
        <p:nvSpPr>
          <p:cNvPr id="4" name="TextBox 3"/>
          <p:cNvSpPr txBox="1"/>
          <p:nvPr/>
        </p:nvSpPr>
        <p:spPr>
          <a:xfrm>
            <a:off x="609600" y="2263170"/>
            <a:ext cx="8229600" cy="1569660"/>
          </a:xfrm>
          <a:prstGeom prst="rect">
            <a:avLst/>
          </a:prstGeom>
          <a:noFill/>
        </p:spPr>
        <p:txBody>
          <a:bodyPr wrap="square" rtlCol="0">
            <a:spAutoFit/>
          </a:bodyPr>
          <a:lstStyle/>
          <a:p>
            <a:pPr marL="514350" indent="-514350" algn="just"/>
            <a:r>
              <a:rPr lang="en-US" sz="3200" dirty="0">
                <a:latin typeface="Times New Roman" pitchFamily="18" charset="0"/>
                <a:cs typeface="Times New Roman" pitchFamily="18" charset="0"/>
              </a:rPr>
              <a:t>	</a:t>
            </a:r>
            <a:r>
              <a:rPr lang="en-US" sz="3200" i="1" dirty="0" err="1">
                <a:latin typeface="Times New Roman" pitchFamily="18" charset="0"/>
                <a:cs typeface="Times New Roman" pitchFamily="18" charset="0"/>
              </a:rPr>
              <a:t>Là</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những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mặt</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phương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diện</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tác</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động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chủ</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yếu</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của</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pháp</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luật</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phản</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ánh</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bản</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chất</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giai</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cấp</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và</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giá</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trị</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xã</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hội</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của</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pháp</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luật</a:t>
            </a:r>
            <a:endParaRPr lang="en-US" sz="3200" i="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grpId="0" nodeType="clickEffect">
                                  <p:stCondLst>
                                    <p:cond delay="0"/>
                                  </p:stCondLst>
                                  <p:childTnLst>
                                    <p:set>
                                      <p:cBhvr>
                                        <p:cTn id="6" dur="1000">
                                          <p:stCondLst>
                                            <p:cond delay="0"/>
                                          </p:stCondLst>
                                        </p:cTn>
                                        <p:tgtEl>
                                          <p:spTgt spid="1146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14691">
                                            <p:txEl>
                                              <p:pRg st="1" end="1"/>
                                            </p:txEl>
                                          </p:spTgt>
                                        </p:tgtEl>
                                        <p:attrNameLst>
                                          <p:attrName>style.visibility</p:attrName>
                                        </p:attrNameLst>
                                      </p:cBhvr>
                                      <p:to>
                                        <p:strVal val="visible"/>
                                      </p:to>
                                    </p:set>
                                    <p:animEffect transition="in" filter="dissolve">
                                      <p:cBhvr>
                                        <p:cTn id="11" dur="500"/>
                                        <p:tgtEl>
                                          <p:spTgt spid="11469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14691">
                                            <p:txEl>
                                              <p:pRg st="2" end="2"/>
                                            </p:txEl>
                                          </p:spTgt>
                                        </p:tgtEl>
                                        <p:attrNameLst>
                                          <p:attrName>style.visibility</p:attrName>
                                        </p:attrNameLst>
                                      </p:cBhvr>
                                      <p:to>
                                        <p:strVal val="visible"/>
                                      </p:to>
                                    </p:set>
                                    <p:animEffect transition="in" filter="dissolve">
                                      <p:cBhvr>
                                        <p:cTn id="16" dur="500"/>
                                        <p:tgtEl>
                                          <p:spTgt spid="11469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14691">
                                            <p:txEl>
                                              <p:pRg st="3" end="3"/>
                                            </p:txEl>
                                          </p:spTgt>
                                        </p:tgtEl>
                                        <p:attrNameLst>
                                          <p:attrName>style.visibility</p:attrName>
                                        </p:attrNameLst>
                                      </p:cBhvr>
                                      <p:to>
                                        <p:strVal val="visible"/>
                                      </p:to>
                                    </p:set>
                                    <p:animEffect transition="in" filter="dissolve">
                                      <p:cBhvr>
                                        <p:cTn id="21" dur="500"/>
                                        <p:tgtEl>
                                          <p:spTgt spid="1146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p:bldP spid="1146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rrowheads="1"/>
          </p:cNvSpPr>
          <p:nvPr>
            <p:ph type="title"/>
          </p:nvPr>
        </p:nvSpPr>
        <p:spPr>
          <a:xfrm>
            <a:off x="989541" y="228600"/>
            <a:ext cx="7704667" cy="990599"/>
          </a:xfrm>
        </p:spPr>
        <p:txBody>
          <a:bodyPr>
            <a:normAutofit/>
          </a:bodyPr>
          <a:lstStyle/>
          <a:p>
            <a:pPr algn="ctr" eaLnBrk="1" hangingPunct="1">
              <a:defRPr/>
            </a:pPr>
            <a:r>
              <a:rPr lang="en-US" sz="4400" b="0" dirty="0">
                <a:solidFill>
                  <a:schemeClr val="accent4"/>
                </a:solidFill>
                <a:effectLst/>
                <a:latin typeface="Times New Roman" pitchFamily="18" charset="0"/>
                <a:cs typeface="Times New Roman" pitchFamily="18" charset="0"/>
              </a:rPr>
              <a:t>5. </a:t>
            </a:r>
            <a:r>
              <a:rPr lang="en-US" sz="4400" b="0" dirty="0" err="1">
                <a:solidFill>
                  <a:schemeClr val="accent4"/>
                </a:solidFill>
                <a:effectLst/>
                <a:latin typeface="Times New Roman" pitchFamily="18" charset="0"/>
                <a:cs typeface="Times New Roman" pitchFamily="18" charset="0"/>
              </a:rPr>
              <a:t>Vai</a:t>
            </a:r>
            <a:r>
              <a:rPr lang="en-US" sz="4400" b="0" dirty="0">
                <a:solidFill>
                  <a:schemeClr val="accent4"/>
                </a:solidFill>
                <a:effectLst/>
                <a:latin typeface="Times New Roman" pitchFamily="18" charset="0"/>
                <a:cs typeface="Times New Roman" pitchFamily="18" charset="0"/>
              </a:rPr>
              <a:t> </a:t>
            </a:r>
            <a:r>
              <a:rPr lang="en-US" sz="4400" b="0" dirty="0" err="1">
                <a:solidFill>
                  <a:schemeClr val="accent4"/>
                </a:solidFill>
                <a:effectLst/>
                <a:latin typeface="Times New Roman" pitchFamily="18" charset="0"/>
                <a:cs typeface="Times New Roman" pitchFamily="18" charset="0"/>
              </a:rPr>
              <a:t>trò</a:t>
            </a:r>
            <a:r>
              <a:rPr lang="en-US" sz="4400" b="0" dirty="0">
                <a:solidFill>
                  <a:schemeClr val="accent4"/>
                </a:solidFill>
                <a:effectLst/>
                <a:latin typeface="Times New Roman" pitchFamily="18" charset="0"/>
                <a:cs typeface="Times New Roman" pitchFamily="18" charset="0"/>
              </a:rPr>
              <a:t> </a:t>
            </a:r>
            <a:r>
              <a:rPr lang="en-US" sz="4400" b="0" dirty="0" err="1">
                <a:solidFill>
                  <a:schemeClr val="accent4"/>
                </a:solidFill>
                <a:effectLst/>
                <a:latin typeface="Times New Roman" pitchFamily="18" charset="0"/>
                <a:cs typeface="Times New Roman" pitchFamily="18" charset="0"/>
              </a:rPr>
              <a:t>của</a:t>
            </a:r>
            <a:r>
              <a:rPr lang="en-US" sz="4400" b="0" dirty="0">
                <a:solidFill>
                  <a:schemeClr val="accent4"/>
                </a:solidFill>
                <a:effectLst/>
                <a:latin typeface="Times New Roman" pitchFamily="18" charset="0"/>
                <a:cs typeface="Times New Roman" pitchFamily="18" charset="0"/>
              </a:rPr>
              <a:t> </a:t>
            </a:r>
            <a:r>
              <a:rPr lang="en-US" sz="4400" b="0" dirty="0" err="1">
                <a:solidFill>
                  <a:schemeClr val="accent4"/>
                </a:solidFill>
                <a:effectLst/>
                <a:latin typeface="Times New Roman" pitchFamily="18" charset="0"/>
                <a:cs typeface="Times New Roman" pitchFamily="18" charset="0"/>
              </a:rPr>
              <a:t>pháp</a:t>
            </a:r>
            <a:r>
              <a:rPr lang="en-US" sz="4400" b="0" dirty="0">
                <a:solidFill>
                  <a:schemeClr val="accent4"/>
                </a:solidFill>
                <a:effectLst/>
                <a:latin typeface="Times New Roman" pitchFamily="18" charset="0"/>
                <a:cs typeface="Times New Roman" pitchFamily="18" charset="0"/>
              </a:rPr>
              <a:t> </a:t>
            </a:r>
            <a:r>
              <a:rPr lang="en-US" sz="4400" b="0" dirty="0" err="1">
                <a:solidFill>
                  <a:schemeClr val="accent4"/>
                </a:solidFill>
                <a:effectLst/>
                <a:latin typeface="Times New Roman" pitchFamily="18" charset="0"/>
                <a:cs typeface="Times New Roman" pitchFamily="18" charset="0"/>
              </a:rPr>
              <a:t>luật</a:t>
            </a:r>
            <a:endParaRPr lang="en-US" sz="4400" b="0" dirty="0">
              <a:solidFill>
                <a:schemeClr val="accent4"/>
              </a:solidFill>
              <a:effectLst/>
              <a:latin typeface="Times New Roman" pitchFamily="18" charset="0"/>
              <a:cs typeface="Times New Roman" pitchFamily="18" charset="0"/>
            </a:endParaRPr>
          </a:p>
        </p:txBody>
      </p:sp>
      <p:sp>
        <p:nvSpPr>
          <p:cNvPr id="5" name="Rectangle 3">
            <a:extLst>
              <a:ext uri="{FF2B5EF4-FFF2-40B4-BE49-F238E27FC236}">
                <a16:creationId xmlns:a16="http://schemas.microsoft.com/office/drawing/2014/main" id="{86C51B21-5C32-E00E-B2F3-53F067C16F3A}"/>
              </a:ext>
            </a:extLst>
          </p:cNvPr>
          <p:cNvSpPr>
            <a:spLocks noGrp="1" noChangeArrowheads="1"/>
          </p:cNvSpPr>
          <p:nvPr>
            <p:ph idx="1"/>
          </p:nvPr>
        </p:nvSpPr>
        <p:spPr bwMode="auto">
          <a:xfrm>
            <a:off x="533400" y="1659286"/>
            <a:ext cx="8382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VN" altLang="en-VN"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Là công cụ quản lý xã hội hiệu quả nhất của Nhà nước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VN" altLang="en-VN"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VN" altLang="en-VN"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Bảo đảm quyền và lợi ích hợp pháp của công dân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VN" altLang="en-VN"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VN" altLang="en-VN"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Định hướng, thúc đẩy sự phát triển kinh tế, chính trị, văn hóa, xã hội</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VN" altLang="en-VN"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VN" altLang="en-VN"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Bảo đảm công bằng, bình đẳng, dân chủ, tiến bộ xã hội</a:t>
            </a:r>
            <a:endParaRPr kumimoji="0" lang="en-VN" altLang="en-VN"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5714"/>
                                        </p:tgtEl>
                                        <p:attrNameLst>
                                          <p:attrName>style.visibility</p:attrName>
                                        </p:attrNameLst>
                                      </p:cBhvr>
                                      <p:to>
                                        <p:strVal val="visible"/>
                                      </p:to>
                                    </p:set>
                                    <p:animEffect transition="in" filter="dissolve">
                                      <p:cBhvr>
                                        <p:cTn id="7" dur="500"/>
                                        <p:tgtEl>
                                          <p:spTgt spid="115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rrowheads="1"/>
          </p:cNvSpPr>
          <p:nvPr>
            <p:ph type="title"/>
          </p:nvPr>
        </p:nvSpPr>
        <p:spPr>
          <a:xfrm>
            <a:off x="982133" y="457201"/>
            <a:ext cx="7704667" cy="990599"/>
          </a:xfrm>
        </p:spPr>
        <p:txBody>
          <a:bodyPr/>
          <a:lstStyle/>
          <a:p>
            <a:pPr algn="ctr" eaLnBrk="1" hangingPunct="1">
              <a:defRPr/>
            </a:pPr>
            <a:r>
              <a:rPr lang="en-US" sz="3600" dirty="0">
                <a:solidFill>
                  <a:srgbClr val="C00000"/>
                </a:solidFill>
                <a:latin typeface="Times New Roman" pitchFamily="18" charset="0"/>
                <a:cs typeface="Times New Roman" pitchFamily="18" charset="0"/>
              </a:rPr>
              <a:t>6</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Kiểu</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pháp</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luật</a:t>
            </a:r>
            <a:endParaRPr lang="en-US" sz="3600" dirty="0">
              <a:solidFill>
                <a:srgbClr val="C00000"/>
              </a:solidFill>
              <a:effectLst/>
              <a:latin typeface="Times New Roman" pitchFamily="18" charset="0"/>
              <a:cs typeface="Times New Roman" pitchFamily="18" charset="0"/>
            </a:endParaRPr>
          </a:p>
        </p:txBody>
      </p:sp>
      <p:sp>
        <p:nvSpPr>
          <p:cNvPr id="126979" name="Rectangle 3"/>
          <p:cNvSpPr>
            <a:spLocks noGrp="1" noRot="1" noChangeArrowheads="1"/>
          </p:cNvSpPr>
          <p:nvPr>
            <p:ph idx="1"/>
          </p:nvPr>
        </p:nvSpPr>
        <p:spPr>
          <a:xfrm>
            <a:off x="373398" y="1752600"/>
            <a:ext cx="8542002" cy="3651504"/>
          </a:xfrm>
        </p:spPr>
        <p:txBody>
          <a:bodyPr>
            <a:noAutofit/>
          </a:bodyPr>
          <a:lstStyle/>
          <a:p>
            <a:pPr marL="609600" indent="-609600" eaLnBrk="1" hangingPunct="1">
              <a:buNone/>
              <a:defRPr/>
            </a:pPr>
            <a:endParaRPr lang="en-US" sz="3200" dirty="0">
              <a:latin typeface="Times New Roman" pitchFamily="18" charset="0"/>
              <a:cs typeface="Times New Roman" pitchFamily="18" charset="0"/>
            </a:endParaRPr>
          </a:p>
          <a:p>
            <a:pPr marL="609600" indent="-609600"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dấu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đặc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trưng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PL,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tồn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triển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PL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thái</a:t>
            </a:r>
            <a:r>
              <a:rPr lang="en-US" sz="3200" dirty="0">
                <a:latin typeface="Times New Roman" pitchFamily="18" charset="0"/>
                <a:cs typeface="Times New Roman" pitchFamily="18" charset="0"/>
              </a:rPr>
              <a:t> KT-XH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a:p>
            <a:pPr marL="609600" indent="-609600" eaLnBrk="1" hangingPunct="1">
              <a:defRPr/>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26978"/>
                                        </p:tgtEl>
                                        <p:attrNameLst>
                                          <p:attrName>style.visibility</p:attrName>
                                        </p:attrNameLst>
                                      </p:cBhvr>
                                      <p:to>
                                        <p:strVal val="visible"/>
                                      </p:to>
                                    </p:set>
                                    <p:animEffect transition="in" filter="diamond(in)">
                                      <p:cBhvr>
                                        <p:cTn id="7" dur="2000"/>
                                        <p:tgtEl>
                                          <p:spTgt spid="126978"/>
                                        </p:tgtEl>
                                      </p:cBhvr>
                                    </p:animEffect>
                                  </p:childTnLst>
                                </p:cTn>
                              </p:par>
                            </p:childTnLst>
                          </p:cTn>
                        </p:par>
                      </p:childTnLst>
                    </p:cTn>
                  </p:par>
                  <p:par>
                    <p:cTn id="8" fill="hold">
                      <p:stCondLst>
                        <p:cond delay="indefinite"/>
                      </p:stCondLst>
                      <p:childTnLst>
                        <p:par>
                          <p:cTn id="9" fill="hold">
                            <p:stCondLst>
                              <p:cond delay="0"/>
                            </p:stCondLst>
                            <p:childTnLst>
                              <p:par>
                                <p:cTn id="10" presetID="11" presetClass="entr" presetSubtype="0" fill="hold" grpId="0" nodeType="clickEffect">
                                  <p:stCondLst>
                                    <p:cond delay="0"/>
                                  </p:stCondLst>
                                  <p:childTnLst>
                                    <p:set>
                                      <p:cBhvr>
                                        <p:cTn id="11" dur="1000">
                                          <p:stCondLst>
                                            <p:cond delay="0"/>
                                          </p:stCondLst>
                                        </p:cTn>
                                        <p:tgtEl>
                                          <p:spTgt spid="1269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p:bldP spid="1269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5FC144F-3BFC-888E-46E0-3C808E9E8EF8}"/>
              </a:ext>
            </a:extLst>
          </p:cNvPr>
          <p:cNvGraphicFramePr/>
          <p:nvPr>
            <p:extLst>
              <p:ext uri="{D42A27DB-BD31-4B8C-83A1-F6EECF244321}">
                <p14:modId xmlns:p14="http://schemas.microsoft.com/office/powerpoint/2010/main" val="3880431828"/>
              </p:ext>
            </p:extLst>
          </p:nvPr>
        </p:nvGraphicFramePr>
        <p:xfrm>
          <a:off x="685800" y="838200"/>
          <a:ext cx="6096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8040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4178-5F9D-56E4-AF93-30D638F08917}"/>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9BD572A7-8650-1BC4-8EE2-00381E7CD34F}"/>
              </a:ext>
            </a:extLst>
          </p:cNvPr>
          <p:cNvGraphicFramePr/>
          <p:nvPr>
            <p:extLst>
              <p:ext uri="{D42A27DB-BD31-4B8C-83A1-F6EECF244321}">
                <p14:modId xmlns:p14="http://schemas.microsoft.com/office/powerpoint/2010/main" val="4048826295"/>
              </p:ext>
            </p:extLst>
          </p:nvPr>
        </p:nvGraphicFramePr>
        <p:xfrm>
          <a:off x="685800" y="838200"/>
          <a:ext cx="6096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6244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22252-7C25-8A5C-4847-2E9A5E679105}"/>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722A3039-1C06-F4EB-08B7-FDFB496A09B0}"/>
              </a:ext>
            </a:extLst>
          </p:cNvPr>
          <p:cNvGraphicFramePr/>
          <p:nvPr>
            <p:extLst>
              <p:ext uri="{D42A27DB-BD31-4B8C-83A1-F6EECF244321}">
                <p14:modId xmlns:p14="http://schemas.microsoft.com/office/powerpoint/2010/main" val="1182137107"/>
              </p:ext>
            </p:extLst>
          </p:nvPr>
        </p:nvGraphicFramePr>
        <p:xfrm>
          <a:off x="685800" y="838200"/>
          <a:ext cx="6096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6357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7760E-A88F-7E14-E2C9-4F3501C3109E}"/>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79D0253-56E7-C0DD-049F-005984FEE4C1}"/>
              </a:ext>
            </a:extLst>
          </p:cNvPr>
          <p:cNvGraphicFramePr/>
          <p:nvPr>
            <p:extLst>
              <p:ext uri="{D42A27DB-BD31-4B8C-83A1-F6EECF244321}">
                <p14:modId xmlns:p14="http://schemas.microsoft.com/office/powerpoint/2010/main" val="2760229817"/>
              </p:ext>
            </p:extLst>
          </p:nvPr>
        </p:nvGraphicFramePr>
        <p:xfrm>
          <a:off x="685800" y="838200"/>
          <a:ext cx="6096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0314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rrowheads="1"/>
          </p:cNvSpPr>
          <p:nvPr>
            <p:ph type="title"/>
          </p:nvPr>
        </p:nvSpPr>
        <p:spPr>
          <a:xfrm>
            <a:off x="719666" y="362884"/>
            <a:ext cx="7704667" cy="856316"/>
          </a:xfrm>
        </p:spPr>
        <p:txBody>
          <a:bodyPr/>
          <a:lstStyle/>
          <a:p>
            <a:pPr algn="ctr" eaLnBrk="1" hangingPunct="1">
              <a:defRPr/>
            </a:pPr>
            <a:r>
              <a:rPr lang="en-US" sz="3600" b="0" dirty="0">
                <a:solidFill>
                  <a:schemeClr val="accent4"/>
                </a:solidFill>
                <a:effectLst/>
                <a:latin typeface="Times New Roman" pitchFamily="18" charset="0"/>
                <a:cs typeface="Times New Roman" pitchFamily="18" charset="0"/>
              </a:rPr>
              <a:t>6. </a:t>
            </a:r>
            <a:r>
              <a:rPr lang="en-US" sz="3600" b="0" dirty="0" err="1">
                <a:solidFill>
                  <a:schemeClr val="accent4"/>
                </a:solidFill>
                <a:effectLst/>
                <a:latin typeface="Times New Roman" pitchFamily="18" charset="0"/>
                <a:cs typeface="Times New Roman" pitchFamily="18" charset="0"/>
              </a:rPr>
              <a:t>Hình</a:t>
            </a:r>
            <a:r>
              <a:rPr lang="en-US" sz="3600" b="0" dirty="0">
                <a:solidFill>
                  <a:schemeClr val="accent4"/>
                </a:solidFill>
                <a:effectLst/>
                <a:latin typeface="Times New Roman" pitchFamily="18" charset="0"/>
                <a:cs typeface="Times New Roman" pitchFamily="18" charset="0"/>
              </a:rPr>
              <a:t> </a:t>
            </a:r>
            <a:r>
              <a:rPr lang="en-US" sz="3600" b="0" dirty="0" err="1">
                <a:solidFill>
                  <a:schemeClr val="accent4"/>
                </a:solidFill>
                <a:effectLst/>
                <a:latin typeface="Times New Roman" pitchFamily="18" charset="0"/>
                <a:cs typeface="Times New Roman" pitchFamily="18" charset="0"/>
              </a:rPr>
              <a:t>thức</a:t>
            </a:r>
            <a:r>
              <a:rPr lang="en-US" sz="3600" b="0" dirty="0">
                <a:solidFill>
                  <a:schemeClr val="accent4"/>
                </a:solidFill>
                <a:effectLst/>
                <a:latin typeface="Times New Roman" pitchFamily="18" charset="0"/>
                <a:cs typeface="Times New Roman" pitchFamily="18" charset="0"/>
              </a:rPr>
              <a:t> </a:t>
            </a:r>
            <a:r>
              <a:rPr lang="en-US" sz="3600" b="0" dirty="0" err="1">
                <a:solidFill>
                  <a:schemeClr val="accent4"/>
                </a:solidFill>
                <a:effectLst/>
                <a:latin typeface="Times New Roman" pitchFamily="18" charset="0"/>
                <a:cs typeface="Times New Roman" pitchFamily="18" charset="0"/>
              </a:rPr>
              <a:t>của</a:t>
            </a:r>
            <a:r>
              <a:rPr lang="en-US" sz="3600" b="0" dirty="0">
                <a:solidFill>
                  <a:schemeClr val="accent4"/>
                </a:solidFill>
                <a:effectLst/>
                <a:latin typeface="Times New Roman" pitchFamily="18" charset="0"/>
                <a:cs typeface="Times New Roman" pitchFamily="18" charset="0"/>
              </a:rPr>
              <a:t> </a:t>
            </a:r>
            <a:r>
              <a:rPr lang="en-US" sz="3600" b="0" dirty="0" err="1">
                <a:solidFill>
                  <a:schemeClr val="accent4"/>
                </a:solidFill>
                <a:effectLst/>
                <a:latin typeface="Times New Roman" pitchFamily="18" charset="0"/>
                <a:cs typeface="Times New Roman" pitchFamily="18" charset="0"/>
              </a:rPr>
              <a:t>pháp</a:t>
            </a:r>
            <a:r>
              <a:rPr lang="en-US" sz="3600" b="0" dirty="0">
                <a:solidFill>
                  <a:schemeClr val="accent4"/>
                </a:solidFill>
                <a:effectLst/>
                <a:latin typeface="Times New Roman" pitchFamily="18" charset="0"/>
                <a:cs typeface="Times New Roman" pitchFamily="18" charset="0"/>
              </a:rPr>
              <a:t> </a:t>
            </a:r>
            <a:r>
              <a:rPr lang="en-US" sz="3600" b="0" dirty="0" err="1">
                <a:solidFill>
                  <a:schemeClr val="accent4"/>
                </a:solidFill>
                <a:effectLst/>
                <a:latin typeface="Times New Roman" pitchFamily="18" charset="0"/>
                <a:cs typeface="Times New Roman" pitchFamily="18" charset="0"/>
              </a:rPr>
              <a:t>luật</a:t>
            </a:r>
            <a:endParaRPr lang="en-US" sz="3600" b="0" dirty="0">
              <a:solidFill>
                <a:schemeClr val="accent4"/>
              </a:solidFill>
              <a:effectLst/>
              <a:latin typeface="Times New Roman" pitchFamily="18" charset="0"/>
              <a:cs typeface="Times New Roman" pitchFamily="18" charset="0"/>
            </a:endParaRPr>
          </a:p>
        </p:txBody>
      </p:sp>
      <p:sp>
        <p:nvSpPr>
          <p:cNvPr id="132099" name="Rectangle 3"/>
          <p:cNvSpPr>
            <a:spLocks noGrp="1" noRot="1" noChangeArrowheads="1"/>
          </p:cNvSpPr>
          <p:nvPr>
            <p:ph idx="1"/>
          </p:nvPr>
        </p:nvSpPr>
        <p:spPr>
          <a:xfrm>
            <a:off x="988311" y="1762592"/>
            <a:ext cx="7850889" cy="1514008"/>
          </a:xfrm>
        </p:spPr>
        <p:txBody>
          <a:bodyPr>
            <a:normAutofit/>
          </a:bodyPr>
          <a:lstStyle/>
          <a:p>
            <a:pPr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dụng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nâng</a:t>
            </a:r>
            <a:r>
              <a:rPr lang="en-US" sz="3200" dirty="0">
                <a:latin typeface="Times New Roman" pitchFamily="18" charset="0"/>
                <a:cs typeface="Times New Roman" pitchFamily="18" charset="0"/>
              </a:rPr>
              <a:t> ý </a:t>
            </a:r>
            <a:r>
              <a:rPr lang="en-US" sz="3200" dirty="0" err="1">
                <a:latin typeface="Times New Roman" pitchFamily="18" charset="0"/>
                <a:cs typeface="Times New Roman" pitchFamily="18" charset="0"/>
              </a:rPr>
              <a:t>chí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PL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Effect transition="in" filter="diamond(in)">
                                      <p:cBhvr>
                                        <p:cTn id="7" dur="2000"/>
                                        <p:tgtEl>
                                          <p:spTgt spid="13209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2099">
                                            <p:txEl>
                                              <p:pRg st="0" end="0"/>
                                            </p:txEl>
                                          </p:spTgt>
                                        </p:tgtEl>
                                        <p:attrNameLst>
                                          <p:attrName>style.visibility</p:attrName>
                                        </p:attrNameLst>
                                      </p:cBhvr>
                                      <p:to>
                                        <p:strVal val="visible"/>
                                      </p:to>
                                    </p:set>
                                    <p:animEffect transition="in" filter="box(in)">
                                      <p:cBhvr>
                                        <p:cTn id="12" dur="500"/>
                                        <p:tgtEl>
                                          <p:spTgt spid="1320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p:bldP spid="13209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rrowheads="1"/>
          </p:cNvSpPr>
          <p:nvPr>
            <p:ph type="title"/>
          </p:nvPr>
        </p:nvSpPr>
        <p:spPr>
          <a:xfrm>
            <a:off x="1481666" y="4119"/>
            <a:ext cx="6180667" cy="838199"/>
          </a:xfrm>
        </p:spPr>
        <p:txBody>
          <a:bodyPr/>
          <a:lstStyle/>
          <a:p>
            <a:pPr algn="ctr" eaLnBrk="1" hangingPunct="1">
              <a:defRPr/>
            </a:pPr>
            <a:r>
              <a:rPr lang="en-US" sz="3600" dirty="0" err="1">
                <a:solidFill>
                  <a:srgbClr val="C00000"/>
                </a:solidFill>
                <a:latin typeface="Times New Roman" pitchFamily="18" charset="0"/>
                <a:cs typeface="Times New Roman" pitchFamily="18" charset="0"/>
              </a:rPr>
              <a:t>Tập</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quán</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pháp</a:t>
            </a:r>
            <a:endParaRPr lang="en-US" sz="3600" dirty="0">
              <a:solidFill>
                <a:srgbClr val="C00000"/>
              </a:solidFill>
              <a:latin typeface="Times New Roman" pitchFamily="18" charset="0"/>
              <a:cs typeface="Times New Roman" pitchFamily="18" charset="0"/>
            </a:endParaRPr>
          </a:p>
        </p:txBody>
      </p:sp>
      <p:sp>
        <p:nvSpPr>
          <p:cNvPr id="133123" name="Rectangle 3"/>
          <p:cNvSpPr>
            <a:spLocks noGrp="1" noRot="1" noChangeArrowheads="1"/>
          </p:cNvSpPr>
          <p:nvPr>
            <p:ph idx="1"/>
          </p:nvPr>
        </p:nvSpPr>
        <p:spPr>
          <a:xfrm>
            <a:off x="990600" y="1143000"/>
            <a:ext cx="7889874" cy="5029200"/>
          </a:xfrm>
        </p:spPr>
        <p:txBody>
          <a:bodyPr>
            <a:noAutofit/>
          </a:bodyPr>
          <a:lstStyle/>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thừa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lưu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XH</a:t>
            </a:r>
          </a:p>
          <a:p>
            <a:pPr algn="just" eaLnBrk="1" hangingPunct="1">
              <a:defRPr/>
            </a:pPr>
            <a:r>
              <a:rPr lang="en-US" sz="3200" dirty="0" err="1">
                <a:latin typeface="Times New Roman" pitchFamily="18" charset="0"/>
                <a:cs typeface="Times New Roman" pitchFamily="18" charset="0"/>
              </a:rPr>
              <a:t>Phù</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ích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ích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XH</a:t>
            </a:r>
          </a:p>
          <a:p>
            <a:pPr algn="just" eaLnBrk="1" hangingPunct="1">
              <a:defRPr/>
            </a:pPr>
            <a:r>
              <a:rPr lang="en-US" sz="3200" dirty="0" err="1">
                <a:latin typeface="Times New Roman" pitchFamily="18" charset="0"/>
                <a:cs typeface="Times New Roman" pitchFamily="18" charset="0"/>
              </a:rPr>
              <a:t>Nâng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tắc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mang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bắt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r>
              <a:rPr lang="en-US" sz="3200" dirty="0">
                <a:latin typeface="Times New Roman" pitchFamily="18" charset="0"/>
                <a:cs typeface="Times New Roman" pitchFamily="18" charset="0"/>
              </a:rPr>
              <a:t> </a:t>
            </a:r>
          </a:p>
          <a:p>
            <a:pPr algn="just" eaLnBrk="1" hangingPunct="1">
              <a:defRPr/>
            </a:pP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p>
          <a:p>
            <a:pPr algn="just" eaLnBrk="1" hangingPunct="1">
              <a:defRPr/>
            </a:pPr>
            <a:r>
              <a:rPr lang="en-US" sz="3200" dirty="0" err="1">
                <a:latin typeface="Times New Roman" pitchFamily="18" charset="0"/>
                <a:cs typeface="Times New Roman" pitchFamily="18" charset="0"/>
              </a:rPr>
              <a:t>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dụng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PL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122"/>
                                        </p:tgtEl>
                                        <p:attrNameLst>
                                          <p:attrName>style.visibility</p:attrName>
                                        </p:attrNameLst>
                                      </p:cBhvr>
                                      <p:to>
                                        <p:strVal val="visible"/>
                                      </p:to>
                                    </p:set>
                                    <p:animEffect transition="in" filter="box(in)">
                                      <p:cBhvr>
                                        <p:cTn id="7" dur="500"/>
                                        <p:tgtEl>
                                          <p:spTgt spid="1331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3123">
                                            <p:txEl>
                                              <p:pRg st="0" end="0"/>
                                            </p:txEl>
                                          </p:spTgt>
                                        </p:tgtEl>
                                        <p:attrNameLst>
                                          <p:attrName>style.visibility</p:attrName>
                                        </p:attrNameLst>
                                      </p:cBhvr>
                                      <p:to>
                                        <p:strVal val="visible"/>
                                      </p:to>
                                    </p:set>
                                    <p:animEffect transition="in" filter="box(in)">
                                      <p:cBhvr>
                                        <p:cTn id="12" dur="500"/>
                                        <p:tgtEl>
                                          <p:spTgt spid="1331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3123">
                                            <p:txEl>
                                              <p:pRg st="1" end="1"/>
                                            </p:txEl>
                                          </p:spTgt>
                                        </p:tgtEl>
                                        <p:attrNameLst>
                                          <p:attrName>style.visibility</p:attrName>
                                        </p:attrNameLst>
                                      </p:cBhvr>
                                      <p:to>
                                        <p:strVal val="visible"/>
                                      </p:to>
                                    </p:set>
                                    <p:animEffect transition="in" filter="box(in)">
                                      <p:cBhvr>
                                        <p:cTn id="17" dur="500"/>
                                        <p:tgtEl>
                                          <p:spTgt spid="1331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3123">
                                            <p:txEl>
                                              <p:pRg st="2" end="2"/>
                                            </p:txEl>
                                          </p:spTgt>
                                        </p:tgtEl>
                                        <p:attrNameLst>
                                          <p:attrName>style.visibility</p:attrName>
                                        </p:attrNameLst>
                                      </p:cBhvr>
                                      <p:to>
                                        <p:strVal val="visible"/>
                                      </p:to>
                                    </p:set>
                                    <p:animEffect transition="in" filter="box(in)">
                                      <p:cBhvr>
                                        <p:cTn id="22" dur="500"/>
                                        <p:tgtEl>
                                          <p:spTgt spid="1331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33123">
                                            <p:txEl>
                                              <p:pRg st="3" end="3"/>
                                            </p:txEl>
                                          </p:spTgt>
                                        </p:tgtEl>
                                        <p:attrNameLst>
                                          <p:attrName>style.visibility</p:attrName>
                                        </p:attrNameLst>
                                      </p:cBhvr>
                                      <p:to>
                                        <p:strVal val="visible"/>
                                      </p:to>
                                    </p:set>
                                    <p:animEffect transition="in" filter="box(in)">
                                      <p:cBhvr>
                                        <p:cTn id="27" dur="500"/>
                                        <p:tgtEl>
                                          <p:spTgt spid="13312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33123">
                                            <p:txEl>
                                              <p:pRg st="4" end="4"/>
                                            </p:txEl>
                                          </p:spTgt>
                                        </p:tgtEl>
                                        <p:attrNameLst>
                                          <p:attrName>style.visibility</p:attrName>
                                        </p:attrNameLst>
                                      </p:cBhvr>
                                      <p:to>
                                        <p:strVal val="visible"/>
                                      </p:to>
                                    </p:set>
                                    <p:animEffect transition="in" filter="box(in)">
                                      <p:cBhvr>
                                        <p:cTn id="32" dur="500"/>
                                        <p:tgtEl>
                                          <p:spTgt spid="1331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p:bldP spid="13312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rrowheads="1"/>
          </p:cNvSpPr>
          <p:nvPr>
            <p:ph type="title"/>
          </p:nvPr>
        </p:nvSpPr>
        <p:spPr>
          <a:xfrm>
            <a:off x="1828800" y="324784"/>
            <a:ext cx="4885267" cy="894416"/>
          </a:xfrm>
        </p:spPr>
        <p:txBody>
          <a:bodyPr/>
          <a:lstStyle/>
          <a:p>
            <a:pPr algn="ctr" eaLnBrk="1" hangingPunct="1">
              <a:defRPr/>
            </a:pPr>
            <a:r>
              <a:rPr lang="en-US" sz="3600" dirty="0" err="1">
                <a:solidFill>
                  <a:srgbClr val="C00000"/>
                </a:solidFill>
                <a:effectLst/>
                <a:latin typeface="Times New Roman" pitchFamily="18" charset="0"/>
                <a:cs typeface="Times New Roman" pitchFamily="18" charset="0"/>
              </a:rPr>
              <a:t>Tiền</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lệ</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pháp</a:t>
            </a:r>
            <a:endParaRPr lang="en-US" sz="3600" dirty="0">
              <a:solidFill>
                <a:srgbClr val="C00000"/>
              </a:solidFill>
              <a:effectLst/>
              <a:latin typeface="Times New Roman" pitchFamily="18" charset="0"/>
              <a:cs typeface="Times New Roman" pitchFamily="18" charset="0"/>
            </a:endParaRPr>
          </a:p>
        </p:txBody>
      </p:sp>
      <p:sp>
        <p:nvSpPr>
          <p:cNvPr id="134147" name="Rectangle 3"/>
          <p:cNvSpPr>
            <a:spLocks noGrp="1" noRot="1" noChangeArrowheads="1"/>
          </p:cNvSpPr>
          <p:nvPr>
            <p:ph idx="1"/>
          </p:nvPr>
        </p:nvSpPr>
        <p:spPr>
          <a:xfrm>
            <a:off x="1066800" y="1600200"/>
            <a:ext cx="7704667" cy="3332816"/>
          </a:xfrm>
        </p:spPr>
        <p:txBody>
          <a:bodyPr>
            <a:normAutofit/>
          </a:bodyPr>
          <a:lstStyle/>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thừa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xet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xảy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rồi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lấy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mẫu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xảy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sau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box(in)">
                                      <p:cBhvr>
                                        <p:cTn id="7" dur="500"/>
                                        <p:tgtEl>
                                          <p:spTgt spid="13414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4147">
                                            <p:txEl>
                                              <p:pRg st="0" end="0"/>
                                            </p:txEl>
                                          </p:spTgt>
                                        </p:tgtEl>
                                        <p:attrNameLst>
                                          <p:attrName>style.visibility</p:attrName>
                                        </p:attrNameLst>
                                      </p:cBhvr>
                                      <p:to>
                                        <p:strVal val="visible"/>
                                      </p:to>
                                    </p:set>
                                    <p:animEffect transition="in" filter="checkerboard(across)">
                                      <p:cBhvr>
                                        <p:cTn id="12" dur="500"/>
                                        <p:tgtEl>
                                          <p:spTgt spid="1341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p:bldP spid="13414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rrowheads="1"/>
          </p:cNvSpPr>
          <p:nvPr>
            <p:ph type="title"/>
          </p:nvPr>
        </p:nvSpPr>
        <p:spPr>
          <a:xfrm>
            <a:off x="982133" y="457201"/>
            <a:ext cx="7704667" cy="1066799"/>
          </a:xfrm>
        </p:spPr>
        <p:txBody>
          <a:bodyPr>
            <a:normAutofit/>
          </a:bodyPr>
          <a:lstStyle/>
          <a:p>
            <a:pPr algn="ctr" eaLnBrk="1" hangingPunct="1">
              <a:defRPr/>
            </a:pPr>
            <a:r>
              <a:rPr lang="en-US" sz="3600" dirty="0" err="1">
                <a:solidFill>
                  <a:srgbClr val="C00000"/>
                </a:solidFill>
                <a:effectLst/>
                <a:latin typeface="Times New Roman" pitchFamily="18" charset="0"/>
                <a:cs typeface="Times New Roman" pitchFamily="18" charset="0"/>
              </a:rPr>
              <a:t>Văn</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bản</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quy</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phạm</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pháp</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luật</a:t>
            </a:r>
            <a:endParaRPr lang="en-US" sz="3600" dirty="0">
              <a:solidFill>
                <a:srgbClr val="C00000"/>
              </a:solidFill>
              <a:effectLst/>
              <a:latin typeface="Times New Roman" pitchFamily="18" charset="0"/>
              <a:cs typeface="Times New Roman" pitchFamily="18" charset="0"/>
            </a:endParaRPr>
          </a:p>
        </p:txBody>
      </p:sp>
      <p:sp>
        <p:nvSpPr>
          <p:cNvPr id="135171" name="Rectangle 3"/>
          <p:cNvSpPr>
            <a:spLocks noGrp="1" noRot="1" noChangeArrowheads="1"/>
          </p:cNvSpPr>
          <p:nvPr>
            <p:ph idx="1"/>
          </p:nvPr>
        </p:nvSpPr>
        <p:spPr>
          <a:xfrm>
            <a:off x="838200" y="1676400"/>
            <a:ext cx="8007350" cy="3962400"/>
          </a:xfrm>
        </p:spPr>
        <p:txBody>
          <a:bodyPr>
            <a:normAutofit/>
          </a:bodyPr>
          <a:lstStyle/>
          <a:p>
            <a:pPr algn="just" eaLnBrk="1" hangingPunct="1">
              <a:defRPr/>
            </a:pP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những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bản</a:t>
            </a:r>
            <a:r>
              <a:rPr lang="en-US" sz="3600" dirty="0">
                <a:latin typeface="Times New Roman" pitchFamily="18" charset="0"/>
                <a:cs typeface="Times New Roman" pitchFamily="18" charset="0"/>
              </a:rPr>
              <a:t> do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NN </a:t>
            </a: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thẩm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ban </a:t>
            </a:r>
            <a:r>
              <a:rPr lang="en-US" sz="3600" dirty="0" err="1">
                <a:latin typeface="Times New Roman" pitchFamily="18" charset="0"/>
                <a:cs typeface="Times New Roman" pitchFamily="18" charset="0"/>
              </a:rPr>
              <a: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theo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tục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định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đựng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tắc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xử</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chung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dụng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nhiều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đời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sống</a:t>
            </a:r>
            <a:r>
              <a:rPr lang="en-US" sz="3600" dirty="0">
                <a:latin typeface="Times New Roman" pitchFamily="18" charset="0"/>
                <a:cs typeface="Times New Roman" pitchFamily="18" charset="0"/>
              </a:rPr>
              <a:t> XH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5170"/>
                                        </p:tgtEl>
                                        <p:attrNameLst>
                                          <p:attrName>style.visibility</p:attrName>
                                        </p:attrNameLst>
                                      </p:cBhvr>
                                      <p:to>
                                        <p:strVal val="visible"/>
                                      </p:to>
                                    </p:set>
                                    <p:animEffect transition="in" filter="box(in)">
                                      <p:cBhvr>
                                        <p:cTn id="7" dur="500"/>
                                        <p:tgtEl>
                                          <p:spTgt spid="1351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171">
                                            <p:txEl>
                                              <p:pRg st="0" end="0"/>
                                            </p:txEl>
                                          </p:spTgt>
                                        </p:tgtEl>
                                        <p:attrNameLst>
                                          <p:attrName>style.visibility</p:attrName>
                                        </p:attrNameLst>
                                      </p:cBhvr>
                                      <p:to>
                                        <p:strVal val="visible"/>
                                      </p:to>
                                    </p:set>
                                    <p:animEffect transition="in" filter="dissolve">
                                      <p:cBhvr>
                                        <p:cTn id="12" dur="500"/>
                                        <p:tgtEl>
                                          <p:spTgt spid="1351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p:bldP spid="13517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sz="3600" dirty="0">
                <a:solidFill>
                  <a:srgbClr val="C00000"/>
                </a:solidFill>
                <a:latin typeface="Times New Roman" pitchFamily="18" charset="0"/>
                <a:cs typeface="Times New Roman" pitchFamily="18" charset="0"/>
              </a:rPr>
              <a:t>7. MỐI QUAN HỆ </a:t>
            </a:r>
            <a:r>
              <a:rPr lang="en-US" sz="3600" dirty="0" err="1">
                <a:solidFill>
                  <a:srgbClr val="C00000"/>
                </a:solidFill>
                <a:latin typeface="Times New Roman" pitchFamily="18" charset="0"/>
                <a:cs typeface="Times New Roman" pitchFamily="18" charset="0"/>
              </a:rPr>
              <a:t>GiỮA</a:t>
            </a:r>
            <a:r>
              <a:rPr lang="en-US" sz="3600" dirty="0">
                <a:solidFill>
                  <a:srgbClr val="C00000"/>
                </a:solidFill>
                <a:latin typeface="Times New Roman" pitchFamily="18" charset="0"/>
                <a:cs typeface="Times New Roman" pitchFamily="18" charset="0"/>
              </a:rPr>
              <a:t> PHÁP LUẬT VỚI CÁC HIỆN TƯỢNG XÃ HỘI KHÁC</a:t>
            </a:r>
          </a:p>
        </p:txBody>
      </p:sp>
      <p:sp>
        <p:nvSpPr>
          <p:cNvPr id="3" name="Content Placeholder 2"/>
          <p:cNvSpPr>
            <a:spLocks noGrp="1"/>
          </p:cNvSpPr>
          <p:nvPr>
            <p:ph idx="1"/>
          </p:nvPr>
        </p:nvSpPr>
        <p:spPr/>
        <p:txBody>
          <a:bodyPr>
            <a:normAutofit/>
          </a:bodyPr>
          <a:lstStyle/>
          <a:p>
            <a:pPr algn="just">
              <a:defRPr/>
            </a:pP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endParaRPr lang="en-US" sz="3600" dirty="0">
              <a:latin typeface="Times New Roman" pitchFamily="18" charset="0"/>
              <a:cs typeface="Times New Roman" pitchFamily="18" charset="0"/>
            </a:endParaRPr>
          </a:p>
          <a:p>
            <a:pPr algn="just">
              <a:defRPr/>
            </a:pP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trị</a:t>
            </a:r>
            <a:endParaRPr lang="en-US" sz="3600" dirty="0">
              <a:latin typeface="Times New Roman" pitchFamily="18" charset="0"/>
              <a:cs typeface="Times New Roman" pitchFamily="18" charset="0"/>
            </a:endParaRPr>
          </a:p>
          <a:p>
            <a:pPr algn="just">
              <a:defRPr/>
            </a:pP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kinh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tế</a:t>
            </a:r>
            <a:endParaRPr lang="en-US" sz="3600" dirty="0">
              <a:latin typeface="Times New Roman" pitchFamily="18" charset="0"/>
              <a:cs typeface="Times New Roman" pitchFamily="18" charset="0"/>
            </a:endParaRPr>
          </a:p>
          <a:p>
            <a:pPr algn="just">
              <a:defRPr/>
            </a:pPr>
            <a:r>
              <a:rPr lang="en-US" sz="3600" dirty="0">
                <a:latin typeface="Times New Roman" pitchFamily="18" charset="0"/>
                <a:cs typeface="Times New Roman" pitchFamily="18" charset="0"/>
              </a:rPr>
              <a:t>Pháp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QPXH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ssolv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ssolv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sz="3600" dirty="0" err="1">
                <a:solidFill>
                  <a:srgbClr val="FF0000"/>
                </a:solidFill>
                <a:effectLst/>
                <a:latin typeface="Times New Roman" pitchFamily="18" charset="0"/>
                <a:cs typeface="Times New Roman" pitchFamily="18" charset="0"/>
              </a:rPr>
              <a:t>Pháp</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luật</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quan</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hệ</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với</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nhà</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nước</a:t>
            </a:r>
            <a:endParaRPr lang="en-US" sz="3600" dirty="0">
              <a:solidFill>
                <a:srgbClr val="FF000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228600" y="2057400"/>
            <a:ext cx="8915400" cy="3651504"/>
          </a:xfrm>
        </p:spPr>
        <p:txBody>
          <a:bodyPr>
            <a:noAutofit/>
          </a:bodyPr>
          <a:lstStyle/>
          <a:p>
            <a:pPr algn="just">
              <a:defRPr/>
            </a:pP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a:p>
            <a:pPr algn="just">
              <a:buFont typeface="Wingdings" pitchFamily="2" charset="2"/>
              <a:buNone/>
              <a:defRPr/>
            </a:pPr>
            <a:r>
              <a:rPr lang="en-US" sz="2800" dirty="0">
                <a:latin typeface="Times New Roman" pitchFamily="18" charset="0"/>
                <a:cs typeface="Times New Roman" pitchFamily="18" charset="0"/>
              </a:rPr>
              <a:t>	Pháp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do NN ban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tiêu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a:p>
            <a:pPr algn="just">
              <a:buFont typeface="Wingdings" pitchFamily="2" charset="2"/>
              <a:buNone/>
              <a:defRPr/>
            </a:pPr>
            <a:r>
              <a:rPr lang="en-US" sz="2800" dirty="0">
                <a:latin typeface="Times New Roman" pitchFamily="18" charset="0"/>
                <a:cs typeface="Times New Roman" pitchFamily="18" charset="0"/>
              </a:rPr>
              <a:t>	Pháp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NN</a:t>
            </a:r>
          </a:p>
          <a:p>
            <a:pPr algn="just">
              <a:buFont typeface="Wingdings" pitchFamily="2" charset="2"/>
              <a:buNone/>
              <a:defRPr/>
            </a:pPr>
            <a:r>
              <a:rPr lang="en-US" sz="2800" dirty="0">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ox(i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ox(i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ox(i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ox(in)">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66" y="1364811"/>
            <a:ext cx="7704667" cy="934383"/>
          </a:xfrm>
        </p:spPr>
        <p:txBody>
          <a:bodyPr/>
          <a:lstStyle/>
          <a:p>
            <a:pPr algn="ctr">
              <a:defRPr/>
            </a:pPr>
            <a:r>
              <a:rPr lang="en-US" sz="3600" dirty="0" err="1">
                <a:solidFill>
                  <a:srgbClr val="FF0000"/>
                </a:solidFill>
                <a:effectLst/>
                <a:latin typeface="Times New Roman" pitchFamily="18" charset="0"/>
                <a:cs typeface="Times New Roman" pitchFamily="18" charset="0"/>
              </a:rPr>
              <a:t>Pháp</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luật</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quan</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hệ</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với</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chính</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trị</a:t>
            </a:r>
            <a:endParaRPr lang="en-US" sz="3600" dirty="0">
              <a:solidFill>
                <a:srgbClr val="FF000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2133600"/>
            <a:ext cx="8610600" cy="3332816"/>
          </a:xfrm>
        </p:spPr>
        <p:txBody>
          <a:bodyPr>
            <a:normAutofit/>
          </a:bodyPr>
          <a:lstStyle/>
          <a:p>
            <a:pPr algn="just">
              <a:defRPr/>
            </a:pP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đường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endParaRPr lang="en-US" sz="3200" dirty="0">
              <a:latin typeface="Times New Roman" pitchFamily="18" charset="0"/>
              <a:cs typeface="Times New Roman" pitchFamily="18" charset="0"/>
            </a:endParaRPr>
          </a:p>
          <a:p>
            <a:pPr algn="just">
              <a:defRPr/>
            </a:pP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hóa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đường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amond(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amond(in)">
                                      <p:cBhvr>
                                        <p:cTn id="17"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8238"/>
            <a:ext cx="6673174" cy="932758"/>
          </a:xfrm>
        </p:spPr>
        <p:txBody>
          <a:bodyPr/>
          <a:lstStyle/>
          <a:p>
            <a:pPr algn="ctr">
              <a:defRPr/>
            </a:pPr>
            <a:r>
              <a:rPr lang="en-US" sz="3600" dirty="0" err="1">
                <a:solidFill>
                  <a:srgbClr val="FF0000"/>
                </a:solidFill>
                <a:effectLst/>
                <a:latin typeface="Times New Roman" pitchFamily="18" charset="0"/>
                <a:cs typeface="Times New Roman" pitchFamily="18" charset="0"/>
              </a:rPr>
              <a:t>Pháp</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luật</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quan</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hệ</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với</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kinh</a:t>
            </a:r>
            <a:r>
              <a:rPr lang="en-US" sz="3600" dirty="0">
                <a:solidFill>
                  <a:srgbClr val="FF0000"/>
                </a:solidFill>
                <a:effectLst/>
                <a:latin typeface="Times New Roman" pitchFamily="18" charset="0"/>
                <a:cs typeface="Times New Roman" pitchFamily="18" charset="0"/>
              </a:rPr>
              <a:t> </a:t>
            </a:r>
            <a:r>
              <a:rPr lang="en-US" sz="3600" dirty="0" err="1">
                <a:solidFill>
                  <a:srgbClr val="FF0000"/>
                </a:solidFill>
                <a:effectLst/>
                <a:latin typeface="Times New Roman" pitchFamily="18" charset="0"/>
                <a:cs typeface="Times New Roman" pitchFamily="18" charset="0"/>
              </a:rPr>
              <a:t>tế</a:t>
            </a:r>
            <a:endParaRPr lang="en-US" sz="3600" dirty="0">
              <a:solidFill>
                <a:srgbClr val="FF000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838200" y="1905000"/>
            <a:ext cx="8153400" cy="3651504"/>
          </a:xfrm>
        </p:spPr>
        <p:txBody>
          <a:bodyPr>
            <a:noAutofit/>
          </a:bodyPr>
          <a:lstStyle/>
          <a:p>
            <a:pPr>
              <a:defRPr/>
            </a:pP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endParaRPr lang="en-US" sz="2800" dirty="0">
              <a:latin typeface="Times New Roman" pitchFamily="18" charset="0"/>
              <a:cs typeface="Times New Roman" pitchFamily="18" charset="0"/>
            </a:endParaRPr>
          </a:p>
          <a:p>
            <a:pPr algn="just">
              <a:defRPr/>
            </a:pP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KT,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KT </a:t>
            </a:r>
            <a:r>
              <a:rPr lang="en-US" sz="2800" dirty="0" err="1">
                <a:latin typeface="Times New Roman" pitchFamily="18" charset="0"/>
                <a:cs typeface="Times New Roman" pitchFamily="18" charset="0"/>
              </a:rPr>
              <a:t>quyết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endParaRPr lang="en-US" sz="2800" dirty="0">
              <a:latin typeface="Times New Roman" pitchFamily="18" charset="0"/>
              <a:cs typeface="Times New Roman" pitchFamily="18" charset="0"/>
            </a:endParaRPr>
          </a:p>
          <a:p>
            <a:pPr algn="just">
              <a:defRPr/>
            </a:pPr>
            <a:r>
              <a:rPr lang="en-US" sz="2800" dirty="0" err="1">
                <a:latin typeface="Times New Roman" pitchFamily="18" charset="0"/>
                <a:cs typeface="Times New Roman" pitchFamily="18" charset="0"/>
              </a:rPr>
              <a:t>Nội</a:t>
            </a:r>
            <a:r>
              <a:rPr lang="en-US" sz="2800" dirty="0">
                <a:latin typeface="Times New Roman" pitchFamily="18" charset="0"/>
                <a:cs typeface="Times New Roman" pitchFamily="18" charset="0"/>
              </a:rPr>
              <a:t> dung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KT,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KT </a:t>
            </a:r>
            <a:r>
              <a:rPr lang="en-US" sz="2800" dirty="0" err="1">
                <a:latin typeface="Times New Roman" pitchFamily="18" charset="0"/>
                <a:cs typeface="Times New Roman" pitchFamily="18" charset="0"/>
              </a:rPr>
              <a:t>quyết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nd</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QHPL</a:t>
            </a:r>
          </a:p>
          <a:p>
            <a:pPr algn="just">
              <a:defRPr/>
            </a:pP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KT,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KT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tồn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endParaRPr lang="en-US" sz="2800" dirty="0">
              <a:latin typeface="Times New Roman" pitchFamily="18" charset="0"/>
              <a:cs typeface="Times New Roman" pitchFamily="18" charset="0"/>
            </a:endParaRPr>
          </a:p>
          <a:p>
            <a:pPr algn="just">
              <a:defRPr/>
            </a:pPr>
            <a:r>
              <a:rPr lang="en-US" sz="2800" dirty="0" err="1">
                <a:latin typeface="Times New Roman" pitchFamily="18" charset="0"/>
                <a:cs typeface="Times New Roman" pitchFamily="18" charset="0"/>
              </a:rPr>
              <a:t>Nếu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triển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ox(i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ox(i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ox(i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ox(i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ox(in)">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144000" cy="914400"/>
          </a:xfrm>
        </p:spPr>
        <p:txBody>
          <a:bodyPr>
            <a:normAutofit/>
          </a:bodyPr>
          <a:lstStyle/>
          <a:p>
            <a:pPr algn="ctr">
              <a:defRPr/>
            </a:pPr>
            <a:r>
              <a:rPr lang="en-US" sz="3000" dirty="0" err="1">
                <a:solidFill>
                  <a:srgbClr val="C00000"/>
                </a:solidFill>
                <a:effectLst/>
                <a:latin typeface="Times New Roman" pitchFamily="18" charset="0"/>
                <a:cs typeface="Times New Roman" pitchFamily="18" charset="0"/>
              </a:rPr>
              <a:t>Mối</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quan</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hệ</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giữa</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pháp</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luật</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và</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các</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quy</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phạm</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xã</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hội</a:t>
            </a:r>
            <a:r>
              <a:rPr lang="en-US" sz="3000" dirty="0">
                <a:solidFill>
                  <a:srgbClr val="C00000"/>
                </a:solidFill>
                <a:effectLst/>
                <a:latin typeface="Times New Roman" pitchFamily="18" charset="0"/>
                <a:cs typeface="Times New Roman" pitchFamily="18" charset="0"/>
              </a:rPr>
              <a:t> </a:t>
            </a:r>
            <a:r>
              <a:rPr lang="en-US" sz="3000" dirty="0" err="1">
                <a:solidFill>
                  <a:srgbClr val="C00000"/>
                </a:solidFill>
                <a:effectLst/>
                <a:latin typeface="Times New Roman" pitchFamily="18" charset="0"/>
                <a:cs typeface="Times New Roman" pitchFamily="18" charset="0"/>
              </a:rPr>
              <a:t>khác</a:t>
            </a:r>
            <a:endParaRPr lang="en-US" sz="3000" dirty="0">
              <a:solidFill>
                <a:srgbClr val="C0000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190500" y="1828800"/>
            <a:ext cx="8763000" cy="4108704"/>
          </a:xfrm>
        </p:spPr>
        <p:txBody>
          <a:bodyPr>
            <a:noAutofit/>
          </a:bodyPr>
          <a:lstStyle/>
          <a:p>
            <a:pPr algn="just">
              <a:defRPr/>
            </a:pPr>
            <a:r>
              <a:rPr lang="vi-VN" sz="2800" dirty="0">
                <a:latin typeface="Times New Roman" pitchFamily="18" charset="0"/>
                <a:cs typeface="Times New Roman" pitchFamily="18" charset="0"/>
              </a:rPr>
              <a:t>Những quy tắc đạo đức tập quán quan trọng, tốt, có giá trị đa phần có thể được ban hành thành những quy phạm pháp luật.</a:t>
            </a:r>
          </a:p>
          <a:p>
            <a:pPr algn="just">
              <a:defRPr/>
            </a:pPr>
            <a:r>
              <a:rPr lang="vi-VN" sz="2800" dirty="0">
                <a:latin typeface="Times New Roman" pitchFamily="18" charset="0"/>
                <a:cs typeface="Times New Roman" pitchFamily="18" charset="0"/>
              </a:rPr>
              <a:t>Pháp luật tác động mạnh mẽ tới các quy phạm xã hội. Pháp luật có nội dung tiến bộ ảnh hưởng tích cực tới đạo đức xã hội, tập quán, truyền thống; pháp luật có nội dung lạc hậu sẽ ảnh hưởng ngược lại.</a:t>
            </a:r>
          </a:p>
          <a:p>
            <a:pPr algn="just">
              <a:defRPr/>
            </a:pPr>
            <a:r>
              <a:rPr lang="vi-VN" sz="2800" dirty="0">
                <a:latin typeface="Times New Roman" pitchFamily="18" charset="0"/>
                <a:cs typeface="Times New Roman" pitchFamily="18" charset="0"/>
              </a:rPr>
              <a:t>Các quy phạm của tổ chức xã hội phải phù hợp ko được trái với pháp luật. Vì pháp luật là ý chí chung mang tính nhà nước còn quy phạm của tổ chức xã hội chỉ mang ý chí của cộng đồng trong xã hội nên phải phục tùng ý chí chung của nhà nước.</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3600" dirty="0">
                <a:solidFill>
                  <a:srgbClr val="C00000"/>
                </a:solidFill>
                <a:latin typeface="Times New Roman" pitchFamily="18" charset="0"/>
                <a:cs typeface="Times New Roman" pitchFamily="18" charset="0"/>
              </a:rPr>
              <a:t>8</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Hệ</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thống</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pháp</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luật</a:t>
            </a:r>
            <a:r>
              <a:rPr lang="en-US" sz="3600" dirty="0">
                <a:solidFill>
                  <a:srgbClr val="C00000"/>
                </a:solidFill>
                <a:effectLst/>
                <a:latin typeface="Times New Roman" pitchFamily="18" charset="0"/>
                <a:cs typeface="Times New Roman" pitchFamily="18" charset="0"/>
              </a:rPr>
              <a:t> </a:t>
            </a:r>
            <a:r>
              <a:rPr lang="en-US" sz="3600" dirty="0" err="1">
                <a:solidFill>
                  <a:srgbClr val="C00000"/>
                </a:solidFill>
                <a:effectLst/>
                <a:latin typeface="Times New Roman" pitchFamily="18" charset="0"/>
                <a:cs typeface="Times New Roman" pitchFamily="18" charset="0"/>
              </a:rPr>
              <a:t>Việt</a:t>
            </a:r>
            <a:r>
              <a:rPr lang="en-US" sz="3600" dirty="0">
                <a:solidFill>
                  <a:srgbClr val="C00000"/>
                </a:solidFill>
                <a:effectLst/>
                <a:latin typeface="Times New Roman" pitchFamily="18" charset="0"/>
                <a:cs typeface="Times New Roman" pitchFamily="18" charset="0"/>
              </a:rPr>
              <a:t> Nam</a:t>
            </a:r>
          </a:p>
        </p:txBody>
      </p:sp>
      <p:sp>
        <p:nvSpPr>
          <p:cNvPr id="4" name="TextBox 3"/>
          <p:cNvSpPr txBox="1"/>
          <p:nvPr/>
        </p:nvSpPr>
        <p:spPr>
          <a:xfrm>
            <a:off x="838200" y="1752600"/>
            <a:ext cx="7924800" cy="3539430"/>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Việt</a:t>
            </a:r>
            <a:r>
              <a:rPr lang="en-US" sz="3200" dirty="0">
                <a:latin typeface="Times New Roman" pitchFamily="18" charset="0"/>
                <a:cs typeface="Times New Roman" pitchFamily="18" charset="0"/>
              </a:rPr>
              <a:t> Nam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phạm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nhau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phạm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do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tục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68345"/>
            <a:ext cx="8168604" cy="879455"/>
          </a:xfrm>
        </p:spPr>
        <p:txBody>
          <a:bodyPr>
            <a:normAutofit/>
          </a:bodyPr>
          <a:lstStyle/>
          <a:p>
            <a:pPr algn="ctr"/>
            <a:r>
              <a:rPr lang="en-US" dirty="0" err="1">
                <a:solidFill>
                  <a:srgbClr val="C00000"/>
                </a:solidFill>
                <a:effectLst/>
                <a:latin typeface="Times New Roman" pitchFamily="18" charset="0"/>
                <a:cs typeface="Times New Roman" pitchFamily="18" charset="0"/>
              </a:rPr>
              <a:t>Cấu</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trúc</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của</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hệ</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thống</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pháp</a:t>
            </a:r>
            <a:r>
              <a:rPr lang="en-US" dirty="0">
                <a:solidFill>
                  <a:srgbClr val="C00000"/>
                </a:solidFill>
                <a:effectLst/>
                <a:latin typeface="Times New Roman" pitchFamily="18" charset="0"/>
                <a:cs typeface="Times New Roman" pitchFamily="18" charset="0"/>
              </a:rPr>
              <a:t> </a:t>
            </a:r>
            <a:r>
              <a:rPr lang="en-US" dirty="0" err="1">
                <a:solidFill>
                  <a:srgbClr val="C00000"/>
                </a:solidFill>
                <a:effectLst/>
                <a:latin typeface="Times New Roman" pitchFamily="18" charset="0"/>
                <a:cs typeface="Times New Roman" pitchFamily="18" charset="0"/>
              </a:rPr>
              <a:t>luật</a:t>
            </a:r>
            <a:endParaRPr lang="en-US" dirty="0">
              <a:solidFill>
                <a:srgbClr val="C00000"/>
              </a:solidFill>
              <a:effectLst/>
              <a:latin typeface="Times New Roman" pitchFamily="18" charset="0"/>
              <a:cs typeface="Times New Roman" pitchFamily="18" charset="0"/>
            </a:endParaRPr>
          </a:p>
        </p:txBody>
      </p:sp>
      <p:sp>
        <p:nvSpPr>
          <p:cNvPr id="2" name="Content Placeholder 1"/>
          <p:cNvSpPr>
            <a:spLocks noGrp="1"/>
          </p:cNvSpPr>
          <p:nvPr>
            <p:ph idx="1"/>
          </p:nvPr>
        </p:nvSpPr>
        <p:spPr>
          <a:xfrm>
            <a:off x="1219200" y="2478030"/>
            <a:ext cx="7315200" cy="3657600"/>
          </a:xfrm>
        </p:spPr>
        <p:txBody>
          <a:bodyPr>
            <a:normAutofit/>
          </a:bodyPr>
          <a:lstStyle/>
          <a:p>
            <a:pPr>
              <a:buNone/>
            </a:pPr>
            <a:r>
              <a:rPr lang="en-US" dirty="0" err="1">
                <a:latin typeface="Times New Roman" pitchFamily="18" charset="0"/>
                <a:cs typeface="Times New Roman" pitchFamily="18" charset="0"/>
              </a:rPr>
              <a:t>Hiến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quyết</a:t>
            </a:r>
            <a:r>
              <a:rPr lang="en-US" dirty="0">
                <a:latin typeface="Times New Roman" pitchFamily="18" charset="0"/>
                <a:cs typeface="Times New Roman" pitchFamily="18" charset="0"/>
              </a:rPr>
              <a:t> </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Quốc</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Hội</a:t>
            </a:r>
            <a:endParaRPr lang="en-US" dirty="0">
              <a:latin typeface="Times New Roman" pitchFamily="18" charset="0"/>
              <a:cs typeface="Times New Roman" pitchFamily="18" charset="0"/>
              <a:sym typeface="Wingdings"/>
            </a:endParaRPr>
          </a:p>
          <a:p>
            <a:pPr>
              <a:buNone/>
            </a:pPr>
            <a:r>
              <a:rPr lang="en-US" dirty="0" err="1">
                <a:latin typeface="Times New Roman" pitchFamily="18" charset="0"/>
                <a:cs typeface="Times New Roman" pitchFamily="18" charset="0"/>
                <a:sym typeface="Wingdings"/>
              </a:rPr>
              <a:t>Pháp</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lệnh</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Nghị</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Quyết</a:t>
            </a:r>
            <a:r>
              <a:rPr lang="en-US" dirty="0">
                <a:latin typeface="Times New Roman" pitchFamily="18" charset="0"/>
                <a:cs typeface="Times New Roman" pitchFamily="18" charset="0"/>
                <a:sym typeface="Wingdings"/>
              </a:rPr>
              <a:t>  UBTVQH</a:t>
            </a:r>
          </a:p>
          <a:p>
            <a:pPr>
              <a:buNone/>
            </a:pPr>
            <a:r>
              <a:rPr lang="en-US" dirty="0" err="1">
                <a:latin typeface="Times New Roman" pitchFamily="18" charset="0"/>
                <a:cs typeface="Times New Roman" pitchFamily="18" charset="0"/>
                <a:sym typeface="Wingdings"/>
              </a:rPr>
              <a:t>Lệnh</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Quyết</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định</a:t>
            </a:r>
            <a:r>
              <a:rPr lang="en-US" dirty="0">
                <a:latin typeface="Times New Roman" pitchFamily="18" charset="0"/>
                <a:cs typeface="Times New Roman" pitchFamily="18" charset="0"/>
                <a:sym typeface="Wingdings"/>
              </a:rPr>
              <a:t>  </a:t>
            </a:r>
            <a:r>
              <a:rPr lang="en-US" dirty="0" err="1">
                <a:latin typeface="Times New Roman" pitchFamily="18" charset="0"/>
                <a:cs typeface="Times New Roman" pitchFamily="18" charset="0"/>
                <a:sym typeface="Wingdings"/>
              </a:rPr>
              <a:t>Chủ</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tịch</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nước</a:t>
            </a:r>
            <a:endParaRPr lang="en-US" dirty="0">
              <a:latin typeface="Times New Roman" pitchFamily="18" charset="0"/>
              <a:cs typeface="Times New Roman" pitchFamily="18" charset="0"/>
              <a:sym typeface="Wingdings"/>
            </a:endParaRPr>
          </a:p>
          <a:p>
            <a:pPr>
              <a:buNone/>
            </a:pPr>
            <a:r>
              <a:rPr lang="en-US" dirty="0" err="1">
                <a:latin typeface="Times New Roman" pitchFamily="18" charset="0"/>
                <a:cs typeface="Times New Roman" pitchFamily="18" charset="0"/>
                <a:sym typeface="Wingdings"/>
              </a:rPr>
              <a:t>Nghị</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định</a:t>
            </a:r>
            <a:r>
              <a:rPr lang="en-US" dirty="0">
                <a:latin typeface="Times New Roman" pitchFamily="18" charset="0"/>
                <a:cs typeface="Times New Roman" pitchFamily="18" charset="0"/>
                <a:sym typeface="Wingdings"/>
              </a:rPr>
              <a:t>  </a:t>
            </a:r>
            <a:r>
              <a:rPr lang="en-US" dirty="0" err="1">
                <a:latin typeface="Times New Roman" pitchFamily="18" charset="0"/>
                <a:cs typeface="Times New Roman" pitchFamily="18" charset="0"/>
                <a:sym typeface="Wingdings"/>
              </a:rPr>
              <a:t>Chính</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phủ</a:t>
            </a:r>
            <a:r>
              <a:rPr lang="en-US" dirty="0">
                <a:latin typeface="Times New Roman" pitchFamily="18" charset="0"/>
                <a:cs typeface="Times New Roman" pitchFamily="18" charset="0"/>
                <a:sym typeface="Wingdings"/>
              </a:rPr>
              <a:t> </a:t>
            </a:r>
          </a:p>
          <a:p>
            <a:pPr>
              <a:buNone/>
            </a:pPr>
            <a:r>
              <a:rPr lang="en-US" dirty="0" err="1">
                <a:latin typeface="Times New Roman" pitchFamily="18" charset="0"/>
                <a:cs typeface="Times New Roman" pitchFamily="18" charset="0"/>
                <a:sym typeface="Wingdings"/>
              </a:rPr>
              <a:t>Quyết</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định</a:t>
            </a:r>
            <a:r>
              <a:rPr lang="en-US" dirty="0">
                <a:latin typeface="Times New Roman" pitchFamily="18" charset="0"/>
                <a:cs typeface="Times New Roman" pitchFamily="18" charset="0"/>
                <a:sym typeface="Wingdings"/>
              </a:rPr>
              <a:t>  </a:t>
            </a:r>
            <a:r>
              <a:rPr lang="en-US" dirty="0" err="1">
                <a:latin typeface="Times New Roman" pitchFamily="18" charset="0"/>
                <a:cs typeface="Times New Roman" pitchFamily="18" charset="0"/>
                <a:sym typeface="Wingdings"/>
              </a:rPr>
              <a:t>Thủ</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tướng</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Chính</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phủ</a:t>
            </a:r>
            <a:endParaRPr lang="en-US" dirty="0">
              <a:latin typeface="Times New Roman" pitchFamily="18" charset="0"/>
              <a:cs typeface="Times New Roman" pitchFamily="18" charset="0"/>
              <a:sym typeface="Wingdings"/>
            </a:endParaRPr>
          </a:p>
          <a:p>
            <a:pPr>
              <a:buNone/>
            </a:pPr>
            <a:r>
              <a:rPr lang="en-US" dirty="0" err="1">
                <a:latin typeface="Times New Roman" pitchFamily="18" charset="0"/>
                <a:cs typeface="Times New Roman" pitchFamily="18" charset="0"/>
                <a:sym typeface="Wingdings"/>
              </a:rPr>
              <a:t>Thông</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tư</a:t>
            </a:r>
            <a:r>
              <a:rPr lang="en-US" dirty="0">
                <a:latin typeface="Times New Roman" pitchFamily="18" charset="0"/>
                <a:cs typeface="Times New Roman" pitchFamily="18" charset="0"/>
                <a:sym typeface="Wingdings"/>
              </a:rPr>
              <a:t>  </a:t>
            </a:r>
            <a:r>
              <a:rPr lang="en-US" dirty="0" err="1">
                <a:latin typeface="Times New Roman" pitchFamily="18" charset="0"/>
                <a:cs typeface="Times New Roman" pitchFamily="18" charset="0"/>
                <a:sym typeface="Wingdings"/>
              </a:rPr>
              <a:t>Bộ</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trưởng</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Thủ</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trưởng</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cơ</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quan</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ngang</a:t>
            </a:r>
            <a:r>
              <a:rPr lang="en-US" dirty="0">
                <a:latin typeface="Times New Roman" pitchFamily="18" charset="0"/>
                <a:cs typeface="Times New Roman" pitchFamily="18" charset="0"/>
                <a:sym typeface="Wingdings"/>
              </a:rPr>
              <a:t> </a:t>
            </a:r>
            <a:r>
              <a:rPr lang="en-US" dirty="0" err="1">
                <a:latin typeface="Times New Roman" pitchFamily="18" charset="0"/>
                <a:cs typeface="Times New Roman" pitchFamily="18" charset="0"/>
                <a:sym typeface="Wingdings"/>
              </a:rPr>
              <a:t>Bộ</a:t>
            </a:r>
            <a:endParaRPr lang="en-US" dirty="0">
              <a:latin typeface="Times New Roman" pitchFamily="18" charset="0"/>
              <a:cs typeface="Times New Roman" pitchFamily="18" charset="0"/>
            </a:endParaRPr>
          </a:p>
        </p:txBody>
      </p:sp>
      <p:sp>
        <p:nvSpPr>
          <p:cNvPr id="4" name="Content Placeholder 1"/>
          <p:cNvSpPr txBox="1">
            <a:spLocks/>
          </p:cNvSpPr>
          <p:nvPr/>
        </p:nvSpPr>
        <p:spPr>
          <a:xfrm>
            <a:off x="1219200" y="1825759"/>
            <a:ext cx="3124200" cy="652271"/>
          </a:xfrm>
          <a:prstGeom prst="rect">
            <a:avLst/>
          </a:prstGeom>
        </p:spPr>
        <p:style>
          <a:lnRef idx="2">
            <a:schemeClr val="dk1"/>
          </a:lnRef>
          <a:fillRef idx="1">
            <a:schemeClr val="lt1"/>
          </a:fillRef>
          <a:effectRef idx="0">
            <a:schemeClr val="dk1"/>
          </a:effectRef>
          <a:fontRef idx="minor">
            <a:schemeClr val="dk1"/>
          </a:fontRef>
        </p:style>
        <p:txBody>
          <a:bodyPr vert="horz">
            <a:normAutofit fontScale="92500"/>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US" sz="2700" b="0" i="0" u="none" strike="noStrike" kern="1200" cap="none" spc="0" normalizeH="0" baseline="0" noProof="0" dirty="0" err="1">
                <a:ln>
                  <a:noFill/>
                </a:ln>
                <a:effectLst/>
                <a:uLnTx/>
                <a:uFillTx/>
                <a:latin typeface="Times New Roman" pitchFamily="18" charset="0"/>
                <a:cs typeface="Times New Roman" pitchFamily="18" charset="0"/>
              </a:rPr>
              <a:t>Cấu</a:t>
            </a:r>
            <a:r>
              <a:rPr kumimoji="0" lang="en-US" sz="2700" b="0" i="0" u="none" strike="noStrike" kern="1200" cap="none" spc="0" normalizeH="0" baseline="0" noProof="0" dirty="0">
                <a:ln>
                  <a:noFill/>
                </a:ln>
                <a:effectLst/>
                <a:uLnTx/>
                <a:uFillTx/>
                <a:latin typeface="Times New Roman" pitchFamily="18" charset="0"/>
                <a:cs typeface="Times New Roman" pitchFamily="18" charset="0"/>
              </a:rPr>
              <a:t> </a:t>
            </a:r>
            <a:r>
              <a:rPr kumimoji="0" lang="en-US" sz="2700" b="0" i="0" u="none" strike="noStrike" kern="1200" cap="none" spc="0" normalizeH="0" baseline="0" noProof="0" dirty="0" err="1">
                <a:ln>
                  <a:noFill/>
                </a:ln>
                <a:effectLst/>
                <a:uLnTx/>
                <a:uFillTx/>
                <a:latin typeface="Times New Roman" pitchFamily="18" charset="0"/>
                <a:cs typeface="Times New Roman" pitchFamily="18" charset="0"/>
              </a:rPr>
              <a:t>trúc</a:t>
            </a:r>
            <a:r>
              <a:rPr kumimoji="0" lang="en-US" sz="2700" b="0" i="0" u="none" strike="noStrike" kern="1200" cap="none" spc="0" normalizeH="0" baseline="0" noProof="0" dirty="0">
                <a:ln>
                  <a:noFill/>
                </a:ln>
                <a:effectLst/>
                <a:uLnTx/>
                <a:uFillTx/>
                <a:latin typeface="Times New Roman" pitchFamily="18" charset="0"/>
                <a:cs typeface="Times New Roman" pitchFamily="18" charset="0"/>
              </a:rPr>
              <a:t> </a:t>
            </a:r>
            <a:r>
              <a:rPr kumimoji="0" lang="en-US" sz="2700" b="0" i="0" u="none" strike="noStrike" kern="1200" cap="none" spc="0" normalizeH="0" baseline="0" noProof="0" dirty="0" err="1">
                <a:ln>
                  <a:noFill/>
                </a:ln>
                <a:effectLst/>
                <a:uLnTx/>
                <a:uFillTx/>
                <a:latin typeface="Times New Roman" pitchFamily="18" charset="0"/>
                <a:cs typeface="Times New Roman" pitchFamily="18" charset="0"/>
              </a:rPr>
              <a:t>bên</a:t>
            </a:r>
            <a:r>
              <a:rPr kumimoji="0" lang="en-US" sz="2700" b="0" i="0" u="none" strike="noStrike" kern="1200" cap="none" spc="0" normalizeH="0" baseline="0" noProof="0" dirty="0">
                <a:ln>
                  <a:noFill/>
                </a:ln>
                <a:effectLst/>
                <a:uLnTx/>
                <a:uFillTx/>
                <a:latin typeface="Times New Roman" pitchFamily="18" charset="0"/>
                <a:cs typeface="Times New Roman" pitchFamily="18" charset="0"/>
              </a:rPr>
              <a:t> </a:t>
            </a:r>
            <a:r>
              <a:rPr kumimoji="0" lang="en-US" sz="2700" b="0" i="0" u="none" strike="noStrike" kern="1200" cap="none" spc="0" normalizeH="0" baseline="0" noProof="0" dirty="0" err="1">
                <a:ln>
                  <a:noFill/>
                </a:ln>
                <a:effectLst/>
                <a:uLnTx/>
                <a:uFillTx/>
                <a:latin typeface="Times New Roman" pitchFamily="18" charset="0"/>
                <a:cs typeface="Times New Roman" pitchFamily="18" charset="0"/>
              </a:rPr>
              <a:t>ngoài</a:t>
            </a:r>
            <a:endParaRPr kumimoji="0" lang="en-US" sz="2700" b="0" i="0" u="none" strike="noStrike" kern="1200" cap="none" spc="0" normalizeH="0" baseline="0" noProof="0" dirty="0">
              <a:ln>
                <a:noFill/>
              </a:ln>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diamond(in)">
                                      <p:cBhvr>
                                        <p:cTn id="17" dur="20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diamond(in)">
                                      <p:cBhvr>
                                        <p:cTn id="22" dur="2000"/>
                                        <p:tgtEl>
                                          <p:spTgt spid="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diamond(in)">
                                      <p:cBhvr>
                                        <p:cTn id="27" dur="2000"/>
                                        <p:tgtEl>
                                          <p:spTgt spid="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2">
                                            <p:txEl>
                                              <p:pRg st="3" end="3"/>
                                            </p:txEl>
                                          </p:spTgt>
                                        </p:tgtEl>
                                        <p:attrNameLst>
                                          <p:attrName>style.visibility</p:attrName>
                                        </p:attrNameLst>
                                      </p:cBhvr>
                                      <p:to>
                                        <p:strVal val="visible"/>
                                      </p:to>
                                    </p:set>
                                    <p:animEffect transition="in" filter="diamond(in)">
                                      <p:cBhvr>
                                        <p:cTn id="32" dur="2000"/>
                                        <p:tgtEl>
                                          <p:spTgt spid="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diamond(in)">
                                      <p:cBhvr>
                                        <p:cTn id="37" dur="2000"/>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diamond(in)">
                                      <p:cBhvr>
                                        <p:cTn id="42" dur="2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19200" y="1166018"/>
            <a:ext cx="7010400" cy="4525963"/>
          </a:xfrm>
        </p:spPr>
        <p:txBody>
          <a:bodyPr>
            <a:noAutofit/>
          </a:bodyPr>
          <a:lstStyle/>
          <a:p>
            <a:pPr algn="just">
              <a:buNone/>
            </a:pPr>
            <a:r>
              <a:rPr lang="en-US" sz="2800" dirty="0" err="1">
                <a:latin typeface="Times New Roman" pitchFamily="18" charset="0"/>
                <a:cs typeface="Times New Roman" pitchFamily="18" charset="0"/>
              </a:rPr>
              <a:t>Nghị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quyết</a:t>
            </a:r>
            <a:r>
              <a:rPr lang="en-US" sz="2800" dirty="0">
                <a:latin typeface="Times New Roman" pitchFamily="18" charset="0"/>
                <a:cs typeface="Times New Roman" pitchFamily="18" charset="0"/>
              </a:rPr>
              <a:t> </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Hội</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đồng</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Thẩm</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phán</a:t>
            </a:r>
            <a:r>
              <a:rPr lang="en-US" sz="2800" dirty="0">
                <a:latin typeface="Times New Roman" pitchFamily="18" charset="0"/>
                <a:cs typeface="Times New Roman" pitchFamily="18" charset="0"/>
                <a:sym typeface="Wingdings"/>
              </a:rPr>
              <a:t> TANDTC</a:t>
            </a:r>
          </a:p>
          <a:p>
            <a:pPr algn="just">
              <a:buNone/>
            </a:pPr>
            <a:r>
              <a:rPr lang="en-US" sz="2800" dirty="0">
                <a:latin typeface="Times New Roman" pitchFamily="18" charset="0"/>
                <a:cs typeface="Times New Roman" pitchFamily="18" charset="0"/>
              </a:rPr>
              <a:t>Thông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tịch</a:t>
            </a:r>
            <a:r>
              <a:rPr lang="en-US" sz="2800" dirty="0">
                <a:latin typeface="Times New Roman" pitchFamily="18" charset="0"/>
                <a:cs typeface="Times New Roman" pitchFamily="18" charset="0"/>
              </a:rPr>
              <a:t> </a:t>
            </a:r>
            <a:r>
              <a:rPr lang="en-US" sz="2800" dirty="0">
                <a:latin typeface="Times New Roman" pitchFamily="18" charset="0"/>
                <a:cs typeface="Times New Roman" pitchFamily="18" charset="0"/>
                <a:sym typeface="Wingdings"/>
              </a:rPr>
              <a:t> Chánh </a:t>
            </a:r>
            <a:r>
              <a:rPr lang="en-US" sz="2800" dirty="0" err="1">
                <a:latin typeface="Times New Roman" pitchFamily="18" charset="0"/>
                <a:cs typeface="Times New Roman" pitchFamily="18" charset="0"/>
                <a:sym typeface="Wingdings"/>
              </a:rPr>
              <a:t>án</a:t>
            </a:r>
            <a:r>
              <a:rPr lang="en-US" sz="2800" dirty="0">
                <a:latin typeface="Times New Roman" pitchFamily="18" charset="0"/>
                <a:cs typeface="Times New Roman" pitchFamily="18" charset="0"/>
                <a:sym typeface="Wingdings"/>
              </a:rPr>
              <a:t> TANDTC</a:t>
            </a:r>
          </a:p>
          <a:p>
            <a:pPr algn="just">
              <a:buNone/>
            </a:pPr>
            <a:r>
              <a:rPr lang="en-US" sz="2800" dirty="0" err="1">
                <a:latin typeface="Times New Roman" pitchFamily="18" charset="0"/>
                <a:cs typeface="Times New Roman" pitchFamily="18" charset="0"/>
                <a:sym typeface="Wingdings"/>
              </a:rPr>
              <a:t>Thông</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tư</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liên</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tịch</a:t>
            </a:r>
            <a:r>
              <a:rPr lang="en-US" sz="2800" dirty="0">
                <a:latin typeface="Times New Roman" pitchFamily="18" charset="0"/>
                <a:cs typeface="Times New Roman" pitchFamily="18" charset="0"/>
                <a:sym typeface="Wingdings"/>
              </a:rPr>
              <a:t>  VTVKSNDTC</a:t>
            </a:r>
          </a:p>
          <a:p>
            <a:pPr algn="just">
              <a:buNone/>
            </a:pPr>
            <a:r>
              <a:rPr lang="en-US" sz="2800" dirty="0" err="1">
                <a:latin typeface="Times New Roman" pitchFamily="18" charset="0"/>
                <a:cs typeface="Times New Roman" pitchFamily="18" charset="0"/>
                <a:sym typeface="Wingdings"/>
              </a:rPr>
              <a:t>Nghị</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quyết</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liên</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tịch</a:t>
            </a:r>
            <a:r>
              <a:rPr lang="en-US" sz="2800" dirty="0">
                <a:latin typeface="Times New Roman" pitchFamily="18" charset="0"/>
                <a:cs typeface="Times New Roman" pitchFamily="18" charset="0"/>
                <a:sym typeface="Wingdings"/>
              </a:rPr>
              <a:t>  </a:t>
            </a:r>
            <a:r>
              <a:rPr lang="en-US" sz="2800" dirty="0" err="1">
                <a:latin typeface="Times New Roman" pitchFamily="18" charset="0"/>
                <a:cs typeface="Times New Roman" pitchFamily="18" charset="0"/>
                <a:sym typeface="Wingdings"/>
              </a:rPr>
              <a:t>Các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cơ</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quan</a:t>
            </a:r>
            <a:r>
              <a:rPr lang="en-US" sz="2800" dirty="0">
                <a:latin typeface="Times New Roman" pitchFamily="18" charset="0"/>
                <a:cs typeface="Times New Roman" pitchFamily="18" charset="0"/>
                <a:sym typeface="Wingdings"/>
              </a:rPr>
              <a:t> NN ở TW</a:t>
            </a:r>
          </a:p>
          <a:p>
            <a:pPr algn="just">
              <a:buNone/>
            </a:pPr>
            <a:r>
              <a:rPr lang="en-US" sz="2800" dirty="0" err="1">
                <a:latin typeface="Times New Roman" pitchFamily="18" charset="0"/>
                <a:cs typeface="Times New Roman" pitchFamily="18" charset="0"/>
                <a:sym typeface="Wingdings"/>
              </a:rPr>
              <a:t>Nghị</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quyết</a:t>
            </a:r>
            <a:r>
              <a:rPr lang="en-US" sz="2800" dirty="0">
                <a:latin typeface="Times New Roman" pitchFamily="18" charset="0"/>
                <a:cs typeface="Times New Roman" pitchFamily="18" charset="0"/>
                <a:sym typeface="Wingdings"/>
              </a:rPr>
              <a:t>  HĐND </a:t>
            </a:r>
            <a:r>
              <a:rPr lang="en-US" sz="2800" dirty="0" err="1">
                <a:latin typeface="Times New Roman" pitchFamily="18" charset="0"/>
                <a:cs typeface="Times New Roman" pitchFamily="18" charset="0"/>
                <a:sym typeface="Wingdings"/>
              </a:rPr>
              <a:t>các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cấp</a:t>
            </a:r>
            <a:endParaRPr lang="en-US" sz="2800" dirty="0">
              <a:latin typeface="Times New Roman" pitchFamily="18" charset="0"/>
              <a:cs typeface="Times New Roman" pitchFamily="18" charset="0"/>
              <a:sym typeface="Wingdings"/>
            </a:endParaRPr>
          </a:p>
          <a:p>
            <a:pPr algn="just">
              <a:buNone/>
            </a:pPr>
            <a:r>
              <a:rPr lang="en-US" sz="2800" dirty="0" err="1">
                <a:latin typeface="Times New Roman" pitchFamily="18" charset="0"/>
                <a:cs typeface="Times New Roman" pitchFamily="18" charset="0"/>
                <a:sym typeface="Wingdings"/>
              </a:rPr>
              <a:t>Quyết</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định</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Chỉ</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thị</a:t>
            </a:r>
            <a:r>
              <a:rPr lang="en-US" sz="2800" dirty="0">
                <a:latin typeface="Times New Roman" pitchFamily="18" charset="0"/>
                <a:cs typeface="Times New Roman" pitchFamily="18" charset="0"/>
                <a:sym typeface="Wingdings"/>
              </a:rPr>
              <a:t>  UBND </a:t>
            </a:r>
            <a:r>
              <a:rPr lang="en-US" sz="2800" dirty="0" err="1">
                <a:latin typeface="Times New Roman" pitchFamily="18" charset="0"/>
                <a:cs typeface="Times New Roman" pitchFamily="18" charset="0"/>
                <a:sym typeface="Wingdings"/>
              </a:rPr>
              <a:t>các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cấp</a:t>
            </a:r>
            <a:endParaRPr lang="en-US" sz="2800" dirty="0">
              <a:latin typeface="Times New Roman" pitchFamily="18" charset="0"/>
              <a:cs typeface="Times New Roman" pitchFamily="18" charset="0"/>
              <a:sym typeface="Wingdings"/>
            </a:endParaRPr>
          </a:p>
          <a:p>
            <a:pPr algn="just">
              <a:buNone/>
            </a:pPr>
            <a:r>
              <a:rPr lang="en-US" sz="2800" dirty="0" err="1">
                <a:latin typeface="Times New Roman" pitchFamily="18" charset="0"/>
                <a:cs typeface="Times New Roman" pitchFamily="18" charset="0"/>
                <a:sym typeface="Wingdings"/>
              </a:rPr>
              <a:t>Quyết</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định</a:t>
            </a:r>
            <a:r>
              <a:rPr lang="en-US" sz="2800" dirty="0">
                <a:latin typeface="Times New Roman" pitchFamily="18" charset="0"/>
                <a:cs typeface="Times New Roman" pitchFamily="18" charset="0"/>
                <a:sym typeface="Wingdings"/>
              </a:rPr>
              <a:t>  </a:t>
            </a:r>
            <a:r>
              <a:rPr lang="en-US" sz="2800" dirty="0" err="1">
                <a:latin typeface="Times New Roman" pitchFamily="18" charset="0"/>
                <a:cs typeface="Times New Roman" pitchFamily="18" charset="0"/>
                <a:sym typeface="Wingdings"/>
              </a:rPr>
              <a:t>Tổng</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kiểm</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toán</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Nhà</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nước</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dissolv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dissolv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dissolv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676400" y="609600"/>
            <a:ext cx="4114800" cy="576072"/>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r>
              <a:rPr lang="en-US" sz="3600" dirty="0" err="1">
                <a:latin typeface="Times New Roman" pitchFamily="18" charset="0"/>
                <a:cs typeface="Times New Roman" pitchFamily="18" charset="0"/>
              </a:rPr>
              <a:t>Cấu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trúc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endParaRPr lang="en-US" sz="3600" dirty="0">
              <a:latin typeface="Times New Roman" pitchFamily="18" charset="0"/>
              <a:cs typeface="Times New Roman" pitchFamily="18" charset="0"/>
            </a:endParaRPr>
          </a:p>
        </p:txBody>
      </p:sp>
      <p:sp>
        <p:nvSpPr>
          <p:cNvPr id="4" name="Content Placeholder 1"/>
          <p:cNvSpPr txBox="1">
            <a:spLocks/>
          </p:cNvSpPr>
          <p:nvPr/>
        </p:nvSpPr>
        <p:spPr>
          <a:xfrm>
            <a:off x="1447800" y="1676400"/>
            <a:ext cx="4495800" cy="1752600"/>
          </a:xfrm>
          <a:prstGeom prst="rect">
            <a:avLst/>
          </a:prstGeom>
        </p:spPr>
        <p:txBody>
          <a:bodyPr vert="horz">
            <a:noAutofit/>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tabLst/>
              <a:defRPr/>
            </a:pPr>
            <a:r>
              <a:rPr kumimoji="0" lang="en-US" sz="3200" b="0" i="0" u="none" strike="noStrike" kern="1200" cap="none" spc="0" normalizeH="0" baseline="0" noProof="0" dirty="0" err="1">
                <a:ln>
                  <a:noFill/>
                </a:ln>
                <a:solidFill>
                  <a:schemeClr val="tx1"/>
                </a:solidFill>
                <a:effectLst/>
                <a:uLnTx/>
                <a:uFillTx/>
                <a:latin typeface="Times New Roman" pitchFamily="18" charset="0"/>
                <a:cs typeface="Times New Roman" pitchFamily="18" charset="0"/>
              </a:rPr>
              <a:t>Quy</a:t>
            </a:r>
            <a:r>
              <a:rPr kumimoji="0" lang="en-US" sz="3200" b="0" i="0" u="none" strike="noStrike" kern="1200" cap="none" spc="0" normalizeH="0" noProof="0" dirty="0">
                <a:ln>
                  <a:noFill/>
                </a:ln>
                <a:solidFill>
                  <a:schemeClr val="tx1"/>
                </a:solidFill>
                <a:effectLst/>
                <a:uLnTx/>
                <a:uFillTx/>
                <a:latin typeface="Times New Roman" pitchFamily="18" charset="0"/>
                <a:cs typeface="Times New Roman" pitchFamily="18" charset="0"/>
              </a:rPr>
              <a:t> </a:t>
            </a:r>
            <a:r>
              <a:rPr kumimoji="0" lang="en-US" sz="3200" b="0" i="0" u="none" strike="noStrike" kern="1200" cap="none" spc="0" normalizeH="0" noProof="0" dirty="0" err="1">
                <a:ln>
                  <a:noFill/>
                </a:ln>
                <a:solidFill>
                  <a:schemeClr val="tx1"/>
                </a:solidFill>
                <a:effectLst/>
                <a:uLnTx/>
                <a:uFillTx/>
                <a:latin typeface="Times New Roman" pitchFamily="18" charset="0"/>
                <a:cs typeface="Times New Roman" pitchFamily="18" charset="0"/>
              </a:rPr>
              <a:t>phạm</a:t>
            </a:r>
            <a:r>
              <a:rPr kumimoji="0" lang="en-US" sz="3200" b="0" i="0" u="none" strike="noStrike" kern="1200" cap="none" spc="0" normalizeH="0" noProof="0" dirty="0">
                <a:ln>
                  <a:noFill/>
                </a:ln>
                <a:solidFill>
                  <a:schemeClr val="tx1"/>
                </a:solidFill>
                <a:effectLst/>
                <a:uLnTx/>
                <a:uFillTx/>
                <a:latin typeface="Times New Roman" pitchFamily="18" charset="0"/>
                <a:cs typeface="Times New Roman" pitchFamily="18" charset="0"/>
              </a:rPr>
              <a:t> </a:t>
            </a:r>
            <a:r>
              <a:rPr kumimoji="0" lang="en-US" sz="3200" b="0" i="0" u="none" strike="noStrike" kern="1200" cap="none" spc="0" normalizeH="0" noProof="0" dirty="0" err="1">
                <a:ln>
                  <a:noFill/>
                </a:ln>
                <a:solidFill>
                  <a:schemeClr val="tx1"/>
                </a:solidFill>
                <a:effectLst/>
                <a:uLnTx/>
                <a:uFillTx/>
                <a:latin typeface="Times New Roman" pitchFamily="18" charset="0"/>
                <a:cs typeface="Times New Roman" pitchFamily="18" charset="0"/>
              </a:rPr>
              <a:t>phá</a:t>
            </a:r>
            <a:r>
              <a:rPr lang="en-US" sz="3200" dirty="0">
                <a:latin typeface="Times New Roman" pitchFamily="18" charset="0"/>
                <a:cs typeface="Times New Roman" pitchFamily="18" charset="0"/>
              </a:rPr>
              <a:t>p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a:p>
            <a:pPr marL="365760" marR="0" lvl="0" indent="-256032" algn="l" defTabSz="914400" rtl="0" eaLnBrk="1" fontAlgn="auto" latinLnBrk="0" hangingPunct="1">
              <a:lnSpc>
                <a:spcPct val="100000"/>
              </a:lnSpc>
              <a:spcBef>
                <a:spcPts val="400"/>
              </a:spcBef>
              <a:spcAft>
                <a:spcPts val="0"/>
              </a:spcAft>
              <a:buClr>
                <a:schemeClr val="accent1"/>
              </a:buClr>
              <a:buSzPct val="68000"/>
              <a:tabLst/>
              <a:defRPr/>
            </a:pPr>
            <a:r>
              <a:rPr lang="en-US" sz="3200" baseline="0" dirty="0" err="1">
                <a:latin typeface="Times New Roman" pitchFamily="18" charset="0"/>
                <a:cs typeface="Times New Roman" pitchFamily="18" charset="0"/>
              </a:rPr>
              <a:t>Chế</a:t>
            </a:r>
            <a:r>
              <a:rPr lang="en-US" sz="3200" baseline="0" dirty="0">
                <a:latin typeface="Times New Roman" pitchFamily="18" charset="0"/>
                <a:cs typeface="Times New Roman" pitchFamily="18" charset="0"/>
              </a:rPr>
              <a:t> </a:t>
            </a:r>
            <a:r>
              <a:rPr lang="en-US" sz="3200" baseline="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a:p>
            <a:pPr marL="365760" indent="-256032" defTabSz="914400">
              <a:spcBef>
                <a:spcPts val="400"/>
              </a:spcBef>
              <a:buClr>
                <a:schemeClr val="accent1"/>
              </a:buClr>
              <a:buSzPct val="68000"/>
              <a:defRPr/>
            </a:pPr>
            <a:r>
              <a:rPr lang="en-US" sz="3200" dirty="0" err="1">
                <a:latin typeface="Times New Roman" pitchFamily="18" charset="0"/>
                <a:cs typeface="Times New Roman" pitchFamily="18" charset="0"/>
              </a:rPr>
              <a:t>Ngành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a:p>
            <a:pPr marL="365760" marR="0" lvl="0" indent="-256032" algn="l" defTabSz="914400" rtl="0" eaLnBrk="1" fontAlgn="auto" latinLnBrk="0" hangingPunct="1">
              <a:lnSpc>
                <a:spcPct val="100000"/>
              </a:lnSpc>
              <a:spcBef>
                <a:spcPts val="400"/>
              </a:spcBef>
              <a:spcAft>
                <a:spcPts val="0"/>
              </a:spcAft>
              <a:buClr>
                <a:schemeClr val="accent1"/>
              </a:buClr>
              <a:buSzPct val="68000"/>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 calcmode="lin" valueType="num">
                                      <p:cBhvr additive="base">
                                        <p:cTn id="7" dur="500" fill="hold"/>
                                        <p:tgtEl>
                                          <p:spTgt spid="2">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heckerboard(across)">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81000"/>
            <a:ext cx="7467600" cy="914400"/>
          </a:xfrm>
        </p:spPr>
        <p:txBody>
          <a:bodyPr>
            <a:noAutofit/>
          </a:bodyPr>
          <a:lstStyle/>
          <a:p>
            <a:pPr algn="ctr"/>
            <a:r>
              <a:rPr lang="en-US" sz="3200" dirty="0">
                <a:solidFill>
                  <a:srgbClr val="C00000"/>
                </a:solidFill>
                <a:effectLst/>
                <a:latin typeface="Times New Roman" pitchFamily="18" charset="0"/>
                <a:cs typeface="Times New Roman" pitchFamily="18" charset="0"/>
              </a:rPr>
              <a:t>Các </a:t>
            </a:r>
            <a:r>
              <a:rPr lang="en-US" sz="3200" dirty="0" err="1">
                <a:solidFill>
                  <a:srgbClr val="C00000"/>
                </a:solidFill>
                <a:effectLst/>
                <a:latin typeface="Times New Roman" pitchFamily="18" charset="0"/>
                <a:cs typeface="Times New Roman" pitchFamily="18" charset="0"/>
              </a:rPr>
              <a:t>ngành</a:t>
            </a:r>
            <a:r>
              <a:rPr lang="en-US" sz="3200" dirty="0">
                <a:solidFill>
                  <a:srgbClr val="C00000"/>
                </a:solidFill>
                <a:effectLst/>
                <a:latin typeface="Times New Roman" pitchFamily="18" charset="0"/>
                <a:cs typeface="Times New Roman" pitchFamily="18" charset="0"/>
              </a:rPr>
              <a:t> </a:t>
            </a:r>
            <a:r>
              <a:rPr lang="en-US" sz="3200" dirty="0" err="1">
                <a:solidFill>
                  <a:srgbClr val="C00000"/>
                </a:solidFill>
                <a:effectLst/>
                <a:latin typeface="Times New Roman" pitchFamily="18" charset="0"/>
                <a:cs typeface="Times New Roman" pitchFamily="18" charset="0"/>
              </a:rPr>
              <a:t>luật</a:t>
            </a:r>
            <a:r>
              <a:rPr lang="en-US" sz="3200" dirty="0">
                <a:solidFill>
                  <a:srgbClr val="C00000"/>
                </a:solidFill>
                <a:effectLst/>
                <a:latin typeface="Times New Roman" pitchFamily="18" charset="0"/>
                <a:cs typeface="Times New Roman" pitchFamily="18" charset="0"/>
              </a:rPr>
              <a:t> </a:t>
            </a:r>
            <a:r>
              <a:rPr lang="en-US" sz="3200" dirty="0" err="1">
                <a:solidFill>
                  <a:srgbClr val="C00000"/>
                </a:solidFill>
                <a:effectLst/>
                <a:latin typeface="Times New Roman" pitchFamily="18" charset="0"/>
                <a:cs typeface="Times New Roman" pitchFamily="18" charset="0"/>
              </a:rPr>
              <a:t>trong</a:t>
            </a:r>
            <a:r>
              <a:rPr lang="en-US" sz="3200" dirty="0">
                <a:solidFill>
                  <a:srgbClr val="C00000"/>
                </a:solidFill>
                <a:effectLst/>
                <a:latin typeface="Times New Roman" pitchFamily="18" charset="0"/>
                <a:cs typeface="Times New Roman" pitchFamily="18" charset="0"/>
              </a:rPr>
              <a:t> HTPL Việt Nam</a:t>
            </a:r>
          </a:p>
        </p:txBody>
      </p:sp>
      <p:sp>
        <p:nvSpPr>
          <p:cNvPr id="4" name="TextBox 3"/>
          <p:cNvSpPr txBox="1"/>
          <p:nvPr/>
        </p:nvSpPr>
        <p:spPr>
          <a:xfrm>
            <a:off x="990600" y="1447800"/>
            <a:ext cx="7543800" cy="3539430"/>
          </a:xfrm>
          <a:prstGeom prst="rect">
            <a:avLst/>
          </a:prstGeom>
          <a:noFill/>
        </p:spPr>
        <p:txBody>
          <a:bodyPr wrap="square" rtlCol="0">
            <a:spAutoFit/>
          </a:bodyPr>
          <a:lstStyle/>
          <a:p>
            <a:pPr algn="just"/>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tụng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Lao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Hôn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đai</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TM03457503[[fn=Quotable]]</Template>
  <TotalTime>1187</TotalTime>
  <Words>1605</Words>
  <Application>Microsoft Macintosh PowerPoint</Application>
  <PresentationFormat>On-screen Show (4:3)</PresentationFormat>
  <Paragraphs>139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Corbel</vt:lpstr>
      <vt:lpstr>Times New Roman</vt:lpstr>
      <vt:lpstr>Wingdings</vt:lpstr>
      <vt:lpstr>Wingdings 3</vt:lpstr>
      <vt:lpstr>Parallax</vt:lpstr>
      <vt:lpstr>BÀI 3  NHỮNG VẤN ĐỀ CƠ BẢN VỀ PHÁP LUẬT</vt:lpstr>
      <vt:lpstr>I. Nguồn gốc của pháp luật</vt:lpstr>
      <vt:lpstr>Quan điểm học thuyết Mac - Lênin</vt:lpstr>
      <vt:lpstr>Thời kỳ cộng sản nguyên thuỷ</vt:lpstr>
      <vt:lpstr>Khi XH hình thành giai cấp:</vt:lpstr>
      <vt:lpstr>2.  Bản chất </vt:lpstr>
      <vt:lpstr>Bản chất xã hội (Tính xã hội)</vt:lpstr>
      <vt:lpstr>3. Thuộc tính của PL</vt:lpstr>
      <vt:lpstr>Tính quy phạm phổ biến</vt:lpstr>
      <vt:lpstr>Tính xác định chặt chẽ về mặt  hình thức</vt:lpstr>
      <vt:lpstr>Tính cưỡng chế</vt:lpstr>
      <vt:lpstr>Khái niệm PL</vt:lpstr>
      <vt:lpstr>4. Chức năng của PL</vt:lpstr>
      <vt:lpstr>5. Vai trò của pháp luật</vt:lpstr>
      <vt:lpstr>6. Kiểu pháp luật</vt:lpstr>
      <vt:lpstr>PowerPoint Presentation</vt:lpstr>
      <vt:lpstr>PowerPoint Presentation</vt:lpstr>
      <vt:lpstr>PowerPoint Presentation</vt:lpstr>
      <vt:lpstr>PowerPoint Presentation</vt:lpstr>
      <vt:lpstr>6. Hình thức của pháp luật</vt:lpstr>
      <vt:lpstr>Tập quán pháp</vt:lpstr>
      <vt:lpstr>Tiền lệ pháp</vt:lpstr>
      <vt:lpstr>Văn bản quy phạm pháp luật</vt:lpstr>
      <vt:lpstr>7. MỐI QUAN HỆ GiỮA PHÁP LUẬT VỚI CÁC HIỆN TƯỢNG XÃ HỘI KHÁC</vt:lpstr>
      <vt:lpstr>Pháp luật quan hệ với nhà nước</vt:lpstr>
      <vt:lpstr>Pháp luật quan hệ với chính trị</vt:lpstr>
      <vt:lpstr>Pháp luật quan hệ với kinh tế</vt:lpstr>
      <vt:lpstr>Mối quan hệ giữa pháp luật và các quy phạm xã hội khác</vt:lpstr>
      <vt:lpstr>8. Hệ thống pháp luật Việt Nam</vt:lpstr>
      <vt:lpstr>Cấu trúc của hệ thống pháp luật</vt:lpstr>
      <vt:lpstr>PowerPoint Presentation</vt:lpstr>
      <vt:lpstr>PowerPoint Presentation</vt:lpstr>
      <vt:lpstr>Các ngành luật trong HTPL Việt Nam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2:  NHỮNG VẤN ĐỀ CƠ BẢN VỀ PHÁP LUẬT</dc:title>
  <dc:creator>Admin</dc:creator>
  <cp:lastModifiedBy>Liên Nguyễn</cp:lastModifiedBy>
  <cp:revision>78</cp:revision>
  <dcterms:created xsi:type="dcterms:W3CDTF">2014-10-17T06:23:46Z</dcterms:created>
  <dcterms:modified xsi:type="dcterms:W3CDTF">2025-09-22T08:49:01Z</dcterms:modified>
</cp:coreProperties>
</file>