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9" r:id="rId1"/>
  </p:sldMasterIdLst>
  <p:sldIdLst>
    <p:sldId id="256" r:id="rId2"/>
    <p:sldId id="386" r:id="rId3"/>
    <p:sldId id="258" r:id="rId4"/>
    <p:sldId id="413" r:id="rId5"/>
    <p:sldId id="261" r:id="rId6"/>
    <p:sldId id="414" r:id="rId7"/>
    <p:sldId id="264" r:id="rId8"/>
    <p:sldId id="265" r:id="rId9"/>
    <p:sldId id="266" r:id="rId10"/>
    <p:sldId id="387" r:id="rId11"/>
    <p:sldId id="270" r:id="rId12"/>
    <p:sldId id="271" r:id="rId13"/>
    <p:sldId id="272" r:id="rId14"/>
    <p:sldId id="273" r:id="rId15"/>
    <p:sldId id="274" r:id="rId16"/>
    <p:sldId id="275" r:id="rId17"/>
    <p:sldId id="277" r:id="rId18"/>
    <p:sldId id="389" r:id="rId19"/>
    <p:sldId id="390" r:id="rId20"/>
    <p:sldId id="283" r:id="rId21"/>
    <p:sldId id="284" r:id="rId22"/>
    <p:sldId id="285" r:id="rId23"/>
    <p:sldId id="286" r:id="rId24"/>
    <p:sldId id="287" r:id="rId25"/>
    <p:sldId id="288" r:id="rId26"/>
    <p:sldId id="290" r:id="rId27"/>
    <p:sldId id="291" r:id="rId28"/>
    <p:sldId id="289" r:id="rId29"/>
    <p:sldId id="292" r:id="rId30"/>
    <p:sldId id="293" r:id="rId31"/>
    <p:sldId id="294" r:id="rId32"/>
    <p:sldId id="295" r:id="rId33"/>
    <p:sldId id="296" r:id="rId34"/>
    <p:sldId id="297" r:id="rId35"/>
    <p:sldId id="298" r:id="rId36"/>
    <p:sldId id="391" r:id="rId37"/>
    <p:sldId id="300" r:id="rId38"/>
    <p:sldId id="301" r:id="rId39"/>
    <p:sldId id="302" r:id="rId40"/>
    <p:sldId id="303" r:id="rId41"/>
    <p:sldId id="304" r:id="rId42"/>
    <p:sldId id="305" r:id="rId43"/>
    <p:sldId id="306" r:id="rId44"/>
    <p:sldId id="307" r:id="rId45"/>
    <p:sldId id="308" r:id="rId46"/>
    <p:sldId id="309" r:id="rId47"/>
    <p:sldId id="392" r:id="rId48"/>
    <p:sldId id="393" r:id="rId49"/>
    <p:sldId id="394" r:id="rId50"/>
    <p:sldId id="332" r:id="rId51"/>
    <p:sldId id="333" r:id="rId52"/>
    <p:sldId id="335" r:id="rId53"/>
    <p:sldId id="336" r:id="rId54"/>
    <p:sldId id="337" r:id="rId55"/>
    <p:sldId id="395" r:id="rId56"/>
    <p:sldId id="313" r:id="rId57"/>
    <p:sldId id="314" r:id="rId58"/>
    <p:sldId id="315" r:id="rId59"/>
    <p:sldId id="316" r:id="rId60"/>
    <p:sldId id="317" r:id="rId61"/>
    <p:sldId id="318" r:id="rId62"/>
    <p:sldId id="319" r:id="rId63"/>
    <p:sldId id="320" r:id="rId64"/>
    <p:sldId id="322" r:id="rId65"/>
    <p:sldId id="323" r:id="rId66"/>
    <p:sldId id="324" r:id="rId67"/>
    <p:sldId id="325" r:id="rId68"/>
    <p:sldId id="326" r:id="rId69"/>
    <p:sldId id="327" r:id="rId70"/>
    <p:sldId id="328" r:id="rId71"/>
    <p:sldId id="329"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54" r:id="rId88"/>
    <p:sldId id="355" r:id="rId89"/>
    <p:sldId id="356" r:id="rId90"/>
    <p:sldId id="396" r:id="rId91"/>
    <p:sldId id="357" r:id="rId92"/>
    <p:sldId id="358" r:id="rId93"/>
    <p:sldId id="359" r:id="rId94"/>
    <p:sldId id="360" r:id="rId95"/>
    <p:sldId id="361" r:id="rId96"/>
    <p:sldId id="362" r:id="rId97"/>
    <p:sldId id="363" r:id="rId98"/>
    <p:sldId id="397" r:id="rId99"/>
    <p:sldId id="364" r:id="rId100"/>
    <p:sldId id="365" r:id="rId101"/>
    <p:sldId id="366" r:id="rId102"/>
    <p:sldId id="367" r:id="rId103"/>
    <p:sldId id="368" r:id="rId104"/>
    <p:sldId id="369" r:id="rId105"/>
    <p:sldId id="370" r:id="rId106"/>
    <p:sldId id="371" r:id="rId107"/>
    <p:sldId id="372" r:id="rId108"/>
    <p:sldId id="398" r:id="rId109"/>
    <p:sldId id="399" r:id="rId110"/>
    <p:sldId id="400" r:id="rId111"/>
    <p:sldId id="401" r:id="rId112"/>
    <p:sldId id="373" r:id="rId113"/>
    <p:sldId id="374" r:id="rId114"/>
    <p:sldId id="375" r:id="rId115"/>
    <p:sldId id="377" r:id="rId116"/>
    <p:sldId id="378" r:id="rId117"/>
    <p:sldId id="379" r:id="rId118"/>
    <p:sldId id="380" r:id="rId119"/>
    <p:sldId id="402" r:id="rId120"/>
    <p:sldId id="403" r:id="rId121"/>
    <p:sldId id="382" r:id="rId122"/>
    <p:sldId id="404" r:id="rId123"/>
    <p:sldId id="405" r:id="rId124"/>
    <p:sldId id="406" r:id="rId125"/>
    <p:sldId id="407" r:id="rId126"/>
    <p:sldId id="408" r:id="rId127"/>
    <p:sldId id="409" r:id="rId128"/>
    <p:sldId id="410" r:id="rId129"/>
    <p:sldId id="411" r:id="rId130"/>
    <p:sldId id="412" r:id="rId131"/>
    <p:sldId id="383" r:id="rId132"/>
    <p:sldId id="384" r:id="rId133"/>
    <p:sldId id="416" r:id="rId134"/>
    <p:sldId id="417" r:id="rId135"/>
    <p:sldId id="423" r:id="rId136"/>
    <p:sldId id="418" r:id="rId137"/>
    <p:sldId id="419" r:id="rId138"/>
    <p:sldId id="420" r:id="rId139"/>
    <p:sldId id="421" r:id="rId140"/>
    <p:sldId id="422" r:id="rId1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86" autoAdjust="0"/>
    <p:restoredTop sz="94660"/>
  </p:normalViewPr>
  <p:slideViewPr>
    <p:cSldViewPr snapToGrid="0">
      <p:cViewPr varScale="1">
        <p:scale>
          <a:sx n="85" d="100"/>
          <a:sy n="85" d="100"/>
        </p:scale>
        <p:origin x="176" y="7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diagrams/_rels/data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4" Type="http://schemas.openxmlformats.org/officeDocument/2006/relationships/image" Target="../media/image3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561E13-22C1-F544-8164-EF718975E26B}"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DED49759-FEB4-DC43-9343-845E9C1BFC42}">
      <dgm:prSet phldrT="[Text]"/>
      <dgm:spPr/>
      <dgm:t>
        <a:bodyPr/>
        <a:lstStyle/>
        <a:p>
          <a:r>
            <a:rPr lang="en-US" dirty="0">
              <a:solidFill>
                <a:schemeClr val="bg1"/>
              </a:solidFill>
              <a:latin typeface="Times New Roman" panose="02020603050405020304" pitchFamily="18" charset="0"/>
              <a:cs typeface="Times New Roman" panose="02020603050405020304" pitchFamily="18" charset="0"/>
            </a:rPr>
            <a:t>Quan </a:t>
          </a:r>
          <a:r>
            <a:rPr lang="en-US" dirty="0" err="1">
              <a:solidFill>
                <a:schemeClr val="bg1"/>
              </a:solidFill>
              <a:latin typeface="Times New Roman" panose="02020603050405020304" pitchFamily="18" charset="0"/>
              <a:cs typeface="Times New Roman" panose="02020603050405020304" pitchFamily="18" charset="0"/>
            </a:rPr>
            <a:t>hệ</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tài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sản</a:t>
          </a:r>
          <a:endParaRPr lang="en-US" dirty="0">
            <a:solidFill>
              <a:schemeClr val="bg1"/>
            </a:solidFill>
            <a:latin typeface="Times New Roman" panose="02020603050405020304" pitchFamily="18" charset="0"/>
            <a:cs typeface="Times New Roman" panose="02020603050405020304" pitchFamily="18" charset="0"/>
          </a:endParaRPr>
        </a:p>
      </dgm:t>
    </dgm:pt>
    <dgm:pt modelId="{F483C97B-9715-FC40-9006-0ACB4F056464}" type="parTrans" cxnId="{3E71FAD6-373C-9E49-818C-5F8AFF461A20}">
      <dgm:prSet/>
      <dgm:spPr/>
      <dgm:t>
        <a:bodyPr/>
        <a:lstStyle/>
        <a:p>
          <a:endParaRPr lang="en-US">
            <a:latin typeface="Times New Roman" panose="02020603050405020304" pitchFamily="18" charset="0"/>
            <a:cs typeface="Times New Roman" panose="02020603050405020304" pitchFamily="18" charset="0"/>
          </a:endParaRPr>
        </a:p>
      </dgm:t>
    </dgm:pt>
    <dgm:pt modelId="{BF9B6443-972F-E349-B15C-83D740897BC1}" type="sibTrans" cxnId="{3E71FAD6-373C-9E49-818C-5F8AFF461A20}">
      <dgm:prSet/>
      <dgm:spPr/>
      <dgm:t>
        <a:bodyPr/>
        <a:lstStyle/>
        <a:p>
          <a:endParaRPr lang="en-US">
            <a:latin typeface="Times New Roman" panose="02020603050405020304" pitchFamily="18" charset="0"/>
            <a:cs typeface="Times New Roman" panose="02020603050405020304" pitchFamily="18" charset="0"/>
          </a:endParaRPr>
        </a:p>
      </dgm:t>
    </dgm:pt>
    <dgm:pt modelId="{45C395C6-D585-5B40-AF65-8FC53DFAA9A6}">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a:latin typeface="Times New Roman" panose="02020603050405020304" pitchFamily="18" charset="0"/>
              <a:cs typeface="Times New Roman" panose="02020603050405020304" pitchFamily="18" charset="0"/>
            </a:rPr>
            <a:t>Quan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gắn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endParaRPr lang="en-US" dirty="0">
            <a:latin typeface="Times New Roman" panose="02020603050405020304" pitchFamily="18" charset="0"/>
            <a:cs typeface="Times New Roman" panose="02020603050405020304" pitchFamily="18" charset="0"/>
          </a:endParaRPr>
        </a:p>
      </dgm:t>
    </dgm:pt>
    <dgm:pt modelId="{0BB3E284-A682-7248-A6B9-2F9A80AE38EE}" type="parTrans" cxnId="{5086FD33-206C-6B47-9E8C-26CB338E766C}">
      <dgm:prSet/>
      <dgm:spPr/>
      <dgm:t>
        <a:bodyPr/>
        <a:lstStyle/>
        <a:p>
          <a:endParaRPr lang="en-US">
            <a:latin typeface="Times New Roman" panose="02020603050405020304" pitchFamily="18" charset="0"/>
            <a:cs typeface="Times New Roman" panose="02020603050405020304" pitchFamily="18" charset="0"/>
          </a:endParaRPr>
        </a:p>
      </dgm:t>
    </dgm:pt>
    <dgm:pt modelId="{A1DCB975-08ED-AF42-A9F3-BB03B56D2AB5}" type="sibTrans" cxnId="{5086FD33-206C-6B47-9E8C-26CB338E766C}">
      <dgm:prSet/>
      <dgm:spPr/>
      <dgm:t>
        <a:bodyPr/>
        <a:lstStyle/>
        <a:p>
          <a:endParaRPr lang="en-US">
            <a:latin typeface="Times New Roman" panose="02020603050405020304" pitchFamily="18" charset="0"/>
            <a:cs typeface="Times New Roman" panose="02020603050405020304" pitchFamily="18" charset="0"/>
          </a:endParaRPr>
        </a:p>
      </dgm:t>
    </dgm:pt>
    <dgm:pt modelId="{C6A48EC7-14EA-6B41-BA04-27AEC39E3062}">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tiền</a:t>
          </a:r>
          <a:endParaRPr lang="en-US" dirty="0">
            <a:latin typeface="Times New Roman" panose="02020603050405020304" pitchFamily="18" charset="0"/>
            <a:cs typeface="Times New Roman" panose="02020603050405020304" pitchFamily="18" charset="0"/>
          </a:endParaRPr>
        </a:p>
      </dgm:t>
    </dgm:pt>
    <dgm:pt modelId="{580285A8-D452-5F4B-B76B-DC60216273E6}" type="parTrans" cxnId="{C936D83F-2004-B349-A6C9-4AC36BDDCA0F}">
      <dgm:prSet/>
      <dgm:spPr/>
      <dgm:t>
        <a:bodyPr/>
        <a:lstStyle/>
        <a:p>
          <a:endParaRPr lang="en-US">
            <a:latin typeface="Times New Roman" panose="02020603050405020304" pitchFamily="18" charset="0"/>
            <a:cs typeface="Times New Roman" panose="02020603050405020304" pitchFamily="18" charset="0"/>
          </a:endParaRPr>
        </a:p>
      </dgm:t>
    </dgm:pt>
    <dgm:pt modelId="{CFCF05BD-6F9F-5145-B43B-91F5BB829B84}" type="sibTrans" cxnId="{C936D83F-2004-B349-A6C9-4AC36BDDCA0F}">
      <dgm:prSet/>
      <dgm:spPr/>
      <dgm:t>
        <a:bodyPr/>
        <a:lstStyle/>
        <a:p>
          <a:endParaRPr lang="en-US">
            <a:latin typeface="Times New Roman" panose="02020603050405020304" pitchFamily="18" charset="0"/>
            <a:cs typeface="Times New Roman" panose="02020603050405020304" pitchFamily="18" charset="0"/>
          </a:endParaRPr>
        </a:p>
      </dgm:t>
    </dgm:pt>
    <dgm:pt modelId="{9E905959-6C45-B142-AB4D-EAC5AB3E4FA5}" type="pres">
      <dgm:prSet presAssocID="{27561E13-22C1-F544-8164-EF718975E26B}" presName="diagram" presStyleCnt="0">
        <dgm:presLayoutVars>
          <dgm:chPref val="1"/>
          <dgm:dir/>
          <dgm:animOne val="branch"/>
          <dgm:animLvl val="lvl"/>
          <dgm:resizeHandles val="exact"/>
        </dgm:presLayoutVars>
      </dgm:prSet>
      <dgm:spPr/>
    </dgm:pt>
    <dgm:pt modelId="{5F182A75-9811-D848-86DF-CD775C017225}" type="pres">
      <dgm:prSet presAssocID="{DED49759-FEB4-DC43-9343-845E9C1BFC42}" presName="root1" presStyleCnt="0"/>
      <dgm:spPr/>
    </dgm:pt>
    <dgm:pt modelId="{031F773E-3E9D-1A4A-83F7-7CFA1262D29C}" type="pres">
      <dgm:prSet presAssocID="{DED49759-FEB4-DC43-9343-845E9C1BFC42}" presName="LevelOneTextNode" presStyleLbl="node0" presStyleIdx="0" presStyleCnt="1">
        <dgm:presLayoutVars>
          <dgm:chPref val="3"/>
        </dgm:presLayoutVars>
      </dgm:prSet>
      <dgm:spPr/>
    </dgm:pt>
    <dgm:pt modelId="{19774CA6-BAB9-8542-886C-010811B2F223}" type="pres">
      <dgm:prSet presAssocID="{DED49759-FEB4-DC43-9343-845E9C1BFC42}" presName="level2hierChild" presStyleCnt="0"/>
      <dgm:spPr/>
    </dgm:pt>
    <dgm:pt modelId="{5B9E4954-707F-A54E-B758-4283268F82EB}" type="pres">
      <dgm:prSet presAssocID="{0BB3E284-A682-7248-A6B9-2F9A80AE38EE}" presName="conn2-1" presStyleLbl="parChTrans1D2" presStyleIdx="0" presStyleCnt="2"/>
      <dgm:spPr/>
    </dgm:pt>
    <dgm:pt modelId="{698F664E-B37C-A548-89AC-87331201AD0E}" type="pres">
      <dgm:prSet presAssocID="{0BB3E284-A682-7248-A6B9-2F9A80AE38EE}" presName="connTx" presStyleLbl="parChTrans1D2" presStyleIdx="0" presStyleCnt="2"/>
      <dgm:spPr/>
    </dgm:pt>
    <dgm:pt modelId="{5D7B5193-EAF5-B449-80C7-B0F5C33C9F59}" type="pres">
      <dgm:prSet presAssocID="{45C395C6-D585-5B40-AF65-8FC53DFAA9A6}" presName="root2" presStyleCnt="0"/>
      <dgm:spPr/>
    </dgm:pt>
    <dgm:pt modelId="{7F7A9CEF-7E9C-634F-A327-1701BEC2C4A3}" type="pres">
      <dgm:prSet presAssocID="{45C395C6-D585-5B40-AF65-8FC53DFAA9A6}" presName="LevelTwoTextNode" presStyleLbl="node2" presStyleIdx="0" presStyleCnt="2">
        <dgm:presLayoutVars>
          <dgm:chPref val="3"/>
        </dgm:presLayoutVars>
      </dgm:prSet>
      <dgm:spPr/>
    </dgm:pt>
    <dgm:pt modelId="{062C6E88-055F-FA43-8032-1D71DA6C94D3}" type="pres">
      <dgm:prSet presAssocID="{45C395C6-D585-5B40-AF65-8FC53DFAA9A6}" presName="level3hierChild" presStyleCnt="0"/>
      <dgm:spPr/>
    </dgm:pt>
    <dgm:pt modelId="{AE2B7C36-9A2E-9646-A920-B795CCF30CA2}" type="pres">
      <dgm:prSet presAssocID="{580285A8-D452-5F4B-B76B-DC60216273E6}" presName="conn2-1" presStyleLbl="parChTrans1D2" presStyleIdx="1" presStyleCnt="2"/>
      <dgm:spPr/>
    </dgm:pt>
    <dgm:pt modelId="{62822FAA-6A9C-B64D-8578-E2A2FE7A3AE5}" type="pres">
      <dgm:prSet presAssocID="{580285A8-D452-5F4B-B76B-DC60216273E6}" presName="connTx" presStyleLbl="parChTrans1D2" presStyleIdx="1" presStyleCnt="2"/>
      <dgm:spPr/>
    </dgm:pt>
    <dgm:pt modelId="{EFB9E3C8-5B1A-4448-A7D1-F0F74C3061EC}" type="pres">
      <dgm:prSet presAssocID="{C6A48EC7-14EA-6B41-BA04-27AEC39E3062}" presName="root2" presStyleCnt="0"/>
      <dgm:spPr/>
    </dgm:pt>
    <dgm:pt modelId="{5309F875-EAB0-7140-8966-B59270EE6EF8}" type="pres">
      <dgm:prSet presAssocID="{C6A48EC7-14EA-6B41-BA04-27AEC39E3062}" presName="LevelTwoTextNode" presStyleLbl="node2" presStyleIdx="1" presStyleCnt="2">
        <dgm:presLayoutVars>
          <dgm:chPref val="3"/>
        </dgm:presLayoutVars>
      </dgm:prSet>
      <dgm:spPr/>
    </dgm:pt>
    <dgm:pt modelId="{6876EF04-C580-104E-9CE3-20065ECC2AE8}" type="pres">
      <dgm:prSet presAssocID="{C6A48EC7-14EA-6B41-BA04-27AEC39E3062}" presName="level3hierChild" presStyleCnt="0"/>
      <dgm:spPr/>
    </dgm:pt>
  </dgm:ptLst>
  <dgm:cxnLst>
    <dgm:cxn modelId="{77444307-8B12-BC49-B31B-063C7A2444F7}" type="presOf" srcId="{27561E13-22C1-F544-8164-EF718975E26B}" destId="{9E905959-6C45-B142-AB4D-EAC5AB3E4FA5}" srcOrd="0" destOrd="0" presId="urn:microsoft.com/office/officeart/2005/8/layout/hierarchy2"/>
    <dgm:cxn modelId="{BD06EC13-0CDA-8646-B3E8-95FE727F2148}" type="presOf" srcId="{DED49759-FEB4-DC43-9343-845E9C1BFC42}" destId="{031F773E-3E9D-1A4A-83F7-7CFA1262D29C}" srcOrd="0" destOrd="0" presId="urn:microsoft.com/office/officeart/2005/8/layout/hierarchy2"/>
    <dgm:cxn modelId="{E7F97620-AF83-9847-A58B-47882947BEA2}" type="presOf" srcId="{C6A48EC7-14EA-6B41-BA04-27AEC39E3062}" destId="{5309F875-EAB0-7140-8966-B59270EE6EF8}" srcOrd="0" destOrd="0" presId="urn:microsoft.com/office/officeart/2005/8/layout/hierarchy2"/>
    <dgm:cxn modelId="{11B2FD23-5C29-B944-B1DD-8536074AE91C}" type="presOf" srcId="{580285A8-D452-5F4B-B76B-DC60216273E6}" destId="{62822FAA-6A9C-B64D-8578-E2A2FE7A3AE5}" srcOrd="1" destOrd="0" presId="urn:microsoft.com/office/officeart/2005/8/layout/hierarchy2"/>
    <dgm:cxn modelId="{5086FD33-206C-6B47-9E8C-26CB338E766C}" srcId="{DED49759-FEB4-DC43-9343-845E9C1BFC42}" destId="{45C395C6-D585-5B40-AF65-8FC53DFAA9A6}" srcOrd="0" destOrd="0" parTransId="{0BB3E284-A682-7248-A6B9-2F9A80AE38EE}" sibTransId="{A1DCB975-08ED-AF42-A9F3-BB03B56D2AB5}"/>
    <dgm:cxn modelId="{C936D83F-2004-B349-A6C9-4AC36BDDCA0F}" srcId="{DED49759-FEB4-DC43-9343-845E9C1BFC42}" destId="{C6A48EC7-14EA-6B41-BA04-27AEC39E3062}" srcOrd="1" destOrd="0" parTransId="{580285A8-D452-5F4B-B76B-DC60216273E6}" sibTransId="{CFCF05BD-6F9F-5145-B43B-91F5BB829B84}"/>
    <dgm:cxn modelId="{EFAB967F-2EF0-4F41-92E4-56794C48EAFB}" type="presOf" srcId="{45C395C6-D585-5B40-AF65-8FC53DFAA9A6}" destId="{7F7A9CEF-7E9C-634F-A327-1701BEC2C4A3}" srcOrd="0" destOrd="0" presId="urn:microsoft.com/office/officeart/2005/8/layout/hierarchy2"/>
    <dgm:cxn modelId="{9D76EAC8-34F8-334B-918F-8D32922643C2}" type="presOf" srcId="{580285A8-D452-5F4B-B76B-DC60216273E6}" destId="{AE2B7C36-9A2E-9646-A920-B795CCF30CA2}" srcOrd="0" destOrd="0" presId="urn:microsoft.com/office/officeart/2005/8/layout/hierarchy2"/>
    <dgm:cxn modelId="{3E71FAD6-373C-9E49-818C-5F8AFF461A20}" srcId="{27561E13-22C1-F544-8164-EF718975E26B}" destId="{DED49759-FEB4-DC43-9343-845E9C1BFC42}" srcOrd="0" destOrd="0" parTransId="{F483C97B-9715-FC40-9006-0ACB4F056464}" sibTransId="{BF9B6443-972F-E349-B15C-83D740897BC1}"/>
    <dgm:cxn modelId="{1C4D2DE9-A18D-9C4B-A9CD-F65898CFCE0C}" type="presOf" srcId="{0BB3E284-A682-7248-A6B9-2F9A80AE38EE}" destId="{5B9E4954-707F-A54E-B758-4283268F82EB}" srcOrd="0" destOrd="0" presId="urn:microsoft.com/office/officeart/2005/8/layout/hierarchy2"/>
    <dgm:cxn modelId="{237F98E9-EF73-C145-9150-0FDB81D73BF8}" type="presOf" srcId="{0BB3E284-A682-7248-A6B9-2F9A80AE38EE}" destId="{698F664E-B37C-A548-89AC-87331201AD0E}" srcOrd="1" destOrd="0" presId="urn:microsoft.com/office/officeart/2005/8/layout/hierarchy2"/>
    <dgm:cxn modelId="{AD626780-0DEC-6045-A78B-EF2FEE659EE1}" type="presParOf" srcId="{9E905959-6C45-B142-AB4D-EAC5AB3E4FA5}" destId="{5F182A75-9811-D848-86DF-CD775C017225}" srcOrd="0" destOrd="0" presId="urn:microsoft.com/office/officeart/2005/8/layout/hierarchy2"/>
    <dgm:cxn modelId="{DE33FB55-1265-A849-B705-DD00CD63E572}" type="presParOf" srcId="{5F182A75-9811-D848-86DF-CD775C017225}" destId="{031F773E-3E9D-1A4A-83F7-7CFA1262D29C}" srcOrd="0" destOrd="0" presId="urn:microsoft.com/office/officeart/2005/8/layout/hierarchy2"/>
    <dgm:cxn modelId="{30DBF938-A567-9242-BAEA-63C5FFFD486C}" type="presParOf" srcId="{5F182A75-9811-D848-86DF-CD775C017225}" destId="{19774CA6-BAB9-8542-886C-010811B2F223}" srcOrd="1" destOrd="0" presId="urn:microsoft.com/office/officeart/2005/8/layout/hierarchy2"/>
    <dgm:cxn modelId="{2710ED1C-4FE4-E440-A838-DA09F64D2DCE}" type="presParOf" srcId="{19774CA6-BAB9-8542-886C-010811B2F223}" destId="{5B9E4954-707F-A54E-B758-4283268F82EB}" srcOrd="0" destOrd="0" presId="urn:microsoft.com/office/officeart/2005/8/layout/hierarchy2"/>
    <dgm:cxn modelId="{96F3260D-BA3B-FD40-AC5C-77EE5BC7D0F5}" type="presParOf" srcId="{5B9E4954-707F-A54E-B758-4283268F82EB}" destId="{698F664E-B37C-A548-89AC-87331201AD0E}" srcOrd="0" destOrd="0" presId="urn:microsoft.com/office/officeart/2005/8/layout/hierarchy2"/>
    <dgm:cxn modelId="{33103CEA-A9C3-B142-9B37-2EE76B32BD39}" type="presParOf" srcId="{19774CA6-BAB9-8542-886C-010811B2F223}" destId="{5D7B5193-EAF5-B449-80C7-B0F5C33C9F59}" srcOrd="1" destOrd="0" presId="urn:microsoft.com/office/officeart/2005/8/layout/hierarchy2"/>
    <dgm:cxn modelId="{8C9A63F6-9842-534C-9B67-43396B4218D8}" type="presParOf" srcId="{5D7B5193-EAF5-B449-80C7-B0F5C33C9F59}" destId="{7F7A9CEF-7E9C-634F-A327-1701BEC2C4A3}" srcOrd="0" destOrd="0" presId="urn:microsoft.com/office/officeart/2005/8/layout/hierarchy2"/>
    <dgm:cxn modelId="{3E573DC0-DB12-A447-98CA-3343C9799623}" type="presParOf" srcId="{5D7B5193-EAF5-B449-80C7-B0F5C33C9F59}" destId="{062C6E88-055F-FA43-8032-1D71DA6C94D3}" srcOrd="1" destOrd="0" presId="urn:microsoft.com/office/officeart/2005/8/layout/hierarchy2"/>
    <dgm:cxn modelId="{00DA1958-3AE5-324C-B681-B08E85561C9E}" type="presParOf" srcId="{19774CA6-BAB9-8542-886C-010811B2F223}" destId="{AE2B7C36-9A2E-9646-A920-B795CCF30CA2}" srcOrd="2" destOrd="0" presId="urn:microsoft.com/office/officeart/2005/8/layout/hierarchy2"/>
    <dgm:cxn modelId="{C89CD517-2D01-AC47-B45B-0447A7BA0087}" type="presParOf" srcId="{AE2B7C36-9A2E-9646-A920-B795CCF30CA2}" destId="{62822FAA-6A9C-B64D-8578-E2A2FE7A3AE5}" srcOrd="0" destOrd="0" presId="urn:microsoft.com/office/officeart/2005/8/layout/hierarchy2"/>
    <dgm:cxn modelId="{B2F8256F-30EA-C24F-B28B-E28B7499B797}" type="presParOf" srcId="{19774CA6-BAB9-8542-886C-010811B2F223}" destId="{EFB9E3C8-5B1A-4448-A7D1-F0F74C3061EC}" srcOrd="3" destOrd="0" presId="urn:microsoft.com/office/officeart/2005/8/layout/hierarchy2"/>
    <dgm:cxn modelId="{CF50972C-8A2B-E246-8E0C-1EE3CAFF8015}" type="presParOf" srcId="{EFB9E3C8-5B1A-4448-A7D1-F0F74C3061EC}" destId="{5309F875-EAB0-7140-8966-B59270EE6EF8}" srcOrd="0" destOrd="0" presId="urn:microsoft.com/office/officeart/2005/8/layout/hierarchy2"/>
    <dgm:cxn modelId="{BDD5ABF0-48C9-CE40-8171-4ABD834BEDA7}" type="presParOf" srcId="{EFB9E3C8-5B1A-4448-A7D1-F0F74C3061EC}" destId="{6876EF04-C580-104E-9CE3-20065ECC2AE8}" srcOrd="1" destOrd="0" presId="urn:microsoft.com/office/officeart/2005/8/layout/hierarchy2"/>
  </dgm:cxnLst>
  <dgm:bg>
    <a:pattFill prst="pct5">
      <a:fgClr>
        <a:schemeClr val="accent1">
          <a:hueOff val="0"/>
          <a:satOff val="0"/>
          <a:lumOff val="0"/>
        </a:schemeClr>
      </a:fgClr>
      <a:bgClr>
        <a:schemeClr val="accent6">
          <a:lumMod val="40000"/>
          <a:lumOff val="60000"/>
        </a:schemeClr>
      </a:bgClr>
    </a:patt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37CDFF-7FAD-48F7-989A-461BFF4DACD5}" type="doc">
      <dgm:prSet loTypeId="urn:microsoft.com/office/officeart/2005/8/layout/matrix3" loCatId="matrix" qsTypeId="urn:microsoft.com/office/officeart/2005/8/quickstyle/simple2" qsCatId="simple" csTypeId="urn:microsoft.com/office/officeart/2005/8/colors/colorful1" csCatId="colorful" phldr="1"/>
      <dgm:spPr/>
      <dgm:t>
        <a:bodyPr/>
        <a:lstStyle/>
        <a:p>
          <a:endParaRPr lang="en-US"/>
        </a:p>
      </dgm:t>
    </dgm:pt>
    <dgm:pt modelId="{1CCDA778-CE9C-4FCF-8C27-2DC18ADC397B}">
      <dgm:prSet custT="1"/>
      <dgm:spPr/>
      <dgm:t>
        <a:bodyPr/>
        <a:lstStyle/>
        <a:p>
          <a:r>
            <a:rPr lang="en-US" sz="2500" dirty="0" err="1">
              <a:solidFill>
                <a:schemeClr val="tx1"/>
              </a:solidFill>
              <a:latin typeface="Times New Roman" pitchFamily="18" charset="0"/>
              <a:cs typeface="Times New Roman" pitchFamily="18" charset="0"/>
            </a:rPr>
            <a:t>Quan</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hệ</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về</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sở</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hữu</a:t>
          </a:r>
          <a:endParaRPr lang="en-US" sz="2500" dirty="0">
            <a:solidFill>
              <a:schemeClr val="tx1"/>
            </a:solidFill>
            <a:latin typeface="Times New Roman" pitchFamily="18" charset="0"/>
            <a:cs typeface="Times New Roman" pitchFamily="18" charset="0"/>
          </a:endParaRPr>
        </a:p>
      </dgm:t>
    </dgm:pt>
    <dgm:pt modelId="{9C40E52F-9D83-445F-A069-6D8A6B6EAB54}" type="parTrans" cxnId="{3D2628C4-5926-4BEF-9F08-292A7A084133}">
      <dgm:prSet/>
      <dgm:spPr/>
      <dgm:t>
        <a:bodyPr/>
        <a:lstStyle/>
        <a:p>
          <a:endParaRPr lang="en-US"/>
        </a:p>
      </dgm:t>
    </dgm:pt>
    <dgm:pt modelId="{6B5EFE2F-7A46-4919-89C8-7E64A336B67D}" type="sibTrans" cxnId="{3D2628C4-5926-4BEF-9F08-292A7A084133}">
      <dgm:prSet/>
      <dgm:spPr/>
      <dgm:t>
        <a:bodyPr/>
        <a:lstStyle/>
        <a:p>
          <a:endParaRPr lang="en-US"/>
        </a:p>
      </dgm:t>
    </dgm:pt>
    <dgm:pt modelId="{AD63227B-259A-400C-868A-E2A792A5A728}">
      <dgm:prSet custT="1"/>
      <dgm:spPr/>
      <dgm:t>
        <a:bodyPr/>
        <a:lstStyle/>
        <a:p>
          <a:r>
            <a:rPr lang="en-US" sz="2500" dirty="0" err="1">
              <a:solidFill>
                <a:schemeClr val="tx1"/>
              </a:solidFill>
              <a:latin typeface="Times New Roman" pitchFamily="18" charset="0"/>
              <a:cs typeface="Times New Roman" pitchFamily="18" charset="0"/>
            </a:rPr>
            <a:t>Quan</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hệ</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về</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nghĩa</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vụ</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và</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hợp</a:t>
          </a:r>
          <a:r>
            <a:rPr lang="en-US" sz="2500" dirty="0">
              <a:solidFill>
                <a:schemeClr val="tx1"/>
              </a:solidFill>
              <a:latin typeface="Times New Roman" pitchFamily="18" charset="0"/>
              <a:cs typeface="Times New Roman" pitchFamily="18" charset="0"/>
            </a:rPr>
            <a:t> </a:t>
          </a:r>
          <a:r>
            <a:rPr lang="en-US" sz="2500" dirty="0" err="1">
              <a:solidFill>
                <a:schemeClr val="tx1"/>
              </a:solidFill>
              <a:latin typeface="Times New Roman" pitchFamily="18" charset="0"/>
              <a:cs typeface="Times New Roman" pitchFamily="18" charset="0"/>
            </a:rPr>
            <a:t>đồng</a:t>
          </a:r>
          <a:endParaRPr lang="en-US" sz="2500" dirty="0">
            <a:solidFill>
              <a:schemeClr val="tx1"/>
            </a:solidFill>
            <a:latin typeface="Times New Roman" pitchFamily="18" charset="0"/>
            <a:cs typeface="Times New Roman" pitchFamily="18" charset="0"/>
          </a:endParaRPr>
        </a:p>
      </dgm:t>
    </dgm:pt>
    <dgm:pt modelId="{1BB8DC2F-D621-4667-9D0B-51597D7DA1FF}" type="parTrans" cxnId="{B64DFD41-6C07-4263-B5F9-E0E8B346EEDD}">
      <dgm:prSet/>
      <dgm:spPr/>
      <dgm:t>
        <a:bodyPr/>
        <a:lstStyle/>
        <a:p>
          <a:endParaRPr lang="en-US"/>
        </a:p>
      </dgm:t>
    </dgm:pt>
    <dgm:pt modelId="{A329C8A4-00C7-4643-8FFF-6C9DB42BA0FB}" type="sibTrans" cxnId="{B64DFD41-6C07-4263-B5F9-E0E8B346EEDD}">
      <dgm:prSet/>
      <dgm:spPr/>
      <dgm:t>
        <a:bodyPr/>
        <a:lstStyle/>
        <a:p>
          <a:endParaRPr lang="en-US"/>
        </a:p>
      </dgm:t>
    </dgm:pt>
    <dgm:pt modelId="{96A4AA26-DD3E-4AE3-8724-35FBF7C3225C}">
      <dgm:prSet/>
      <dgm:spPr/>
      <dgm:t>
        <a:bodyPr/>
        <a:lstStyle/>
        <a:p>
          <a:r>
            <a:rPr lang="en-US" dirty="0" err="1">
              <a:solidFill>
                <a:schemeClr val="tx1"/>
              </a:solidFill>
              <a:latin typeface="Times New Roman" pitchFamily="18" charset="0"/>
              <a:cs typeface="Times New Roman" pitchFamily="18" charset="0"/>
            </a:rPr>
            <a:t>Quan</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hệ</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về</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bồi</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th</a:t>
          </a:r>
          <a:r>
            <a:rPr lang="vi-VN" dirty="0">
              <a:solidFill>
                <a:schemeClr val="tx1"/>
              </a:solidFill>
              <a:latin typeface="Times New Roman" pitchFamily="18" charset="0"/>
              <a:cs typeface="Times New Roman" pitchFamily="18" charset="0"/>
            </a:rPr>
            <a:t>ư</a:t>
          </a:r>
          <a:r>
            <a:rPr lang="en-US" dirty="0" err="1">
              <a:solidFill>
                <a:schemeClr val="tx1"/>
              </a:solidFill>
              <a:latin typeface="Times New Roman" pitchFamily="18" charset="0"/>
              <a:cs typeface="Times New Roman" pitchFamily="18" charset="0"/>
            </a:rPr>
            <a:t>ờng</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những</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thiệt</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hại</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đã</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gây</a:t>
          </a:r>
          <a:r>
            <a:rPr lang="en-US" dirty="0">
              <a:solidFill>
                <a:schemeClr val="tx1"/>
              </a:solidFill>
              <a:latin typeface="Times New Roman" pitchFamily="18" charset="0"/>
              <a:cs typeface="Times New Roman" pitchFamily="18" charset="0"/>
            </a:rPr>
            <a:t> ra </a:t>
          </a:r>
          <a:r>
            <a:rPr lang="en-US" dirty="0" err="1">
              <a:solidFill>
                <a:schemeClr val="tx1"/>
              </a:solidFill>
              <a:latin typeface="Times New Roman" pitchFamily="18" charset="0"/>
              <a:cs typeface="Times New Roman" pitchFamily="18" charset="0"/>
            </a:rPr>
            <a:t>cho</a:t>
          </a:r>
          <a:r>
            <a:rPr lang="en-US" dirty="0">
              <a:solidFill>
                <a:schemeClr val="tx1"/>
              </a:solidFill>
              <a:latin typeface="Times New Roman" pitchFamily="18" charset="0"/>
              <a:cs typeface="Times New Roman" pitchFamily="18" charset="0"/>
            </a:rPr>
            <a:t> ng</a:t>
          </a:r>
          <a:r>
            <a:rPr lang="vi-VN" dirty="0">
              <a:solidFill>
                <a:schemeClr val="tx1"/>
              </a:solidFill>
              <a:latin typeface="Times New Roman" pitchFamily="18" charset="0"/>
              <a:cs typeface="Times New Roman" pitchFamily="18" charset="0"/>
            </a:rPr>
            <a:t>ư</a:t>
          </a:r>
          <a:r>
            <a:rPr lang="en-US" dirty="0" err="1">
              <a:solidFill>
                <a:schemeClr val="tx1"/>
              </a:solidFill>
              <a:latin typeface="Times New Roman" pitchFamily="18" charset="0"/>
              <a:cs typeface="Times New Roman" pitchFamily="18" charset="0"/>
            </a:rPr>
            <a:t>ời</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khác</a:t>
          </a:r>
          <a:r>
            <a:rPr lang="en-US" dirty="0">
              <a:solidFill>
                <a:schemeClr val="tx1"/>
              </a:solidFill>
              <a:latin typeface="Times New Roman" pitchFamily="18" charset="0"/>
              <a:cs typeface="Times New Roman" pitchFamily="18" charset="0"/>
            </a:rPr>
            <a:t> do </a:t>
          </a:r>
          <a:r>
            <a:rPr lang="en-US" dirty="0" err="1">
              <a:solidFill>
                <a:schemeClr val="tx1"/>
              </a:solidFill>
              <a:latin typeface="Times New Roman" pitchFamily="18" charset="0"/>
              <a:cs typeface="Times New Roman" pitchFamily="18" charset="0"/>
            </a:rPr>
            <a:t>có</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hành</a:t>
          </a:r>
          <a:r>
            <a:rPr lang="en-US" dirty="0">
              <a:solidFill>
                <a:schemeClr val="tx1"/>
              </a:solidFill>
              <a:latin typeface="Times New Roman" pitchFamily="18" charset="0"/>
              <a:cs typeface="Times New Roman" pitchFamily="18" charset="0"/>
            </a:rPr>
            <a:t> vi </a:t>
          </a:r>
          <a:r>
            <a:rPr lang="en-US" dirty="0" err="1">
              <a:solidFill>
                <a:schemeClr val="tx1"/>
              </a:solidFill>
              <a:latin typeface="Times New Roman" pitchFamily="18" charset="0"/>
              <a:cs typeface="Times New Roman" pitchFamily="18" charset="0"/>
            </a:rPr>
            <a:t>trái</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pháp</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luật</a:t>
          </a:r>
          <a:endParaRPr lang="en-US" dirty="0">
            <a:solidFill>
              <a:schemeClr val="tx1"/>
            </a:solidFill>
            <a:latin typeface="Times New Roman" pitchFamily="18" charset="0"/>
            <a:cs typeface="Times New Roman" pitchFamily="18" charset="0"/>
          </a:endParaRPr>
        </a:p>
      </dgm:t>
    </dgm:pt>
    <dgm:pt modelId="{27A49F4C-CB4C-4657-B381-BEEF09B753B8}" type="parTrans" cxnId="{80680F2D-0163-4438-85B3-C9306CF0745D}">
      <dgm:prSet/>
      <dgm:spPr/>
      <dgm:t>
        <a:bodyPr/>
        <a:lstStyle/>
        <a:p>
          <a:endParaRPr lang="en-US"/>
        </a:p>
      </dgm:t>
    </dgm:pt>
    <dgm:pt modelId="{6FA29B90-1429-44A9-AF0F-BD1589EAF34F}" type="sibTrans" cxnId="{80680F2D-0163-4438-85B3-C9306CF0745D}">
      <dgm:prSet/>
      <dgm:spPr/>
      <dgm:t>
        <a:bodyPr/>
        <a:lstStyle/>
        <a:p>
          <a:endParaRPr lang="en-US"/>
        </a:p>
      </dgm:t>
    </dgm:pt>
    <dgm:pt modelId="{3B5F19A6-6981-47FD-A2ED-9C688B8AA7E8}">
      <dgm:prSet custT="1"/>
      <dgm:spPr/>
      <dgm:t>
        <a:bodyPr/>
        <a:lstStyle/>
        <a:p>
          <a:r>
            <a:rPr lang="en-US" sz="2200" dirty="0" err="1">
              <a:solidFill>
                <a:schemeClr val="tx1"/>
              </a:solidFill>
              <a:latin typeface="Times New Roman" pitchFamily="18" charset="0"/>
              <a:cs typeface="Times New Roman" pitchFamily="18" charset="0"/>
            </a:rPr>
            <a:t>Quan</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hệ</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về</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dịch</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chuyển</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tài</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sản</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của</a:t>
          </a:r>
          <a:r>
            <a:rPr lang="en-US" sz="2200" dirty="0">
              <a:solidFill>
                <a:schemeClr val="tx1"/>
              </a:solidFill>
              <a:latin typeface="Times New Roman" pitchFamily="18" charset="0"/>
              <a:cs typeface="Times New Roman" pitchFamily="18" charset="0"/>
            </a:rPr>
            <a:t> ng</a:t>
          </a:r>
          <a:r>
            <a:rPr lang="vi-VN" sz="2200" dirty="0">
              <a:solidFill>
                <a:schemeClr val="tx1"/>
              </a:solidFill>
              <a:latin typeface="Times New Roman" pitchFamily="18" charset="0"/>
              <a:cs typeface="Times New Roman" pitchFamily="18" charset="0"/>
            </a:rPr>
            <a:t>ư</a:t>
          </a:r>
          <a:r>
            <a:rPr lang="en-US" sz="2200" dirty="0" err="1">
              <a:solidFill>
                <a:schemeClr val="tx1"/>
              </a:solidFill>
              <a:latin typeface="Times New Roman" pitchFamily="18" charset="0"/>
              <a:cs typeface="Times New Roman" pitchFamily="18" charset="0"/>
            </a:rPr>
            <a:t>ời</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chết</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cho</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những</a:t>
          </a:r>
          <a:r>
            <a:rPr lang="en-US" sz="2200" dirty="0">
              <a:solidFill>
                <a:schemeClr val="tx1"/>
              </a:solidFill>
              <a:latin typeface="Times New Roman" pitchFamily="18" charset="0"/>
              <a:cs typeface="Times New Roman" pitchFamily="18" charset="0"/>
            </a:rPr>
            <a:t> ng</a:t>
          </a:r>
          <a:r>
            <a:rPr lang="vi-VN" sz="2200" dirty="0">
              <a:solidFill>
                <a:schemeClr val="tx1"/>
              </a:solidFill>
              <a:latin typeface="Times New Roman" pitchFamily="18" charset="0"/>
              <a:cs typeface="Times New Roman" pitchFamily="18" charset="0"/>
            </a:rPr>
            <a:t>ư</a:t>
          </a:r>
          <a:r>
            <a:rPr lang="en-US" sz="2200" dirty="0" err="1">
              <a:solidFill>
                <a:schemeClr val="tx1"/>
              </a:solidFill>
              <a:latin typeface="Times New Roman" pitchFamily="18" charset="0"/>
              <a:cs typeface="Times New Roman" pitchFamily="18" charset="0"/>
            </a:rPr>
            <a:t>ời</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còn</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sống</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thừa</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kế</a:t>
          </a:r>
          <a:r>
            <a:rPr lang="en-US" sz="2200" dirty="0">
              <a:solidFill>
                <a:schemeClr val="tx1"/>
              </a:solidFill>
              <a:latin typeface="Times New Roman" pitchFamily="18" charset="0"/>
              <a:cs typeface="Times New Roman" pitchFamily="18" charset="0"/>
            </a:rPr>
            <a:t>)</a:t>
          </a:r>
        </a:p>
      </dgm:t>
    </dgm:pt>
    <dgm:pt modelId="{D9EDEB42-255D-4458-B42D-B7B5EA3D331A}" type="parTrans" cxnId="{E3E854A2-3054-416D-BE64-E4AB28F2D054}">
      <dgm:prSet/>
      <dgm:spPr/>
      <dgm:t>
        <a:bodyPr/>
        <a:lstStyle/>
        <a:p>
          <a:endParaRPr lang="en-US"/>
        </a:p>
      </dgm:t>
    </dgm:pt>
    <dgm:pt modelId="{7A60FEDD-2060-4D52-A32B-F8C79CE7C399}" type="sibTrans" cxnId="{E3E854A2-3054-416D-BE64-E4AB28F2D054}">
      <dgm:prSet/>
      <dgm:spPr/>
      <dgm:t>
        <a:bodyPr/>
        <a:lstStyle/>
        <a:p>
          <a:endParaRPr lang="en-US"/>
        </a:p>
      </dgm:t>
    </dgm:pt>
    <dgm:pt modelId="{D3D84A1E-AF3E-4802-9D07-CA880CB32107}" type="pres">
      <dgm:prSet presAssocID="{1837CDFF-7FAD-48F7-989A-461BFF4DACD5}" presName="matrix" presStyleCnt="0">
        <dgm:presLayoutVars>
          <dgm:chMax val="1"/>
          <dgm:dir/>
          <dgm:resizeHandles val="exact"/>
        </dgm:presLayoutVars>
      </dgm:prSet>
      <dgm:spPr/>
    </dgm:pt>
    <dgm:pt modelId="{5DD3DB5B-4CEF-42D8-A0CC-A00C9229D02B}" type="pres">
      <dgm:prSet presAssocID="{1837CDFF-7FAD-48F7-989A-461BFF4DACD5}" presName="diamond" presStyleLbl="bgShp" presStyleIdx="0" presStyleCnt="1"/>
      <dgm:spPr/>
    </dgm:pt>
    <dgm:pt modelId="{5C453A93-6F11-4548-BD6E-5ED5A019F463}" type="pres">
      <dgm:prSet presAssocID="{1837CDFF-7FAD-48F7-989A-461BFF4DACD5}" presName="quad1" presStyleLbl="node1" presStyleIdx="0" presStyleCnt="4">
        <dgm:presLayoutVars>
          <dgm:chMax val="0"/>
          <dgm:chPref val="0"/>
          <dgm:bulletEnabled val="1"/>
        </dgm:presLayoutVars>
      </dgm:prSet>
      <dgm:spPr/>
    </dgm:pt>
    <dgm:pt modelId="{22C6D393-EDC4-414B-B237-204F4777ADD2}" type="pres">
      <dgm:prSet presAssocID="{1837CDFF-7FAD-48F7-989A-461BFF4DACD5}" presName="quad2" presStyleLbl="node1" presStyleIdx="1" presStyleCnt="4">
        <dgm:presLayoutVars>
          <dgm:chMax val="0"/>
          <dgm:chPref val="0"/>
          <dgm:bulletEnabled val="1"/>
        </dgm:presLayoutVars>
      </dgm:prSet>
      <dgm:spPr/>
    </dgm:pt>
    <dgm:pt modelId="{F4CA4B6B-7BC4-44B7-81C3-DF783D3BF22B}" type="pres">
      <dgm:prSet presAssocID="{1837CDFF-7FAD-48F7-989A-461BFF4DACD5}" presName="quad3" presStyleLbl="node1" presStyleIdx="2" presStyleCnt="4">
        <dgm:presLayoutVars>
          <dgm:chMax val="0"/>
          <dgm:chPref val="0"/>
          <dgm:bulletEnabled val="1"/>
        </dgm:presLayoutVars>
      </dgm:prSet>
      <dgm:spPr/>
    </dgm:pt>
    <dgm:pt modelId="{88FFBDDD-639D-4CE3-B352-57E34C30104C}" type="pres">
      <dgm:prSet presAssocID="{1837CDFF-7FAD-48F7-989A-461BFF4DACD5}" presName="quad4" presStyleLbl="node1" presStyleIdx="3" presStyleCnt="4">
        <dgm:presLayoutVars>
          <dgm:chMax val="0"/>
          <dgm:chPref val="0"/>
          <dgm:bulletEnabled val="1"/>
        </dgm:presLayoutVars>
      </dgm:prSet>
      <dgm:spPr/>
    </dgm:pt>
  </dgm:ptLst>
  <dgm:cxnLst>
    <dgm:cxn modelId="{F4D4E003-7580-482D-A91B-AA05F56AEBFC}" type="presOf" srcId="{96A4AA26-DD3E-4AE3-8724-35FBF7C3225C}" destId="{F4CA4B6B-7BC4-44B7-81C3-DF783D3BF22B}" srcOrd="0" destOrd="0" presId="urn:microsoft.com/office/officeart/2005/8/layout/matrix3"/>
    <dgm:cxn modelId="{4575162A-4E75-42FE-A122-E78756FAD709}" type="presOf" srcId="{AD63227B-259A-400C-868A-E2A792A5A728}" destId="{22C6D393-EDC4-414B-B237-204F4777ADD2}" srcOrd="0" destOrd="0" presId="urn:microsoft.com/office/officeart/2005/8/layout/matrix3"/>
    <dgm:cxn modelId="{80680F2D-0163-4438-85B3-C9306CF0745D}" srcId="{1837CDFF-7FAD-48F7-989A-461BFF4DACD5}" destId="{96A4AA26-DD3E-4AE3-8724-35FBF7C3225C}" srcOrd="2" destOrd="0" parTransId="{27A49F4C-CB4C-4657-B381-BEEF09B753B8}" sibTransId="{6FA29B90-1429-44A9-AF0F-BD1589EAF34F}"/>
    <dgm:cxn modelId="{9CEE562D-5A10-4ECA-AA98-897FA03DD088}" type="presOf" srcId="{3B5F19A6-6981-47FD-A2ED-9C688B8AA7E8}" destId="{88FFBDDD-639D-4CE3-B352-57E34C30104C}" srcOrd="0" destOrd="0" presId="urn:microsoft.com/office/officeart/2005/8/layout/matrix3"/>
    <dgm:cxn modelId="{B64DFD41-6C07-4263-B5F9-E0E8B346EEDD}" srcId="{1837CDFF-7FAD-48F7-989A-461BFF4DACD5}" destId="{AD63227B-259A-400C-868A-E2A792A5A728}" srcOrd="1" destOrd="0" parTransId="{1BB8DC2F-D621-4667-9D0B-51597D7DA1FF}" sibTransId="{A329C8A4-00C7-4643-8FFF-6C9DB42BA0FB}"/>
    <dgm:cxn modelId="{E893A573-AD49-4187-BA11-69657B3FA726}" type="presOf" srcId="{1837CDFF-7FAD-48F7-989A-461BFF4DACD5}" destId="{D3D84A1E-AF3E-4802-9D07-CA880CB32107}" srcOrd="0" destOrd="0" presId="urn:microsoft.com/office/officeart/2005/8/layout/matrix3"/>
    <dgm:cxn modelId="{87A4A68C-E4F6-4E3C-B6AE-46B344894AAF}" type="presOf" srcId="{1CCDA778-CE9C-4FCF-8C27-2DC18ADC397B}" destId="{5C453A93-6F11-4548-BD6E-5ED5A019F463}" srcOrd="0" destOrd="0" presId="urn:microsoft.com/office/officeart/2005/8/layout/matrix3"/>
    <dgm:cxn modelId="{E3E854A2-3054-416D-BE64-E4AB28F2D054}" srcId="{1837CDFF-7FAD-48F7-989A-461BFF4DACD5}" destId="{3B5F19A6-6981-47FD-A2ED-9C688B8AA7E8}" srcOrd="3" destOrd="0" parTransId="{D9EDEB42-255D-4458-B42D-B7B5EA3D331A}" sibTransId="{7A60FEDD-2060-4D52-A32B-F8C79CE7C399}"/>
    <dgm:cxn modelId="{3D2628C4-5926-4BEF-9F08-292A7A084133}" srcId="{1837CDFF-7FAD-48F7-989A-461BFF4DACD5}" destId="{1CCDA778-CE9C-4FCF-8C27-2DC18ADC397B}" srcOrd="0" destOrd="0" parTransId="{9C40E52F-9D83-445F-A069-6D8A6B6EAB54}" sibTransId="{6B5EFE2F-7A46-4919-89C8-7E64A336B67D}"/>
    <dgm:cxn modelId="{A851BDBD-5BC5-4080-873B-B1D8A6D1B542}" type="presParOf" srcId="{D3D84A1E-AF3E-4802-9D07-CA880CB32107}" destId="{5DD3DB5B-4CEF-42D8-A0CC-A00C9229D02B}" srcOrd="0" destOrd="0" presId="urn:microsoft.com/office/officeart/2005/8/layout/matrix3"/>
    <dgm:cxn modelId="{F49412AB-826B-4E64-A8EF-DA6290664D5C}" type="presParOf" srcId="{D3D84A1E-AF3E-4802-9D07-CA880CB32107}" destId="{5C453A93-6F11-4548-BD6E-5ED5A019F463}" srcOrd="1" destOrd="0" presId="urn:microsoft.com/office/officeart/2005/8/layout/matrix3"/>
    <dgm:cxn modelId="{7CDDC6A7-7C3D-45F5-A8C3-0D3B42E2D493}" type="presParOf" srcId="{D3D84A1E-AF3E-4802-9D07-CA880CB32107}" destId="{22C6D393-EDC4-414B-B237-204F4777ADD2}" srcOrd="2" destOrd="0" presId="urn:microsoft.com/office/officeart/2005/8/layout/matrix3"/>
    <dgm:cxn modelId="{648C8A79-E9F2-4804-99B6-E3EC053D342C}" type="presParOf" srcId="{D3D84A1E-AF3E-4802-9D07-CA880CB32107}" destId="{F4CA4B6B-7BC4-44B7-81C3-DF783D3BF22B}" srcOrd="3" destOrd="0" presId="urn:microsoft.com/office/officeart/2005/8/layout/matrix3"/>
    <dgm:cxn modelId="{518366A4-8493-4994-AA0C-764361459C70}" type="presParOf" srcId="{D3D84A1E-AF3E-4802-9D07-CA880CB32107}" destId="{88FFBDDD-639D-4CE3-B352-57E34C30104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561E13-22C1-F544-8164-EF718975E26B}"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DED49759-FEB4-DC43-9343-845E9C1BFC42}">
      <dgm:prSet phldrT="[Text]" custT="1"/>
      <dgm:spPr/>
      <dgm:t>
        <a:bodyPr/>
        <a:lstStyle/>
        <a:p>
          <a:r>
            <a:rPr lang="en-US" sz="4400" dirty="0">
              <a:solidFill>
                <a:schemeClr val="bg1"/>
              </a:solidFill>
              <a:latin typeface="Times New Roman" panose="02020603050405020304" pitchFamily="18" charset="0"/>
              <a:cs typeface="Times New Roman" panose="02020603050405020304" pitchFamily="18" charset="0"/>
            </a:rPr>
            <a:t>Quan </a:t>
          </a:r>
          <a:r>
            <a:rPr lang="en-US" sz="4400" dirty="0" err="1">
              <a:solidFill>
                <a:schemeClr val="bg1"/>
              </a:solidFill>
              <a:latin typeface="Times New Roman" panose="02020603050405020304" pitchFamily="18" charset="0"/>
              <a:cs typeface="Times New Roman" panose="02020603050405020304" pitchFamily="18" charset="0"/>
            </a:rPr>
            <a:t>hệ</a:t>
          </a:r>
          <a:r>
            <a:rPr lang="en-US" sz="4400" dirty="0">
              <a:solidFill>
                <a:schemeClr val="bg1"/>
              </a:solidFill>
              <a:latin typeface="Times New Roman" panose="02020603050405020304" pitchFamily="18" charset="0"/>
              <a:cs typeface="Times New Roman" panose="02020603050405020304" pitchFamily="18" charset="0"/>
            </a:rPr>
            <a:t> </a:t>
          </a:r>
          <a:r>
            <a:rPr lang="en-US" sz="4400" dirty="0" err="1">
              <a:solidFill>
                <a:schemeClr val="bg1"/>
              </a:solidFill>
              <a:latin typeface="Times New Roman" panose="02020603050405020304" pitchFamily="18" charset="0"/>
              <a:cs typeface="Times New Roman" panose="02020603050405020304" pitchFamily="18" charset="0"/>
            </a:rPr>
            <a:t>nhân</a:t>
          </a:r>
          <a:r>
            <a:rPr lang="en-US" sz="4400" dirty="0">
              <a:solidFill>
                <a:schemeClr val="bg1"/>
              </a:solidFill>
              <a:latin typeface="Times New Roman" panose="02020603050405020304" pitchFamily="18" charset="0"/>
              <a:cs typeface="Times New Roman" panose="02020603050405020304" pitchFamily="18" charset="0"/>
            </a:rPr>
            <a:t> </a:t>
          </a:r>
          <a:r>
            <a:rPr lang="en-US" sz="4400" dirty="0" err="1">
              <a:solidFill>
                <a:schemeClr val="bg1"/>
              </a:solidFill>
              <a:latin typeface="Times New Roman" panose="02020603050405020304" pitchFamily="18" charset="0"/>
              <a:cs typeface="Times New Roman" panose="02020603050405020304" pitchFamily="18" charset="0"/>
            </a:rPr>
            <a:t>thân</a:t>
          </a:r>
          <a:endParaRPr lang="en-US" sz="4400" dirty="0">
            <a:solidFill>
              <a:schemeClr val="bg1"/>
            </a:solidFill>
            <a:latin typeface="Times New Roman" panose="02020603050405020304" pitchFamily="18" charset="0"/>
            <a:cs typeface="Times New Roman" panose="02020603050405020304" pitchFamily="18" charset="0"/>
          </a:endParaRPr>
        </a:p>
      </dgm:t>
    </dgm:pt>
    <dgm:pt modelId="{F483C97B-9715-FC40-9006-0ACB4F056464}" type="parTrans" cxnId="{3E71FAD6-373C-9E49-818C-5F8AFF461A20}">
      <dgm:prSet/>
      <dgm:spPr/>
      <dgm:t>
        <a:bodyPr/>
        <a:lstStyle/>
        <a:p>
          <a:endParaRPr lang="en-US">
            <a:latin typeface="Times New Roman" panose="02020603050405020304" pitchFamily="18" charset="0"/>
            <a:cs typeface="Times New Roman" panose="02020603050405020304" pitchFamily="18" charset="0"/>
          </a:endParaRPr>
        </a:p>
      </dgm:t>
    </dgm:pt>
    <dgm:pt modelId="{BF9B6443-972F-E349-B15C-83D740897BC1}" type="sibTrans" cxnId="{3E71FAD6-373C-9E49-818C-5F8AFF461A20}">
      <dgm:prSet/>
      <dgm:spPr/>
      <dgm:t>
        <a:bodyPr/>
        <a:lstStyle/>
        <a:p>
          <a:endParaRPr lang="en-US">
            <a:latin typeface="Times New Roman" panose="02020603050405020304" pitchFamily="18" charset="0"/>
            <a:cs typeface="Times New Roman" panose="02020603050405020304" pitchFamily="18" charset="0"/>
          </a:endParaRPr>
        </a:p>
      </dgm:t>
    </dgm:pt>
    <dgm:pt modelId="{45C395C6-D585-5B40-AF65-8FC53DFAA9A6}">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a:latin typeface="Times New Roman" panose="02020603050405020304" pitchFamily="18" charset="0"/>
              <a:cs typeface="Times New Roman" panose="02020603050405020304" pitchFamily="18" charset="0"/>
            </a:rPr>
            <a:t>Quan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gắn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endParaRPr lang="en-US" dirty="0">
            <a:latin typeface="Times New Roman" panose="02020603050405020304" pitchFamily="18" charset="0"/>
            <a:cs typeface="Times New Roman" panose="02020603050405020304" pitchFamily="18" charset="0"/>
          </a:endParaRPr>
        </a:p>
      </dgm:t>
    </dgm:pt>
    <dgm:pt modelId="{0BB3E284-A682-7248-A6B9-2F9A80AE38EE}" type="parTrans" cxnId="{5086FD33-206C-6B47-9E8C-26CB338E766C}">
      <dgm:prSet/>
      <dgm:spPr/>
      <dgm:t>
        <a:bodyPr/>
        <a:lstStyle/>
        <a:p>
          <a:endParaRPr lang="en-US">
            <a:latin typeface="Times New Roman" panose="02020603050405020304" pitchFamily="18" charset="0"/>
            <a:cs typeface="Times New Roman" panose="02020603050405020304" pitchFamily="18" charset="0"/>
          </a:endParaRPr>
        </a:p>
      </dgm:t>
    </dgm:pt>
    <dgm:pt modelId="{A1DCB975-08ED-AF42-A9F3-BB03B56D2AB5}" type="sibTrans" cxnId="{5086FD33-206C-6B47-9E8C-26CB338E766C}">
      <dgm:prSet/>
      <dgm:spPr/>
      <dgm:t>
        <a:bodyPr/>
        <a:lstStyle/>
        <a:p>
          <a:endParaRPr lang="en-US">
            <a:latin typeface="Times New Roman" panose="02020603050405020304" pitchFamily="18" charset="0"/>
            <a:cs typeface="Times New Roman" panose="02020603050405020304" pitchFamily="18" charset="0"/>
          </a:endParaRPr>
        </a:p>
      </dgm:t>
    </dgm:pt>
    <dgm:pt modelId="{C6A48EC7-14EA-6B41-BA04-27AEC39E3062}">
      <dgm:prSet phldrT="[Text]"/>
      <dgm:spPr>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dgm:spPr>
      <dgm:t>
        <a:bodyPr/>
        <a:lstStyle/>
        <a:p>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chuyển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endParaRPr lang="en-US" dirty="0">
            <a:latin typeface="Times New Roman" panose="02020603050405020304" pitchFamily="18" charset="0"/>
            <a:cs typeface="Times New Roman" panose="02020603050405020304" pitchFamily="18" charset="0"/>
          </a:endParaRPr>
        </a:p>
      </dgm:t>
    </dgm:pt>
    <dgm:pt modelId="{580285A8-D452-5F4B-B76B-DC60216273E6}" type="parTrans" cxnId="{C936D83F-2004-B349-A6C9-4AC36BDDCA0F}">
      <dgm:prSet/>
      <dgm:spPr/>
      <dgm:t>
        <a:bodyPr/>
        <a:lstStyle/>
        <a:p>
          <a:endParaRPr lang="en-US">
            <a:latin typeface="Times New Roman" panose="02020603050405020304" pitchFamily="18" charset="0"/>
            <a:cs typeface="Times New Roman" panose="02020603050405020304" pitchFamily="18" charset="0"/>
          </a:endParaRPr>
        </a:p>
      </dgm:t>
    </dgm:pt>
    <dgm:pt modelId="{CFCF05BD-6F9F-5145-B43B-91F5BB829B84}" type="sibTrans" cxnId="{C936D83F-2004-B349-A6C9-4AC36BDDCA0F}">
      <dgm:prSet/>
      <dgm:spPr/>
      <dgm:t>
        <a:bodyPr/>
        <a:lstStyle/>
        <a:p>
          <a:endParaRPr lang="en-US">
            <a:latin typeface="Times New Roman" panose="02020603050405020304" pitchFamily="18" charset="0"/>
            <a:cs typeface="Times New Roman" panose="02020603050405020304" pitchFamily="18" charset="0"/>
          </a:endParaRPr>
        </a:p>
      </dgm:t>
    </dgm:pt>
    <dgm:pt modelId="{9E905959-6C45-B142-AB4D-EAC5AB3E4FA5}" type="pres">
      <dgm:prSet presAssocID="{27561E13-22C1-F544-8164-EF718975E26B}" presName="diagram" presStyleCnt="0">
        <dgm:presLayoutVars>
          <dgm:chPref val="1"/>
          <dgm:dir/>
          <dgm:animOne val="branch"/>
          <dgm:animLvl val="lvl"/>
          <dgm:resizeHandles val="exact"/>
        </dgm:presLayoutVars>
      </dgm:prSet>
      <dgm:spPr/>
    </dgm:pt>
    <dgm:pt modelId="{5F182A75-9811-D848-86DF-CD775C017225}" type="pres">
      <dgm:prSet presAssocID="{DED49759-FEB4-DC43-9343-845E9C1BFC42}" presName="root1" presStyleCnt="0"/>
      <dgm:spPr/>
    </dgm:pt>
    <dgm:pt modelId="{031F773E-3E9D-1A4A-83F7-7CFA1262D29C}" type="pres">
      <dgm:prSet presAssocID="{DED49759-FEB4-DC43-9343-845E9C1BFC42}" presName="LevelOneTextNode" presStyleLbl="node0" presStyleIdx="0" presStyleCnt="1">
        <dgm:presLayoutVars>
          <dgm:chPref val="3"/>
        </dgm:presLayoutVars>
      </dgm:prSet>
      <dgm:spPr/>
    </dgm:pt>
    <dgm:pt modelId="{19774CA6-BAB9-8542-886C-010811B2F223}" type="pres">
      <dgm:prSet presAssocID="{DED49759-FEB4-DC43-9343-845E9C1BFC42}" presName="level2hierChild" presStyleCnt="0"/>
      <dgm:spPr/>
    </dgm:pt>
    <dgm:pt modelId="{5B9E4954-707F-A54E-B758-4283268F82EB}" type="pres">
      <dgm:prSet presAssocID="{0BB3E284-A682-7248-A6B9-2F9A80AE38EE}" presName="conn2-1" presStyleLbl="parChTrans1D2" presStyleIdx="0" presStyleCnt="2"/>
      <dgm:spPr/>
    </dgm:pt>
    <dgm:pt modelId="{698F664E-B37C-A548-89AC-87331201AD0E}" type="pres">
      <dgm:prSet presAssocID="{0BB3E284-A682-7248-A6B9-2F9A80AE38EE}" presName="connTx" presStyleLbl="parChTrans1D2" presStyleIdx="0" presStyleCnt="2"/>
      <dgm:spPr/>
    </dgm:pt>
    <dgm:pt modelId="{5D7B5193-EAF5-B449-80C7-B0F5C33C9F59}" type="pres">
      <dgm:prSet presAssocID="{45C395C6-D585-5B40-AF65-8FC53DFAA9A6}" presName="root2" presStyleCnt="0"/>
      <dgm:spPr/>
    </dgm:pt>
    <dgm:pt modelId="{7F7A9CEF-7E9C-634F-A327-1701BEC2C4A3}" type="pres">
      <dgm:prSet presAssocID="{45C395C6-D585-5B40-AF65-8FC53DFAA9A6}" presName="LevelTwoTextNode" presStyleLbl="node2" presStyleIdx="0" presStyleCnt="2">
        <dgm:presLayoutVars>
          <dgm:chPref val="3"/>
        </dgm:presLayoutVars>
      </dgm:prSet>
      <dgm:spPr/>
    </dgm:pt>
    <dgm:pt modelId="{062C6E88-055F-FA43-8032-1D71DA6C94D3}" type="pres">
      <dgm:prSet presAssocID="{45C395C6-D585-5B40-AF65-8FC53DFAA9A6}" presName="level3hierChild" presStyleCnt="0"/>
      <dgm:spPr/>
    </dgm:pt>
    <dgm:pt modelId="{AE2B7C36-9A2E-9646-A920-B795CCF30CA2}" type="pres">
      <dgm:prSet presAssocID="{580285A8-D452-5F4B-B76B-DC60216273E6}" presName="conn2-1" presStyleLbl="parChTrans1D2" presStyleIdx="1" presStyleCnt="2"/>
      <dgm:spPr/>
    </dgm:pt>
    <dgm:pt modelId="{62822FAA-6A9C-B64D-8578-E2A2FE7A3AE5}" type="pres">
      <dgm:prSet presAssocID="{580285A8-D452-5F4B-B76B-DC60216273E6}" presName="connTx" presStyleLbl="parChTrans1D2" presStyleIdx="1" presStyleCnt="2"/>
      <dgm:spPr/>
    </dgm:pt>
    <dgm:pt modelId="{EFB9E3C8-5B1A-4448-A7D1-F0F74C3061EC}" type="pres">
      <dgm:prSet presAssocID="{C6A48EC7-14EA-6B41-BA04-27AEC39E3062}" presName="root2" presStyleCnt="0"/>
      <dgm:spPr/>
    </dgm:pt>
    <dgm:pt modelId="{5309F875-EAB0-7140-8966-B59270EE6EF8}" type="pres">
      <dgm:prSet presAssocID="{C6A48EC7-14EA-6B41-BA04-27AEC39E3062}" presName="LevelTwoTextNode" presStyleLbl="node2" presStyleIdx="1" presStyleCnt="2">
        <dgm:presLayoutVars>
          <dgm:chPref val="3"/>
        </dgm:presLayoutVars>
      </dgm:prSet>
      <dgm:spPr/>
    </dgm:pt>
    <dgm:pt modelId="{6876EF04-C580-104E-9CE3-20065ECC2AE8}" type="pres">
      <dgm:prSet presAssocID="{C6A48EC7-14EA-6B41-BA04-27AEC39E3062}" presName="level3hierChild" presStyleCnt="0"/>
      <dgm:spPr/>
    </dgm:pt>
  </dgm:ptLst>
  <dgm:cxnLst>
    <dgm:cxn modelId="{77444307-8B12-BC49-B31B-063C7A2444F7}" type="presOf" srcId="{27561E13-22C1-F544-8164-EF718975E26B}" destId="{9E905959-6C45-B142-AB4D-EAC5AB3E4FA5}" srcOrd="0" destOrd="0" presId="urn:microsoft.com/office/officeart/2005/8/layout/hierarchy2"/>
    <dgm:cxn modelId="{BD06EC13-0CDA-8646-B3E8-95FE727F2148}" type="presOf" srcId="{DED49759-FEB4-DC43-9343-845E9C1BFC42}" destId="{031F773E-3E9D-1A4A-83F7-7CFA1262D29C}" srcOrd="0" destOrd="0" presId="urn:microsoft.com/office/officeart/2005/8/layout/hierarchy2"/>
    <dgm:cxn modelId="{E7F97620-AF83-9847-A58B-47882947BEA2}" type="presOf" srcId="{C6A48EC7-14EA-6B41-BA04-27AEC39E3062}" destId="{5309F875-EAB0-7140-8966-B59270EE6EF8}" srcOrd="0" destOrd="0" presId="urn:microsoft.com/office/officeart/2005/8/layout/hierarchy2"/>
    <dgm:cxn modelId="{11B2FD23-5C29-B944-B1DD-8536074AE91C}" type="presOf" srcId="{580285A8-D452-5F4B-B76B-DC60216273E6}" destId="{62822FAA-6A9C-B64D-8578-E2A2FE7A3AE5}" srcOrd="1" destOrd="0" presId="urn:microsoft.com/office/officeart/2005/8/layout/hierarchy2"/>
    <dgm:cxn modelId="{5086FD33-206C-6B47-9E8C-26CB338E766C}" srcId="{DED49759-FEB4-DC43-9343-845E9C1BFC42}" destId="{45C395C6-D585-5B40-AF65-8FC53DFAA9A6}" srcOrd="0" destOrd="0" parTransId="{0BB3E284-A682-7248-A6B9-2F9A80AE38EE}" sibTransId="{A1DCB975-08ED-AF42-A9F3-BB03B56D2AB5}"/>
    <dgm:cxn modelId="{C936D83F-2004-B349-A6C9-4AC36BDDCA0F}" srcId="{DED49759-FEB4-DC43-9343-845E9C1BFC42}" destId="{C6A48EC7-14EA-6B41-BA04-27AEC39E3062}" srcOrd="1" destOrd="0" parTransId="{580285A8-D452-5F4B-B76B-DC60216273E6}" sibTransId="{CFCF05BD-6F9F-5145-B43B-91F5BB829B84}"/>
    <dgm:cxn modelId="{EFAB967F-2EF0-4F41-92E4-56794C48EAFB}" type="presOf" srcId="{45C395C6-D585-5B40-AF65-8FC53DFAA9A6}" destId="{7F7A9CEF-7E9C-634F-A327-1701BEC2C4A3}" srcOrd="0" destOrd="0" presId="urn:microsoft.com/office/officeart/2005/8/layout/hierarchy2"/>
    <dgm:cxn modelId="{9D76EAC8-34F8-334B-918F-8D32922643C2}" type="presOf" srcId="{580285A8-D452-5F4B-B76B-DC60216273E6}" destId="{AE2B7C36-9A2E-9646-A920-B795CCF30CA2}" srcOrd="0" destOrd="0" presId="urn:microsoft.com/office/officeart/2005/8/layout/hierarchy2"/>
    <dgm:cxn modelId="{3E71FAD6-373C-9E49-818C-5F8AFF461A20}" srcId="{27561E13-22C1-F544-8164-EF718975E26B}" destId="{DED49759-FEB4-DC43-9343-845E9C1BFC42}" srcOrd="0" destOrd="0" parTransId="{F483C97B-9715-FC40-9006-0ACB4F056464}" sibTransId="{BF9B6443-972F-E349-B15C-83D740897BC1}"/>
    <dgm:cxn modelId="{1C4D2DE9-A18D-9C4B-A9CD-F65898CFCE0C}" type="presOf" srcId="{0BB3E284-A682-7248-A6B9-2F9A80AE38EE}" destId="{5B9E4954-707F-A54E-B758-4283268F82EB}" srcOrd="0" destOrd="0" presId="urn:microsoft.com/office/officeart/2005/8/layout/hierarchy2"/>
    <dgm:cxn modelId="{237F98E9-EF73-C145-9150-0FDB81D73BF8}" type="presOf" srcId="{0BB3E284-A682-7248-A6B9-2F9A80AE38EE}" destId="{698F664E-B37C-A548-89AC-87331201AD0E}" srcOrd="1" destOrd="0" presId="urn:microsoft.com/office/officeart/2005/8/layout/hierarchy2"/>
    <dgm:cxn modelId="{AD626780-0DEC-6045-A78B-EF2FEE659EE1}" type="presParOf" srcId="{9E905959-6C45-B142-AB4D-EAC5AB3E4FA5}" destId="{5F182A75-9811-D848-86DF-CD775C017225}" srcOrd="0" destOrd="0" presId="urn:microsoft.com/office/officeart/2005/8/layout/hierarchy2"/>
    <dgm:cxn modelId="{DE33FB55-1265-A849-B705-DD00CD63E572}" type="presParOf" srcId="{5F182A75-9811-D848-86DF-CD775C017225}" destId="{031F773E-3E9D-1A4A-83F7-7CFA1262D29C}" srcOrd="0" destOrd="0" presId="urn:microsoft.com/office/officeart/2005/8/layout/hierarchy2"/>
    <dgm:cxn modelId="{30DBF938-A567-9242-BAEA-63C5FFFD486C}" type="presParOf" srcId="{5F182A75-9811-D848-86DF-CD775C017225}" destId="{19774CA6-BAB9-8542-886C-010811B2F223}" srcOrd="1" destOrd="0" presId="urn:microsoft.com/office/officeart/2005/8/layout/hierarchy2"/>
    <dgm:cxn modelId="{2710ED1C-4FE4-E440-A838-DA09F64D2DCE}" type="presParOf" srcId="{19774CA6-BAB9-8542-886C-010811B2F223}" destId="{5B9E4954-707F-A54E-B758-4283268F82EB}" srcOrd="0" destOrd="0" presId="urn:microsoft.com/office/officeart/2005/8/layout/hierarchy2"/>
    <dgm:cxn modelId="{96F3260D-BA3B-FD40-AC5C-77EE5BC7D0F5}" type="presParOf" srcId="{5B9E4954-707F-A54E-B758-4283268F82EB}" destId="{698F664E-B37C-A548-89AC-87331201AD0E}" srcOrd="0" destOrd="0" presId="urn:microsoft.com/office/officeart/2005/8/layout/hierarchy2"/>
    <dgm:cxn modelId="{33103CEA-A9C3-B142-9B37-2EE76B32BD39}" type="presParOf" srcId="{19774CA6-BAB9-8542-886C-010811B2F223}" destId="{5D7B5193-EAF5-B449-80C7-B0F5C33C9F59}" srcOrd="1" destOrd="0" presId="urn:microsoft.com/office/officeart/2005/8/layout/hierarchy2"/>
    <dgm:cxn modelId="{8C9A63F6-9842-534C-9B67-43396B4218D8}" type="presParOf" srcId="{5D7B5193-EAF5-B449-80C7-B0F5C33C9F59}" destId="{7F7A9CEF-7E9C-634F-A327-1701BEC2C4A3}" srcOrd="0" destOrd="0" presId="urn:microsoft.com/office/officeart/2005/8/layout/hierarchy2"/>
    <dgm:cxn modelId="{3E573DC0-DB12-A447-98CA-3343C9799623}" type="presParOf" srcId="{5D7B5193-EAF5-B449-80C7-B0F5C33C9F59}" destId="{062C6E88-055F-FA43-8032-1D71DA6C94D3}" srcOrd="1" destOrd="0" presId="urn:microsoft.com/office/officeart/2005/8/layout/hierarchy2"/>
    <dgm:cxn modelId="{00DA1958-3AE5-324C-B681-B08E85561C9E}" type="presParOf" srcId="{19774CA6-BAB9-8542-886C-010811B2F223}" destId="{AE2B7C36-9A2E-9646-A920-B795CCF30CA2}" srcOrd="2" destOrd="0" presId="urn:microsoft.com/office/officeart/2005/8/layout/hierarchy2"/>
    <dgm:cxn modelId="{C89CD517-2D01-AC47-B45B-0447A7BA0087}" type="presParOf" srcId="{AE2B7C36-9A2E-9646-A920-B795CCF30CA2}" destId="{62822FAA-6A9C-B64D-8578-E2A2FE7A3AE5}" srcOrd="0" destOrd="0" presId="urn:microsoft.com/office/officeart/2005/8/layout/hierarchy2"/>
    <dgm:cxn modelId="{B2F8256F-30EA-C24F-B28B-E28B7499B797}" type="presParOf" srcId="{19774CA6-BAB9-8542-886C-010811B2F223}" destId="{EFB9E3C8-5B1A-4448-A7D1-F0F74C3061EC}" srcOrd="3" destOrd="0" presId="urn:microsoft.com/office/officeart/2005/8/layout/hierarchy2"/>
    <dgm:cxn modelId="{CF50972C-8A2B-E246-8E0C-1EE3CAFF8015}" type="presParOf" srcId="{EFB9E3C8-5B1A-4448-A7D1-F0F74C3061EC}" destId="{5309F875-EAB0-7140-8966-B59270EE6EF8}" srcOrd="0" destOrd="0" presId="urn:microsoft.com/office/officeart/2005/8/layout/hierarchy2"/>
    <dgm:cxn modelId="{BDD5ABF0-48C9-CE40-8171-4ABD834BEDA7}" type="presParOf" srcId="{EFB9E3C8-5B1A-4448-A7D1-F0F74C3061EC}" destId="{6876EF04-C580-104E-9CE3-20065ECC2AE8}" srcOrd="1" destOrd="0" presId="urn:microsoft.com/office/officeart/2005/8/layout/hierarchy2"/>
  </dgm:cxnLst>
  <dgm:bg>
    <a:pattFill prst="pct5">
      <a:fgClr>
        <a:schemeClr val="accent1">
          <a:hueOff val="0"/>
          <a:satOff val="0"/>
          <a:lumOff val="0"/>
        </a:schemeClr>
      </a:fgClr>
      <a:bgClr>
        <a:schemeClr val="accent6">
          <a:lumMod val="40000"/>
          <a:lumOff val="60000"/>
        </a:schemeClr>
      </a:bgClr>
    </a:patt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9962C9-341B-43F2-8C12-2588AC572CC9}" type="doc">
      <dgm:prSet loTypeId="urn:microsoft.com/office/officeart/2016/7/layout/LinearBlockProcessNumbered" loCatId="process" qsTypeId="urn:microsoft.com/office/officeart/2005/8/quickstyle/simple2" qsCatId="simple" csTypeId="urn:microsoft.com/office/officeart/2005/8/colors/colorful2" csCatId="colorful" phldr="1"/>
      <dgm:spPr/>
      <dgm:t>
        <a:bodyPr/>
        <a:lstStyle/>
        <a:p>
          <a:endParaRPr lang="en-US"/>
        </a:p>
      </dgm:t>
    </dgm:pt>
    <dgm:pt modelId="{2B842E56-0143-4D41-B55D-240ED1DD99E9}">
      <dgm:prSet custT="1"/>
      <dgm:spPr/>
      <dgm:t>
        <a:bodyPr/>
        <a:lstStyle/>
        <a:p>
          <a:pPr algn="ct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đẳng</a:t>
          </a:r>
          <a:endParaRPr lang="en-US" sz="2400" dirty="0">
            <a:latin typeface="Times New Roman" pitchFamily="18" charset="0"/>
            <a:cs typeface="Times New Roman" pitchFamily="18" charset="0"/>
          </a:endParaRPr>
        </a:p>
      </dgm:t>
    </dgm:pt>
    <dgm:pt modelId="{89CB1AFE-4B8A-4649-95BE-55E4C9AA97A5}" type="parTrans" cxnId="{C5AAD9D7-76E2-46DE-91F5-A2D1EF53162F}">
      <dgm:prSet/>
      <dgm:spPr/>
      <dgm:t>
        <a:bodyPr/>
        <a:lstStyle/>
        <a:p>
          <a:endParaRPr lang="en-US"/>
        </a:p>
      </dgm:t>
    </dgm:pt>
    <dgm:pt modelId="{D37C99AD-9F26-4F9B-898F-CAE0D5D2A6D9}" type="sibTrans" cxnId="{C5AAD9D7-76E2-46DE-91F5-A2D1EF53162F}">
      <dgm:prSet phldrT="01" phldr="0"/>
      <dgm:spPr/>
      <dgm:t>
        <a:bodyPr/>
        <a:lstStyle/>
        <a:p>
          <a:r>
            <a:rPr lang="en-US"/>
            <a:t>01</a:t>
          </a:r>
        </a:p>
      </dgm:t>
    </dgm:pt>
    <dgm:pt modelId="{978BCB9B-4767-4260-8448-F77DDAB1DDB9}">
      <dgm:prSet custT="1"/>
      <dgm:spPr/>
      <dgm:t>
        <a:bodyPr/>
        <a:lstStyle/>
        <a:p>
          <a:pPr algn="ct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đ</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đoạt</a:t>
          </a:r>
          <a:endParaRPr lang="en-US" sz="2400" dirty="0">
            <a:latin typeface="Times New Roman" pitchFamily="18" charset="0"/>
            <a:cs typeface="Times New Roman" pitchFamily="18" charset="0"/>
          </a:endParaRPr>
        </a:p>
      </dgm:t>
    </dgm:pt>
    <dgm:pt modelId="{09B893F1-A87D-424B-8F4A-5C1463BDFDEB}" type="parTrans" cxnId="{C4CC4819-7DCB-4172-8071-6CFB24EFD572}">
      <dgm:prSet/>
      <dgm:spPr/>
      <dgm:t>
        <a:bodyPr/>
        <a:lstStyle/>
        <a:p>
          <a:endParaRPr lang="en-US"/>
        </a:p>
      </dgm:t>
    </dgm:pt>
    <dgm:pt modelId="{51923F02-BB41-489D-8E34-9B814D0B6605}" type="sibTrans" cxnId="{C4CC4819-7DCB-4172-8071-6CFB24EFD572}">
      <dgm:prSet phldrT="02" phldr="0"/>
      <dgm:spPr/>
      <dgm:t>
        <a:bodyPr/>
        <a:lstStyle/>
        <a:p>
          <a:r>
            <a:rPr lang="en-US"/>
            <a:t>02</a:t>
          </a:r>
        </a:p>
      </dgm:t>
    </dgm:pt>
    <dgm:pt modelId="{0290AEBC-D911-4F66-9527-5BE8E429E2A1}">
      <dgm:prSet custT="1"/>
      <dgm:spPr/>
      <dgm:t>
        <a:bodyPr/>
        <a:lstStyle/>
        <a:p>
          <a:pPr algn="ct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khởi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đ</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Tòa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ích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endParaRPr lang="en-US" sz="2400" dirty="0">
            <a:latin typeface="Times New Roman" pitchFamily="18" charset="0"/>
            <a:cs typeface="Times New Roman" pitchFamily="18" charset="0"/>
          </a:endParaRPr>
        </a:p>
      </dgm:t>
    </dgm:pt>
    <dgm:pt modelId="{0E34CD60-3E44-414B-B791-434537F899C3}" type="parTrans" cxnId="{5ACE1202-6473-4454-8ECC-A9E0656DF941}">
      <dgm:prSet/>
      <dgm:spPr/>
      <dgm:t>
        <a:bodyPr/>
        <a:lstStyle/>
        <a:p>
          <a:endParaRPr lang="en-US"/>
        </a:p>
      </dgm:t>
    </dgm:pt>
    <dgm:pt modelId="{31EE9DB5-D5D4-45D6-9869-C4E25894CF4A}" type="sibTrans" cxnId="{5ACE1202-6473-4454-8ECC-A9E0656DF941}">
      <dgm:prSet phldrT="03" phldr="0"/>
      <dgm:spPr/>
      <dgm:t>
        <a:bodyPr/>
        <a:lstStyle/>
        <a:p>
          <a:r>
            <a:rPr lang="en-US"/>
            <a:t>03</a:t>
          </a:r>
        </a:p>
      </dgm:t>
    </dgm:pt>
    <dgm:pt modelId="{7E8127BC-AB7C-47E3-8CD2-3902A27EB7E9}">
      <dgm:prSet/>
      <dgm:spPr/>
      <dgm:t>
        <a:bodyPr/>
        <a:lstStyle/>
        <a:p>
          <a:pPr algn="ctr"/>
          <a:r>
            <a:rPr lang="en-US" dirty="0" err="1">
              <a:latin typeface="Times New Roman" pitchFamily="18" charset="0"/>
              <a:cs typeface="Times New Roman" pitchFamily="18" charset="0"/>
            </a:rPr>
            <a:t>Trách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sản</a:t>
          </a:r>
          <a:endParaRPr lang="en-US" dirty="0">
            <a:latin typeface="Times New Roman" pitchFamily="18" charset="0"/>
            <a:cs typeface="Times New Roman" pitchFamily="18" charset="0"/>
          </a:endParaRPr>
        </a:p>
      </dgm:t>
    </dgm:pt>
    <dgm:pt modelId="{5D12E5B8-39C0-4BF1-8570-893E08ECC4C1}" type="parTrans" cxnId="{7D4C9435-2881-46B2-8467-3F2D502DC59E}">
      <dgm:prSet/>
      <dgm:spPr/>
      <dgm:t>
        <a:bodyPr/>
        <a:lstStyle/>
        <a:p>
          <a:endParaRPr lang="en-US"/>
        </a:p>
      </dgm:t>
    </dgm:pt>
    <dgm:pt modelId="{EBD25952-6C7D-487D-A118-C33D5DC6348E}" type="sibTrans" cxnId="{7D4C9435-2881-46B2-8467-3F2D502DC59E}">
      <dgm:prSet phldrT="04" phldr="0"/>
      <dgm:spPr/>
      <dgm:t>
        <a:bodyPr/>
        <a:lstStyle/>
        <a:p>
          <a:r>
            <a:rPr lang="en-US"/>
            <a:t>04</a:t>
          </a:r>
        </a:p>
      </dgm:t>
    </dgm:pt>
    <dgm:pt modelId="{C0EBF5F1-A139-43B2-B282-96B6C68ECB24}" type="pres">
      <dgm:prSet presAssocID="{2A9962C9-341B-43F2-8C12-2588AC572CC9}" presName="Name0" presStyleCnt="0">
        <dgm:presLayoutVars>
          <dgm:animLvl val="lvl"/>
          <dgm:resizeHandles val="exact"/>
        </dgm:presLayoutVars>
      </dgm:prSet>
      <dgm:spPr/>
    </dgm:pt>
    <dgm:pt modelId="{14DBADDB-4B03-419B-8109-AF44825162EB}" type="pres">
      <dgm:prSet presAssocID="{2B842E56-0143-4D41-B55D-240ED1DD99E9}" presName="compositeNode" presStyleCnt="0">
        <dgm:presLayoutVars>
          <dgm:bulletEnabled val="1"/>
        </dgm:presLayoutVars>
      </dgm:prSet>
      <dgm:spPr/>
    </dgm:pt>
    <dgm:pt modelId="{C0ECA4A6-B3E4-411C-8649-CB2EFA05C623}" type="pres">
      <dgm:prSet presAssocID="{2B842E56-0143-4D41-B55D-240ED1DD99E9}" presName="bgRect" presStyleLbl="alignNode1" presStyleIdx="0" presStyleCnt="4"/>
      <dgm:spPr/>
    </dgm:pt>
    <dgm:pt modelId="{D7CD3016-6C52-4349-9865-1BA28EEF8951}" type="pres">
      <dgm:prSet presAssocID="{D37C99AD-9F26-4F9B-898F-CAE0D5D2A6D9}" presName="sibTransNodeRect" presStyleLbl="alignNode1" presStyleIdx="0" presStyleCnt="4">
        <dgm:presLayoutVars>
          <dgm:chMax val="0"/>
          <dgm:bulletEnabled val="1"/>
        </dgm:presLayoutVars>
      </dgm:prSet>
      <dgm:spPr/>
    </dgm:pt>
    <dgm:pt modelId="{2B989290-E98F-4270-9743-B4EC215C7ADE}" type="pres">
      <dgm:prSet presAssocID="{2B842E56-0143-4D41-B55D-240ED1DD99E9}" presName="nodeRect" presStyleLbl="alignNode1" presStyleIdx="0" presStyleCnt="4">
        <dgm:presLayoutVars>
          <dgm:bulletEnabled val="1"/>
        </dgm:presLayoutVars>
      </dgm:prSet>
      <dgm:spPr/>
    </dgm:pt>
    <dgm:pt modelId="{F4922459-E8DB-4441-A84F-E0737410F0EF}" type="pres">
      <dgm:prSet presAssocID="{D37C99AD-9F26-4F9B-898F-CAE0D5D2A6D9}" presName="sibTrans" presStyleCnt="0"/>
      <dgm:spPr/>
    </dgm:pt>
    <dgm:pt modelId="{129DED88-19ED-4859-8F69-393232D0BECF}" type="pres">
      <dgm:prSet presAssocID="{978BCB9B-4767-4260-8448-F77DDAB1DDB9}" presName="compositeNode" presStyleCnt="0">
        <dgm:presLayoutVars>
          <dgm:bulletEnabled val="1"/>
        </dgm:presLayoutVars>
      </dgm:prSet>
      <dgm:spPr/>
    </dgm:pt>
    <dgm:pt modelId="{3D16C1AA-04F9-4687-8C85-608AFD9F27DB}" type="pres">
      <dgm:prSet presAssocID="{978BCB9B-4767-4260-8448-F77DDAB1DDB9}" presName="bgRect" presStyleLbl="alignNode1" presStyleIdx="1" presStyleCnt="4"/>
      <dgm:spPr/>
    </dgm:pt>
    <dgm:pt modelId="{3192E6BC-E29A-40EC-BC92-A6EDCBCC76E4}" type="pres">
      <dgm:prSet presAssocID="{51923F02-BB41-489D-8E34-9B814D0B6605}" presName="sibTransNodeRect" presStyleLbl="alignNode1" presStyleIdx="1" presStyleCnt="4">
        <dgm:presLayoutVars>
          <dgm:chMax val="0"/>
          <dgm:bulletEnabled val="1"/>
        </dgm:presLayoutVars>
      </dgm:prSet>
      <dgm:spPr/>
    </dgm:pt>
    <dgm:pt modelId="{CAB704D4-E8DC-40A1-A77A-DCFEFCD91E4C}" type="pres">
      <dgm:prSet presAssocID="{978BCB9B-4767-4260-8448-F77DDAB1DDB9}" presName="nodeRect" presStyleLbl="alignNode1" presStyleIdx="1" presStyleCnt="4">
        <dgm:presLayoutVars>
          <dgm:bulletEnabled val="1"/>
        </dgm:presLayoutVars>
      </dgm:prSet>
      <dgm:spPr/>
    </dgm:pt>
    <dgm:pt modelId="{BEE0E8CF-D36B-45E3-B303-6DB55B811173}" type="pres">
      <dgm:prSet presAssocID="{51923F02-BB41-489D-8E34-9B814D0B6605}" presName="sibTrans" presStyleCnt="0"/>
      <dgm:spPr/>
    </dgm:pt>
    <dgm:pt modelId="{9CF5E12C-6E9A-482C-B637-67A4F4F37E34}" type="pres">
      <dgm:prSet presAssocID="{0290AEBC-D911-4F66-9527-5BE8E429E2A1}" presName="compositeNode" presStyleCnt="0">
        <dgm:presLayoutVars>
          <dgm:bulletEnabled val="1"/>
        </dgm:presLayoutVars>
      </dgm:prSet>
      <dgm:spPr/>
    </dgm:pt>
    <dgm:pt modelId="{25F00CD6-869D-454A-BCED-E89D42EFE8D7}" type="pres">
      <dgm:prSet presAssocID="{0290AEBC-D911-4F66-9527-5BE8E429E2A1}" presName="bgRect" presStyleLbl="alignNode1" presStyleIdx="2" presStyleCnt="4"/>
      <dgm:spPr/>
    </dgm:pt>
    <dgm:pt modelId="{26FE1E13-B761-4710-98F8-4DD16914D596}" type="pres">
      <dgm:prSet presAssocID="{31EE9DB5-D5D4-45D6-9869-C4E25894CF4A}" presName="sibTransNodeRect" presStyleLbl="alignNode1" presStyleIdx="2" presStyleCnt="4">
        <dgm:presLayoutVars>
          <dgm:chMax val="0"/>
          <dgm:bulletEnabled val="1"/>
        </dgm:presLayoutVars>
      </dgm:prSet>
      <dgm:spPr/>
    </dgm:pt>
    <dgm:pt modelId="{7AD6AC5D-58AD-4CA1-A58F-8F4AE2B88DA3}" type="pres">
      <dgm:prSet presAssocID="{0290AEBC-D911-4F66-9527-5BE8E429E2A1}" presName="nodeRect" presStyleLbl="alignNode1" presStyleIdx="2" presStyleCnt="4">
        <dgm:presLayoutVars>
          <dgm:bulletEnabled val="1"/>
        </dgm:presLayoutVars>
      </dgm:prSet>
      <dgm:spPr/>
    </dgm:pt>
    <dgm:pt modelId="{C84D1F80-E84D-40B9-80F8-3C67E88242B3}" type="pres">
      <dgm:prSet presAssocID="{31EE9DB5-D5D4-45D6-9869-C4E25894CF4A}" presName="sibTrans" presStyleCnt="0"/>
      <dgm:spPr/>
    </dgm:pt>
    <dgm:pt modelId="{DE8252D7-97DC-4127-AC56-1CE5178BDFCC}" type="pres">
      <dgm:prSet presAssocID="{7E8127BC-AB7C-47E3-8CD2-3902A27EB7E9}" presName="compositeNode" presStyleCnt="0">
        <dgm:presLayoutVars>
          <dgm:bulletEnabled val="1"/>
        </dgm:presLayoutVars>
      </dgm:prSet>
      <dgm:spPr/>
    </dgm:pt>
    <dgm:pt modelId="{A0571FCB-809F-461D-9A9E-6B10CE5BC6C3}" type="pres">
      <dgm:prSet presAssocID="{7E8127BC-AB7C-47E3-8CD2-3902A27EB7E9}" presName="bgRect" presStyleLbl="alignNode1" presStyleIdx="3" presStyleCnt="4"/>
      <dgm:spPr/>
    </dgm:pt>
    <dgm:pt modelId="{B28DB953-6041-4C36-B1F2-16C7F5E8CB3F}" type="pres">
      <dgm:prSet presAssocID="{EBD25952-6C7D-487D-A118-C33D5DC6348E}" presName="sibTransNodeRect" presStyleLbl="alignNode1" presStyleIdx="3" presStyleCnt="4">
        <dgm:presLayoutVars>
          <dgm:chMax val="0"/>
          <dgm:bulletEnabled val="1"/>
        </dgm:presLayoutVars>
      </dgm:prSet>
      <dgm:spPr/>
    </dgm:pt>
    <dgm:pt modelId="{32357F7E-2D29-4B6F-B852-BC1EC73D0410}" type="pres">
      <dgm:prSet presAssocID="{7E8127BC-AB7C-47E3-8CD2-3902A27EB7E9}" presName="nodeRect" presStyleLbl="alignNode1" presStyleIdx="3" presStyleCnt="4">
        <dgm:presLayoutVars>
          <dgm:bulletEnabled val="1"/>
        </dgm:presLayoutVars>
      </dgm:prSet>
      <dgm:spPr/>
    </dgm:pt>
  </dgm:ptLst>
  <dgm:cxnLst>
    <dgm:cxn modelId="{5ACE1202-6473-4454-8ECC-A9E0656DF941}" srcId="{2A9962C9-341B-43F2-8C12-2588AC572CC9}" destId="{0290AEBC-D911-4F66-9527-5BE8E429E2A1}" srcOrd="2" destOrd="0" parTransId="{0E34CD60-3E44-414B-B791-434537F899C3}" sibTransId="{31EE9DB5-D5D4-45D6-9869-C4E25894CF4A}"/>
    <dgm:cxn modelId="{EEAFDF08-9CF5-4B23-9F87-0E440E7E60D0}" type="presOf" srcId="{31EE9DB5-D5D4-45D6-9869-C4E25894CF4A}" destId="{26FE1E13-B761-4710-98F8-4DD16914D596}" srcOrd="0" destOrd="0" presId="urn:microsoft.com/office/officeart/2016/7/layout/LinearBlockProcessNumbered"/>
    <dgm:cxn modelId="{6CFD6E10-2D8D-4697-8A8F-28FE465DC243}" type="presOf" srcId="{7E8127BC-AB7C-47E3-8CD2-3902A27EB7E9}" destId="{A0571FCB-809F-461D-9A9E-6B10CE5BC6C3}" srcOrd="0" destOrd="0" presId="urn:microsoft.com/office/officeart/2016/7/layout/LinearBlockProcessNumbered"/>
    <dgm:cxn modelId="{C4CC4819-7DCB-4172-8071-6CFB24EFD572}" srcId="{2A9962C9-341B-43F2-8C12-2588AC572CC9}" destId="{978BCB9B-4767-4260-8448-F77DDAB1DDB9}" srcOrd="1" destOrd="0" parTransId="{09B893F1-A87D-424B-8F4A-5C1463BDFDEB}" sibTransId="{51923F02-BB41-489D-8E34-9B814D0B6605}"/>
    <dgm:cxn modelId="{32A75A1E-D349-4D87-8EE5-9D13B98C7224}" type="presOf" srcId="{978BCB9B-4767-4260-8448-F77DDAB1DDB9}" destId="{CAB704D4-E8DC-40A1-A77A-DCFEFCD91E4C}" srcOrd="1" destOrd="0" presId="urn:microsoft.com/office/officeart/2016/7/layout/LinearBlockProcessNumbered"/>
    <dgm:cxn modelId="{0F62D322-4548-4B67-82AD-27BEB9A561A1}" type="presOf" srcId="{D37C99AD-9F26-4F9B-898F-CAE0D5D2A6D9}" destId="{D7CD3016-6C52-4349-9865-1BA28EEF8951}" srcOrd="0" destOrd="0" presId="urn:microsoft.com/office/officeart/2016/7/layout/LinearBlockProcessNumbered"/>
    <dgm:cxn modelId="{C31FF628-790B-4027-8635-3A247EEB7FC2}" type="presOf" srcId="{978BCB9B-4767-4260-8448-F77DDAB1DDB9}" destId="{3D16C1AA-04F9-4687-8C85-608AFD9F27DB}" srcOrd="0" destOrd="0" presId="urn:microsoft.com/office/officeart/2016/7/layout/LinearBlockProcessNumbered"/>
    <dgm:cxn modelId="{7D4C9435-2881-46B2-8467-3F2D502DC59E}" srcId="{2A9962C9-341B-43F2-8C12-2588AC572CC9}" destId="{7E8127BC-AB7C-47E3-8CD2-3902A27EB7E9}" srcOrd="3" destOrd="0" parTransId="{5D12E5B8-39C0-4BF1-8570-893E08ECC4C1}" sibTransId="{EBD25952-6C7D-487D-A118-C33D5DC6348E}"/>
    <dgm:cxn modelId="{FC42BD59-9EB4-4BC4-9CB3-E1EBD1EC109D}" type="presOf" srcId="{EBD25952-6C7D-487D-A118-C33D5DC6348E}" destId="{B28DB953-6041-4C36-B1F2-16C7F5E8CB3F}" srcOrd="0" destOrd="0" presId="urn:microsoft.com/office/officeart/2016/7/layout/LinearBlockProcessNumbered"/>
    <dgm:cxn modelId="{6061E86B-0ADA-4C8E-AA0D-6E772AD7D21E}" type="presOf" srcId="{7E8127BC-AB7C-47E3-8CD2-3902A27EB7E9}" destId="{32357F7E-2D29-4B6F-B852-BC1EC73D0410}" srcOrd="1" destOrd="0" presId="urn:microsoft.com/office/officeart/2016/7/layout/LinearBlockProcessNumbered"/>
    <dgm:cxn modelId="{0CE8E69F-6319-4832-9D1D-35DA151B2764}" type="presOf" srcId="{2B842E56-0143-4D41-B55D-240ED1DD99E9}" destId="{C0ECA4A6-B3E4-411C-8649-CB2EFA05C623}" srcOrd="0" destOrd="0" presId="urn:microsoft.com/office/officeart/2016/7/layout/LinearBlockProcessNumbered"/>
    <dgm:cxn modelId="{3B6B2DB4-907E-41F1-939B-F80D9009A60F}" type="presOf" srcId="{2A9962C9-341B-43F2-8C12-2588AC572CC9}" destId="{C0EBF5F1-A139-43B2-B282-96B6C68ECB24}" srcOrd="0" destOrd="0" presId="urn:microsoft.com/office/officeart/2016/7/layout/LinearBlockProcessNumbered"/>
    <dgm:cxn modelId="{4A4CC2B7-7BBA-46FD-BCB2-DBEE03F56A09}" type="presOf" srcId="{0290AEBC-D911-4F66-9527-5BE8E429E2A1}" destId="{25F00CD6-869D-454A-BCED-E89D42EFE8D7}" srcOrd="0" destOrd="0" presId="urn:microsoft.com/office/officeart/2016/7/layout/LinearBlockProcessNumbered"/>
    <dgm:cxn modelId="{4523C6C3-71D9-4677-A0BC-9D7DFA15A54C}" type="presOf" srcId="{51923F02-BB41-489D-8E34-9B814D0B6605}" destId="{3192E6BC-E29A-40EC-BC92-A6EDCBCC76E4}" srcOrd="0" destOrd="0" presId="urn:microsoft.com/office/officeart/2016/7/layout/LinearBlockProcessNumbered"/>
    <dgm:cxn modelId="{C5AAD9D7-76E2-46DE-91F5-A2D1EF53162F}" srcId="{2A9962C9-341B-43F2-8C12-2588AC572CC9}" destId="{2B842E56-0143-4D41-B55D-240ED1DD99E9}" srcOrd="0" destOrd="0" parTransId="{89CB1AFE-4B8A-4649-95BE-55E4C9AA97A5}" sibTransId="{D37C99AD-9F26-4F9B-898F-CAE0D5D2A6D9}"/>
    <dgm:cxn modelId="{8230CBE0-ED17-42BA-9B2B-A7CE5F7936D0}" type="presOf" srcId="{0290AEBC-D911-4F66-9527-5BE8E429E2A1}" destId="{7AD6AC5D-58AD-4CA1-A58F-8F4AE2B88DA3}" srcOrd="1" destOrd="0" presId="urn:microsoft.com/office/officeart/2016/7/layout/LinearBlockProcessNumbered"/>
    <dgm:cxn modelId="{B5B67AE8-BF43-497B-BC0C-EE05FBCF6F21}" type="presOf" srcId="{2B842E56-0143-4D41-B55D-240ED1DD99E9}" destId="{2B989290-E98F-4270-9743-B4EC215C7ADE}" srcOrd="1" destOrd="0" presId="urn:microsoft.com/office/officeart/2016/7/layout/LinearBlockProcessNumbered"/>
    <dgm:cxn modelId="{A0DCB3A0-79F7-4903-84AA-D314F5374331}" type="presParOf" srcId="{C0EBF5F1-A139-43B2-B282-96B6C68ECB24}" destId="{14DBADDB-4B03-419B-8109-AF44825162EB}" srcOrd="0" destOrd="0" presId="urn:microsoft.com/office/officeart/2016/7/layout/LinearBlockProcessNumbered"/>
    <dgm:cxn modelId="{8E2C9EDA-8AAE-4CF1-AD7A-03D9DA03BD1F}" type="presParOf" srcId="{14DBADDB-4B03-419B-8109-AF44825162EB}" destId="{C0ECA4A6-B3E4-411C-8649-CB2EFA05C623}" srcOrd="0" destOrd="0" presId="urn:microsoft.com/office/officeart/2016/7/layout/LinearBlockProcessNumbered"/>
    <dgm:cxn modelId="{CA71DDFE-29D1-4D51-B76B-9F918B75A68A}" type="presParOf" srcId="{14DBADDB-4B03-419B-8109-AF44825162EB}" destId="{D7CD3016-6C52-4349-9865-1BA28EEF8951}" srcOrd="1" destOrd="0" presId="urn:microsoft.com/office/officeart/2016/7/layout/LinearBlockProcessNumbered"/>
    <dgm:cxn modelId="{2F6490E0-D77E-478D-9256-BA6703F0CA37}" type="presParOf" srcId="{14DBADDB-4B03-419B-8109-AF44825162EB}" destId="{2B989290-E98F-4270-9743-B4EC215C7ADE}" srcOrd="2" destOrd="0" presId="urn:microsoft.com/office/officeart/2016/7/layout/LinearBlockProcessNumbered"/>
    <dgm:cxn modelId="{CC55F39B-8386-476B-A8FA-B59C90B4B736}" type="presParOf" srcId="{C0EBF5F1-A139-43B2-B282-96B6C68ECB24}" destId="{F4922459-E8DB-4441-A84F-E0737410F0EF}" srcOrd="1" destOrd="0" presId="urn:microsoft.com/office/officeart/2016/7/layout/LinearBlockProcessNumbered"/>
    <dgm:cxn modelId="{7BB77A37-C15F-4D01-9216-BEE9B6EC4FE1}" type="presParOf" srcId="{C0EBF5F1-A139-43B2-B282-96B6C68ECB24}" destId="{129DED88-19ED-4859-8F69-393232D0BECF}" srcOrd="2" destOrd="0" presId="urn:microsoft.com/office/officeart/2016/7/layout/LinearBlockProcessNumbered"/>
    <dgm:cxn modelId="{87BE3B4B-702A-4E61-9342-3D97BEA0320D}" type="presParOf" srcId="{129DED88-19ED-4859-8F69-393232D0BECF}" destId="{3D16C1AA-04F9-4687-8C85-608AFD9F27DB}" srcOrd="0" destOrd="0" presId="urn:microsoft.com/office/officeart/2016/7/layout/LinearBlockProcessNumbered"/>
    <dgm:cxn modelId="{2CC2B1F8-7C98-4E21-8A8D-1926B8E36DCB}" type="presParOf" srcId="{129DED88-19ED-4859-8F69-393232D0BECF}" destId="{3192E6BC-E29A-40EC-BC92-A6EDCBCC76E4}" srcOrd="1" destOrd="0" presId="urn:microsoft.com/office/officeart/2016/7/layout/LinearBlockProcessNumbered"/>
    <dgm:cxn modelId="{6D900408-E961-47C1-B65D-08BAB4EFC20D}" type="presParOf" srcId="{129DED88-19ED-4859-8F69-393232D0BECF}" destId="{CAB704D4-E8DC-40A1-A77A-DCFEFCD91E4C}" srcOrd="2" destOrd="0" presId="urn:microsoft.com/office/officeart/2016/7/layout/LinearBlockProcessNumbered"/>
    <dgm:cxn modelId="{C23E5268-C12C-4452-814D-7D2D9C89B86C}" type="presParOf" srcId="{C0EBF5F1-A139-43B2-B282-96B6C68ECB24}" destId="{BEE0E8CF-D36B-45E3-B303-6DB55B811173}" srcOrd="3" destOrd="0" presId="urn:microsoft.com/office/officeart/2016/7/layout/LinearBlockProcessNumbered"/>
    <dgm:cxn modelId="{C2CC047B-2C11-4823-9373-0890068AF6BD}" type="presParOf" srcId="{C0EBF5F1-A139-43B2-B282-96B6C68ECB24}" destId="{9CF5E12C-6E9A-482C-B637-67A4F4F37E34}" srcOrd="4" destOrd="0" presId="urn:microsoft.com/office/officeart/2016/7/layout/LinearBlockProcessNumbered"/>
    <dgm:cxn modelId="{887E5E6E-4A84-4BFD-9212-BA7AE7B67A63}" type="presParOf" srcId="{9CF5E12C-6E9A-482C-B637-67A4F4F37E34}" destId="{25F00CD6-869D-454A-BCED-E89D42EFE8D7}" srcOrd="0" destOrd="0" presId="urn:microsoft.com/office/officeart/2016/7/layout/LinearBlockProcessNumbered"/>
    <dgm:cxn modelId="{9C6B735B-8D76-40BD-A61D-14EE00A4682C}" type="presParOf" srcId="{9CF5E12C-6E9A-482C-B637-67A4F4F37E34}" destId="{26FE1E13-B761-4710-98F8-4DD16914D596}" srcOrd="1" destOrd="0" presId="urn:microsoft.com/office/officeart/2016/7/layout/LinearBlockProcessNumbered"/>
    <dgm:cxn modelId="{B4C0FC2A-3BF7-420D-B7C7-E44D9E414148}" type="presParOf" srcId="{9CF5E12C-6E9A-482C-B637-67A4F4F37E34}" destId="{7AD6AC5D-58AD-4CA1-A58F-8F4AE2B88DA3}" srcOrd="2" destOrd="0" presId="urn:microsoft.com/office/officeart/2016/7/layout/LinearBlockProcessNumbered"/>
    <dgm:cxn modelId="{4ACDB794-25BB-4B29-BDD1-54B597440CE0}" type="presParOf" srcId="{C0EBF5F1-A139-43B2-B282-96B6C68ECB24}" destId="{C84D1F80-E84D-40B9-80F8-3C67E88242B3}" srcOrd="5" destOrd="0" presId="urn:microsoft.com/office/officeart/2016/7/layout/LinearBlockProcessNumbered"/>
    <dgm:cxn modelId="{E1852D0E-4E3F-4157-8150-07AE74F6B8AE}" type="presParOf" srcId="{C0EBF5F1-A139-43B2-B282-96B6C68ECB24}" destId="{DE8252D7-97DC-4127-AC56-1CE5178BDFCC}" srcOrd="6" destOrd="0" presId="urn:microsoft.com/office/officeart/2016/7/layout/LinearBlockProcessNumbered"/>
    <dgm:cxn modelId="{FBBB633F-E184-45B4-B4BC-B0A737E8B478}" type="presParOf" srcId="{DE8252D7-97DC-4127-AC56-1CE5178BDFCC}" destId="{A0571FCB-809F-461D-9A9E-6B10CE5BC6C3}" srcOrd="0" destOrd="0" presId="urn:microsoft.com/office/officeart/2016/7/layout/LinearBlockProcessNumbered"/>
    <dgm:cxn modelId="{7922DB57-A2B1-4641-9898-A84DF9A58835}" type="presParOf" srcId="{DE8252D7-97DC-4127-AC56-1CE5178BDFCC}" destId="{B28DB953-6041-4C36-B1F2-16C7F5E8CB3F}" srcOrd="1" destOrd="0" presId="urn:microsoft.com/office/officeart/2016/7/layout/LinearBlockProcessNumbered"/>
    <dgm:cxn modelId="{F3490479-261F-4111-97B9-E9CCC8AB302E}" type="presParOf" srcId="{DE8252D7-97DC-4127-AC56-1CE5178BDFCC}" destId="{32357F7E-2D29-4B6F-B852-BC1EC73D0410}"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C0DED1-98C0-4D91-B135-3D85CF94AFD4}" type="doc">
      <dgm:prSet loTypeId="urn:microsoft.com/office/officeart/2005/8/layout/list1" loCatId="list" qsTypeId="urn:microsoft.com/office/officeart/2005/8/quickstyle/simple3" qsCatId="simple" csTypeId="urn:microsoft.com/office/officeart/2005/8/colors/colorful2" csCatId="colorful" phldr="1"/>
      <dgm:spPr/>
      <dgm:t>
        <a:bodyPr/>
        <a:lstStyle/>
        <a:p>
          <a:endParaRPr lang="en-US"/>
        </a:p>
      </dgm:t>
    </dgm:pt>
    <dgm:pt modelId="{045E4DD1-C4F3-4BD4-BC53-4FD0FA050D34}">
      <dgm:prSet custT="1"/>
      <dgm:spPr/>
      <dgm:t>
        <a:bodyPr/>
        <a:lstStyle/>
        <a:p>
          <a:r>
            <a:rPr lang="en-US" sz="2400" b="1" dirty="0" err="1">
              <a:latin typeface="Times New Roman" pitchFamily="18" charset="0"/>
              <a:cs typeface="Times New Roman" pitchFamily="18" charset="0"/>
            </a:rPr>
            <a:t>Nguồn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văn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bản</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dưới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endParaRPr lang="en-US" sz="2400" dirty="0"/>
        </a:p>
      </dgm:t>
    </dgm:pt>
    <dgm:pt modelId="{30E8FAB6-2422-4F10-A38F-2987DF1919C6}" type="parTrans" cxnId="{DE64EF5A-CFDA-4C5A-9DE0-06353C28B810}">
      <dgm:prSet/>
      <dgm:spPr/>
      <dgm:t>
        <a:bodyPr/>
        <a:lstStyle/>
        <a:p>
          <a:endParaRPr lang="en-US"/>
        </a:p>
      </dgm:t>
    </dgm:pt>
    <dgm:pt modelId="{C273C3E3-4E74-4177-94F5-8D369C296F20}" type="sibTrans" cxnId="{DE64EF5A-CFDA-4C5A-9DE0-06353C28B810}">
      <dgm:prSet/>
      <dgm:spPr/>
      <dgm:t>
        <a:bodyPr/>
        <a:lstStyle/>
        <a:p>
          <a:endParaRPr lang="en-US"/>
        </a:p>
      </dgm:t>
    </dgm:pt>
    <dgm:pt modelId="{16000D80-3F39-4AB9-846C-429C2125DEB2}">
      <dgm:prSet custT="1"/>
      <dgm:spPr/>
      <dgm:t>
        <a:bodyPr/>
        <a:lstStyle/>
        <a:p>
          <a:r>
            <a:rPr lang="en-US" sz="2400" b="1" dirty="0" err="1">
              <a:latin typeface="Times New Roman" pitchFamily="18" charset="0"/>
              <a:cs typeface="Times New Roman" pitchFamily="18" charset="0"/>
            </a:rPr>
            <a:t>Nguồn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thực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tiễn</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thói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quen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dụng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tự</a:t>
          </a:r>
          <a:endParaRPr lang="en-US" sz="2400" dirty="0"/>
        </a:p>
      </dgm:t>
    </dgm:pt>
    <dgm:pt modelId="{40761F41-D1DB-4B32-B481-37E90EFE45FA}" type="parTrans" cxnId="{2D9B4794-CA05-4205-9F3F-C1E1E6BC33E0}">
      <dgm:prSet/>
      <dgm:spPr/>
      <dgm:t>
        <a:bodyPr/>
        <a:lstStyle/>
        <a:p>
          <a:endParaRPr lang="en-US"/>
        </a:p>
      </dgm:t>
    </dgm:pt>
    <dgm:pt modelId="{3E0675E5-27B6-4DBC-BBF9-BE7FD4506A73}" type="sibTrans" cxnId="{2D9B4794-CA05-4205-9F3F-C1E1E6BC33E0}">
      <dgm:prSet/>
      <dgm:spPr/>
      <dgm:t>
        <a:bodyPr/>
        <a:lstStyle/>
        <a:p>
          <a:endParaRPr lang="en-US"/>
        </a:p>
      </dgm:t>
    </dgm:pt>
    <dgm:pt modelId="{8E72AB5A-6B04-4B86-85F4-030F252BDDE4}">
      <dgm:prSet custT="1"/>
      <dgm:spPr/>
      <dgm:t>
        <a:bodyPr/>
        <a:lstStyle/>
        <a:p>
          <a:r>
            <a:rPr lang="en-US" sz="2400" b="1" dirty="0" err="1">
              <a:latin typeface="Times New Roman" pitchFamily="18" charset="0"/>
              <a:cs typeface="Times New Roman" pitchFamily="18" charset="0"/>
            </a:rPr>
            <a:t>Nguồn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khác</a:t>
          </a:r>
          <a:r>
            <a:rPr lang="en-US"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lẽ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bằng</a:t>
          </a:r>
          <a:r>
            <a:rPr lang="en-US" sz="2400" dirty="0">
              <a:latin typeface="Times New Roman" pitchFamily="18" charset="0"/>
              <a:cs typeface="Times New Roman" pitchFamily="18" charset="0"/>
            </a:rPr>
            <a:t>.</a:t>
          </a:r>
          <a:endParaRPr lang="en-US" sz="2400" dirty="0"/>
        </a:p>
      </dgm:t>
    </dgm:pt>
    <dgm:pt modelId="{D2871165-7A1C-487B-970B-913373D28D32}" type="parTrans" cxnId="{641AE559-1683-473D-B001-AE0823D7DA11}">
      <dgm:prSet/>
      <dgm:spPr/>
      <dgm:t>
        <a:bodyPr/>
        <a:lstStyle/>
        <a:p>
          <a:endParaRPr lang="en-US"/>
        </a:p>
      </dgm:t>
    </dgm:pt>
    <dgm:pt modelId="{3EB71090-35A8-44D7-BF82-BC73FDE7BD3D}" type="sibTrans" cxnId="{641AE559-1683-473D-B001-AE0823D7DA11}">
      <dgm:prSet/>
      <dgm:spPr/>
      <dgm:t>
        <a:bodyPr/>
        <a:lstStyle/>
        <a:p>
          <a:endParaRPr lang="en-US"/>
        </a:p>
      </dgm:t>
    </dgm:pt>
    <dgm:pt modelId="{91EC128B-0560-4D34-84FC-A0C2BD830753}" type="pres">
      <dgm:prSet presAssocID="{D2C0DED1-98C0-4D91-B135-3D85CF94AFD4}" presName="linear" presStyleCnt="0">
        <dgm:presLayoutVars>
          <dgm:dir/>
          <dgm:animLvl val="lvl"/>
          <dgm:resizeHandles val="exact"/>
        </dgm:presLayoutVars>
      </dgm:prSet>
      <dgm:spPr/>
    </dgm:pt>
    <dgm:pt modelId="{F16A9293-74ED-4F51-B260-158A1390A7E6}" type="pres">
      <dgm:prSet presAssocID="{045E4DD1-C4F3-4BD4-BC53-4FD0FA050D34}" presName="parentLin" presStyleCnt="0"/>
      <dgm:spPr/>
    </dgm:pt>
    <dgm:pt modelId="{54B486D6-EE62-4FC3-A9AE-70C450A29354}" type="pres">
      <dgm:prSet presAssocID="{045E4DD1-C4F3-4BD4-BC53-4FD0FA050D34}" presName="parentLeftMargin" presStyleLbl="node1" presStyleIdx="0" presStyleCnt="3"/>
      <dgm:spPr/>
    </dgm:pt>
    <dgm:pt modelId="{F06329DD-A22F-4CDB-98A0-758606A2DC3C}" type="pres">
      <dgm:prSet presAssocID="{045E4DD1-C4F3-4BD4-BC53-4FD0FA050D34}" presName="parentText" presStyleLbl="node1" presStyleIdx="0" presStyleCnt="3" custScaleY="118467">
        <dgm:presLayoutVars>
          <dgm:chMax val="0"/>
          <dgm:bulletEnabled val="1"/>
        </dgm:presLayoutVars>
      </dgm:prSet>
      <dgm:spPr/>
    </dgm:pt>
    <dgm:pt modelId="{D409DD36-C030-4E03-923C-703B87221025}" type="pres">
      <dgm:prSet presAssocID="{045E4DD1-C4F3-4BD4-BC53-4FD0FA050D34}" presName="negativeSpace" presStyleCnt="0"/>
      <dgm:spPr/>
    </dgm:pt>
    <dgm:pt modelId="{576B5587-857A-4B65-8F3B-36DCDCDCF692}" type="pres">
      <dgm:prSet presAssocID="{045E4DD1-C4F3-4BD4-BC53-4FD0FA050D34}" presName="childText" presStyleLbl="conFgAcc1" presStyleIdx="0" presStyleCnt="3">
        <dgm:presLayoutVars>
          <dgm:bulletEnabled val="1"/>
        </dgm:presLayoutVars>
      </dgm:prSet>
      <dgm:spPr/>
    </dgm:pt>
    <dgm:pt modelId="{819C67A5-E100-41F6-896E-446B2F814CAB}" type="pres">
      <dgm:prSet presAssocID="{C273C3E3-4E74-4177-94F5-8D369C296F20}" presName="spaceBetweenRectangles" presStyleCnt="0"/>
      <dgm:spPr/>
    </dgm:pt>
    <dgm:pt modelId="{6FCEACEB-23CC-4383-B647-8C287AAB17D6}" type="pres">
      <dgm:prSet presAssocID="{16000D80-3F39-4AB9-846C-429C2125DEB2}" presName="parentLin" presStyleCnt="0"/>
      <dgm:spPr/>
    </dgm:pt>
    <dgm:pt modelId="{C7C9B9F3-66F1-4149-A886-8E87E9903D9F}" type="pres">
      <dgm:prSet presAssocID="{16000D80-3F39-4AB9-846C-429C2125DEB2}" presName="parentLeftMargin" presStyleLbl="node1" presStyleIdx="0" presStyleCnt="3"/>
      <dgm:spPr/>
    </dgm:pt>
    <dgm:pt modelId="{9552112A-56E1-4C97-A755-5A17EFA724EB}" type="pres">
      <dgm:prSet presAssocID="{16000D80-3F39-4AB9-846C-429C2125DEB2}" presName="parentText" presStyleLbl="node1" presStyleIdx="1" presStyleCnt="3" custScaleY="175428">
        <dgm:presLayoutVars>
          <dgm:chMax val="0"/>
          <dgm:bulletEnabled val="1"/>
        </dgm:presLayoutVars>
      </dgm:prSet>
      <dgm:spPr/>
    </dgm:pt>
    <dgm:pt modelId="{7060FE81-73F0-4EC4-A8B4-742C394D36D5}" type="pres">
      <dgm:prSet presAssocID="{16000D80-3F39-4AB9-846C-429C2125DEB2}" presName="negativeSpace" presStyleCnt="0"/>
      <dgm:spPr/>
    </dgm:pt>
    <dgm:pt modelId="{C37E1A97-3D5B-4350-9578-5D64EC735495}" type="pres">
      <dgm:prSet presAssocID="{16000D80-3F39-4AB9-846C-429C2125DEB2}" presName="childText" presStyleLbl="conFgAcc1" presStyleIdx="1" presStyleCnt="3">
        <dgm:presLayoutVars>
          <dgm:bulletEnabled val="1"/>
        </dgm:presLayoutVars>
      </dgm:prSet>
      <dgm:spPr/>
    </dgm:pt>
    <dgm:pt modelId="{48852B65-DA96-420C-AB66-674C1DC2B903}" type="pres">
      <dgm:prSet presAssocID="{3E0675E5-27B6-4DBC-BBF9-BE7FD4506A73}" presName="spaceBetweenRectangles" presStyleCnt="0"/>
      <dgm:spPr/>
    </dgm:pt>
    <dgm:pt modelId="{0E7EEC9D-53C9-4546-8097-7011CFCBB48C}" type="pres">
      <dgm:prSet presAssocID="{8E72AB5A-6B04-4B86-85F4-030F252BDDE4}" presName="parentLin" presStyleCnt="0"/>
      <dgm:spPr/>
    </dgm:pt>
    <dgm:pt modelId="{778F9E28-52E3-441C-8A8A-79C7A6417E06}" type="pres">
      <dgm:prSet presAssocID="{8E72AB5A-6B04-4B86-85F4-030F252BDDE4}" presName="parentLeftMargin" presStyleLbl="node1" presStyleIdx="1" presStyleCnt="3"/>
      <dgm:spPr/>
    </dgm:pt>
    <dgm:pt modelId="{7333781E-5F2D-4E67-894E-0B022EA55E15}" type="pres">
      <dgm:prSet presAssocID="{8E72AB5A-6B04-4B86-85F4-030F252BDDE4}" presName="parentText" presStyleLbl="node1" presStyleIdx="2" presStyleCnt="3">
        <dgm:presLayoutVars>
          <dgm:chMax val="0"/>
          <dgm:bulletEnabled val="1"/>
        </dgm:presLayoutVars>
      </dgm:prSet>
      <dgm:spPr/>
    </dgm:pt>
    <dgm:pt modelId="{74BCBA8E-7EA1-4032-A540-437028F2D7EF}" type="pres">
      <dgm:prSet presAssocID="{8E72AB5A-6B04-4B86-85F4-030F252BDDE4}" presName="negativeSpace" presStyleCnt="0"/>
      <dgm:spPr/>
    </dgm:pt>
    <dgm:pt modelId="{2FAA71DD-16E1-4322-91C4-7E83310BC778}" type="pres">
      <dgm:prSet presAssocID="{8E72AB5A-6B04-4B86-85F4-030F252BDDE4}" presName="childText" presStyleLbl="conFgAcc1" presStyleIdx="2" presStyleCnt="3">
        <dgm:presLayoutVars>
          <dgm:bulletEnabled val="1"/>
        </dgm:presLayoutVars>
      </dgm:prSet>
      <dgm:spPr/>
    </dgm:pt>
  </dgm:ptLst>
  <dgm:cxnLst>
    <dgm:cxn modelId="{A202040D-A1AB-4175-BA8E-4B76F726338C}" type="presOf" srcId="{8E72AB5A-6B04-4B86-85F4-030F252BDDE4}" destId="{7333781E-5F2D-4E67-894E-0B022EA55E15}" srcOrd="1" destOrd="0" presId="urn:microsoft.com/office/officeart/2005/8/layout/list1"/>
    <dgm:cxn modelId="{3B89B022-2062-4CF4-925D-133116D5427F}" type="presOf" srcId="{D2C0DED1-98C0-4D91-B135-3D85CF94AFD4}" destId="{91EC128B-0560-4D34-84FC-A0C2BD830753}" srcOrd="0" destOrd="0" presId="urn:microsoft.com/office/officeart/2005/8/layout/list1"/>
    <dgm:cxn modelId="{24AD9626-B988-46F0-B134-6649CA5993EC}" type="presOf" srcId="{045E4DD1-C4F3-4BD4-BC53-4FD0FA050D34}" destId="{F06329DD-A22F-4CDB-98A0-758606A2DC3C}" srcOrd="1" destOrd="0" presId="urn:microsoft.com/office/officeart/2005/8/layout/list1"/>
    <dgm:cxn modelId="{641AE559-1683-473D-B001-AE0823D7DA11}" srcId="{D2C0DED1-98C0-4D91-B135-3D85CF94AFD4}" destId="{8E72AB5A-6B04-4B86-85F4-030F252BDDE4}" srcOrd="2" destOrd="0" parTransId="{D2871165-7A1C-487B-970B-913373D28D32}" sibTransId="{3EB71090-35A8-44D7-BF82-BC73FDE7BD3D}"/>
    <dgm:cxn modelId="{DE64EF5A-CFDA-4C5A-9DE0-06353C28B810}" srcId="{D2C0DED1-98C0-4D91-B135-3D85CF94AFD4}" destId="{045E4DD1-C4F3-4BD4-BC53-4FD0FA050D34}" srcOrd="0" destOrd="0" parTransId="{30E8FAB6-2422-4F10-A38F-2987DF1919C6}" sibTransId="{C273C3E3-4E74-4177-94F5-8D369C296F20}"/>
    <dgm:cxn modelId="{35316881-68C3-4482-97CE-B00CB4561F81}" type="presOf" srcId="{045E4DD1-C4F3-4BD4-BC53-4FD0FA050D34}" destId="{54B486D6-EE62-4FC3-A9AE-70C450A29354}" srcOrd="0" destOrd="0" presId="urn:microsoft.com/office/officeart/2005/8/layout/list1"/>
    <dgm:cxn modelId="{2D9B4794-CA05-4205-9F3F-C1E1E6BC33E0}" srcId="{D2C0DED1-98C0-4D91-B135-3D85CF94AFD4}" destId="{16000D80-3F39-4AB9-846C-429C2125DEB2}" srcOrd="1" destOrd="0" parTransId="{40761F41-D1DB-4B32-B481-37E90EFE45FA}" sibTransId="{3E0675E5-27B6-4DBC-BBF9-BE7FD4506A73}"/>
    <dgm:cxn modelId="{B3D5DB9F-7289-4ACD-8138-76434095DDD8}" type="presOf" srcId="{8E72AB5A-6B04-4B86-85F4-030F252BDDE4}" destId="{778F9E28-52E3-441C-8A8A-79C7A6417E06}" srcOrd="0" destOrd="0" presId="urn:microsoft.com/office/officeart/2005/8/layout/list1"/>
    <dgm:cxn modelId="{EC8C58A6-41B3-4FC3-B53C-946B3283CDA1}" type="presOf" srcId="{16000D80-3F39-4AB9-846C-429C2125DEB2}" destId="{9552112A-56E1-4C97-A755-5A17EFA724EB}" srcOrd="1" destOrd="0" presId="urn:microsoft.com/office/officeart/2005/8/layout/list1"/>
    <dgm:cxn modelId="{3EAE86DA-BFD4-42F7-90D7-FE582DE893FF}" type="presOf" srcId="{16000D80-3F39-4AB9-846C-429C2125DEB2}" destId="{C7C9B9F3-66F1-4149-A886-8E87E9903D9F}" srcOrd="0" destOrd="0" presId="urn:microsoft.com/office/officeart/2005/8/layout/list1"/>
    <dgm:cxn modelId="{717C0558-4494-46FC-A78B-0D605DBE760C}" type="presParOf" srcId="{91EC128B-0560-4D34-84FC-A0C2BD830753}" destId="{F16A9293-74ED-4F51-B260-158A1390A7E6}" srcOrd="0" destOrd="0" presId="urn:microsoft.com/office/officeart/2005/8/layout/list1"/>
    <dgm:cxn modelId="{C1542F04-72B2-4012-B5D4-514D186E6896}" type="presParOf" srcId="{F16A9293-74ED-4F51-B260-158A1390A7E6}" destId="{54B486D6-EE62-4FC3-A9AE-70C450A29354}" srcOrd="0" destOrd="0" presId="urn:microsoft.com/office/officeart/2005/8/layout/list1"/>
    <dgm:cxn modelId="{A853D0CB-DB14-41F8-BB60-4EC24C674903}" type="presParOf" srcId="{F16A9293-74ED-4F51-B260-158A1390A7E6}" destId="{F06329DD-A22F-4CDB-98A0-758606A2DC3C}" srcOrd="1" destOrd="0" presId="urn:microsoft.com/office/officeart/2005/8/layout/list1"/>
    <dgm:cxn modelId="{A5CD2274-5D11-4588-91B9-72476B28A716}" type="presParOf" srcId="{91EC128B-0560-4D34-84FC-A0C2BD830753}" destId="{D409DD36-C030-4E03-923C-703B87221025}" srcOrd="1" destOrd="0" presId="urn:microsoft.com/office/officeart/2005/8/layout/list1"/>
    <dgm:cxn modelId="{4941122C-566A-47B3-B506-2513C5C1F313}" type="presParOf" srcId="{91EC128B-0560-4D34-84FC-A0C2BD830753}" destId="{576B5587-857A-4B65-8F3B-36DCDCDCF692}" srcOrd="2" destOrd="0" presId="urn:microsoft.com/office/officeart/2005/8/layout/list1"/>
    <dgm:cxn modelId="{902AA3DB-423A-43FB-8A7E-0A8D28C5A609}" type="presParOf" srcId="{91EC128B-0560-4D34-84FC-A0C2BD830753}" destId="{819C67A5-E100-41F6-896E-446B2F814CAB}" srcOrd="3" destOrd="0" presId="urn:microsoft.com/office/officeart/2005/8/layout/list1"/>
    <dgm:cxn modelId="{FA7448B5-1ABE-496C-9D01-052F954834AA}" type="presParOf" srcId="{91EC128B-0560-4D34-84FC-A0C2BD830753}" destId="{6FCEACEB-23CC-4383-B647-8C287AAB17D6}" srcOrd="4" destOrd="0" presId="urn:microsoft.com/office/officeart/2005/8/layout/list1"/>
    <dgm:cxn modelId="{EDA30CC3-A32C-42F5-B990-30ED1A6519BB}" type="presParOf" srcId="{6FCEACEB-23CC-4383-B647-8C287AAB17D6}" destId="{C7C9B9F3-66F1-4149-A886-8E87E9903D9F}" srcOrd="0" destOrd="0" presId="urn:microsoft.com/office/officeart/2005/8/layout/list1"/>
    <dgm:cxn modelId="{4AF2E310-6941-4D25-8EF3-E1FE1F3EF585}" type="presParOf" srcId="{6FCEACEB-23CC-4383-B647-8C287AAB17D6}" destId="{9552112A-56E1-4C97-A755-5A17EFA724EB}" srcOrd="1" destOrd="0" presId="urn:microsoft.com/office/officeart/2005/8/layout/list1"/>
    <dgm:cxn modelId="{7EBDB379-B433-4B81-A07C-A3512071B161}" type="presParOf" srcId="{91EC128B-0560-4D34-84FC-A0C2BD830753}" destId="{7060FE81-73F0-4EC4-A8B4-742C394D36D5}" srcOrd="5" destOrd="0" presId="urn:microsoft.com/office/officeart/2005/8/layout/list1"/>
    <dgm:cxn modelId="{51A63702-7514-4AB1-94D8-DEDDEF29D457}" type="presParOf" srcId="{91EC128B-0560-4D34-84FC-A0C2BD830753}" destId="{C37E1A97-3D5B-4350-9578-5D64EC735495}" srcOrd="6" destOrd="0" presId="urn:microsoft.com/office/officeart/2005/8/layout/list1"/>
    <dgm:cxn modelId="{86236880-9A0A-48B3-92C3-3009B62F43A5}" type="presParOf" srcId="{91EC128B-0560-4D34-84FC-A0C2BD830753}" destId="{48852B65-DA96-420C-AB66-674C1DC2B903}" srcOrd="7" destOrd="0" presId="urn:microsoft.com/office/officeart/2005/8/layout/list1"/>
    <dgm:cxn modelId="{9CD59F93-20F0-4E3D-B82B-660C0F9DCAA0}" type="presParOf" srcId="{91EC128B-0560-4D34-84FC-A0C2BD830753}" destId="{0E7EEC9D-53C9-4546-8097-7011CFCBB48C}" srcOrd="8" destOrd="0" presId="urn:microsoft.com/office/officeart/2005/8/layout/list1"/>
    <dgm:cxn modelId="{CDD46102-4218-4CA6-9C0A-CCDF5767136F}" type="presParOf" srcId="{0E7EEC9D-53C9-4546-8097-7011CFCBB48C}" destId="{778F9E28-52E3-441C-8A8A-79C7A6417E06}" srcOrd="0" destOrd="0" presId="urn:microsoft.com/office/officeart/2005/8/layout/list1"/>
    <dgm:cxn modelId="{0216B456-5909-4114-9D83-18140A42EA54}" type="presParOf" srcId="{0E7EEC9D-53C9-4546-8097-7011CFCBB48C}" destId="{7333781E-5F2D-4E67-894E-0B022EA55E15}" srcOrd="1" destOrd="0" presId="urn:microsoft.com/office/officeart/2005/8/layout/list1"/>
    <dgm:cxn modelId="{229EE488-D8E3-4F42-89A9-C686574BCCEB}" type="presParOf" srcId="{91EC128B-0560-4D34-84FC-A0C2BD830753}" destId="{74BCBA8E-7EA1-4032-A540-437028F2D7EF}" srcOrd="9" destOrd="0" presId="urn:microsoft.com/office/officeart/2005/8/layout/list1"/>
    <dgm:cxn modelId="{B0DAB027-46D1-4232-A000-98661C4FF152}" type="presParOf" srcId="{91EC128B-0560-4D34-84FC-A0C2BD830753}" destId="{2FAA71DD-16E1-4322-91C4-7E83310BC77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288E64E-CA20-4D1E-B659-FE736D21931B}" type="doc">
      <dgm:prSet loTypeId="urn:microsoft.com/office/officeart/2018/2/layout/IconVerticalSolidList" loCatId="icon" qsTypeId="urn:microsoft.com/office/officeart/2005/8/quickstyle/simple4" qsCatId="simple" csTypeId="urn:microsoft.com/office/officeart/2018/5/colors/Iconchunking_neutralicontext_colorful1" csCatId="colorful" phldr="1"/>
      <dgm:spPr/>
      <dgm:t>
        <a:bodyPr/>
        <a:lstStyle/>
        <a:p>
          <a:endParaRPr lang="en-US"/>
        </a:p>
      </dgm:t>
    </dgm:pt>
    <dgm:pt modelId="{2ED18D3C-B534-497E-9A64-CE24DC3E544A}">
      <dgm:prSet custT="1"/>
      <dgm:spPr/>
      <dgm:t>
        <a:bodyPr/>
        <a:lstStyle/>
        <a:p>
          <a:r>
            <a:rPr lang="en-US" sz="2400" dirty="0">
              <a:latin typeface="Times New Roman" pitchFamily="18" charset="0"/>
              <a:cs typeface="Times New Roman" pitchFamily="18" charset="0"/>
            </a:rPr>
            <a:t>QHPLDS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những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loại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nguồn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chỉnh</a:t>
          </a:r>
          <a:endParaRPr lang="en-US" sz="2400" dirty="0">
            <a:latin typeface="Times New Roman" pitchFamily="18" charset="0"/>
            <a:cs typeface="Times New Roman" pitchFamily="18" charset="0"/>
          </a:endParaRPr>
        </a:p>
      </dgm:t>
    </dgm:pt>
    <dgm:pt modelId="{07D77EAD-943F-4298-B725-9520190FD9DE}" type="parTrans" cxnId="{B0E01E40-7938-4129-84DD-84CD4C517D95}">
      <dgm:prSet/>
      <dgm:spPr/>
      <dgm:t>
        <a:bodyPr/>
        <a:lstStyle/>
        <a:p>
          <a:endParaRPr lang="en-US"/>
        </a:p>
      </dgm:t>
    </dgm:pt>
    <dgm:pt modelId="{D97DD752-A22C-4ED0-BE14-3892D81E08E1}" type="sibTrans" cxnId="{B0E01E40-7938-4129-84DD-84CD4C517D95}">
      <dgm:prSet/>
      <dgm:spPr/>
      <dgm:t>
        <a:bodyPr/>
        <a:lstStyle/>
        <a:p>
          <a:endParaRPr lang="en-US"/>
        </a:p>
      </dgm:t>
    </dgm:pt>
    <dgm:pt modelId="{C38D75A9-07CE-4F05-B6C2-6B5B79EB2BC0}">
      <dgm:prSet custT="1"/>
      <dgm:spPr/>
      <dgm:t>
        <a:bodyPr/>
        <a:lstStyle/>
        <a:p>
          <a:r>
            <a:rPr lang="en-US" sz="2400" dirty="0">
              <a:latin typeface="Times New Roman" pitchFamily="18" charset="0"/>
              <a:cs typeface="Times New Roman" pitchFamily="18" charset="0"/>
            </a:rPr>
            <a:t>QHPLDS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những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tính</a:t>
          </a:r>
          <a:r>
            <a:rPr lang="en-US" sz="2400" dirty="0">
              <a:latin typeface="Times New Roman" pitchFamily="18" charset="0"/>
              <a:cs typeface="Times New Roman" pitchFamily="18" charset="0"/>
            </a:rPr>
            <a:t> ý </a:t>
          </a:r>
          <a:r>
            <a:rPr lang="en-US" sz="2400" dirty="0" err="1">
              <a:latin typeface="Times New Roman" pitchFamily="18" charset="0"/>
              <a:cs typeface="Times New Roman" pitchFamily="18" charset="0"/>
            </a:rPr>
            <a:t>chí</a:t>
          </a:r>
          <a:endParaRPr lang="en-US" sz="2400" dirty="0">
            <a:latin typeface="Times New Roman" pitchFamily="18" charset="0"/>
            <a:cs typeface="Times New Roman" pitchFamily="18" charset="0"/>
          </a:endParaRPr>
        </a:p>
      </dgm:t>
    </dgm:pt>
    <dgm:pt modelId="{ABD16C45-5F5B-4716-A241-255427484974}" type="parTrans" cxnId="{58DC1D33-3294-4220-B601-C13F1F4F7EB9}">
      <dgm:prSet/>
      <dgm:spPr/>
      <dgm:t>
        <a:bodyPr/>
        <a:lstStyle/>
        <a:p>
          <a:endParaRPr lang="en-US"/>
        </a:p>
      </dgm:t>
    </dgm:pt>
    <dgm:pt modelId="{B70C3E9B-A38E-497A-BE85-6A3D9BD004E5}" type="sibTrans" cxnId="{58DC1D33-3294-4220-B601-C13F1F4F7EB9}">
      <dgm:prSet/>
      <dgm:spPr/>
      <dgm:t>
        <a:bodyPr/>
        <a:lstStyle/>
        <a:p>
          <a:endParaRPr lang="en-US"/>
        </a:p>
      </dgm:t>
    </dgm:pt>
    <dgm:pt modelId="{D2B0A85A-6281-4389-8216-B9C594A2C863}">
      <dgm:prSet custT="1"/>
      <dgm:spPr/>
      <dgm:t>
        <a:bodyPr/>
        <a:lstStyle/>
        <a:p>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nghĩa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những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tham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a:t>
          </a:r>
          <a:r>
            <a:rPr lang="en-US" sz="2400" dirty="0">
              <a:latin typeface="Times New Roman" pitchFamily="18" charset="0"/>
              <a:cs typeface="Times New Roman" pitchFamily="18" charset="0"/>
            </a:rPr>
            <a:t> QHPLDS đ</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đảm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bằng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c</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Nhà</a:t>
          </a:r>
          <a:r>
            <a:rPr lang="en-US" sz="2400" dirty="0">
              <a:latin typeface="Times New Roman" pitchFamily="18" charset="0"/>
              <a:cs typeface="Times New Roman" pitchFamily="18" charset="0"/>
            </a:rPr>
            <a:t> n</a:t>
          </a:r>
          <a:r>
            <a:rPr lang="vi-VN" sz="2400" dirty="0">
              <a:latin typeface="Times New Roman" pitchFamily="18" charset="0"/>
              <a:cs typeface="Times New Roman" pitchFamily="18" charset="0"/>
            </a:rPr>
            <a:t>ư</a:t>
          </a:r>
          <a:r>
            <a:rPr lang="en-US" sz="2400" dirty="0" err="1">
              <a:latin typeface="Times New Roman" pitchFamily="18" charset="0"/>
              <a:cs typeface="Times New Roman" pitchFamily="18" charset="0"/>
            </a:rPr>
            <a:t>ớc</a:t>
          </a:r>
          <a:endParaRPr lang="en-US" sz="2400" dirty="0">
            <a:latin typeface="Times New Roman" pitchFamily="18" charset="0"/>
            <a:cs typeface="Times New Roman" pitchFamily="18" charset="0"/>
          </a:endParaRPr>
        </a:p>
      </dgm:t>
    </dgm:pt>
    <dgm:pt modelId="{DD14793B-7294-4AF5-94F1-B8A4636CDFA6}" type="parTrans" cxnId="{28D2E5AF-CC43-4587-B3C6-0A48C0B1DFCD}">
      <dgm:prSet/>
      <dgm:spPr/>
      <dgm:t>
        <a:bodyPr/>
        <a:lstStyle/>
        <a:p>
          <a:endParaRPr lang="en-US"/>
        </a:p>
      </dgm:t>
    </dgm:pt>
    <dgm:pt modelId="{D2B62D48-D40B-4E5F-AE6F-96D04AD5F0F6}" type="sibTrans" cxnId="{28D2E5AF-CC43-4587-B3C6-0A48C0B1DFCD}">
      <dgm:prSet/>
      <dgm:spPr/>
      <dgm:t>
        <a:bodyPr/>
        <a:lstStyle/>
        <a:p>
          <a:endParaRPr lang="en-US"/>
        </a:p>
      </dgm:t>
    </dgm:pt>
    <dgm:pt modelId="{860A4436-4D98-466A-A055-264656B89354}" type="pres">
      <dgm:prSet presAssocID="{A288E64E-CA20-4D1E-B659-FE736D21931B}" presName="root" presStyleCnt="0">
        <dgm:presLayoutVars>
          <dgm:dir/>
          <dgm:resizeHandles val="exact"/>
        </dgm:presLayoutVars>
      </dgm:prSet>
      <dgm:spPr/>
    </dgm:pt>
    <dgm:pt modelId="{53112E27-E9A8-400F-AE39-1C5272518F0B}" type="pres">
      <dgm:prSet presAssocID="{2ED18D3C-B534-497E-9A64-CE24DC3E544A}" presName="compNode" presStyleCnt="0"/>
      <dgm:spPr/>
    </dgm:pt>
    <dgm:pt modelId="{63953FFF-B9B6-4033-A90E-8CCE75CAD141}" type="pres">
      <dgm:prSet presAssocID="{2ED18D3C-B534-497E-9A64-CE24DC3E544A}" presName="bgRect" presStyleLbl="bgShp" presStyleIdx="0" presStyleCnt="3"/>
      <dgm:spPr/>
    </dgm:pt>
    <dgm:pt modelId="{8DF733C5-6C8E-4CA3-986A-083C1BFD3AC9}" type="pres">
      <dgm:prSet presAssocID="{2ED18D3C-B534-497E-9A64-CE24DC3E544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2AF219B2-0C62-4342-9D20-66D812177773}" type="pres">
      <dgm:prSet presAssocID="{2ED18D3C-B534-497E-9A64-CE24DC3E544A}" presName="spaceRect" presStyleCnt="0"/>
      <dgm:spPr/>
    </dgm:pt>
    <dgm:pt modelId="{7D037187-0609-487B-AD2A-43BBBD2F2D1A}" type="pres">
      <dgm:prSet presAssocID="{2ED18D3C-B534-497E-9A64-CE24DC3E544A}" presName="parTx" presStyleLbl="revTx" presStyleIdx="0" presStyleCnt="3">
        <dgm:presLayoutVars>
          <dgm:chMax val="0"/>
          <dgm:chPref val="0"/>
        </dgm:presLayoutVars>
      </dgm:prSet>
      <dgm:spPr/>
    </dgm:pt>
    <dgm:pt modelId="{5DC21BD4-86A9-4936-ADA0-FA809A0C5341}" type="pres">
      <dgm:prSet presAssocID="{D97DD752-A22C-4ED0-BE14-3892D81E08E1}" presName="sibTrans" presStyleCnt="0"/>
      <dgm:spPr/>
    </dgm:pt>
    <dgm:pt modelId="{8A198A30-ADC6-438F-8464-C90EC292C7A3}" type="pres">
      <dgm:prSet presAssocID="{C38D75A9-07CE-4F05-B6C2-6B5B79EB2BC0}" presName="compNode" presStyleCnt="0"/>
      <dgm:spPr/>
    </dgm:pt>
    <dgm:pt modelId="{75C308E9-ACE4-4044-BA9E-34A49CFCF80F}" type="pres">
      <dgm:prSet presAssocID="{C38D75A9-07CE-4F05-B6C2-6B5B79EB2BC0}" presName="bgRect" presStyleLbl="bgShp" presStyleIdx="1" presStyleCnt="3"/>
      <dgm:spPr/>
    </dgm:pt>
    <dgm:pt modelId="{4CB5D50E-A8EF-4556-84BB-C512639952BD}" type="pres">
      <dgm:prSet presAssocID="{C38D75A9-07CE-4F05-B6C2-6B5B79EB2BC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r"/>
        </a:ext>
      </dgm:extLst>
    </dgm:pt>
    <dgm:pt modelId="{6119A61C-56C9-4D2D-8C5E-8542FD9112CC}" type="pres">
      <dgm:prSet presAssocID="{C38D75A9-07CE-4F05-B6C2-6B5B79EB2BC0}" presName="spaceRect" presStyleCnt="0"/>
      <dgm:spPr/>
    </dgm:pt>
    <dgm:pt modelId="{BE7E4940-6076-4EE8-8718-9ED8691CF8D4}" type="pres">
      <dgm:prSet presAssocID="{C38D75A9-07CE-4F05-B6C2-6B5B79EB2BC0}" presName="parTx" presStyleLbl="revTx" presStyleIdx="1" presStyleCnt="3">
        <dgm:presLayoutVars>
          <dgm:chMax val="0"/>
          <dgm:chPref val="0"/>
        </dgm:presLayoutVars>
      </dgm:prSet>
      <dgm:spPr/>
    </dgm:pt>
    <dgm:pt modelId="{BF28F6B7-A9C2-42AB-8F75-92CC6A5D1459}" type="pres">
      <dgm:prSet presAssocID="{B70C3E9B-A38E-497A-BE85-6A3D9BD004E5}" presName="sibTrans" presStyleCnt="0"/>
      <dgm:spPr/>
    </dgm:pt>
    <dgm:pt modelId="{56B80523-38A4-43CC-B270-EC2FD4144A5C}" type="pres">
      <dgm:prSet presAssocID="{D2B0A85A-6281-4389-8216-B9C594A2C863}" presName="compNode" presStyleCnt="0"/>
      <dgm:spPr/>
    </dgm:pt>
    <dgm:pt modelId="{B34B2C13-C3E6-4B8A-8399-345633F0817E}" type="pres">
      <dgm:prSet presAssocID="{D2B0A85A-6281-4389-8216-B9C594A2C863}" presName="bgRect" presStyleLbl="bgShp" presStyleIdx="2" presStyleCnt="3"/>
      <dgm:spPr/>
    </dgm:pt>
    <dgm:pt modelId="{3B4DFC6C-E0BC-46ED-9C9B-7A92FF37FD3D}" type="pres">
      <dgm:prSet presAssocID="{D2B0A85A-6281-4389-8216-B9C594A2C8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m"/>
        </a:ext>
      </dgm:extLst>
    </dgm:pt>
    <dgm:pt modelId="{A2699A71-6571-4226-8429-9366CAA7DDAA}" type="pres">
      <dgm:prSet presAssocID="{D2B0A85A-6281-4389-8216-B9C594A2C863}" presName="spaceRect" presStyleCnt="0"/>
      <dgm:spPr/>
    </dgm:pt>
    <dgm:pt modelId="{79E1B45D-A7FE-4109-AFBE-2CEA1781D289}" type="pres">
      <dgm:prSet presAssocID="{D2B0A85A-6281-4389-8216-B9C594A2C863}" presName="parTx" presStyleLbl="revTx" presStyleIdx="2" presStyleCnt="3">
        <dgm:presLayoutVars>
          <dgm:chMax val="0"/>
          <dgm:chPref val="0"/>
        </dgm:presLayoutVars>
      </dgm:prSet>
      <dgm:spPr/>
    </dgm:pt>
  </dgm:ptLst>
  <dgm:cxnLst>
    <dgm:cxn modelId="{A29C5005-09DC-4353-B273-43A7F4DC91F2}" type="presOf" srcId="{D2B0A85A-6281-4389-8216-B9C594A2C863}" destId="{79E1B45D-A7FE-4109-AFBE-2CEA1781D289}" srcOrd="0" destOrd="0" presId="urn:microsoft.com/office/officeart/2018/2/layout/IconVerticalSolidList"/>
    <dgm:cxn modelId="{58DC1D33-3294-4220-B601-C13F1F4F7EB9}" srcId="{A288E64E-CA20-4D1E-B659-FE736D21931B}" destId="{C38D75A9-07CE-4F05-B6C2-6B5B79EB2BC0}" srcOrd="1" destOrd="0" parTransId="{ABD16C45-5F5B-4716-A241-255427484974}" sibTransId="{B70C3E9B-A38E-497A-BE85-6A3D9BD004E5}"/>
    <dgm:cxn modelId="{B0E01E40-7938-4129-84DD-84CD4C517D95}" srcId="{A288E64E-CA20-4D1E-B659-FE736D21931B}" destId="{2ED18D3C-B534-497E-9A64-CE24DC3E544A}" srcOrd="0" destOrd="0" parTransId="{07D77EAD-943F-4298-B725-9520190FD9DE}" sibTransId="{D97DD752-A22C-4ED0-BE14-3892D81E08E1}"/>
    <dgm:cxn modelId="{AFBCD87A-27DF-457B-A621-FD5F225EE585}" type="presOf" srcId="{C38D75A9-07CE-4F05-B6C2-6B5B79EB2BC0}" destId="{BE7E4940-6076-4EE8-8718-9ED8691CF8D4}" srcOrd="0" destOrd="0" presId="urn:microsoft.com/office/officeart/2018/2/layout/IconVerticalSolidList"/>
    <dgm:cxn modelId="{28D2E5AF-CC43-4587-B3C6-0A48C0B1DFCD}" srcId="{A288E64E-CA20-4D1E-B659-FE736D21931B}" destId="{D2B0A85A-6281-4389-8216-B9C594A2C863}" srcOrd="2" destOrd="0" parTransId="{DD14793B-7294-4AF5-94F1-B8A4636CDFA6}" sibTransId="{D2B62D48-D40B-4E5F-AE6F-96D04AD5F0F6}"/>
    <dgm:cxn modelId="{4D8060C0-0354-41EC-8E48-126FC59FD25E}" type="presOf" srcId="{A288E64E-CA20-4D1E-B659-FE736D21931B}" destId="{860A4436-4D98-466A-A055-264656B89354}" srcOrd="0" destOrd="0" presId="urn:microsoft.com/office/officeart/2018/2/layout/IconVerticalSolidList"/>
    <dgm:cxn modelId="{75C0B0EE-50F4-4851-AC92-C1E1CC7B9F2E}" type="presOf" srcId="{2ED18D3C-B534-497E-9A64-CE24DC3E544A}" destId="{7D037187-0609-487B-AD2A-43BBBD2F2D1A}" srcOrd="0" destOrd="0" presId="urn:microsoft.com/office/officeart/2018/2/layout/IconVerticalSolidList"/>
    <dgm:cxn modelId="{480D094E-367D-4562-9A6F-A8FFCBA01EAA}" type="presParOf" srcId="{860A4436-4D98-466A-A055-264656B89354}" destId="{53112E27-E9A8-400F-AE39-1C5272518F0B}" srcOrd="0" destOrd="0" presId="urn:microsoft.com/office/officeart/2018/2/layout/IconVerticalSolidList"/>
    <dgm:cxn modelId="{DCDA5754-6E4E-4FC6-9AB0-38FC5E3E3611}" type="presParOf" srcId="{53112E27-E9A8-400F-AE39-1C5272518F0B}" destId="{63953FFF-B9B6-4033-A90E-8CCE75CAD141}" srcOrd="0" destOrd="0" presId="urn:microsoft.com/office/officeart/2018/2/layout/IconVerticalSolidList"/>
    <dgm:cxn modelId="{1838D79F-A91C-4040-AC2E-8B14F70BA585}" type="presParOf" srcId="{53112E27-E9A8-400F-AE39-1C5272518F0B}" destId="{8DF733C5-6C8E-4CA3-986A-083C1BFD3AC9}" srcOrd="1" destOrd="0" presId="urn:microsoft.com/office/officeart/2018/2/layout/IconVerticalSolidList"/>
    <dgm:cxn modelId="{06B45D6F-3F67-4C7D-B6CF-06AA47D1F890}" type="presParOf" srcId="{53112E27-E9A8-400F-AE39-1C5272518F0B}" destId="{2AF219B2-0C62-4342-9D20-66D812177773}" srcOrd="2" destOrd="0" presId="urn:microsoft.com/office/officeart/2018/2/layout/IconVerticalSolidList"/>
    <dgm:cxn modelId="{042E3B30-002D-49A1-8CCB-A8B3B0493F75}" type="presParOf" srcId="{53112E27-E9A8-400F-AE39-1C5272518F0B}" destId="{7D037187-0609-487B-AD2A-43BBBD2F2D1A}" srcOrd="3" destOrd="0" presId="urn:microsoft.com/office/officeart/2018/2/layout/IconVerticalSolidList"/>
    <dgm:cxn modelId="{5FF1C89A-5C32-4123-906A-F356E7D49638}" type="presParOf" srcId="{860A4436-4D98-466A-A055-264656B89354}" destId="{5DC21BD4-86A9-4936-ADA0-FA809A0C5341}" srcOrd="1" destOrd="0" presId="urn:microsoft.com/office/officeart/2018/2/layout/IconVerticalSolidList"/>
    <dgm:cxn modelId="{F321F432-5A50-4BB8-A8CF-4D1F43F04E99}" type="presParOf" srcId="{860A4436-4D98-466A-A055-264656B89354}" destId="{8A198A30-ADC6-438F-8464-C90EC292C7A3}" srcOrd="2" destOrd="0" presId="urn:microsoft.com/office/officeart/2018/2/layout/IconVerticalSolidList"/>
    <dgm:cxn modelId="{998221AB-8E91-40B0-8E4A-0F42E4E23137}" type="presParOf" srcId="{8A198A30-ADC6-438F-8464-C90EC292C7A3}" destId="{75C308E9-ACE4-4044-BA9E-34A49CFCF80F}" srcOrd="0" destOrd="0" presId="urn:microsoft.com/office/officeart/2018/2/layout/IconVerticalSolidList"/>
    <dgm:cxn modelId="{A3089560-119C-4130-ADD2-D148D8E371B1}" type="presParOf" srcId="{8A198A30-ADC6-438F-8464-C90EC292C7A3}" destId="{4CB5D50E-A8EF-4556-84BB-C512639952BD}" srcOrd="1" destOrd="0" presId="urn:microsoft.com/office/officeart/2018/2/layout/IconVerticalSolidList"/>
    <dgm:cxn modelId="{CC462DCC-9EB3-427F-B627-961B10E742C2}" type="presParOf" srcId="{8A198A30-ADC6-438F-8464-C90EC292C7A3}" destId="{6119A61C-56C9-4D2D-8C5E-8542FD9112CC}" srcOrd="2" destOrd="0" presId="urn:microsoft.com/office/officeart/2018/2/layout/IconVerticalSolidList"/>
    <dgm:cxn modelId="{BCFD6051-7A2E-46FD-8C70-648CCA508675}" type="presParOf" srcId="{8A198A30-ADC6-438F-8464-C90EC292C7A3}" destId="{BE7E4940-6076-4EE8-8718-9ED8691CF8D4}" srcOrd="3" destOrd="0" presId="urn:microsoft.com/office/officeart/2018/2/layout/IconVerticalSolidList"/>
    <dgm:cxn modelId="{443B427D-04B7-4644-BC87-1BB11448F9C4}" type="presParOf" srcId="{860A4436-4D98-466A-A055-264656B89354}" destId="{BF28F6B7-A9C2-42AB-8F75-92CC6A5D1459}" srcOrd="3" destOrd="0" presId="urn:microsoft.com/office/officeart/2018/2/layout/IconVerticalSolidList"/>
    <dgm:cxn modelId="{AFFDFF11-9D9F-49C6-BA47-25216AD3A9BC}" type="presParOf" srcId="{860A4436-4D98-466A-A055-264656B89354}" destId="{56B80523-38A4-43CC-B270-EC2FD4144A5C}" srcOrd="4" destOrd="0" presId="urn:microsoft.com/office/officeart/2018/2/layout/IconVerticalSolidList"/>
    <dgm:cxn modelId="{90B9B788-3CA3-4101-A7B5-30B07ECCAEFE}" type="presParOf" srcId="{56B80523-38A4-43CC-B270-EC2FD4144A5C}" destId="{B34B2C13-C3E6-4B8A-8399-345633F0817E}" srcOrd="0" destOrd="0" presId="urn:microsoft.com/office/officeart/2018/2/layout/IconVerticalSolidList"/>
    <dgm:cxn modelId="{9C29FA26-1961-4213-8C53-D5D9A85FCD85}" type="presParOf" srcId="{56B80523-38A4-43CC-B270-EC2FD4144A5C}" destId="{3B4DFC6C-E0BC-46ED-9C9B-7A92FF37FD3D}" srcOrd="1" destOrd="0" presId="urn:microsoft.com/office/officeart/2018/2/layout/IconVerticalSolidList"/>
    <dgm:cxn modelId="{B0080F52-60F1-424D-954C-02E68A31F6A7}" type="presParOf" srcId="{56B80523-38A4-43CC-B270-EC2FD4144A5C}" destId="{A2699A71-6571-4226-8429-9366CAA7DDAA}" srcOrd="2" destOrd="0" presId="urn:microsoft.com/office/officeart/2018/2/layout/IconVerticalSolidList"/>
    <dgm:cxn modelId="{2ECBA16E-331D-4977-BEA5-27B738909AAA}" type="presParOf" srcId="{56B80523-38A4-43CC-B270-EC2FD4144A5C}" destId="{79E1B45D-A7FE-4109-AFBE-2CEA1781D28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9776DE-EC49-4ED8-B3FD-65C1441E077E}" type="doc">
      <dgm:prSet loTypeId="urn:microsoft.com/office/officeart/2016/7/layout/LinearBlockProcessNumbered" loCatId="process" qsTypeId="urn:microsoft.com/office/officeart/2005/8/quickstyle/simple5" qsCatId="simple" csTypeId="urn:microsoft.com/office/officeart/2005/8/colors/colorful2" csCatId="colorful" phldr="1"/>
      <dgm:spPr/>
      <dgm:t>
        <a:bodyPr/>
        <a:lstStyle/>
        <a:p>
          <a:endParaRPr lang="en-US"/>
        </a:p>
      </dgm:t>
    </dgm:pt>
    <dgm:pt modelId="{11603B9B-2383-49EF-A7C8-9CEDC6002882}">
      <dgm:prSet/>
      <dgm:spPr/>
      <dgm:t>
        <a:bodyPr/>
        <a:lstStyle/>
        <a:p>
          <a:r>
            <a:rPr lang="en-US" dirty="0">
              <a:latin typeface="Times New Roman" pitchFamily="18" charset="0"/>
              <a:cs typeface="Times New Roman" pitchFamily="18" charset="0"/>
            </a:rPr>
            <a:t>QHPLDS </a:t>
          </a:r>
          <a:r>
            <a:rPr lang="en-US" dirty="0" err="1">
              <a:latin typeface="Times New Roman" pitchFamily="18" charset="0"/>
              <a:cs typeface="Times New Roman" pitchFamily="18" charset="0"/>
            </a:rPr>
            <a:t>tồn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tiếp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chỉnh</a:t>
          </a:r>
          <a:endParaRPr lang="en-US" dirty="0">
            <a:latin typeface="Times New Roman" pitchFamily="18" charset="0"/>
            <a:cs typeface="Times New Roman" pitchFamily="18" charset="0"/>
          </a:endParaRPr>
        </a:p>
      </dgm:t>
    </dgm:pt>
    <dgm:pt modelId="{C6C6D16B-754C-47ED-AFD4-08D8A5954C93}" type="parTrans" cxnId="{2975A0BE-38BA-4956-A885-37A6C825F4D1}">
      <dgm:prSet/>
      <dgm:spPr/>
      <dgm:t>
        <a:bodyPr/>
        <a:lstStyle/>
        <a:p>
          <a:endParaRPr lang="en-US"/>
        </a:p>
      </dgm:t>
    </dgm:pt>
    <dgm:pt modelId="{AD3C3EE6-8D55-4A12-B82D-E966FC51FA28}" type="sibTrans" cxnId="{2975A0BE-38BA-4956-A885-37A6C825F4D1}">
      <dgm:prSet phldrT="01" phldr="0"/>
      <dgm:spPr/>
      <dgm:t>
        <a:bodyPr/>
        <a:lstStyle/>
        <a:p>
          <a:r>
            <a:rPr lang="en-US"/>
            <a:t>01</a:t>
          </a:r>
        </a:p>
      </dgm:t>
    </dgm:pt>
    <dgm:pt modelId="{3A6F7EE7-A2EB-4831-AE71-7F89D75E0DF3}">
      <dgm:prSet custT="1"/>
      <dgm:spPr/>
      <dgm:t>
        <a:bodyPr/>
        <a:lstStyle/>
        <a:p>
          <a:r>
            <a:rPr lang="en-US" sz="2600" dirty="0" err="1">
              <a:latin typeface="Times New Roman" pitchFamily="18" charset="0"/>
              <a:cs typeface="Times New Roman" pitchFamily="18" charset="0"/>
            </a:rPr>
            <a:t>Địa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lý</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a:t>
          </a:r>
          <a:r>
            <a:rPr lang="en-US" sz="2600" dirty="0">
              <a:latin typeface="Times New Roman" pitchFamily="18" charset="0"/>
              <a:cs typeface="Times New Roman" pitchFamily="18" charset="0"/>
            </a:rPr>
            <a:t> QHPLDS </a:t>
          </a:r>
          <a:r>
            <a:rPr lang="en-US" sz="2600" dirty="0" err="1">
              <a:latin typeface="Times New Roman" pitchFamily="18" charset="0"/>
              <a:cs typeface="Times New Roman" pitchFamily="18" charset="0"/>
            </a:rPr>
            <a:t>đều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đẳng</a:t>
          </a:r>
          <a:endParaRPr lang="en-US" sz="2600" dirty="0">
            <a:latin typeface="Times New Roman" pitchFamily="18" charset="0"/>
            <a:cs typeface="Times New Roman" pitchFamily="18" charset="0"/>
          </a:endParaRPr>
        </a:p>
      </dgm:t>
    </dgm:pt>
    <dgm:pt modelId="{43C8712E-CA6F-4E70-B13F-73A31681B825}" type="parTrans" cxnId="{5D36EF72-5EBC-4C56-869C-49A56D3D8939}">
      <dgm:prSet/>
      <dgm:spPr/>
      <dgm:t>
        <a:bodyPr/>
        <a:lstStyle/>
        <a:p>
          <a:endParaRPr lang="en-US"/>
        </a:p>
      </dgm:t>
    </dgm:pt>
    <dgm:pt modelId="{4321F6E3-DEF7-4673-819E-EBFA6584E5F1}" type="sibTrans" cxnId="{5D36EF72-5EBC-4C56-869C-49A56D3D8939}">
      <dgm:prSet phldrT="02" phldr="0"/>
      <dgm:spPr/>
      <dgm:t>
        <a:bodyPr/>
        <a:lstStyle/>
        <a:p>
          <a:r>
            <a:rPr lang="en-US"/>
            <a:t>02</a:t>
          </a:r>
        </a:p>
      </dgm:t>
    </dgm:pt>
    <dgm:pt modelId="{0DAE6945-C7FE-426B-BF6D-B4F894F82D77}">
      <dgm:prSet custT="1"/>
      <dgm:spPr/>
      <dgm:t>
        <a:bodyPr/>
        <a:lstStyle/>
        <a:p>
          <a:r>
            <a:rPr lang="en-US" sz="2600" dirty="0">
              <a:latin typeface="Times New Roman" pitchFamily="18" charset="0"/>
              <a:cs typeface="Times New Roman" pitchFamily="18" charset="0"/>
            </a:rPr>
            <a:t>QHPLDS </a:t>
          </a:r>
          <a:r>
            <a:rPr lang="en-US" sz="2600" dirty="0" err="1">
              <a:latin typeface="Times New Roman" pitchFamily="18" charset="0"/>
              <a:cs typeface="Times New Roman" pitchFamily="18" charset="0"/>
            </a:rPr>
            <a:t>rất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bảo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vệ</a:t>
          </a:r>
          <a:endParaRPr lang="en-US" sz="2600" dirty="0">
            <a:latin typeface="Times New Roman" pitchFamily="18" charset="0"/>
            <a:cs typeface="Times New Roman" pitchFamily="18" charset="0"/>
          </a:endParaRPr>
        </a:p>
      </dgm:t>
    </dgm:pt>
    <dgm:pt modelId="{6AC62AE8-7E6A-488F-860C-BD3F5F296585}" type="parTrans" cxnId="{B47D4F94-C97B-4C09-8BB1-27E54F353C19}">
      <dgm:prSet/>
      <dgm:spPr/>
      <dgm:t>
        <a:bodyPr/>
        <a:lstStyle/>
        <a:p>
          <a:endParaRPr lang="en-US"/>
        </a:p>
      </dgm:t>
    </dgm:pt>
    <dgm:pt modelId="{0BEC5925-20C3-4C72-8FCA-5BD2CEB0C32A}" type="sibTrans" cxnId="{B47D4F94-C97B-4C09-8BB1-27E54F353C19}">
      <dgm:prSet phldrT="03" phldr="0"/>
      <dgm:spPr/>
      <dgm:t>
        <a:bodyPr/>
        <a:lstStyle/>
        <a:p>
          <a:r>
            <a:rPr lang="en-US"/>
            <a:t>03</a:t>
          </a:r>
        </a:p>
      </dgm:t>
    </dgm:pt>
    <dgm:pt modelId="{4B1A1018-9FC3-4007-93F0-9B21BFFF8F0E}" type="pres">
      <dgm:prSet presAssocID="{4B9776DE-EC49-4ED8-B3FD-65C1441E077E}" presName="Name0" presStyleCnt="0">
        <dgm:presLayoutVars>
          <dgm:animLvl val="lvl"/>
          <dgm:resizeHandles val="exact"/>
        </dgm:presLayoutVars>
      </dgm:prSet>
      <dgm:spPr/>
    </dgm:pt>
    <dgm:pt modelId="{A286DECC-50FF-46D2-97A1-4922DAF4A803}" type="pres">
      <dgm:prSet presAssocID="{11603B9B-2383-49EF-A7C8-9CEDC6002882}" presName="compositeNode" presStyleCnt="0">
        <dgm:presLayoutVars>
          <dgm:bulletEnabled val="1"/>
        </dgm:presLayoutVars>
      </dgm:prSet>
      <dgm:spPr/>
    </dgm:pt>
    <dgm:pt modelId="{0964F2DE-7F86-4157-99BF-075AA0851E28}" type="pres">
      <dgm:prSet presAssocID="{11603B9B-2383-49EF-A7C8-9CEDC6002882}" presName="bgRect" presStyleLbl="alignNode1" presStyleIdx="0" presStyleCnt="3"/>
      <dgm:spPr/>
    </dgm:pt>
    <dgm:pt modelId="{097D8ABF-6377-4DCC-89C2-5CDDEBCFE060}" type="pres">
      <dgm:prSet presAssocID="{AD3C3EE6-8D55-4A12-B82D-E966FC51FA28}" presName="sibTransNodeRect" presStyleLbl="alignNode1" presStyleIdx="0" presStyleCnt="3">
        <dgm:presLayoutVars>
          <dgm:chMax val="0"/>
          <dgm:bulletEnabled val="1"/>
        </dgm:presLayoutVars>
      </dgm:prSet>
      <dgm:spPr/>
    </dgm:pt>
    <dgm:pt modelId="{D302644C-4DE4-4412-A332-684F02DF72F3}" type="pres">
      <dgm:prSet presAssocID="{11603B9B-2383-49EF-A7C8-9CEDC6002882}" presName="nodeRect" presStyleLbl="alignNode1" presStyleIdx="0" presStyleCnt="3">
        <dgm:presLayoutVars>
          <dgm:bulletEnabled val="1"/>
        </dgm:presLayoutVars>
      </dgm:prSet>
      <dgm:spPr/>
    </dgm:pt>
    <dgm:pt modelId="{E524C002-5962-4CF1-ADF1-416053AB8002}" type="pres">
      <dgm:prSet presAssocID="{AD3C3EE6-8D55-4A12-B82D-E966FC51FA28}" presName="sibTrans" presStyleCnt="0"/>
      <dgm:spPr/>
    </dgm:pt>
    <dgm:pt modelId="{4E274C1B-D887-4561-90EF-24A391926D96}" type="pres">
      <dgm:prSet presAssocID="{3A6F7EE7-A2EB-4831-AE71-7F89D75E0DF3}" presName="compositeNode" presStyleCnt="0">
        <dgm:presLayoutVars>
          <dgm:bulletEnabled val="1"/>
        </dgm:presLayoutVars>
      </dgm:prSet>
      <dgm:spPr/>
    </dgm:pt>
    <dgm:pt modelId="{D228A296-968E-4B71-B25A-566751794E76}" type="pres">
      <dgm:prSet presAssocID="{3A6F7EE7-A2EB-4831-AE71-7F89D75E0DF3}" presName="bgRect" presStyleLbl="alignNode1" presStyleIdx="1" presStyleCnt="3"/>
      <dgm:spPr/>
    </dgm:pt>
    <dgm:pt modelId="{FCDF918E-B72C-461D-8493-5D304C9EE158}" type="pres">
      <dgm:prSet presAssocID="{4321F6E3-DEF7-4673-819E-EBFA6584E5F1}" presName="sibTransNodeRect" presStyleLbl="alignNode1" presStyleIdx="1" presStyleCnt="3">
        <dgm:presLayoutVars>
          <dgm:chMax val="0"/>
          <dgm:bulletEnabled val="1"/>
        </dgm:presLayoutVars>
      </dgm:prSet>
      <dgm:spPr/>
    </dgm:pt>
    <dgm:pt modelId="{AE068E20-A21D-458E-B2E0-C4DE849E614A}" type="pres">
      <dgm:prSet presAssocID="{3A6F7EE7-A2EB-4831-AE71-7F89D75E0DF3}" presName="nodeRect" presStyleLbl="alignNode1" presStyleIdx="1" presStyleCnt="3">
        <dgm:presLayoutVars>
          <dgm:bulletEnabled val="1"/>
        </dgm:presLayoutVars>
      </dgm:prSet>
      <dgm:spPr/>
    </dgm:pt>
    <dgm:pt modelId="{6084F6B7-26C9-4F2E-AE28-AD5EC15BB2B0}" type="pres">
      <dgm:prSet presAssocID="{4321F6E3-DEF7-4673-819E-EBFA6584E5F1}" presName="sibTrans" presStyleCnt="0"/>
      <dgm:spPr/>
    </dgm:pt>
    <dgm:pt modelId="{DADC6106-E3D6-4264-BD47-AA442C18E26B}" type="pres">
      <dgm:prSet presAssocID="{0DAE6945-C7FE-426B-BF6D-B4F894F82D77}" presName="compositeNode" presStyleCnt="0">
        <dgm:presLayoutVars>
          <dgm:bulletEnabled val="1"/>
        </dgm:presLayoutVars>
      </dgm:prSet>
      <dgm:spPr/>
    </dgm:pt>
    <dgm:pt modelId="{35AC2C91-50F4-4A05-B856-557FA60F3F09}" type="pres">
      <dgm:prSet presAssocID="{0DAE6945-C7FE-426B-BF6D-B4F894F82D77}" presName="bgRect" presStyleLbl="alignNode1" presStyleIdx="2" presStyleCnt="3"/>
      <dgm:spPr/>
    </dgm:pt>
    <dgm:pt modelId="{A87A2480-24DD-4839-968D-3AD66718527D}" type="pres">
      <dgm:prSet presAssocID="{0BEC5925-20C3-4C72-8FCA-5BD2CEB0C32A}" presName="sibTransNodeRect" presStyleLbl="alignNode1" presStyleIdx="2" presStyleCnt="3">
        <dgm:presLayoutVars>
          <dgm:chMax val="0"/>
          <dgm:bulletEnabled val="1"/>
        </dgm:presLayoutVars>
      </dgm:prSet>
      <dgm:spPr/>
    </dgm:pt>
    <dgm:pt modelId="{4308AA62-6DC7-48D3-A3C3-89EAB7904E10}" type="pres">
      <dgm:prSet presAssocID="{0DAE6945-C7FE-426B-BF6D-B4F894F82D77}" presName="nodeRect" presStyleLbl="alignNode1" presStyleIdx="2" presStyleCnt="3">
        <dgm:presLayoutVars>
          <dgm:bulletEnabled val="1"/>
        </dgm:presLayoutVars>
      </dgm:prSet>
      <dgm:spPr/>
    </dgm:pt>
  </dgm:ptLst>
  <dgm:cxnLst>
    <dgm:cxn modelId="{FA4C8016-6B4A-4FDA-9A27-292AFA34632B}" type="presOf" srcId="{4321F6E3-DEF7-4673-819E-EBFA6584E5F1}" destId="{FCDF918E-B72C-461D-8493-5D304C9EE158}" srcOrd="0" destOrd="0" presId="urn:microsoft.com/office/officeart/2016/7/layout/LinearBlockProcessNumbered"/>
    <dgm:cxn modelId="{BDE73C28-B5E8-4A02-B1D5-EA4AB7234C9A}" type="presOf" srcId="{11603B9B-2383-49EF-A7C8-9CEDC6002882}" destId="{0964F2DE-7F86-4157-99BF-075AA0851E28}" srcOrd="0" destOrd="0" presId="urn:microsoft.com/office/officeart/2016/7/layout/LinearBlockProcessNumbered"/>
    <dgm:cxn modelId="{CA9E1E3B-3C8A-448E-8908-63EF4A7D51B2}" type="presOf" srcId="{4B9776DE-EC49-4ED8-B3FD-65C1441E077E}" destId="{4B1A1018-9FC3-4007-93F0-9B21BFFF8F0E}" srcOrd="0" destOrd="0" presId="urn:microsoft.com/office/officeart/2016/7/layout/LinearBlockProcessNumbered"/>
    <dgm:cxn modelId="{B95A9754-9D79-4607-84B9-ECFEC3C19849}" type="presOf" srcId="{AD3C3EE6-8D55-4A12-B82D-E966FC51FA28}" destId="{097D8ABF-6377-4DCC-89C2-5CDDEBCFE060}" srcOrd="0" destOrd="0" presId="urn:microsoft.com/office/officeart/2016/7/layout/LinearBlockProcessNumbered"/>
    <dgm:cxn modelId="{82E22F56-7214-4CA2-9181-F5F047F4B17D}" type="presOf" srcId="{11603B9B-2383-49EF-A7C8-9CEDC6002882}" destId="{D302644C-4DE4-4412-A332-684F02DF72F3}" srcOrd="1" destOrd="0" presId="urn:microsoft.com/office/officeart/2016/7/layout/LinearBlockProcessNumbered"/>
    <dgm:cxn modelId="{5D36EF72-5EBC-4C56-869C-49A56D3D8939}" srcId="{4B9776DE-EC49-4ED8-B3FD-65C1441E077E}" destId="{3A6F7EE7-A2EB-4831-AE71-7F89D75E0DF3}" srcOrd="1" destOrd="0" parTransId="{43C8712E-CA6F-4E70-B13F-73A31681B825}" sibTransId="{4321F6E3-DEF7-4673-819E-EBFA6584E5F1}"/>
    <dgm:cxn modelId="{FA55C675-8654-412F-9F41-3FBBFC5C4A04}" type="presOf" srcId="{0DAE6945-C7FE-426B-BF6D-B4F894F82D77}" destId="{4308AA62-6DC7-48D3-A3C3-89EAB7904E10}" srcOrd="1" destOrd="0" presId="urn:microsoft.com/office/officeart/2016/7/layout/LinearBlockProcessNumbered"/>
    <dgm:cxn modelId="{B47D4F94-C97B-4C09-8BB1-27E54F353C19}" srcId="{4B9776DE-EC49-4ED8-B3FD-65C1441E077E}" destId="{0DAE6945-C7FE-426B-BF6D-B4F894F82D77}" srcOrd="2" destOrd="0" parTransId="{6AC62AE8-7E6A-488F-860C-BD3F5F296585}" sibTransId="{0BEC5925-20C3-4C72-8FCA-5BD2CEB0C32A}"/>
    <dgm:cxn modelId="{974D6AAC-154E-4D21-8297-080F232233DB}" type="presOf" srcId="{0DAE6945-C7FE-426B-BF6D-B4F894F82D77}" destId="{35AC2C91-50F4-4A05-B856-557FA60F3F09}" srcOrd="0" destOrd="0" presId="urn:microsoft.com/office/officeart/2016/7/layout/LinearBlockProcessNumbered"/>
    <dgm:cxn modelId="{2975A0BE-38BA-4956-A885-37A6C825F4D1}" srcId="{4B9776DE-EC49-4ED8-B3FD-65C1441E077E}" destId="{11603B9B-2383-49EF-A7C8-9CEDC6002882}" srcOrd="0" destOrd="0" parTransId="{C6C6D16B-754C-47ED-AFD4-08D8A5954C93}" sibTransId="{AD3C3EE6-8D55-4A12-B82D-E966FC51FA28}"/>
    <dgm:cxn modelId="{F7FBC1E5-9056-4F54-BF3C-2E08D430C69D}" type="presOf" srcId="{3A6F7EE7-A2EB-4831-AE71-7F89D75E0DF3}" destId="{AE068E20-A21D-458E-B2E0-C4DE849E614A}" srcOrd="1" destOrd="0" presId="urn:microsoft.com/office/officeart/2016/7/layout/LinearBlockProcessNumbered"/>
    <dgm:cxn modelId="{D1B768EC-8C0F-4C24-9ABB-4A8F027A676A}" type="presOf" srcId="{0BEC5925-20C3-4C72-8FCA-5BD2CEB0C32A}" destId="{A87A2480-24DD-4839-968D-3AD66718527D}" srcOrd="0" destOrd="0" presId="urn:microsoft.com/office/officeart/2016/7/layout/LinearBlockProcessNumbered"/>
    <dgm:cxn modelId="{7ED7BEFC-D047-4B2B-8142-8A750183D354}" type="presOf" srcId="{3A6F7EE7-A2EB-4831-AE71-7F89D75E0DF3}" destId="{D228A296-968E-4B71-B25A-566751794E76}" srcOrd="0" destOrd="0" presId="urn:microsoft.com/office/officeart/2016/7/layout/LinearBlockProcessNumbered"/>
    <dgm:cxn modelId="{79973515-2CD4-4C4D-B1BF-A5DA72EEAE6E}" type="presParOf" srcId="{4B1A1018-9FC3-4007-93F0-9B21BFFF8F0E}" destId="{A286DECC-50FF-46D2-97A1-4922DAF4A803}" srcOrd="0" destOrd="0" presId="urn:microsoft.com/office/officeart/2016/7/layout/LinearBlockProcessNumbered"/>
    <dgm:cxn modelId="{CBD3E27C-9F32-4221-AC1D-7E419B2E745F}" type="presParOf" srcId="{A286DECC-50FF-46D2-97A1-4922DAF4A803}" destId="{0964F2DE-7F86-4157-99BF-075AA0851E28}" srcOrd="0" destOrd="0" presId="urn:microsoft.com/office/officeart/2016/7/layout/LinearBlockProcessNumbered"/>
    <dgm:cxn modelId="{6BE6109F-8A80-4E4C-B358-E67CEF2F2BE8}" type="presParOf" srcId="{A286DECC-50FF-46D2-97A1-4922DAF4A803}" destId="{097D8ABF-6377-4DCC-89C2-5CDDEBCFE060}" srcOrd="1" destOrd="0" presId="urn:microsoft.com/office/officeart/2016/7/layout/LinearBlockProcessNumbered"/>
    <dgm:cxn modelId="{EC301ADC-1149-4EDB-8E50-31C40C205B48}" type="presParOf" srcId="{A286DECC-50FF-46D2-97A1-4922DAF4A803}" destId="{D302644C-4DE4-4412-A332-684F02DF72F3}" srcOrd="2" destOrd="0" presId="urn:microsoft.com/office/officeart/2016/7/layout/LinearBlockProcessNumbered"/>
    <dgm:cxn modelId="{2529184D-E373-4A63-940A-B10DF2F615C1}" type="presParOf" srcId="{4B1A1018-9FC3-4007-93F0-9B21BFFF8F0E}" destId="{E524C002-5962-4CF1-ADF1-416053AB8002}" srcOrd="1" destOrd="0" presId="urn:microsoft.com/office/officeart/2016/7/layout/LinearBlockProcessNumbered"/>
    <dgm:cxn modelId="{180A3C3C-8092-4734-9DFD-D5C611780A3E}" type="presParOf" srcId="{4B1A1018-9FC3-4007-93F0-9B21BFFF8F0E}" destId="{4E274C1B-D887-4561-90EF-24A391926D96}" srcOrd="2" destOrd="0" presId="urn:microsoft.com/office/officeart/2016/7/layout/LinearBlockProcessNumbered"/>
    <dgm:cxn modelId="{0B3F68DC-4A88-43B1-9CE5-FD92AED4BF0A}" type="presParOf" srcId="{4E274C1B-D887-4561-90EF-24A391926D96}" destId="{D228A296-968E-4B71-B25A-566751794E76}" srcOrd="0" destOrd="0" presId="urn:microsoft.com/office/officeart/2016/7/layout/LinearBlockProcessNumbered"/>
    <dgm:cxn modelId="{1093040A-4669-47A9-A775-F79CD79FD9D2}" type="presParOf" srcId="{4E274C1B-D887-4561-90EF-24A391926D96}" destId="{FCDF918E-B72C-461D-8493-5D304C9EE158}" srcOrd="1" destOrd="0" presId="urn:microsoft.com/office/officeart/2016/7/layout/LinearBlockProcessNumbered"/>
    <dgm:cxn modelId="{D2B41292-7992-4DEA-972E-1334802210F9}" type="presParOf" srcId="{4E274C1B-D887-4561-90EF-24A391926D96}" destId="{AE068E20-A21D-458E-B2E0-C4DE849E614A}" srcOrd="2" destOrd="0" presId="urn:microsoft.com/office/officeart/2016/7/layout/LinearBlockProcessNumbered"/>
    <dgm:cxn modelId="{273F636F-2235-4679-99C3-3CCD0AEA4CFB}" type="presParOf" srcId="{4B1A1018-9FC3-4007-93F0-9B21BFFF8F0E}" destId="{6084F6B7-26C9-4F2E-AE28-AD5EC15BB2B0}" srcOrd="3" destOrd="0" presId="urn:microsoft.com/office/officeart/2016/7/layout/LinearBlockProcessNumbered"/>
    <dgm:cxn modelId="{4D6FD253-4159-41A9-ADCC-36BA59D552F1}" type="presParOf" srcId="{4B1A1018-9FC3-4007-93F0-9B21BFFF8F0E}" destId="{DADC6106-E3D6-4264-BD47-AA442C18E26B}" srcOrd="4" destOrd="0" presId="urn:microsoft.com/office/officeart/2016/7/layout/LinearBlockProcessNumbered"/>
    <dgm:cxn modelId="{27432CB2-6392-4348-B200-112973C13072}" type="presParOf" srcId="{DADC6106-E3D6-4264-BD47-AA442C18E26B}" destId="{35AC2C91-50F4-4A05-B856-557FA60F3F09}" srcOrd="0" destOrd="0" presId="urn:microsoft.com/office/officeart/2016/7/layout/LinearBlockProcessNumbered"/>
    <dgm:cxn modelId="{5A3E4B80-1DCE-46AD-B14B-906CF05C2D8A}" type="presParOf" srcId="{DADC6106-E3D6-4264-BD47-AA442C18E26B}" destId="{A87A2480-24DD-4839-968D-3AD66718527D}" srcOrd="1" destOrd="0" presId="urn:microsoft.com/office/officeart/2016/7/layout/LinearBlockProcessNumbered"/>
    <dgm:cxn modelId="{6C4D381F-D4DD-4537-8906-7D681015B258}" type="presParOf" srcId="{DADC6106-E3D6-4264-BD47-AA442C18E26B}" destId="{4308AA62-6DC7-48D3-A3C3-89EAB7904E10}"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9C8A555-CB63-4A07-9217-8394C8B9D790}" type="doc">
      <dgm:prSet loTypeId="urn:microsoft.com/office/officeart/2005/8/layout/list1" loCatId="list" qsTypeId="urn:microsoft.com/office/officeart/2005/8/quickstyle/simple2" qsCatId="simple" csTypeId="urn:microsoft.com/office/officeart/2005/8/colors/colorful2" csCatId="colorful" phldr="1"/>
      <dgm:spPr/>
      <dgm:t>
        <a:bodyPr/>
        <a:lstStyle/>
        <a:p>
          <a:endParaRPr lang="en-US"/>
        </a:p>
      </dgm:t>
    </dgm:pt>
    <dgm:pt modelId="{6F71E833-F8E1-41AC-A71F-69D94F2B6DBE}">
      <dgm:prSet/>
      <dgm:spPr/>
      <dgm:t>
        <a:bodyPr/>
        <a:lstStyle/>
        <a:p>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QHPLDS</a:t>
          </a:r>
        </a:p>
      </dgm:t>
    </dgm:pt>
    <dgm:pt modelId="{5B308CAD-C213-4FAD-AB17-881DFA765F4B}" type="parTrans" cxnId="{D7C02ED3-A6A4-4F03-BB2A-EF410EE864AA}">
      <dgm:prSet/>
      <dgm:spPr/>
      <dgm:t>
        <a:bodyPr/>
        <a:lstStyle/>
        <a:p>
          <a:endParaRPr lang="en-US"/>
        </a:p>
      </dgm:t>
    </dgm:pt>
    <dgm:pt modelId="{2E25807A-885B-4925-95FF-6E21785983D7}" type="sibTrans" cxnId="{D7C02ED3-A6A4-4F03-BB2A-EF410EE864AA}">
      <dgm:prSet/>
      <dgm:spPr/>
      <dgm:t>
        <a:bodyPr/>
        <a:lstStyle/>
        <a:p>
          <a:endParaRPr lang="en-US"/>
        </a:p>
      </dgm:t>
    </dgm:pt>
    <dgm:pt modelId="{856929F7-6C66-4F97-B436-9B98E6573E4A}">
      <dgm:prSet custT="1"/>
      <dgm:spPr/>
      <dgm:t>
        <a:bodyPr/>
        <a:lstStyle/>
        <a:p>
          <a:r>
            <a:rPr lang="en-US" sz="4000" dirty="0" err="1">
              <a:latin typeface="Times New Roman" pitchFamily="18" charset="0"/>
              <a:cs typeface="Times New Roman" pitchFamily="18" charset="0"/>
            </a:rPr>
            <a:t>Khách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QHPLDS</a:t>
          </a:r>
        </a:p>
      </dgm:t>
    </dgm:pt>
    <dgm:pt modelId="{091229E6-1C65-4F64-A2C9-B7B013D8C911}" type="parTrans" cxnId="{88AF3C4F-190D-43B0-BEA5-DDA5E75625EF}">
      <dgm:prSet/>
      <dgm:spPr/>
      <dgm:t>
        <a:bodyPr/>
        <a:lstStyle/>
        <a:p>
          <a:endParaRPr lang="en-US"/>
        </a:p>
      </dgm:t>
    </dgm:pt>
    <dgm:pt modelId="{78F605C7-4469-4D6B-AF60-2C9B8A86BC7C}" type="sibTrans" cxnId="{88AF3C4F-190D-43B0-BEA5-DDA5E75625EF}">
      <dgm:prSet/>
      <dgm:spPr/>
      <dgm:t>
        <a:bodyPr/>
        <a:lstStyle/>
        <a:p>
          <a:endParaRPr lang="en-US"/>
        </a:p>
      </dgm:t>
    </dgm:pt>
    <dgm:pt modelId="{49F9AA00-FC6F-439F-B109-17ABED36BF59}">
      <dgm:prSet custT="1"/>
      <dgm:spPr/>
      <dgm:t>
        <a:bodyPr/>
        <a:lstStyle/>
        <a:p>
          <a:r>
            <a:rPr lang="en-US" sz="4000" dirty="0" err="1">
              <a:latin typeface="Times New Roman" pitchFamily="18" charset="0"/>
              <a:cs typeface="Times New Roman" pitchFamily="18" charset="0"/>
            </a:rPr>
            <a:t>Nội</a:t>
          </a:r>
          <a:r>
            <a:rPr lang="en-US" sz="4000" dirty="0">
              <a:latin typeface="Times New Roman" pitchFamily="18" charset="0"/>
              <a:cs typeface="Times New Roman" pitchFamily="18" charset="0"/>
            </a:rPr>
            <a:t> dung QHPLDS</a:t>
          </a:r>
        </a:p>
      </dgm:t>
    </dgm:pt>
    <dgm:pt modelId="{2C290549-68C4-424E-9E2E-BFE60CC9E130}" type="parTrans" cxnId="{05F9EF95-3646-438F-9954-5F7F8DD54C7A}">
      <dgm:prSet/>
      <dgm:spPr/>
      <dgm:t>
        <a:bodyPr/>
        <a:lstStyle/>
        <a:p>
          <a:endParaRPr lang="en-US"/>
        </a:p>
      </dgm:t>
    </dgm:pt>
    <dgm:pt modelId="{FB8F1BCA-941A-4A1B-AE8B-220CF144B18D}" type="sibTrans" cxnId="{05F9EF95-3646-438F-9954-5F7F8DD54C7A}">
      <dgm:prSet/>
      <dgm:spPr/>
      <dgm:t>
        <a:bodyPr/>
        <a:lstStyle/>
        <a:p>
          <a:endParaRPr lang="en-US"/>
        </a:p>
      </dgm:t>
    </dgm:pt>
    <dgm:pt modelId="{EB3B2C3B-A8D7-4530-9BE3-9E4A9D520744}" type="pres">
      <dgm:prSet presAssocID="{E9C8A555-CB63-4A07-9217-8394C8B9D790}" presName="linear" presStyleCnt="0">
        <dgm:presLayoutVars>
          <dgm:dir/>
          <dgm:animLvl val="lvl"/>
          <dgm:resizeHandles val="exact"/>
        </dgm:presLayoutVars>
      </dgm:prSet>
      <dgm:spPr/>
    </dgm:pt>
    <dgm:pt modelId="{9D1CC796-60DF-449C-9EDF-810D4DB48323}" type="pres">
      <dgm:prSet presAssocID="{6F71E833-F8E1-41AC-A71F-69D94F2B6DBE}" presName="parentLin" presStyleCnt="0"/>
      <dgm:spPr/>
    </dgm:pt>
    <dgm:pt modelId="{4BD62C47-0869-44E5-AEE1-1E37D2E5AB95}" type="pres">
      <dgm:prSet presAssocID="{6F71E833-F8E1-41AC-A71F-69D94F2B6DBE}" presName="parentLeftMargin" presStyleLbl="node1" presStyleIdx="0" presStyleCnt="3"/>
      <dgm:spPr/>
    </dgm:pt>
    <dgm:pt modelId="{59ECCBF7-F78F-46AC-B159-F6862861859C}" type="pres">
      <dgm:prSet presAssocID="{6F71E833-F8E1-41AC-A71F-69D94F2B6DBE}" presName="parentText" presStyleLbl="node1" presStyleIdx="0" presStyleCnt="3">
        <dgm:presLayoutVars>
          <dgm:chMax val="0"/>
          <dgm:bulletEnabled val="1"/>
        </dgm:presLayoutVars>
      </dgm:prSet>
      <dgm:spPr/>
    </dgm:pt>
    <dgm:pt modelId="{D888DEF2-EC56-40B6-BC53-B23B043118CA}" type="pres">
      <dgm:prSet presAssocID="{6F71E833-F8E1-41AC-A71F-69D94F2B6DBE}" presName="negativeSpace" presStyleCnt="0"/>
      <dgm:spPr/>
    </dgm:pt>
    <dgm:pt modelId="{C3CCD76E-64E1-434C-907E-832772AA8ACB}" type="pres">
      <dgm:prSet presAssocID="{6F71E833-F8E1-41AC-A71F-69D94F2B6DBE}" presName="childText" presStyleLbl="conFgAcc1" presStyleIdx="0" presStyleCnt="3">
        <dgm:presLayoutVars>
          <dgm:bulletEnabled val="1"/>
        </dgm:presLayoutVars>
      </dgm:prSet>
      <dgm:spPr/>
    </dgm:pt>
    <dgm:pt modelId="{21D81077-0243-4916-B39F-59235588D9F2}" type="pres">
      <dgm:prSet presAssocID="{2E25807A-885B-4925-95FF-6E21785983D7}" presName="spaceBetweenRectangles" presStyleCnt="0"/>
      <dgm:spPr/>
    </dgm:pt>
    <dgm:pt modelId="{7C41ED61-CE5D-40BE-BCC8-576CF230B370}" type="pres">
      <dgm:prSet presAssocID="{856929F7-6C66-4F97-B436-9B98E6573E4A}" presName="parentLin" presStyleCnt="0"/>
      <dgm:spPr/>
    </dgm:pt>
    <dgm:pt modelId="{49503C95-B6EA-4A9C-AE46-59F6A64290D2}" type="pres">
      <dgm:prSet presAssocID="{856929F7-6C66-4F97-B436-9B98E6573E4A}" presName="parentLeftMargin" presStyleLbl="node1" presStyleIdx="0" presStyleCnt="3"/>
      <dgm:spPr/>
    </dgm:pt>
    <dgm:pt modelId="{314061DF-71DC-496B-BFDC-113A0951DB84}" type="pres">
      <dgm:prSet presAssocID="{856929F7-6C66-4F97-B436-9B98E6573E4A}" presName="parentText" presStyleLbl="node1" presStyleIdx="1" presStyleCnt="3">
        <dgm:presLayoutVars>
          <dgm:chMax val="0"/>
          <dgm:bulletEnabled val="1"/>
        </dgm:presLayoutVars>
      </dgm:prSet>
      <dgm:spPr/>
    </dgm:pt>
    <dgm:pt modelId="{740B3F86-4F43-4EE8-8F1A-A1685C0B8784}" type="pres">
      <dgm:prSet presAssocID="{856929F7-6C66-4F97-B436-9B98E6573E4A}" presName="negativeSpace" presStyleCnt="0"/>
      <dgm:spPr/>
    </dgm:pt>
    <dgm:pt modelId="{5F3D438B-8B0C-4981-A765-6B3267835EE1}" type="pres">
      <dgm:prSet presAssocID="{856929F7-6C66-4F97-B436-9B98E6573E4A}" presName="childText" presStyleLbl="conFgAcc1" presStyleIdx="1" presStyleCnt="3">
        <dgm:presLayoutVars>
          <dgm:bulletEnabled val="1"/>
        </dgm:presLayoutVars>
      </dgm:prSet>
      <dgm:spPr/>
    </dgm:pt>
    <dgm:pt modelId="{D468BEAB-0346-46CD-874C-E198B24DFED0}" type="pres">
      <dgm:prSet presAssocID="{78F605C7-4469-4D6B-AF60-2C9B8A86BC7C}" presName="spaceBetweenRectangles" presStyleCnt="0"/>
      <dgm:spPr/>
    </dgm:pt>
    <dgm:pt modelId="{F35A8AA6-42BA-4D9B-BC51-87032614CB5E}" type="pres">
      <dgm:prSet presAssocID="{49F9AA00-FC6F-439F-B109-17ABED36BF59}" presName="parentLin" presStyleCnt="0"/>
      <dgm:spPr/>
    </dgm:pt>
    <dgm:pt modelId="{DA60CA50-3C3E-446D-9D95-1AACE598ED6E}" type="pres">
      <dgm:prSet presAssocID="{49F9AA00-FC6F-439F-B109-17ABED36BF59}" presName="parentLeftMargin" presStyleLbl="node1" presStyleIdx="1" presStyleCnt="3"/>
      <dgm:spPr/>
    </dgm:pt>
    <dgm:pt modelId="{C421AF1D-4AA5-4605-9BC0-9D6541CCE176}" type="pres">
      <dgm:prSet presAssocID="{49F9AA00-FC6F-439F-B109-17ABED36BF59}" presName="parentText" presStyleLbl="node1" presStyleIdx="2" presStyleCnt="3">
        <dgm:presLayoutVars>
          <dgm:chMax val="0"/>
          <dgm:bulletEnabled val="1"/>
        </dgm:presLayoutVars>
      </dgm:prSet>
      <dgm:spPr/>
    </dgm:pt>
    <dgm:pt modelId="{983BE25A-1C87-4F91-AD1B-FD4B74DD4D24}" type="pres">
      <dgm:prSet presAssocID="{49F9AA00-FC6F-439F-B109-17ABED36BF59}" presName="negativeSpace" presStyleCnt="0"/>
      <dgm:spPr/>
    </dgm:pt>
    <dgm:pt modelId="{D32CFF2B-19EA-4473-BFC0-E96C81265DDF}" type="pres">
      <dgm:prSet presAssocID="{49F9AA00-FC6F-439F-B109-17ABED36BF59}" presName="childText" presStyleLbl="conFgAcc1" presStyleIdx="2" presStyleCnt="3">
        <dgm:presLayoutVars>
          <dgm:bulletEnabled val="1"/>
        </dgm:presLayoutVars>
      </dgm:prSet>
      <dgm:spPr/>
    </dgm:pt>
  </dgm:ptLst>
  <dgm:cxnLst>
    <dgm:cxn modelId="{40002704-9669-46EA-B91B-58613B6A0B9A}" type="presOf" srcId="{49F9AA00-FC6F-439F-B109-17ABED36BF59}" destId="{DA60CA50-3C3E-446D-9D95-1AACE598ED6E}" srcOrd="0" destOrd="0" presId="urn:microsoft.com/office/officeart/2005/8/layout/list1"/>
    <dgm:cxn modelId="{3993BC0D-3165-4B74-B581-79964F4A4A68}" type="presOf" srcId="{E9C8A555-CB63-4A07-9217-8394C8B9D790}" destId="{EB3B2C3B-A8D7-4530-9BE3-9E4A9D520744}" srcOrd="0" destOrd="0" presId="urn:microsoft.com/office/officeart/2005/8/layout/list1"/>
    <dgm:cxn modelId="{5E81432C-E1B1-4532-994B-8AFFDD5FF073}" type="presOf" srcId="{6F71E833-F8E1-41AC-A71F-69D94F2B6DBE}" destId="{59ECCBF7-F78F-46AC-B159-F6862861859C}" srcOrd="1" destOrd="0" presId="urn:microsoft.com/office/officeart/2005/8/layout/list1"/>
    <dgm:cxn modelId="{A5FC9D3A-2BB7-4BE6-B11E-82500036E8A3}" type="presOf" srcId="{49F9AA00-FC6F-439F-B109-17ABED36BF59}" destId="{C421AF1D-4AA5-4605-9BC0-9D6541CCE176}" srcOrd="1" destOrd="0" presId="urn:microsoft.com/office/officeart/2005/8/layout/list1"/>
    <dgm:cxn modelId="{88AF3C4F-190D-43B0-BEA5-DDA5E75625EF}" srcId="{E9C8A555-CB63-4A07-9217-8394C8B9D790}" destId="{856929F7-6C66-4F97-B436-9B98E6573E4A}" srcOrd="1" destOrd="0" parTransId="{091229E6-1C65-4F64-A2C9-B7B013D8C911}" sibTransId="{78F605C7-4469-4D6B-AF60-2C9B8A86BC7C}"/>
    <dgm:cxn modelId="{423C786A-9D0C-440D-8FE5-8A55B3FA693E}" type="presOf" srcId="{6F71E833-F8E1-41AC-A71F-69D94F2B6DBE}" destId="{4BD62C47-0869-44E5-AEE1-1E37D2E5AB95}" srcOrd="0" destOrd="0" presId="urn:microsoft.com/office/officeart/2005/8/layout/list1"/>
    <dgm:cxn modelId="{05F9EF95-3646-438F-9954-5F7F8DD54C7A}" srcId="{E9C8A555-CB63-4A07-9217-8394C8B9D790}" destId="{49F9AA00-FC6F-439F-B109-17ABED36BF59}" srcOrd="2" destOrd="0" parTransId="{2C290549-68C4-424E-9E2E-BFE60CC9E130}" sibTransId="{FB8F1BCA-941A-4A1B-AE8B-220CF144B18D}"/>
    <dgm:cxn modelId="{2FA5C2B5-2442-4AAC-9AB4-1DF0EF57A133}" type="presOf" srcId="{856929F7-6C66-4F97-B436-9B98E6573E4A}" destId="{314061DF-71DC-496B-BFDC-113A0951DB84}" srcOrd="1" destOrd="0" presId="urn:microsoft.com/office/officeart/2005/8/layout/list1"/>
    <dgm:cxn modelId="{7C324CCB-0FDA-49FB-AFF3-624B5DA32874}" type="presOf" srcId="{856929F7-6C66-4F97-B436-9B98E6573E4A}" destId="{49503C95-B6EA-4A9C-AE46-59F6A64290D2}" srcOrd="0" destOrd="0" presId="urn:microsoft.com/office/officeart/2005/8/layout/list1"/>
    <dgm:cxn modelId="{D7C02ED3-A6A4-4F03-BB2A-EF410EE864AA}" srcId="{E9C8A555-CB63-4A07-9217-8394C8B9D790}" destId="{6F71E833-F8E1-41AC-A71F-69D94F2B6DBE}" srcOrd="0" destOrd="0" parTransId="{5B308CAD-C213-4FAD-AB17-881DFA765F4B}" sibTransId="{2E25807A-885B-4925-95FF-6E21785983D7}"/>
    <dgm:cxn modelId="{DAD3CA7E-D4F3-49F7-B1BC-88CBA33BF57B}" type="presParOf" srcId="{EB3B2C3B-A8D7-4530-9BE3-9E4A9D520744}" destId="{9D1CC796-60DF-449C-9EDF-810D4DB48323}" srcOrd="0" destOrd="0" presId="urn:microsoft.com/office/officeart/2005/8/layout/list1"/>
    <dgm:cxn modelId="{B79C56B7-EF33-4546-9750-A151B425C2AD}" type="presParOf" srcId="{9D1CC796-60DF-449C-9EDF-810D4DB48323}" destId="{4BD62C47-0869-44E5-AEE1-1E37D2E5AB95}" srcOrd="0" destOrd="0" presId="urn:microsoft.com/office/officeart/2005/8/layout/list1"/>
    <dgm:cxn modelId="{46AACBFC-0B29-46BF-82D5-F9EEC3D84EC9}" type="presParOf" srcId="{9D1CC796-60DF-449C-9EDF-810D4DB48323}" destId="{59ECCBF7-F78F-46AC-B159-F6862861859C}" srcOrd="1" destOrd="0" presId="urn:microsoft.com/office/officeart/2005/8/layout/list1"/>
    <dgm:cxn modelId="{49C39D94-8C83-4F04-806F-F8671EB59B01}" type="presParOf" srcId="{EB3B2C3B-A8D7-4530-9BE3-9E4A9D520744}" destId="{D888DEF2-EC56-40B6-BC53-B23B043118CA}" srcOrd="1" destOrd="0" presId="urn:microsoft.com/office/officeart/2005/8/layout/list1"/>
    <dgm:cxn modelId="{16024187-0D30-4DFF-A8AB-4B36AF27CFA6}" type="presParOf" srcId="{EB3B2C3B-A8D7-4530-9BE3-9E4A9D520744}" destId="{C3CCD76E-64E1-434C-907E-832772AA8ACB}" srcOrd="2" destOrd="0" presId="urn:microsoft.com/office/officeart/2005/8/layout/list1"/>
    <dgm:cxn modelId="{E1D07C14-3256-48C0-9A95-AF6005090534}" type="presParOf" srcId="{EB3B2C3B-A8D7-4530-9BE3-9E4A9D520744}" destId="{21D81077-0243-4916-B39F-59235588D9F2}" srcOrd="3" destOrd="0" presId="urn:microsoft.com/office/officeart/2005/8/layout/list1"/>
    <dgm:cxn modelId="{BD1E8B35-38D4-4543-B19D-7D885CC18E02}" type="presParOf" srcId="{EB3B2C3B-A8D7-4530-9BE3-9E4A9D520744}" destId="{7C41ED61-CE5D-40BE-BCC8-576CF230B370}" srcOrd="4" destOrd="0" presId="urn:microsoft.com/office/officeart/2005/8/layout/list1"/>
    <dgm:cxn modelId="{3F5BC21D-CA02-4701-AFAD-F9415DF102A3}" type="presParOf" srcId="{7C41ED61-CE5D-40BE-BCC8-576CF230B370}" destId="{49503C95-B6EA-4A9C-AE46-59F6A64290D2}" srcOrd="0" destOrd="0" presId="urn:microsoft.com/office/officeart/2005/8/layout/list1"/>
    <dgm:cxn modelId="{10BCFE77-1B61-4587-86BA-2D17651D5DF0}" type="presParOf" srcId="{7C41ED61-CE5D-40BE-BCC8-576CF230B370}" destId="{314061DF-71DC-496B-BFDC-113A0951DB84}" srcOrd="1" destOrd="0" presId="urn:microsoft.com/office/officeart/2005/8/layout/list1"/>
    <dgm:cxn modelId="{7F6DC3CB-94EF-45FE-9C0B-00D8ABCEB023}" type="presParOf" srcId="{EB3B2C3B-A8D7-4530-9BE3-9E4A9D520744}" destId="{740B3F86-4F43-4EE8-8F1A-A1685C0B8784}" srcOrd="5" destOrd="0" presId="urn:microsoft.com/office/officeart/2005/8/layout/list1"/>
    <dgm:cxn modelId="{E10A1B7C-0AB9-420C-BB90-79930BA32B39}" type="presParOf" srcId="{EB3B2C3B-A8D7-4530-9BE3-9E4A9D520744}" destId="{5F3D438B-8B0C-4981-A765-6B3267835EE1}" srcOrd="6" destOrd="0" presId="urn:microsoft.com/office/officeart/2005/8/layout/list1"/>
    <dgm:cxn modelId="{D8B5C226-6FC7-427C-A6C3-4112E008AC38}" type="presParOf" srcId="{EB3B2C3B-A8D7-4530-9BE3-9E4A9D520744}" destId="{D468BEAB-0346-46CD-874C-E198B24DFED0}" srcOrd="7" destOrd="0" presId="urn:microsoft.com/office/officeart/2005/8/layout/list1"/>
    <dgm:cxn modelId="{ED474EF5-F671-4DBF-B9E3-F59CB14A7807}" type="presParOf" srcId="{EB3B2C3B-A8D7-4530-9BE3-9E4A9D520744}" destId="{F35A8AA6-42BA-4D9B-BC51-87032614CB5E}" srcOrd="8" destOrd="0" presId="urn:microsoft.com/office/officeart/2005/8/layout/list1"/>
    <dgm:cxn modelId="{EFC17C9F-2B28-4E35-9143-727611EA64FE}" type="presParOf" srcId="{F35A8AA6-42BA-4D9B-BC51-87032614CB5E}" destId="{DA60CA50-3C3E-446D-9D95-1AACE598ED6E}" srcOrd="0" destOrd="0" presId="urn:microsoft.com/office/officeart/2005/8/layout/list1"/>
    <dgm:cxn modelId="{9E7CBEC1-C82F-4658-A133-F87111423135}" type="presParOf" srcId="{F35A8AA6-42BA-4D9B-BC51-87032614CB5E}" destId="{C421AF1D-4AA5-4605-9BC0-9D6541CCE176}" srcOrd="1" destOrd="0" presId="urn:microsoft.com/office/officeart/2005/8/layout/list1"/>
    <dgm:cxn modelId="{11AD62D3-2DA3-4B02-A71F-1C1FD7FCB0E9}" type="presParOf" srcId="{EB3B2C3B-A8D7-4530-9BE3-9E4A9D520744}" destId="{983BE25A-1C87-4F91-AD1B-FD4B74DD4D24}" srcOrd="9" destOrd="0" presId="urn:microsoft.com/office/officeart/2005/8/layout/list1"/>
    <dgm:cxn modelId="{B70E1431-B809-468D-B754-064D72E9B2CC}" type="presParOf" srcId="{EB3B2C3B-A8D7-4530-9BE3-9E4A9D520744}" destId="{D32CFF2B-19EA-4473-BFC0-E96C81265DD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BAB39A2-7B65-4734-A802-0743E2913F29}" type="doc">
      <dgm:prSet loTypeId="urn:microsoft.com/office/officeart/2016/7/layout/LinearBlockProcessNumbered" loCatId="process" qsTypeId="urn:microsoft.com/office/officeart/2005/8/quickstyle/simple3" qsCatId="simple" csTypeId="urn:microsoft.com/office/officeart/2005/8/colors/colorful5" csCatId="colorful" phldr="1"/>
      <dgm:spPr/>
      <dgm:t>
        <a:bodyPr/>
        <a:lstStyle/>
        <a:p>
          <a:endParaRPr lang="en-US"/>
        </a:p>
      </dgm:t>
    </dgm:pt>
    <dgm:pt modelId="{F704CE5D-A3FC-4CD2-B2DC-AD0715DA95EA}">
      <dgm:prSet custT="1"/>
      <dgm:spPr/>
      <dgm:t>
        <a:bodyPr/>
        <a:lstStyle/>
        <a:p>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dgm:t>
    </dgm:pt>
    <dgm:pt modelId="{EB54E59C-DE1E-433C-8CAF-621C1E3411CB}" type="parTrans" cxnId="{98644F00-DBCC-464A-A63A-6C3859A70760}">
      <dgm:prSet/>
      <dgm:spPr/>
      <dgm:t>
        <a:bodyPr/>
        <a:lstStyle/>
        <a:p>
          <a:endParaRPr lang="en-US"/>
        </a:p>
      </dgm:t>
    </dgm:pt>
    <dgm:pt modelId="{660ADC70-2595-4F6A-BAA7-15FCE517B178}" type="sibTrans" cxnId="{98644F00-DBCC-464A-A63A-6C3859A70760}">
      <dgm:prSet phldrT="01" phldr="0"/>
      <dgm:spPr/>
      <dgm:t>
        <a:bodyPr/>
        <a:lstStyle/>
        <a:p>
          <a:r>
            <a:rPr lang="en-US"/>
            <a:t>01</a:t>
          </a:r>
        </a:p>
      </dgm:t>
    </dgm:pt>
    <dgm:pt modelId="{794B3C33-B1F9-45DF-8A26-CE16E375EBEB}">
      <dgm:prSet custT="1"/>
      <dgm:spPr/>
      <dgm:t>
        <a:bodyPr/>
        <a:lstStyle/>
        <a:p>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dgm:t>
    </dgm:pt>
    <dgm:pt modelId="{D33E6682-0E5E-4176-B1C9-702A8AFE1E39}" type="parTrans" cxnId="{78F1AFB9-BECC-4AA5-8EA4-A4B058FAB485}">
      <dgm:prSet/>
      <dgm:spPr/>
      <dgm:t>
        <a:bodyPr/>
        <a:lstStyle/>
        <a:p>
          <a:endParaRPr lang="en-US"/>
        </a:p>
      </dgm:t>
    </dgm:pt>
    <dgm:pt modelId="{6A0FF135-2A5D-4EEA-A0B9-C1823AD27B97}" type="sibTrans" cxnId="{78F1AFB9-BECC-4AA5-8EA4-A4B058FAB485}">
      <dgm:prSet phldrT="02" phldr="0"/>
      <dgm:spPr/>
      <dgm:t>
        <a:bodyPr/>
        <a:lstStyle/>
        <a:p>
          <a:r>
            <a:rPr lang="en-US"/>
            <a:t>02</a:t>
          </a:r>
        </a:p>
      </dgm:t>
    </dgm:pt>
    <dgm:pt modelId="{8A440853-5096-403B-9A81-6233DEEEFEE5}">
      <dgm:prSet custT="1"/>
      <dgm:spPr/>
      <dgm:t>
        <a:bodyPr/>
        <a:lstStyle/>
        <a:p>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n</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ớc</a:t>
          </a:r>
          <a:r>
            <a:rPr lang="en-US" sz="2600" dirty="0">
              <a:latin typeface="Times New Roman" pitchFamily="18" charset="0"/>
              <a:cs typeface="Times New Roman" pitchFamily="18" charset="0"/>
            </a:rPr>
            <a:t> CHXHCN </a:t>
          </a:r>
          <a:r>
            <a:rPr lang="en-US" sz="2600" dirty="0" err="1">
              <a:latin typeface="Times New Roman" pitchFamily="18" charset="0"/>
              <a:cs typeface="Times New Roman" pitchFamily="18" charset="0"/>
            </a:rPr>
            <a:t>Việt</a:t>
          </a:r>
          <a:r>
            <a:rPr lang="en-US" sz="2600" dirty="0">
              <a:latin typeface="Times New Roman" pitchFamily="18" charset="0"/>
              <a:cs typeface="Times New Roman" pitchFamily="18" charset="0"/>
            </a:rPr>
            <a:t> Nam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biệt</a:t>
          </a:r>
          <a:endParaRPr lang="en-US" sz="2600" dirty="0">
            <a:latin typeface="Times New Roman" pitchFamily="18" charset="0"/>
            <a:cs typeface="Times New Roman" pitchFamily="18" charset="0"/>
          </a:endParaRPr>
        </a:p>
      </dgm:t>
    </dgm:pt>
    <dgm:pt modelId="{71665006-C7FA-430E-8796-866186EA3216}" type="parTrans" cxnId="{2A7AB433-A55A-4897-B4E4-20E022BCE18D}">
      <dgm:prSet/>
      <dgm:spPr/>
      <dgm:t>
        <a:bodyPr/>
        <a:lstStyle/>
        <a:p>
          <a:endParaRPr lang="en-US"/>
        </a:p>
      </dgm:t>
    </dgm:pt>
    <dgm:pt modelId="{D34BACB9-58F6-4BE5-93AB-3DE34C9E6601}" type="sibTrans" cxnId="{2A7AB433-A55A-4897-B4E4-20E022BCE18D}">
      <dgm:prSet phldrT="05" phldr="0"/>
      <dgm:spPr/>
      <dgm:t>
        <a:bodyPr/>
        <a:lstStyle/>
        <a:p>
          <a:r>
            <a:rPr lang="en-US"/>
            <a:t>05</a:t>
          </a:r>
        </a:p>
      </dgm:t>
    </dgm:pt>
    <dgm:pt modelId="{6D43ACA8-CEBA-455F-B149-130CF30B8838}" type="pres">
      <dgm:prSet presAssocID="{2BAB39A2-7B65-4734-A802-0743E2913F29}" presName="Name0" presStyleCnt="0">
        <dgm:presLayoutVars>
          <dgm:animLvl val="lvl"/>
          <dgm:resizeHandles val="exact"/>
        </dgm:presLayoutVars>
      </dgm:prSet>
      <dgm:spPr/>
    </dgm:pt>
    <dgm:pt modelId="{95BD7BBA-F924-461E-9DCD-CA87B1691A31}" type="pres">
      <dgm:prSet presAssocID="{F704CE5D-A3FC-4CD2-B2DC-AD0715DA95EA}" presName="compositeNode" presStyleCnt="0">
        <dgm:presLayoutVars>
          <dgm:bulletEnabled val="1"/>
        </dgm:presLayoutVars>
      </dgm:prSet>
      <dgm:spPr/>
    </dgm:pt>
    <dgm:pt modelId="{AFBE98B2-6B72-4759-BA73-8E4FF34B2C03}" type="pres">
      <dgm:prSet presAssocID="{F704CE5D-A3FC-4CD2-B2DC-AD0715DA95EA}" presName="bgRect" presStyleLbl="alignNode1" presStyleIdx="0" presStyleCnt="3"/>
      <dgm:spPr/>
    </dgm:pt>
    <dgm:pt modelId="{DB20404D-EB0A-4438-BB78-E8F2E874A381}" type="pres">
      <dgm:prSet presAssocID="{660ADC70-2595-4F6A-BAA7-15FCE517B178}" presName="sibTransNodeRect" presStyleLbl="alignNode1" presStyleIdx="0" presStyleCnt="3">
        <dgm:presLayoutVars>
          <dgm:chMax val="0"/>
          <dgm:bulletEnabled val="1"/>
        </dgm:presLayoutVars>
      </dgm:prSet>
      <dgm:spPr/>
    </dgm:pt>
    <dgm:pt modelId="{B6B417C7-B7A7-43D0-AAA0-111E3C00CC7E}" type="pres">
      <dgm:prSet presAssocID="{F704CE5D-A3FC-4CD2-B2DC-AD0715DA95EA}" presName="nodeRect" presStyleLbl="alignNode1" presStyleIdx="0" presStyleCnt="3">
        <dgm:presLayoutVars>
          <dgm:bulletEnabled val="1"/>
        </dgm:presLayoutVars>
      </dgm:prSet>
      <dgm:spPr/>
    </dgm:pt>
    <dgm:pt modelId="{0754BF21-3BB1-4184-A9E9-0FA16AAC5AC0}" type="pres">
      <dgm:prSet presAssocID="{660ADC70-2595-4F6A-BAA7-15FCE517B178}" presName="sibTrans" presStyleCnt="0"/>
      <dgm:spPr/>
    </dgm:pt>
    <dgm:pt modelId="{B5022B19-28B6-41D8-9C36-CB0D6F3A69BF}" type="pres">
      <dgm:prSet presAssocID="{794B3C33-B1F9-45DF-8A26-CE16E375EBEB}" presName="compositeNode" presStyleCnt="0">
        <dgm:presLayoutVars>
          <dgm:bulletEnabled val="1"/>
        </dgm:presLayoutVars>
      </dgm:prSet>
      <dgm:spPr/>
    </dgm:pt>
    <dgm:pt modelId="{881F841E-0C05-488E-8B08-501E7D01394A}" type="pres">
      <dgm:prSet presAssocID="{794B3C33-B1F9-45DF-8A26-CE16E375EBEB}" presName="bgRect" presStyleLbl="alignNode1" presStyleIdx="1" presStyleCnt="3" custScaleX="98020"/>
      <dgm:spPr/>
    </dgm:pt>
    <dgm:pt modelId="{853D505F-923E-4DCE-806B-246938889F69}" type="pres">
      <dgm:prSet presAssocID="{6A0FF135-2A5D-4EEA-A0B9-C1823AD27B97}" presName="sibTransNodeRect" presStyleLbl="alignNode1" presStyleIdx="1" presStyleCnt="3">
        <dgm:presLayoutVars>
          <dgm:chMax val="0"/>
          <dgm:bulletEnabled val="1"/>
        </dgm:presLayoutVars>
      </dgm:prSet>
      <dgm:spPr/>
    </dgm:pt>
    <dgm:pt modelId="{8E2DE3F8-74CA-46DE-A874-2AC6213432FF}" type="pres">
      <dgm:prSet presAssocID="{794B3C33-B1F9-45DF-8A26-CE16E375EBEB}" presName="nodeRect" presStyleLbl="alignNode1" presStyleIdx="1" presStyleCnt="3">
        <dgm:presLayoutVars>
          <dgm:bulletEnabled val="1"/>
        </dgm:presLayoutVars>
      </dgm:prSet>
      <dgm:spPr/>
    </dgm:pt>
    <dgm:pt modelId="{75B0BBEE-72FB-4996-BD39-70DA28D9B060}" type="pres">
      <dgm:prSet presAssocID="{6A0FF135-2A5D-4EEA-A0B9-C1823AD27B97}" presName="sibTrans" presStyleCnt="0"/>
      <dgm:spPr/>
    </dgm:pt>
    <dgm:pt modelId="{C301619E-81B3-4DCE-97DB-C245B9F0331F}" type="pres">
      <dgm:prSet presAssocID="{8A440853-5096-403B-9A81-6233DEEEFEE5}" presName="compositeNode" presStyleCnt="0">
        <dgm:presLayoutVars>
          <dgm:bulletEnabled val="1"/>
        </dgm:presLayoutVars>
      </dgm:prSet>
      <dgm:spPr/>
    </dgm:pt>
    <dgm:pt modelId="{CBECE9AB-B20F-499B-AF23-B352BC597E26}" type="pres">
      <dgm:prSet presAssocID="{8A440853-5096-403B-9A81-6233DEEEFEE5}" presName="bgRect" presStyleLbl="alignNode1" presStyleIdx="2" presStyleCnt="3"/>
      <dgm:spPr/>
    </dgm:pt>
    <dgm:pt modelId="{AFE8045E-8A14-42C5-9B42-CB832D89BC61}" type="pres">
      <dgm:prSet presAssocID="{D34BACB9-58F6-4BE5-93AB-3DE34C9E6601}" presName="sibTransNodeRect" presStyleLbl="alignNode1" presStyleIdx="2" presStyleCnt="3">
        <dgm:presLayoutVars>
          <dgm:chMax val="0"/>
          <dgm:bulletEnabled val="1"/>
        </dgm:presLayoutVars>
      </dgm:prSet>
      <dgm:spPr/>
    </dgm:pt>
    <dgm:pt modelId="{0BA6898B-6C7B-42D1-B20E-519D25107DA7}" type="pres">
      <dgm:prSet presAssocID="{8A440853-5096-403B-9A81-6233DEEEFEE5}" presName="nodeRect" presStyleLbl="alignNode1" presStyleIdx="2" presStyleCnt="3">
        <dgm:presLayoutVars>
          <dgm:bulletEnabled val="1"/>
        </dgm:presLayoutVars>
      </dgm:prSet>
      <dgm:spPr/>
    </dgm:pt>
  </dgm:ptLst>
  <dgm:cxnLst>
    <dgm:cxn modelId="{98644F00-DBCC-464A-A63A-6C3859A70760}" srcId="{2BAB39A2-7B65-4734-A802-0743E2913F29}" destId="{F704CE5D-A3FC-4CD2-B2DC-AD0715DA95EA}" srcOrd="0" destOrd="0" parTransId="{EB54E59C-DE1E-433C-8CAF-621C1E3411CB}" sibTransId="{660ADC70-2595-4F6A-BAA7-15FCE517B178}"/>
    <dgm:cxn modelId="{B18DAB04-6FF1-49FA-9803-B2FB1AB496A3}" type="presOf" srcId="{6A0FF135-2A5D-4EEA-A0B9-C1823AD27B97}" destId="{853D505F-923E-4DCE-806B-246938889F69}" srcOrd="0" destOrd="0" presId="urn:microsoft.com/office/officeart/2016/7/layout/LinearBlockProcessNumbered"/>
    <dgm:cxn modelId="{2A7AB433-A55A-4897-B4E4-20E022BCE18D}" srcId="{2BAB39A2-7B65-4734-A802-0743E2913F29}" destId="{8A440853-5096-403B-9A81-6233DEEEFEE5}" srcOrd="2" destOrd="0" parTransId="{71665006-C7FA-430E-8796-866186EA3216}" sibTransId="{D34BACB9-58F6-4BE5-93AB-3DE34C9E6601}"/>
    <dgm:cxn modelId="{1E20C039-C946-4895-8ABB-F1111F1AB2FE}" type="presOf" srcId="{794B3C33-B1F9-45DF-8A26-CE16E375EBEB}" destId="{881F841E-0C05-488E-8B08-501E7D01394A}" srcOrd="0" destOrd="0" presId="urn:microsoft.com/office/officeart/2016/7/layout/LinearBlockProcessNumbered"/>
    <dgm:cxn modelId="{E75A185B-7B57-455B-99AE-DE2021C4663C}" type="presOf" srcId="{8A440853-5096-403B-9A81-6233DEEEFEE5}" destId="{0BA6898B-6C7B-42D1-B20E-519D25107DA7}" srcOrd="1" destOrd="0" presId="urn:microsoft.com/office/officeart/2016/7/layout/LinearBlockProcessNumbered"/>
    <dgm:cxn modelId="{4EB9685B-FEBF-4120-96CD-E4B4594BE333}" type="presOf" srcId="{660ADC70-2595-4F6A-BAA7-15FCE517B178}" destId="{DB20404D-EB0A-4438-BB78-E8F2E874A381}" srcOrd="0" destOrd="0" presId="urn:microsoft.com/office/officeart/2016/7/layout/LinearBlockProcessNumbered"/>
    <dgm:cxn modelId="{F7BC4D8A-CB02-454B-988B-AC35CD648E18}" type="presOf" srcId="{D34BACB9-58F6-4BE5-93AB-3DE34C9E6601}" destId="{AFE8045E-8A14-42C5-9B42-CB832D89BC61}" srcOrd="0" destOrd="0" presId="urn:microsoft.com/office/officeart/2016/7/layout/LinearBlockProcessNumbered"/>
    <dgm:cxn modelId="{A016418E-C635-482C-A97B-86C471E8615E}" type="presOf" srcId="{2BAB39A2-7B65-4734-A802-0743E2913F29}" destId="{6D43ACA8-CEBA-455F-B149-130CF30B8838}" srcOrd="0" destOrd="0" presId="urn:microsoft.com/office/officeart/2016/7/layout/LinearBlockProcessNumbered"/>
    <dgm:cxn modelId="{F5864DB2-F43D-458D-9B1B-949A25FE6D7E}" type="presOf" srcId="{8A440853-5096-403B-9A81-6233DEEEFEE5}" destId="{CBECE9AB-B20F-499B-AF23-B352BC597E26}" srcOrd="0" destOrd="0" presId="urn:microsoft.com/office/officeart/2016/7/layout/LinearBlockProcessNumbered"/>
    <dgm:cxn modelId="{78F1AFB9-BECC-4AA5-8EA4-A4B058FAB485}" srcId="{2BAB39A2-7B65-4734-A802-0743E2913F29}" destId="{794B3C33-B1F9-45DF-8A26-CE16E375EBEB}" srcOrd="1" destOrd="0" parTransId="{D33E6682-0E5E-4176-B1C9-702A8AFE1E39}" sibTransId="{6A0FF135-2A5D-4EEA-A0B9-C1823AD27B97}"/>
    <dgm:cxn modelId="{BED27CBE-1520-4A83-89BB-764132E0F4AA}" type="presOf" srcId="{794B3C33-B1F9-45DF-8A26-CE16E375EBEB}" destId="{8E2DE3F8-74CA-46DE-A874-2AC6213432FF}" srcOrd="1" destOrd="0" presId="urn:microsoft.com/office/officeart/2016/7/layout/LinearBlockProcessNumbered"/>
    <dgm:cxn modelId="{6F860ACC-3FA4-423C-8902-582482B476E3}" type="presOf" srcId="{F704CE5D-A3FC-4CD2-B2DC-AD0715DA95EA}" destId="{AFBE98B2-6B72-4759-BA73-8E4FF34B2C03}" srcOrd="0" destOrd="0" presId="urn:microsoft.com/office/officeart/2016/7/layout/LinearBlockProcessNumbered"/>
    <dgm:cxn modelId="{28B65CDB-AEAD-4CAC-90CC-289B381C28D1}" type="presOf" srcId="{F704CE5D-A3FC-4CD2-B2DC-AD0715DA95EA}" destId="{B6B417C7-B7A7-43D0-AAA0-111E3C00CC7E}" srcOrd="1" destOrd="0" presId="urn:microsoft.com/office/officeart/2016/7/layout/LinearBlockProcessNumbered"/>
    <dgm:cxn modelId="{000DFF9B-8047-4D29-B514-1137392452B3}" type="presParOf" srcId="{6D43ACA8-CEBA-455F-B149-130CF30B8838}" destId="{95BD7BBA-F924-461E-9DCD-CA87B1691A31}" srcOrd="0" destOrd="0" presId="urn:microsoft.com/office/officeart/2016/7/layout/LinearBlockProcessNumbered"/>
    <dgm:cxn modelId="{86667E7F-7640-4550-99DE-91993D990C6C}" type="presParOf" srcId="{95BD7BBA-F924-461E-9DCD-CA87B1691A31}" destId="{AFBE98B2-6B72-4759-BA73-8E4FF34B2C03}" srcOrd="0" destOrd="0" presId="urn:microsoft.com/office/officeart/2016/7/layout/LinearBlockProcessNumbered"/>
    <dgm:cxn modelId="{5DD954BE-0C2B-4BCE-A1DA-305218D8B22A}" type="presParOf" srcId="{95BD7BBA-F924-461E-9DCD-CA87B1691A31}" destId="{DB20404D-EB0A-4438-BB78-E8F2E874A381}" srcOrd="1" destOrd="0" presId="urn:microsoft.com/office/officeart/2016/7/layout/LinearBlockProcessNumbered"/>
    <dgm:cxn modelId="{D7014C75-81C3-4CE5-9BFC-1BBE5473C370}" type="presParOf" srcId="{95BD7BBA-F924-461E-9DCD-CA87B1691A31}" destId="{B6B417C7-B7A7-43D0-AAA0-111E3C00CC7E}" srcOrd="2" destOrd="0" presId="urn:microsoft.com/office/officeart/2016/7/layout/LinearBlockProcessNumbered"/>
    <dgm:cxn modelId="{A6D8CF97-9149-4D3B-8EE5-D36161FD03A2}" type="presParOf" srcId="{6D43ACA8-CEBA-455F-B149-130CF30B8838}" destId="{0754BF21-3BB1-4184-A9E9-0FA16AAC5AC0}" srcOrd="1" destOrd="0" presId="urn:microsoft.com/office/officeart/2016/7/layout/LinearBlockProcessNumbered"/>
    <dgm:cxn modelId="{F03610FF-9F45-415E-975D-09A887C0AA09}" type="presParOf" srcId="{6D43ACA8-CEBA-455F-B149-130CF30B8838}" destId="{B5022B19-28B6-41D8-9C36-CB0D6F3A69BF}" srcOrd="2" destOrd="0" presId="urn:microsoft.com/office/officeart/2016/7/layout/LinearBlockProcessNumbered"/>
    <dgm:cxn modelId="{7C63B02C-050B-443B-BA59-D37177728311}" type="presParOf" srcId="{B5022B19-28B6-41D8-9C36-CB0D6F3A69BF}" destId="{881F841E-0C05-488E-8B08-501E7D01394A}" srcOrd="0" destOrd="0" presId="urn:microsoft.com/office/officeart/2016/7/layout/LinearBlockProcessNumbered"/>
    <dgm:cxn modelId="{43A25DAF-0BA2-43E9-8F04-C2AA0F1F5FC9}" type="presParOf" srcId="{B5022B19-28B6-41D8-9C36-CB0D6F3A69BF}" destId="{853D505F-923E-4DCE-806B-246938889F69}" srcOrd="1" destOrd="0" presId="urn:microsoft.com/office/officeart/2016/7/layout/LinearBlockProcessNumbered"/>
    <dgm:cxn modelId="{79A670CD-C50B-4670-8DB0-141C51BBF756}" type="presParOf" srcId="{B5022B19-28B6-41D8-9C36-CB0D6F3A69BF}" destId="{8E2DE3F8-74CA-46DE-A874-2AC6213432FF}" srcOrd="2" destOrd="0" presId="urn:microsoft.com/office/officeart/2016/7/layout/LinearBlockProcessNumbered"/>
    <dgm:cxn modelId="{079782B3-7BA5-43A6-9981-A53814558F35}" type="presParOf" srcId="{6D43ACA8-CEBA-455F-B149-130CF30B8838}" destId="{75B0BBEE-72FB-4996-BD39-70DA28D9B060}" srcOrd="3" destOrd="0" presId="urn:microsoft.com/office/officeart/2016/7/layout/LinearBlockProcessNumbered"/>
    <dgm:cxn modelId="{8B256B42-680E-4FE3-962F-BC2279813ADB}" type="presParOf" srcId="{6D43ACA8-CEBA-455F-B149-130CF30B8838}" destId="{C301619E-81B3-4DCE-97DB-C245B9F0331F}" srcOrd="4" destOrd="0" presId="urn:microsoft.com/office/officeart/2016/7/layout/LinearBlockProcessNumbered"/>
    <dgm:cxn modelId="{872FF7C2-0BC3-4033-842E-B12B682E290C}" type="presParOf" srcId="{C301619E-81B3-4DCE-97DB-C245B9F0331F}" destId="{CBECE9AB-B20F-499B-AF23-B352BC597E26}" srcOrd="0" destOrd="0" presId="urn:microsoft.com/office/officeart/2016/7/layout/LinearBlockProcessNumbered"/>
    <dgm:cxn modelId="{3B912CE8-7E2B-46D8-8183-97DE6C647E97}" type="presParOf" srcId="{C301619E-81B3-4DCE-97DB-C245B9F0331F}" destId="{AFE8045E-8A14-42C5-9B42-CB832D89BC61}" srcOrd="1" destOrd="0" presId="urn:microsoft.com/office/officeart/2016/7/layout/LinearBlockProcessNumbered"/>
    <dgm:cxn modelId="{A3D1C47F-BD5B-4097-923C-ADDF81E540B3}" type="presParOf" srcId="{C301619E-81B3-4DCE-97DB-C245B9F0331F}" destId="{0BA6898B-6C7B-42D1-B20E-519D25107DA7}"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6EBE187-0D07-4D7D-A889-C674977019FD}" type="doc">
      <dgm:prSet loTypeId="urn:microsoft.com/office/officeart/2016/7/layout/RepeatingBendingProcessNew" loCatId="process" qsTypeId="urn:microsoft.com/office/officeart/2005/8/quickstyle/simple2" qsCatId="simple" csTypeId="urn:microsoft.com/office/officeart/2005/8/colors/colorful2" csCatId="colorful" phldr="1"/>
      <dgm:spPr/>
      <dgm:t>
        <a:bodyPr/>
        <a:lstStyle/>
        <a:p>
          <a:endParaRPr lang="en-US"/>
        </a:p>
      </dgm:t>
    </dgm:pt>
    <dgm:pt modelId="{32445300-196F-4799-B63B-0F829C3C9094}">
      <dgm:prSet custT="1"/>
      <dgm:spPr/>
      <dgm:t>
        <a:bodyPr/>
        <a:lstStyle/>
        <a:p>
          <a:r>
            <a:rPr lang="en-US" sz="4400" dirty="0" err="1">
              <a:latin typeface="Times New Roman" pitchFamily="18" charset="0"/>
              <a:cs typeface="Times New Roman" pitchFamily="18" charset="0"/>
            </a:rPr>
            <a:t>Quyền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dân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sự</a:t>
          </a:r>
          <a:endParaRPr lang="en-US" sz="4400" dirty="0">
            <a:latin typeface="Times New Roman" pitchFamily="18" charset="0"/>
            <a:cs typeface="Times New Roman" pitchFamily="18" charset="0"/>
          </a:endParaRPr>
        </a:p>
      </dgm:t>
    </dgm:pt>
    <dgm:pt modelId="{7A152E9C-1394-4224-B4DF-BFA21225C0CF}" type="parTrans" cxnId="{53AA3041-72D5-4663-9426-36C5287CCF33}">
      <dgm:prSet/>
      <dgm:spPr/>
      <dgm:t>
        <a:bodyPr/>
        <a:lstStyle/>
        <a:p>
          <a:endParaRPr lang="en-US"/>
        </a:p>
      </dgm:t>
    </dgm:pt>
    <dgm:pt modelId="{B30CFC94-5EFD-4EF1-96C4-5408A8E9EFCB}" type="sibTrans" cxnId="{53AA3041-72D5-4663-9426-36C5287CCF33}">
      <dgm:prSet/>
      <dgm:spPr/>
      <dgm:t>
        <a:bodyPr/>
        <a:lstStyle/>
        <a:p>
          <a:endParaRPr lang="en-US"/>
        </a:p>
      </dgm:t>
    </dgm:pt>
    <dgm:pt modelId="{688B5C9A-15A7-41EE-8E4D-DE272555A573}">
      <dgm:prSet custT="1"/>
      <dgm:spPr/>
      <dgm:t>
        <a:bodyPr/>
        <a:lstStyle/>
        <a:p>
          <a:r>
            <a:rPr lang="en-US" sz="4400" dirty="0">
              <a:latin typeface="Times New Roman" pitchFamily="18" charset="0"/>
              <a:cs typeface="Times New Roman" pitchFamily="18" charset="0"/>
            </a:rPr>
            <a:t>Nghĩa </a:t>
          </a:r>
          <a:r>
            <a:rPr lang="en-US" sz="4400" dirty="0" err="1">
              <a:latin typeface="Times New Roman" pitchFamily="18" charset="0"/>
              <a:cs typeface="Times New Roman" pitchFamily="18" charset="0"/>
            </a:rPr>
            <a:t>vụ</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dân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sự</a:t>
          </a:r>
          <a:endParaRPr lang="en-US" sz="4400" dirty="0">
            <a:latin typeface="Times New Roman" pitchFamily="18" charset="0"/>
            <a:cs typeface="Times New Roman" pitchFamily="18" charset="0"/>
          </a:endParaRPr>
        </a:p>
      </dgm:t>
    </dgm:pt>
    <dgm:pt modelId="{DA980AB2-F5DF-4752-9947-4E2A696D9820}" type="parTrans" cxnId="{2E9CD232-ABFC-4CE8-8AB4-EB22ECFB3A05}">
      <dgm:prSet/>
      <dgm:spPr/>
      <dgm:t>
        <a:bodyPr/>
        <a:lstStyle/>
        <a:p>
          <a:endParaRPr lang="en-US"/>
        </a:p>
      </dgm:t>
    </dgm:pt>
    <dgm:pt modelId="{B70997F5-4AA5-4752-BBEC-109B840050C2}" type="sibTrans" cxnId="{2E9CD232-ABFC-4CE8-8AB4-EB22ECFB3A05}">
      <dgm:prSet/>
      <dgm:spPr/>
      <dgm:t>
        <a:bodyPr/>
        <a:lstStyle/>
        <a:p>
          <a:endParaRPr lang="en-US"/>
        </a:p>
      </dgm:t>
    </dgm:pt>
    <dgm:pt modelId="{4736CA3A-83CF-4474-AD19-E76EF67BEDA1}" type="pres">
      <dgm:prSet presAssocID="{C6EBE187-0D07-4D7D-A889-C674977019FD}" presName="Name0" presStyleCnt="0">
        <dgm:presLayoutVars>
          <dgm:dir/>
          <dgm:resizeHandles val="exact"/>
        </dgm:presLayoutVars>
      </dgm:prSet>
      <dgm:spPr/>
    </dgm:pt>
    <dgm:pt modelId="{7A477258-C34F-4529-86BC-08EE90EC2C91}" type="pres">
      <dgm:prSet presAssocID="{32445300-196F-4799-B63B-0F829C3C9094}" presName="node" presStyleLbl="node1" presStyleIdx="0" presStyleCnt="2">
        <dgm:presLayoutVars>
          <dgm:bulletEnabled val="1"/>
        </dgm:presLayoutVars>
      </dgm:prSet>
      <dgm:spPr/>
    </dgm:pt>
    <dgm:pt modelId="{1DC38A0F-93A7-43DA-B908-E34ADF429A98}" type="pres">
      <dgm:prSet presAssocID="{B30CFC94-5EFD-4EF1-96C4-5408A8E9EFCB}" presName="sibTrans" presStyleLbl="sibTrans1D1" presStyleIdx="0" presStyleCnt="1"/>
      <dgm:spPr/>
    </dgm:pt>
    <dgm:pt modelId="{D9DEA068-6F70-4DC5-9387-FADCCF7CE700}" type="pres">
      <dgm:prSet presAssocID="{B30CFC94-5EFD-4EF1-96C4-5408A8E9EFCB}" presName="connectorText" presStyleLbl="sibTrans1D1" presStyleIdx="0" presStyleCnt="1"/>
      <dgm:spPr/>
    </dgm:pt>
    <dgm:pt modelId="{A47A4C41-F3F0-4796-8485-7B12C0FC67B1}" type="pres">
      <dgm:prSet presAssocID="{688B5C9A-15A7-41EE-8E4D-DE272555A573}" presName="node" presStyleLbl="node1" presStyleIdx="1" presStyleCnt="2" custScaleX="110766">
        <dgm:presLayoutVars>
          <dgm:bulletEnabled val="1"/>
        </dgm:presLayoutVars>
      </dgm:prSet>
      <dgm:spPr/>
    </dgm:pt>
  </dgm:ptLst>
  <dgm:cxnLst>
    <dgm:cxn modelId="{2E9CD232-ABFC-4CE8-8AB4-EB22ECFB3A05}" srcId="{C6EBE187-0D07-4D7D-A889-C674977019FD}" destId="{688B5C9A-15A7-41EE-8E4D-DE272555A573}" srcOrd="1" destOrd="0" parTransId="{DA980AB2-F5DF-4752-9947-4E2A696D9820}" sibTransId="{B70997F5-4AA5-4752-BBEC-109B840050C2}"/>
    <dgm:cxn modelId="{53AA3041-72D5-4663-9426-36C5287CCF33}" srcId="{C6EBE187-0D07-4D7D-A889-C674977019FD}" destId="{32445300-196F-4799-B63B-0F829C3C9094}" srcOrd="0" destOrd="0" parTransId="{7A152E9C-1394-4224-B4DF-BFA21225C0CF}" sibTransId="{B30CFC94-5EFD-4EF1-96C4-5408A8E9EFCB}"/>
    <dgm:cxn modelId="{12486C47-9813-4874-90F2-EEA876934454}" type="presOf" srcId="{C6EBE187-0D07-4D7D-A889-C674977019FD}" destId="{4736CA3A-83CF-4474-AD19-E76EF67BEDA1}" srcOrd="0" destOrd="0" presId="urn:microsoft.com/office/officeart/2016/7/layout/RepeatingBendingProcessNew"/>
    <dgm:cxn modelId="{4E658197-8D19-4F71-94E1-3B24DBF17E06}" type="presOf" srcId="{32445300-196F-4799-B63B-0F829C3C9094}" destId="{7A477258-C34F-4529-86BC-08EE90EC2C91}" srcOrd="0" destOrd="0" presId="urn:microsoft.com/office/officeart/2016/7/layout/RepeatingBendingProcessNew"/>
    <dgm:cxn modelId="{2DE497BC-BB73-4393-BA31-6073A9C74909}" type="presOf" srcId="{688B5C9A-15A7-41EE-8E4D-DE272555A573}" destId="{A47A4C41-F3F0-4796-8485-7B12C0FC67B1}" srcOrd="0" destOrd="0" presId="urn:microsoft.com/office/officeart/2016/7/layout/RepeatingBendingProcessNew"/>
    <dgm:cxn modelId="{EA1B9DDD-86E8-4B3A-8984-C8907318C7D7}" type="presOf" srcId="{B30CFC94-5EFD-4EF1-96C4-5408A8E9EFCB}" destId="{1DC38A0F-93A7-43DA-B908-E34ADF429A98}" srcOrd="0" destOrd="0" presId="urn:microsoft.com/office/officeart/2016/7/layout/RepeatingBendingProcessNew"/>
    <dgm:cxn modelId="{8DBB59E6-6B6C-4972-A9CB-6A1E771A2543}" type="presOf" srcId="{B30CFC94-5EFD-4EF1-96C4-5408A8E9EFCB}" destId="{D9DEA068-6F70-4DC5-9387-FADCCF7CE700}" srcOrd="1" destOrd="0" presId="urn:microsoft.com/office/officeart/2016/7/layout/RepeatingBendingProcessNew"/>
    <dgm:cxn modelId="{8E1E8F39-7C68-4700-9678-FE595FAE2C28}" type="presParOf" srcId="{4736CA3A-83CF-4474-AD19-E76EF67BEDA1}" destId="{7A477258-C34F-4529-86BC-08EE90EC2C91}" srcOrd="0" destOrd="0" presId="urn:microsoft.com/office/officeart/2016/7/layout/RepeatingBendingProcessNew"/>
    <dgm:cxn modelId="{03311968-B92B-45A5-8933-79EDCE02C8CF}" type="presParOf" srcId="{4736CA3A-83CF-4474-AD19-E76EF67BEDA1}" destId="{1DC38A0F-93A7-43DA-B908-E34ADF429A98}" srcOrd="1" destOrd="0" presId="urn:microsoft.com/office/officeart/2016/7/layout/RepeatingBendingProcessNew"/>
    <dgm:cxn modelId="{283BCEB8-E5BD-4DF0-8C45-D18EFA4DAD32}" type="presParOf" srcId="{1DC38A0F-93A7-43DA-B908-E34ADF429A98}" destId="{D9DEA068-6F70-4DC5-9387-FADCCF7CE700}" srcOrd="0" destOrd="0" presId="urn:microsoft.com/office/officeart/2016/7/layout/RepeatingBendingProcessNew"/>
    <dgm:cxn modelId="{6CFA0FA4-746A-407F-8DD3-863EACF5683D}" type="presParOf" srcId="{4736CA3A-83CF-4474-AD19-E76EF67BEDA1}" destId="{A47A4C41-F3F0-4796-8485-7B12C0FC67B1}" srcOrd="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D809298-8125-4FBB-87F1-CDEF6AD92CA0}"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9F4969E8-70B5-4863-AD40-7ACB6E3BA22D}">
      <dgm:prSet/>
      <dgm:spPr/>
      <dgm:t>
        <a:bodyPr/>
        <a:lstStyle/>
        <a:p>
          <a:r>
            <a:rPr lang="en-US" dirty="0" err="1">
              <a:latin typeface="Times New Roman" pitchFamily="18" charset="0"/>
              <a:cs typeface="Times New Roman" pitchFamily="18" charset="0"/>
            </a:rPr>
            <a:t>Phải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nhất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thần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endParaRPr lang="en-US" dirty="0">
            <a:latin typeface="Times New Roman" pitchFamily="18" charset="0"/>
            <a:cs typeface="Times New Roman" pitchFamily="18" charset="0"/>
          </a:endParaRPr>
        </a:p>
      </dgm:t>
    </dgm:pt>
    <dgm:pt modelId="{A3C8F35C-6B23-44D9-9D3A-CDBB35878EDE}" type="parTrans" cxnId="{D3C8254F-2D50-42C8-854A-866FC14DE20C}">
      <dgm:prSet/>
      <dgm:spPr/>
      <dgm:t>
        <a:bodyPr/>
        <a:lstStyle/>
        <a:p>
          <a:endParaRPr lang="en-US"/>
        </a:p>
      </dgm:t>
    </dgm:pt>
    <dgm:pt modelId="{6A3F5BC4-B6A3-4EB2-8CAB-8DF7EE184402}" type="sibTrans" cxnId="{D3C8254F-2D50-42C8-854A-866FC14DE20C}">
      <dgm:prSet/>
      <dgm:spPr/>
      <dgm:t>
        <a:bodyPr/>
        <a:lstStyle/>
        <a:p>
          <a:endParaRPr lang="en-US"/>
        </a:p>
      </dgm:t>
    </dgm:pt>
    <dgm:pt modelId="{B3875265-41A2-4E52-A44E-B71C87D1C900}">
      <dgm:prSet/>
      <dgm:spPr/>
      <dgm:t>
        <a:bodyPr/>
        <a:lstStyle/>
        <a:p>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nhất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thỏa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endParaRPr lang="en-US" dirty="0">
            <a:latin typeface="Times New Roman" pitchFamily="18" charset="0"/>
            <a:cs typeface="Times New Roman" pitchFamily="18" charset="0"/>
          </a:endParaRPr>
        </a:p>
      </dgm:t>
    </dgm:pt>
    <dgm:pt modelId="{E76F2256-D5F1-47A5-A735-DF6BC2AD50D8}" type="parTrans" cxnId="{62F519BE-9C11-4C1E-B26F-D66F0DC4D181}">
      <dgm:prSet/>
      <dgm:spPr/>
      <dgm:t>
        <a:bodyPr/>
        <a:lstStyle/>
        <a:p>
          <a:endParaRPr lang="en-US"/>
        </a:p>
      </dgm:t>
    </dgm:pt>
    <dgm:pt modelId="{64220A0D-9F0E-4A71-A1BF-DEADA8CA0233}" type="sibTrans" cxnId="{62F519BE-9C11-4C1E-B26F-D66F0DC4D181}">
      <dgm:prSet/>
      <dgm:spPr/>
      <dgm:t>
        <a:bodyPr/>
        <a:lstStyle/>
        <a:p>
          <a:endParaRPr lang="en-US"/>
        </a:p>
      </dgm:t>
    </dgm:pt>
    <dgm:pt modelId="{8156F2C8-A0E6-4293-BFF2-EF2C759CC20C}" type="pres">
      <dgm:prSet presAssocID="{0D809298-8125-4FBB-87F1-CDEF6AD92CA0}" presName="root" presStyleCnt="0">
        <dgm:presLayoutVars>
          <dgm:dir/>
          <dgm:resizeHandles val="exact"/>
        </dgm:presLayoutVars>
      </dgm:prSet>
      <dgm:spPr/>
    </dgm:pt>
    <dgm:pt modelId="{F1AC3ABF-BCA4-4B38-A876-CDDBE79E408C}" type="pres">
      <dgm:prSet presAssocID="{9F4969E8-70B5-4863-AD40-7ACB6E3BA22D}" presName="compNode" presStyleCnt="0"/>
      <dgm:spPr/>
    </dgm:pt>
    <dgm:pt modelId="{269A510C-A1D3-48D8-ABD3-0B073EB2B974}" type="pres">
      <dgm:prSet presAssocID="{9F4969E8-70B5-4863-AD40-7ACB6E3BA22D}" presName="bgRect" presStyleLbl="bgShp" presStyleIdx="0" presStyleCnt="2"/>
      <dgm:spPr/>
    </dgm:pt>
    <dgm:pt modelId="{0DECA96C-517F-4217-8A0A-9A1737071C78}" type="pres">
      <dgm:prSet presAssocID="{9F4969E8-70B5-4863-AD40-7ACB6E3BA22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beat"/>
        </a:ext>
      </dgm:extLst>
    </dgm:pt>
    <dgm:pt modelId="{40DCA3EC-2C2D-450F-A2C5-D071DD91CDA3}" type="pres">
      <dgm:prSet presAssocID="{9F4969E8-70B5-4863-AD40-7ACB6E3BA22D}" presName="spaceRect" presStyleCnt="0"/>
      <dgm:spPr/>
    </dgm:pt>
    <dgm:pt modelId="{CDD4C0A0-5441-4ED4-A010-4C99E0B6CCF9}" type="pres">
      <dgm:prSet presAssocID="{9F4969E8-70B5-4863-AD40-7ACB6E3BA22D}" presName="parTx" presStyleLbl="revTx" presStyleIdx="0" presStyleCnt="2">
        <dgm:presLayoutVars>
          <dgm:chMax val="0"/>
          <dgm:chPref val="0"/>
        </dgm:presLayoutVars>
      </dgm:prSet>
      <dgm:spPr/>
    </dgm:pt>
    <dgm:pt modelId="{E6FB30A3-07DE-470F-90DB-1F26A5363CCD}" type="pres">
      <dgm:prSet presAssocID="{6A3F5BC4-B6A3-4EB2-8CAB-8DF7EE184402}" presName="sibTrans" presStyleCnt="0"/>
      <dgm:spPr/>
    </dgm:pt>
    <dgm:pt modelId="{6A80378F-2439-4BC9-998C-0033DA3F6F71}" type="pres">
      <dgm:prSet presAssocID="{B3875265-41A2-4E52-A44E-B71C87D1C900}" presName="compNode" presStyleCnt="0"/>
      <dgm:spPr/>
    </dgm:pt>
    <dgm:pt modelId="{8BCAA7AD-10C2-435E-98ED-233C732144D7}" type="pres">
      <dgm:prSet presAssocID="{B3875265-41A2-4E52-A44E-B71C87D1C900}" presName="bgRect" presStyleLbl="bgShp" presStyleIdx="1" presStyleCnt="2"/>
      <dgm:spPr/>
    </dgm:pt>
    <dgm:pt modelId="{3711991D-1AF7-40E2-87AD-F76D06FC98B5}" type="pres">
      <dgm:prSet presAssocID="{B3875265-41A2-4E52-A44E-B71C87D1C90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
        </a:ext>
      </dgm:extLst>
    </dgm:pt>
    <dgm:pt modelId="{9D6E20ED-5B64-47BD-A324-747317451D4D}" type="pres">
      <dgm:prSet presAssocID="{B3875265-41A2-4E52-A44E-B71C87D1C900}" presName="spaceRect" presStyleCnt="0"/>
      <dgm:spPr/>
    </dgm:pt>
    <dgm:pt modelId="{4D71417E-31EA-47AF-B1CF-BC34411C9F5B}" type="pres">
      <dgm:prSet presAssocID="{B3875265-41A2-4E52-A44E-B71C87D1C900}" presName="parTx" presStyleLbl="revTx" presStyleIdx="1" presStyleCnt="2">
        <dgm:presLayoutVars>
          <dgm:chMax val="0"/>
          <dgm:chPref val="0"/>
        </dgm:presLayoutVars>
      </dgm:prSet>
      <dgm:spPr/>
    </dgm:pt>
  </dgm:ptLst>
  <dgm:cxnLst>
    <dgm:cxn modelId="{D3C8254F-2D50-42C8-854A-866FC14DE20C}" srcId="{0D809298-8125-4FBB-87F1-CDEF6AD92CA0}" destId="{9F4969E8-70B5-4863-AD40-7ACB6E3BA22D}" srcOrd="0" destOrd="0" parTransId="{A3C8F35C-6B23-44D9-9D3A-CDBB35878EDE}" sibTransId="{6A3F5BC4-B6A3-4EB2-8CAB-8DF7EE184402}"/>
    <dgm:cxn modelId="{CA2EA2A9-0375-4489-98BA-8D1ACA023AC1}" type="presOf" srcId="{9F4969E8-70B5-4863-AD40-7ACB6E3BA22D}" destId="{CDD4C0A0-5441-4ED4-A010-4C99E0B6CCF9}" srcOrd="0" destOrd="0" presId="urn:microsoft.com/office/officeart/2018/2/layout/IconVerticalSolidList"/>
    <dgm:cxn modelId="{F7C958BC-FF4D-4B51-8879-F3D91DCF4E13}" type="presOf" srcId="{0D809298-8125-4FBB-87F1-CDEF6AD92CA0}" destId="{8156F2C8-A0E6-4293-BFF2-EF2C759CC20C}" srcOrd="0" destOrd="0" presId="urn:microsoft.com/office/officeart/2018/2/layout/IconVerticalSolidList"/>
    <dgm:cxn modelId="{62F519BE-9C11-4C1E-B26F-D66F0DC4D181}" srcId="{0D809298-8125-4FBB-87F1-CDEF6AD92CA0}" destId="{B3875265-41A2-4E52-A44E-B71C87D1C900}" srcOrd="1" destOrd="0" parTransId="{E76F2256-D5F1-47A5-A735-DF6BC2AD50D8}" sibTransId="{64220A0D-9F0E-4A71-A1BF-DEADA8CA0233}"/>
    <dgm:cxn modelId="{A247B1C9-8684-41F6-BAB8-02C59BA0379C}" type="presOf" srcId="{B3875265-41A2-4E52-A44E-B71C87D1C900}" destId="{4D71417E-31EA-47AF-B1CF-BC34411C9F5B}" srcOrd="0" destOrd="0" presId="urn:microsoft.com/office/officeart/2018/2/layout/IconVerticalSolidList"/>
    <dgm:cxn modelId="{DCD9DCA9-A713-4098-BDAF-3FACE7CE5440}" type="presParOf" srcId="{8156F2C8-A0E6-4293-BFF2-EF2C759CC20C}" destId="{F1AC3ABF-BCA4-4B38-A876-CDDBE79E408C}" srcOrd="0" destOrd="0" presId="urn:microsoft.com/office/officeart/2018/2/layout/IconVerticalSolidList"/>
    <dgm:cxn modelId="{DB04C913-E0AD-48E3-8753-F003E9D7CAF7}" type="presParOf" srcId="{F1AC3ABF-BCA4-4B38-A876-CDDBE79E408C}" destId="{269A510C-A1D3-48D8-ABD3-0B073EB2B974}" srcOrd="0" destOrd="0" presId="urn:microsoft.com/office/officeart/2018/2/layout/IconVerticalSolidList"/>
    <dgm:cxn modelId="{7659A121-506C-40D5-B802-DCBCFCD6FC27}" type="presParOf" srcId="{F1AC3ABF-BCA4-4B38-A876-CDDBE79E408C}" destId="{0DECA96C-517F-4217-8A0A-9A1737071C78}" srcOrd="1" destOrd="0" presId="urn:microsoft.com/office/officeart/2018/2/layout/IconVerticalSolidList"/>
    <dgm:cxn modelId="{AE6967C4-E765-457D-BCE7-F73B1F31C561}" type="presParOf" srcId="{F1AC3ABF-BCA4-4B38-A876-CDDBE79E408C}" destId="{40DCA3EC-2C2D-450F-A2C5-D071DD91CDA3}" srcOrd="2" destOrd="0" presId="urn:microsoft.com/office/officeart/2018/2/layout/IconVerticalSolidList"/>
    <dgm:cxn modelId="{54689E16-AC5E-4FFC-B70A-FAFF1D808706}" type="presParOf" srcId="{F1AC3ABF-BCA4-4B38-A876-CDDBE79E408C}" destId="{CDD4C0A0-5441-4ED4-A010-4C99E0B6CCF9}" srcOrd="3" destOrd="0" presId="urn:microsoft.com/office/officeart/2018/2/layout/IconVerticalSolidList"/>
    <dgm:cxn modelId="{4422A586-E994-49D0-AB12-7955A876F973}" type="presParOf" srcId="{8156F2C8-A0E6-4293-BFF2-EF2C759CC20C}" destId="{E6FB30A3-07DE-470F-90DB-1F26A5363CCD}" srcOrd="1" destOrd="0" presId="urn:microsoft.com/office/officeart/2018/2/layout/IconVerticalSolidList"/>
    <dgm:cxn modelId="{386F7686-1694-4631-A2DF-55A1D25BD0E3}" type="presParOf" srcId="{8156F2C8-A0E6-4293-BFF2-EF2C759CC20C}" destId="{6A80378F-2439-4BC9-998C-0033DA3F6F71}" srcOrd="2" destOrd="0" presId="urn:microsoft.com/office/officeart/2018/2/layout/IconVerticalSolidList"/>
    <dgm:cxn modelId="{EC1DFA83-5A76-4A41-9971-3D77A1C19431}" type="presParOf" srcId="{6A80378F-2439-4BC9-998C-0033DA3F6F71}" destId="{8BCAA7AD-10C2-435E-98ED-233C732144D7}" srcOrd="0" destOrd="0" presId="urn:microsoft.com/office/officeart/2018/2/layout/IconVerticalSolidList"/>
    <dgm:cxn modelId="{219BD47A-0826-488B-BAE2-6614AB82F4EF}" type="presParOf" srcId="{6A80378F-2439-4BC9-998C-0033DA3F6F71}" destId="{3711991D-1AF7-40E2-87AD-F76D06FC98B5}" srcOrd="1" destOrd="0" presId="urn:microsoft.com/office/officeart/2018/2/layout/IconVerticalSolidList"/>
    <dgm:cxn modelId="{C1B6BC84-953A-444A-93D2-0FCAAFE77F08}" type="presParOf" srcId="{6A80378F-2439-4BC9-998C-0033DA3F6F71}" destId="{9D6E20ED-5B64-47BD-A324-747317451D4D}" srcOrd="2" destOrd="0" presId="urn:microsoft.com/office/officeart/2018/2/layout/IconVerticalSolidList"/>
    <dgm:cxn modelId="{5DB50D1A-F9C9-438F-B453-97722317ACB1}" type="presParOf" srcId="{6A80378F-2439-4BC9-998C-0033DA3F6F71}" destId="{4D71417E-31EA-47AF-B1CF-BC34411C9F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ED39950-3958-41FB-ACAB-17BCEBFC8601}" type="doc">
      <dgm:prSet loTypeId="urn:microsoft.com/office/officeart/2016/7/layout/LinearBlockProcessNumbered" loCatId="process" qsTypeId="urn:microsoft.com/office/officeart/2005/8/quickstyle/simple2" qsCatId="simple" csTypeId="urn:microsoft.com/office/officeart/2005/8/colors/colorful2" csCatId="colorful" phldr="1"/>
      <dgm:spPr/>
      <dgm:t>
        <a:bodyPr/>
        <a:lstStyle/>
        <a:p>
          <a:endParaRPr lang="en-US"/>
        </a:p>
      </dgm:t>
    </dgm:pt>
    <dgm:pt modelId="{F221E4AD-7774-4229-87C8-F4D041A61FD0}">
      <dgm:prSet custT="1"/>
      <dgm:spPr/>
      <dgm:t>
        <a:bodyPr/>
        <a:lstStyle/>
        <a:p>
          <a:pPr algn="l"/>
          <a:r>
            <a:rPr lang="en-US" sz="2000" dirty="0">
              <a:latin typeface="Times New Roman" pitchFamily="18" charset="0"/>
              <a:cs typeface="Times New Roman" pitchFamily="18" charset="0"/>
            </a:rPr>
            <a:t>Sau 03 </a:t>
          </a:r>
          <a:r>
            <a:rPr lang="en-US" sz="2000" dirty="0" err="1">
              <a:latin typeface="Times New Roman" pitchFamily="18" charset="0"/>
              <a:cs typeface="Times New Roman" pitchFamily="18" charset="0"/>
            </a:rPr>
            <a:t>năm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kể</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từ</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ngày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quyết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định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tuyên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bố</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mất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tích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của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Tòa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án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có</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hiệu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lực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pháp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luật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mà</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vẫn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không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có</a:t>
          </a:r>
          <a:r>
            <a:rPr lang="en-US" sz="2000" dirty="0">
              <a:latin typeface="Times New Roman" pitchFamily="18" charset="0"/>
              <a:cs typeface="Times New Roman" pitchFamily="18" charset="0"/>
            </a:rPr>
            <a:t> tin </a:t>
          </a:r>
          <a:r>
            <a:rPr lang="en-US" sz="2000" dirty="0" err="1">
              <a:latin typeface="Times New Roman" pitchFamily="18" charset="0"/>
              <a:cs typeface="Times New Roman" pitchFamily="18" charset="0"/>
            </a:rPr>
            <a:t>tức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xác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thực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là</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còn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sống</a:t>
          </a:r>
          <a:r>
            <a:rPr lang="en-US" sz="2000" dirty="0">
              <a:latin typeface="Times New Roman" pitchFamily="18" charset="0"/>
              <a:cs typeface="Times New Roman" pitchFamily="18" charset="0"/>
            </a:rPr>
            <a:t>.</a:t>
          </a:r>
        </a:p>
      </dgm:t>
    </dgm:pt>
    <dgm:pt modelId="{08EF853B-198B-4BAF-B67E-27355C473542}" type="parTrans" cxnId="{48157BA8-AD00-47B5-BB09-E9277A858C70}">
      <dgm:prSet/>
      <dgm:spPr/>
      <dgm:t>
        <a:bodyPr/>
        <a:lstStyle/>
        <a:p>
          <a:endParaRPr lang="en-US"/>
        </a:p>
      </dgm:t>
    </dgm:pt>
    <dgm:pt modelId="{80E3CA01-F536-4964-A8AB-B5BF81DAE852}" type="sibTrans" cxnId="{48157BA8-AD00-47B5-BB09-E9277A858C70}">
      <dgm:prSet phldrT="01" phldr="0"/>
      <dgm:spPr/>
      <dgm:t>
        <a:bodyPr/>
        <a:lstStyle/>
        <a:p>
          <a:r>
            <a:rPr lang="en-US"/>
            <a:t>01</a:t>
          </a:r>
          <a:endParaRPr lang="en-US" dirty="0"/>
        </a:p>
      </dgm:t>
    </dgm:pt>
    <dgm:pt modelId="{B7D9D2D4-6A85-4BA0-B6F4-8233DF71A9D8}">
      <dgm:prSet/>
      <dgm:spPr/>
      <dgm:t>
        <a:bodyPr/>
        <a:lstStyle/>
        <a:p>
          <a:r>
            <a:rPr lang="en-US" dirty="0" err="1">
              <a:latin typeface="Times New Roman" pitchFamily="18" charset="0"/>
              <a:cs typeface="Times New Roman" pitchFamily="18" charset="0"/>
            </a:rPr>
            <a:t>Biệt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05 </a:t>
          </a:r>
          <a:r>
            <a:rPr lang="en-US" dirty="0" err="1">
              <a:latin typeface="Times New Roman" pitchFamily="18" charset="0"/>
              <a:cs typeface="Times New Roman" pitchFamily="18" charset="0"/>
            </a:rPr>
            <a:t>năm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ngày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tranh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thúc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vẫn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tức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còn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sống</a:t>
          </a:r>
          <a:r>
            <a:rPr lang="en-US" dirty="0">
              <a:latin typeface="Times New Roman" pitchFamily="18" charset="0"/>
              <a:cs typeface="Times New Roman" pitchFamily="18" charset="0"/>
            </a:rPr>
            <a:t>.</a:t>
          </a:r>
        </a:p>
      </dgm:t>
    </dgm:pt>
    <dgm:pt modelId="{49B99375-2CFE-4273-83F5-495BBACE27C7}" type="parTrans" cxnId="{5672CD47-E463-47C2-B662-CA6802E285DB}">
      <dgm:prSet/>
      <dgm:spPr/>
      <dgm:t>
        <a:bodyPr/>
        <a:lstStyle/>
        <a:p>
          <a:endParaRPr lang="en-US"/>
        </a:p>
      </dgm:t>
    </dgm:pt>
    <dgm:pt modelId="{727F05B1-8F51-44C6-9D0C-AA4C42D47807}" type="sibTrans" cxnId="{5672CD47-E463-47C2-B662-CA6802E285DB}">
      <dgm:prSet phldrT="02" phldr="0"/>
      <dgm:spPr/>
      <dgm:t>
        <a:bodyPr/>
        <a:lstStyle/>
        <a:p>
          <a:r>
            <a:rPr lang="en-US"/>
            <a:t>02</a:t>
          </a:r>
        </a:p>
      </dgm:t>
    </dgm:pt>
    <dgm:pt modelId="{047EB373-C7B9-4FA6-84F6-7D52A77C6F6F}">
      <dgm:prSet/>
      <dgm:spPr/>
      <dgm:t>
        <a:bodyPr/>
        <a:lstStyle/>
        <a:p>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tai </a:t>
          </a:r>
          <a:r>
            <a:rPr lang="en-US" dirty="0" err="1">
              <a:latin typeface="Times New Roman" pitchFamily="18" charset="0"/>
              <a:cs typeface="Times New Roman" pitchFamily="18" charset="0"/>
            </a:rPr>
            <a:t>nạn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thảm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họa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thiên</a:t>
          </a:r>
          <a:r>
            <a:rPr lang="en-US" dirty="0">
              <a:latin typeface="Times New Roman" pitchFamily="18" charset="0"/>
              <a:cs typeface="Times New Roman" pitchFamily="18" charset="0"/>
            </a:rPr>
            <a:t> tai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02 </a:t>
          </a:r>
          <a:r>
            <a:rPr lang="en-US" dirty="0" err="1">
              <a:latin typeface="Times New Roman" pitchFamily="18" charset="0"/>
              <a:cs typeface="Times New Roman" pitchFamily="18" charset="0"/>
            </a:rPr>
            <a:t>năm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tức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còn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sống</a:t>
          </a:r>
          <a:r>
            <a:rPr lang="en-US" dirty="0">
              <a:latin typeface="Times New Roman" pitchFamily="18" charset="0"/>
              <a:cs typeface="Times New Roman" pitchFamily="18" charset="0"/>
            </a:rPr>
            <a:t>.</a:t>
          </a:r>
        </a:p>
      </dgm:t>
    </dgm:pt>
    <dgm:pt modelId="{E27E60D1-C7B9-414F-BD05-B253F4E34C0D}" type="parTrans" cxnId="{545FD187-7024-4302-98A2-8E4E08ACC43B}">
      <dgm:prSet/>
      <dgm:spPr/>
      <dgm:t>
        <a:bodyPr/>
        <a:lstStyle/>
        <a:p>
          <a:endParaRPr lang="en-US"/>
        </a:p>
      </dgm:t>
    </dgm:pt>
    <dgm:pt modelId="{26243F27-1AF1-4C52-A53D-3A8C91598D4B}" type="sibTrans" cxnId="{545FD187-7024-4302-98A2-8E4E08ACC43B}">
      <dgm:prSet phldrT="03" phldr="0"/>
      <dgm:spPr/>
      <dgm:t>
        <a:bodyPr/>
        <a:lstStyle/>
        <a:p>
          <a:r>
            <a:rPr lang="en-US"/>
            <a:t>03</a:t>
          </a:r>
        </a:p>
      </dgm:t>
    </dgm:pt>
    <dgm:pt modelId="{6563CDE6-B312-4F92-B86D-F03DF8E02523}">
      <dgm:prSet/>
      <dgm:spPr/>
      <dgm:t>
        <a:bodyPr/>
        <a:lstStyle/>
        <a:p>
          <a:r>
            <a:rPr lang="en-US" dirty="0" err="1">
              <a:latin typeface="Times New Roman" pitchFamily="18" charset="0"/>
              <a:cs typeface="Times New Roman" pitchFamily="18" charset="0"/>
            </a:rPr>
            <a:t>Biệt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05 </a:t>
          </a:r>
          <a:r>
            <a:rPr lang="en-US" dirty="0" err="1">
              <a:latin typeface="Times New Roman" pitchFamily="18" charset="0"/>
              <a:cs typeface="Times New Roman" pitchFamily="18" charset="0"/>
            </a:rPr>
            <a:t>năm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tin </a:t>
          </a:r>
          <a:r>
            <a:rPr lang="en-US" dirty="0" err="1">
              <a:latin typeface="Times New Roman" pitchFamily="18" charset="0"/>
              <a:cs typeface="Times New Roman" pitchFamily="18" charset="0"/>
            </a:rPr>
            <a:t>tức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còn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sống</a:t>
          </a:r>
          <a:r>
            <a:rPr lang="en-US" dirty="0">
              <a:latin typeface="Times New Roman" pitchFamily="18" charset="0"/>
              <a:cs typeface="Times New Roman" pitchFamily="18" charset="0"/>
            </a:rPr>
            <a:t>.</a:t>
          </a:r>
        </a:p>
      </dgm:t>
    </dgm:pt>
    <dgm:pt modelId="{D52CC86D-33F3-4AE9-8071-3705FBC57345}" type="parTrans" cxnId="{EA306EB2-B03E-4A2A-A27F-5106A518D278}">
      <dgm:prSet/>
      <dgm:spPr/>
      <dgm:t>
        <a:bodyPr/>
        <a:lstStyle/>
        <a:p>
          <a:endParaRPr lang="en-US"/>
        </a:p>
      </dgm:t>
    </dgm:pt>
    <dgm:pt modelId="{961E6036-93C5-4493-9B38-DAB17D1287BD}" type="sibTrans" cxnId="{EA306EB2-B03E-4A2A-A27F-5106A518D278}">
      <dgm:prSet phldrT="04" phldr="0"/>
      <dgm:spPr/>
      <dgm:t>
        <a:bodyPr/>
        <a:lstStyle/>
        <a:p>
          <a:r>
            <a:rPr lang="en-US"/>
            <a:t>04</a:t>
          </a:r>
        </a:p>
      </dgm:t>
    </dgm:pt>
    <dgm:pt modelId="{1BCA3B6C-610E-44BE-908B-BC8921E6BC65}" type="pres">
      <dgm:prSet presAssocID="{4ED39950-3958-41FB-ACAB-17BCEBFC8601}" presName="Name0" presStyleCnt="0">
        <dgm:presLayoutVars>
          <dgm:animLvl val="lvl"/>
          <dgm:resizeHandles val="exact"/>
        </dgm:presLayoutVars>
      </dgm:prSet>
      <dgm:spPr/>
    </dgm:pt>
    <dgm:pt modelId="{30504ED6-1CEB-4B7B-9E58-A825F2666512}" type="pres">
      <dgm:prSet presAssocID="{F221E4AD-7774-4229-87C8-F4D041A61FD0}" presName="compositeNode" presStyleCnt="0">
        <dgm:presLayoutVars>
          <dgm:bulletEnabled val="1"/>
        </dgm:presLayoutVars>
      </dgm:prSet>
      <dgm:spPr/>
    </dgm:pt>
    <dgm:pt modelId="{3CF22C46-B46A-43B2-BFBF-911341C3E48E}" type="pres">
      <dgm:prSet presAssocID="{F221E4AD-7774-4229-87C8-F4D041A61FD0}" presName="bgRect" presStyleLbl="alignNode1" presStyleIdx="0" presStyleCnt="4" custScaleY="126378" custLinFactNeighborX="1527" custLinFactNeighborY="424"/>
      <dgm:spPr/>
    </dgm:pt>
    <dgm:pt modelId="{8B833A70-6452-4849-B4E0-081FBE85FB6F}" type="pres">
      <dgm:prSet presAssocID="{80E3CA01-F536-4964-A8AB-B5BF81DAE852}" presName="sibTransNodeRect" presStyleLbl="alignNode1" presStyleIdx="0" presStyleCnt="4" custScaleX="76776" custScaleY="58312" custLinFactNeighborX="-508" custLinFactNeighborY="1003">
        <dgm:presLayoutVars>
          <dgm:chMax val="0"/>
          <dgm:bulletEnabled val="1"/>
        </dgm:presLayoutVars>
      </dgm:prSet>
      <dgm:spPr/>
    </dgm:pt>
    <dgm:pt modelId="{74C29E1D-92C5-4E37-85E4-7A24489E607A}" type="pres">
      <dgm:prSet presAssocID="{F221E4AD-7774-4229-87C8-F4D041A61FD0}" presName="nodeRect" presStyleLbl="alignNode1" presStyleIdx="0" presStyleCnt="4">
        <dgm:presLayoutVars>
          <dgm:bulletEnabled val="1"/>
        </dgm:presLayoutVars>
      </dgm:prSet>
      <dgm:spPr/>
    </dgm:pt>
    <dgm:pt modelId="{9D30DC02-4E0A-4713-B066-E54E4B786158}" type="pres">
      <dgm:prSet presAssocID="{80E3CA01-F536-4964-A8AB-B5BF81DAE852}" presName="sibTrans" presStyleCnt="0"/>
      <dgm:spPr/>
    </dgm:pt>
    <dgm:pt modelId="{EEC5DC4C-820B-468C-843E-C776024EADA6}" type="pres">
      <dgm:prSet presAssocID="{B7D9D2D4-6A85-4BA0-B6F4-8233DF71A9D8}" presName="compositeNode" presStyleCnt="0">
        <dgm:presLayoutVars>
          <dgm:bulletEnabled val="1"/>
        </dgm:presLayoutVars>
      </dgm:prSet>
      <dgm:spPr/>
    </dgm:pt>
    <dgm:pt modelId="{65AA7830-470E-4C5C-9D0C-A8CDEDC892E4}" type="pres">
      <dgm:prSet presAssocID="{B7D9D2D4-6A85-4BA0-B6F4-8233DF71A9D8}" presName="bgRect" presStyleLbl="alignNode1" presStyleIdx="1" presStyleCnt="4" custScaleY="126378"/>
      <dgm:spPr/>
    </dgm:pt>
    <dgm:pt modelId="{AB338298-B634-4270-85AE-F107559CAFF9}" type="pres">
      <dgm:prSet presAssocID="{727F05B1-8F51-44C6-9D0C-AA4C42D47807}" presName="sibTransNodeRect" presStyleLbl="alignNode1" presStyleIdx="1" presStyleCnt="4">
        <dgm:presLayoutVars>
          <dgm:chMax val="0"/>
          <dgm:bulletEnabled val="1"/>
        </dgm:presLayoutVars>
      </dgm:prSet>
      <dgm:spPr/>
    </dgm:pt>
    <dgm:pt modelId="{22687CCA-6D79-4C5E-A7E1-F46AC75FCDB3}" type="pres">
      <dgm:prSet presAssocID="{B7D9D2D4-6A85-4BA0-B6F4-8233DF71A9D8}" presName="nodeRect" presStyleLbl="alignNode1" presStyleIdx="1" presStyleCnt="4">
        <dgm:presLayoutVars>
          <dgm:bulletEnabled val="1"/>
        </dgm:presLayoutVars>
      </dgm:prSet>
      <dgm:spPr/>
    </dgm:pt>
    <dgm:pt modelId="{4D192B16-C4EA-4530-8068-282AC1D10C2A}" type="pres">
      <dgm:prSet presAssocID="{727F05B1-8F51-44C6-9D0C-AA4C42D47807}" presName="sibTrans" presStyleCnt="0"/>
      <dgm:spPr/>
    </dgm:pt>
    <dgm:pt modelId="{A6C99CAE-FBDE-496B-A862-0883EB9BC8B9}" type="pres">
      <dgm:prSet presAssocID="{047EB373-C7B9-4FA6-84F6-7D52A77C6F6F}" presName="compositeNode" presStyleCnt="0">
        <dgm:presLayoutVars>
          <dgm:bulletEnabled val="1"/>
        </dgm:presLayoutVars>
      </dgm:prSet>
      <dgm:spPr/>
    </dgm:pt>
    <dgm:pt modelId="{830FF0E0-9F69-474D-BB50-F9A51B975ECD}" type="pres">
      <dgm:prSet presAssocID="{047EB373-C7B9-4FA6-84F6-7D52A77C6F6F}" presName="bgRect" presStyleLbl="alignNode1" presStyleIdx="2" presStyleCnt="4" custScaleY="126378"/>
      <dgm:spPr/>
    </dgm:pt>
    <dgm:pt modelId="{5BE5A57C-EBCF-45DD-AA23-6034A17FCD4F}" type="pres">
      <dgm:prSet presAssocID="{26243F27-1AF1-4C52-A53D-3A8C91598D4B}" presName="sibTransNodeRect" presStyleLbl="alignNode1" presStyleIdx="2" presStyleCnt="4">
        <dgm:presLayoutVars>
          <dgm:chMax val="0"/>
          <dgm:bulletEnabled val="1"/>
        </dgm:presLayoutVars>
      </dgm:prSet>
      <dgm:spPr/>
    </dgm:pt>
    <dgm:pt modelId="{575F7EE6-021F-4BD5-B0D5-B389038F269D}" type="pres">
      <dgm:prSet presAssocID="{047EB373-C7B9-4FA6-84F6-7D52A77C6F6F}" presName="nodeRect" presStyleLbl="alignNode1" presStyleIdx="2" presStyleCnt="4">
        <dgm:presLayoutVars>
          <dgm:bulletEnabled val="1"/>
        </dgm:presLayoutVars>
      </dgm:prSet>
      <dgm:spPr/>
    </dgm:pt>
    <dgm:pt modelId="{F10B65F1-89EC-4C1A-91B3-44C354819682}" type="pres">
      <dgm:prSet presAssocID="{26243F27-1AF1-4C52-A53D-3A8C91598D4B}" presName="sibTrans" presStyleCnt="0"/>
      <dgm:spPr/>
    </dgm:pt>
    <dgm:pt modelId="{787AF29B-AF72-47E7-A7FA-440AE758E4DE}" type="pres">
      <dgm:prSet presAssocID="{6563CDE6-B312-4F92-B86D-F03DF8E02523}" presName="compositeNode" presStyleCnt="0">
        <dgm:presLayoutVars>
          <dgm:bulletEnabled val="1"/>
        </dgm:presLayoutVars>
      </dgm:prSet>
      <dgm:spPr/>
    </dgm:pt>
    <dgm:pt modelId="{F10CFB82-DC1B-4E21-BF01-9BD6579A7AEA}" type="pres">
      <dgm:prSet presAssocID="{6563CDE6-B312-4F92-B86D-F03DF8E02523}" presName="bgRect" presStyleLbl="alignNode1" presStyleIdx="3" presStyleCnt="4" custScaleY="127226"/>
      <dgm:spPr/>
    </dgm:pt>
    <dgm:pt modelId="{70F527A1-7886-4C93-8BF1-232BBBDFCE4B}" type="pres">
      <dgm:prSet presAssocID="{961E6036-93C5-4493-9B38-DAB17D1287BD}" presName="sibTransNodeRect" presStyleLbl="alignNode1" presStyleIdx="3" presStyleCnt="4">
        <dgm:presLayoutVars>
          <dgm:chMax val="0"/>
          <dgm:bulletEnabled val="1"/>
        </dgm:presLayoutVars>
      </dgm:prSet>
      <dgm:spPr/>
    </dgm:pt>
    <dgm:pt modelId="{DE93BA48-6B8F-48A8-876E-A542278F3AB4}" type="pres">
      <dgm:prSet presAssocID="{6563CDE6-B312-4F92-B86D-F03DF8E02523}" presName="nodeRect" presStyleLbl="alignNode1" presStyleIdx="3" presStyleCnt="4">
        <dgm:presLayoutVars>
          <dgm:bulletEnabled val="1"/>
        </dgm:presLayoutVars>
      </dgm:prSet>
      <dgm:spPr/>
    </dgm:pt>
  </dgm:ptLst>
  <dgm:cxnLst>
    <dgm:cxn modelId="{46973007-6586-4F02-A524-7B3222EB8F8B}" type="presOf" srcId="{727F05B1-8F51-44C6-9D0C-AA4C42D47807}" destId="{AB338298-B634-4270-85AE-F107559CAFF9}" srcOrd="0" destOrd="0" presId="urn:microsoft.com/office/officeart/2016/7/layout/LinearBlockProcessNumbered"/>
    <dgm:cxn modelId="{0BA1AE0A-5CC0-4360-8449-0069C25D79C6}" type="presOf" srcId="{6563CDE6-B312-4F92-B86D-F03DF8E02523}" destId="{DE93BA48-6B8F-48A8-876E-A542278F3AB4}" srcOrd="1" destOrd="0" presId="urn:microsoft.com/office/officeart/2016/7/layout/LinearBlockProcessNumbered"/>
    <dgm:cxn modelId="{FD1C5A3D-451B-4D28-AC04-3C9C87BF1015}" type="presOf" srcId="{961E6036-93C5-4493-9B38-DAB17D1287BD}" destId="{70F527A1-7886-4C93-8BF1-232BBBDFCE4B}" srcOrd="0" destOrd="0" presId="urn:microsoft.com/office/officeart/2016/7/layout/LinearBlockProcessNumbered"/>
    <dgm:cxn modelId="{5672CD47-E463-47C2-B662-CA6802E285DB}" srcId="{4ED39950-3958-41FB-ACAB-17BCEBFC8601}" destId="{B7D9D2D4-6A85-4BA0-B6F4-8233DF71A9D8}" srcOrd="1" destOrd="0" parTransId="{49B99375-2CFE-4273-83F5-495BBACE27C7}" sibTransId="{727F05B1-8F51-44C6-9D0C-AA4C42D47807}"/>
    <dgm:cxn modelId="{55904C57-8A1F-4084-99FD-C31B15A60979}" type="presOf" srcId="{047EB373-C7B9-4FA6-84F6-7D52A77C6F6F}" destId="{575F7EE6-021F-4BD5-B0D5-B389038F269D}" srcOrd="1" destOrd="0" presId="urn:microsoft.com/office/officeart/2016/7/layout/LinearBlockProcessNumbered"/>
    <dgm:cxn modelId="{44BD2579-3BE0-4D4F-95D7-D2BF28BD5EF3}" type="presOf" srcId="{26243F27-1AF1-4C52-A53D-3A8C91598D4B}" destId="{5BE5A57C-EBCF-45DD-AA23-6034A17FCD4F}" srcOrd="0" destOrd="0" presId="urn:microsoft.com/office/officeart/2016/7/layout/LinearBlockProcessNumbered"/>
    <dgm:cxn modelId="{98A7C385-5DF3-4296-9595-25E624DF8EAF}" type="presOf" srcId="{6563CDE6-B312-4F92-B86D-F03DF8E02523}" destId="{F10CFB82-DC1B-4E21-BF01-9BD6579A7AEA}" srcOrd="0" destOrd="0" presId="urn:microsoft.com/office/officeart/2016/7/layout/LinearBlockProcessNumbered"/>
    <dgm:cxn modelId="{545FD187-7024-4302-98A2-8E4E08ACC43B}" srcId="{4ED39950-3958-41FB-ACAB-17BCEBFC8601}" destId="{047EB373-C7B9-4FA6-84F6-7D52A77C6F6F}" srcOrd="2" destOrd="0" parTransId="{E27E60D1-C7B9-414F-BD05-B253F4E34C0D}" sibTransId="{26243F27-1AF1-4C52-A53D-3A8C91598D4B}"/>
    <dgm:cxn modelId="{48157BA8-AD00-47B5-BB09-E9277A858C70}" srcId="{4ED39950-3958-41FB-ACAB-17BCEBFC8601}" destId="{F221E4AD-7774-4229-87C8-F4D041A61FD0}" srcOrd="0" destOrd="0" parTransId="{08EF853B-198B-4BAF-B67E-27355C473542}" sibTransId="{80E3CA01-F536-4964-A8AB-B5BF81DAE852}"/>
    <dgm:cxn modelId="{2437B7AB-3538-45AD-9042-4CD14BF81E74}" type="presOf" srcId="{4ED39950-3958-41FB-ACAB-17BCEBFC8601}" destId="{1BCA3B6C-610E-44BE-908B-BC8921E6BC65}" srcOrd="0" destOrd="0" presId="urn:microsoft.com/office/officeart/2016/7/layout/LinearBlockProcessNumbered"/>
    <dgm:cxn modelId="{3C77A7B0-EFFA-4376-BEEA-735C7D990F14}" type="presOf" srcId="{F221E4AD-7774-4229-87C8-F4D041A61FD0}" destId="{74C29E1D-92C5-4E37-85E4-7A24489E607A}" srcOrd="1" destOrd="0" presId="urn:microsoft.com/office/officeart/2016/7/layout/LinearBlockProcessNumbered"/>
    <dgm:cxn modelId="{EA306EB2-B03E-4A2A-A27F-5106A518D278}" srcId="{4ED39950-3958-41FB-ACAB-17BCEBFC8601}" destId="{6563CDE6-B312-4F92-B86D-F03DF8E02523}" srcOrd="3" destOrd="0" parTransId="{D52CC86D-33F3-4AE9-8071-3705FBC57345}" sibTransId="{961E6036-93C5-4493-9B38-DAB17D1287BD}"/>
    <dgm:cxn modelId="{863A77C4-E78F-4893-8EE1-5D05C21AD729}" type="presOf" srcId="{047EB373-C7B9-4FA6-84F6-7D52A77C6F6F}" destId="{830FF0E0-9F69-474D-BB50-F9A51B975ECD}" srcOrd="0" destOrd="0" presId="urn:microsoft.com/office/officeart/2016/7/layout/LinearBlockProcessNumbered"/>
    <dgm:cxn modelId="{6111DDC7-45FE-4E5A-A374-AB0B34DEF4A1}" type="presOf" srcId="{B7D9D2D4-6A85-4BA0-B6F4-8233DF71A9D8}" destId="{65AA7830-470E-4C5C-9D0C-A8CDEDC892E4}" srcOrd="0" destOrd="0" presId="urn:microsoft.com/office/officeart/2016/7/layout/LinearBlockProcessNumbered"/>
    <dgm:cxn modelId="{D59AC6D2-93E0-4247-8D03-3C62CEBFC6BA}" type="presOf" srcId="{80E3CA01-F536-4964-A8AB-B5BF81DAE852}" destId="{8B833A70-6452-4849-B4E0-081FBE85FB6F}" srcOrd="0" destOrd="0" presId="urn:microsoft.com/office/officeart/2016/7/layout/LinearBlockProcessNumbered"/>
    <dgm:cxn modelId="{63B41DD8-6AFA-44B9-8DD2-5396CAC1C312}" type="presOf" srcId="{F221E4AD-7774-4229-87C8-F4D041A61FD0}" destId="{3CF22C46-B46A-43B2-BFBF-911341C3E48E}" srcOrd="0" destOrd="0" presId="urn:microsoft.com/office/officeart/2016/7/layout/LinearBlockProcessNumbered"/>
    <dgm:cxn modelId="{11BEA8E2-239B-4712-9793-ACE10DFD50B6}" type="presOf" srcId="{B7D9D2D4-6A85-4BA0-B6F4-8233DF71A9D8}" destId="{22687CCA-6D79-4C5E-A7E1-F46AC75FCDB3}" srcOrd="1" destOrd="0" presId="urn:microsoft.com/office/officeart/2016/7/layout/LinearBlockProcessNumbered"/>
    <dgm:cxn modelId="{C942E219-04C4-487F-8214-527197348622}" type="presParOf" srcId="{1BCA3B6C-610E-44BE-908B-BC8921E6BC65}" destId="{30504ED6-1CEB-4B7B-9E58-A825F2666512}" srcOrd="0" destOrd="0" presId="urn:microsoft.com/office/officeart/2016/7/layout/LinearBlockProcessNumbered"/>
    <dgm:cxn modelId="{FCA211B8-3B31-4382-A01F-695EE3DB5868}" type="presParOf" srcId="{30504ED6-1CEB-4B7B-9E58-A825F2666512}" destId="{3CF22C46-B46A-43B2-BFBF-911341C3E48E}" srcOrd="0" destOrd="0" presId="urn:microsoft.com/office/officeart/2016/7/layout/LinearBlockProcessNumbered"/>
    <dgm:cxn modelId="{23E4F1E3-5CA6-4BDF-BEA2-20097EEDE852}" type="presParOf" srcId="{30504ED6-1CEB-4B7B-9E58-A825F2666512}" destId="{8B833A70-6452-4849-B4E0-081FBE85FB6F}" srcOrd="1" destOrd="0" presId="urn:microsoft.com/office/officeart/2016/7/layout/LinearBlockProcessNumbered"/>
    <dgm:cxn modelId="{6D69779D-A8E1-42FB-958F-031C523831D2}" type="presParOf" srcId="{30504ED6-1CEB-4B7B-9E58-A825F2666512}" destId="{74C29E1D-92C5-4E37-85E4-7A24489E607A}" srcOrd="2" destOrd="0" presId="urn:microsoft.com/office/officeart/2016/7/layout/LinearBlockProcessNumbered"/>
    <dgm:cxn modelId="{79094EC4-D25D-47A3-8BF5-FF0CE5FCF4E5}" type="presParOf" srcId="{1BCA3B6C-610E-44BE-908B-BC8921E6BC65}" destId="{9D30DC02-4E0A-4713-B066-E54E4B786158}" srcOrd="1" destOrd="0" presId="urn:microsoft.com/office/officeart/2016/7/layout/LinearBlockProcessNumbered"/>
    <dgm:cxn modelId="{7F88B78C-DBA1-4188-AA6C-0A48CCFB0300}" type="presParOf" srcId="{1BCA3B6C-610E-44BE-908B-BC8921E6BC65}" destId="{EEC5DC4C-820B-468C-843E-C776024EADA6}" srcOrd="2" destOrd="0" presId="urn:microsoft.com/office/officeart/2016/7/layout/LinearBlockProcessNumbered"/>
    <dgm:cxn modelId="{7C99A537-66BD-4FB2-83C7-5C7BA60FFF08}" type="presParOf" srcId="{EEC5DC4C-820B-468C-843E-C776024EADA6}" destId="{65AA7830-470E-4C5C-9D0C-A8CDEDC892E4}" srcOrd="0" destOrd="0" presId="urn:microsoft.com/office/officeart/2016/7/layout/LinearBlockProcessNumbered"/>
    <dgm:cxn modelId="{7C195114-DC73-4E42-91E5-44EF81C397FC}" type="presParOf" srcId="{EEC5DC4C-820B-468C-843E-C776024EADA6}" destId="{AB338298-B634-4270-85AE-F107559CAFF9}" srcOrd="1" destOrd="0" presId="urn:microsoft.com/office/officeart/2016/7/layout/LinearBlockProcessNumbered"/>
    <dgm:cxn modelId="{85EF5393-E7EB-4515-8A2D-4C272600A937}" type="presParOf" srcId="{EEC5DC4C-820B-468C-843E-C776024EADA6}" destId="{22687CCA-6D79-4C5E-A7E1-F46AC75FCDB3}" srcOrd="2" destOrd="0" presId="urn:microsoft.com/office/officeart/2016/7/layout/LinearBlockProcessNumbered"/>
    <dgm:cxn modelId="{F755E4EE-CCD2-4803-A8A7-63D78EA7690A}" type="presParOf" srcId="{1BCA3B6C-610E-44BE-908B-BC8921E6BC65}" destId="{4D192B16-C4EA-4530-8068-282AC1D10C2A}" srcOrd="3" destOrd="0" presId="urn:microsoft.com/office/officeart/2016/7/layout/LinearBlockProcessNumbered"/>
    <dgm:cxn modelId="{41A29910-ADFA-4D9E-8BC5-85F7B4AC361B}" type="presParOf" srcId="{1BCA3B6C-610E-44BE-908B-BC8921E6BC65}" destId="{A6C99CAE-FBDE-496B-A862-0883EB9BC8B9}" srcOrd="4" destOrd="0" presId="urn:microsoft.com/office/officeart/2016/7/layout/LinearBlockProcessNumbered"/>
    <dgm:cxn modelId="{20DC4D5F-4DDE-4A17-8B61-4F40126805C6}" type="presParOf" srcId="{A6C99CAE-FBDE-496B-A862-0883EB9BC8B9}" destId="{830FF0E0-9F69-474D-BB50-F9A51B975ECD}" srcOrd="0" destOrd="0" presId="urn:microsoft.com/office/officeart/2016/7/layout/LinearBlockProcessNumbered"/>
    <dgm:cxn modelId="{613F7CBF-78EE-4D4F-ABBA-E8D3634F9AAA}" type="presParOf" srcId="{A6C99CAE-FBDE-496B-A862-0883EB9BC8B9}" destId="{5BE5A57C-EBCF-45DD-AA23-6034A17FCD4F}" srcOrd="1" destOrd="0" presId="urn:microsoft.com/office/officeart/2016/7/layout/LinearBlockProcessNumbered"/>
    <dgm:cxn modelId="{C1D5B413-E2BB-4490-B90D-E949D0FDA28E}" type="presParOf" srcId="{A6C99CAE-FBDE-496B-A862-0883EB9BC8B9}" destId="{575F7EE6-021F-4BD5-B0D5-B389038F269D}" srcOrd="2" destOrd="0" presId="urn:microsoft.com/office/officeart/2016/7/layout/LinearBlockProcessNumbered"/>
    <dgm:cxn modelId="{892CB189-3D7B-4307-8058-94F64FCBF28E}" type="presParOf" srcId="{1BCA3B6C-610E-44BE-908B-BC8921E6BC65}" destId="{F10B65F1-89EC-4C1A-91B3-44C354819682}" srcOrd="5" destOrd="0" presId="urn:microsoft.com/office/officeart/2016/7/layout/LinearBlockProcessNumbered"/>
    <dgm:cxn modelId="{928F8E79-D73B-4119-8DC5-7CB3F465D3B8}" type="presParOf" srcId="{1BCA3B6C-610E-44BE-908B-BC8921E6BC65}" destId="{787AF29B-AF72-47E7-A7FA-440AE758E4DE}" srcOrd="6" destOrd="0" presId="urn:microsoft.com/office/officeart/2016/7/layout/LinearBlockProcessNumbered"/>
    <dgm:cxn modelId="{A5698931-6D8E-499E-BFCB-99E8ECEC9862}" type="presParOf" srcId="{787AF29B-AF72-47E7-A7FA-440AE758E4DE}" destId="{F10CFB82-DC1B-4E21-BF01-9BD6579A7AEA}" srcOrd="0" destOrd="0" presId="urn:microsoft.com/office/officeart/2016/7/layout/LinearBlockProcessNumbered"/>
    <dgm:cxn modelId="{B35C6F3A-FEC9-4186-807F-419C14E6E45D}" type="presParOf" srcId="{787AF29B-AF72-47E7-A7FA-440AE758E4DE}" destId="{70F527A1-7886-4C93-8BF1-232BBBDFCE4B}" srcOrd="1" destOrd="0" presId="urn:microsoft.com/office/officeart/2016/7/layout/LinearBlockProcessNumbered"/>
    <dgm:cxn modelId="{EED4E97A-2EC5-4C71-90ED-62D4EA6BE100}" type="presParOf" srcId="{787AF29B-AF72-47E7-A7FA-440AE758E4DE}" destId="{DE93BA48-6B8F-48A8-876E-A542278F3AB4}"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F9669F0-7492-E24A-BAB0-08AA72799339}" type="doc">
      <dgm:prSet loTypeId="urn:microsoft.com/office/officeart/2005/8/layout/venn1" loCatId="" qsTypeId="urn:microsoft.com/office/officeart/2005/8/quickstyle/simple1" qsCatId="simple" csTypeId="urn:microsoft.com/office/officeart/2005/8/colors/accent1_2" csCatId="accent1" phldr="1"/>
      <dgm:spPr/>
    </dgm:pt>
    <dgm:pt modelId="{21F26929-136C-4142-A090-2F98AF9C58B1}">
      <dgm:prSet phldrT="[Text]"/>
      <dgm:spPr/>
      <dgm:t>
        <a:bodyPr/>
        <a:lstStyle/>
        <a:p>
          <a:r>
            <a:rPr lang="en-US" dirty="0">
              <a:latin typeface="Times New Roman" panose="02020603050405020304" pitchFamily="18" charset="0"/>
              <a:cs typeface="Times New Roman" panose="02020603050405020304" pitchFamily="18" charset="0"/>
            </a:rPr>
            <a:t>Liên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hữu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endParaRPr lang="en-US" dirty="0">
            <a:latin typeface="Times New Roman" panose="02020603050405020304" pitchFamily="18" charset="0"/>
            <a:cs typeface="Times New Roman" panose="02020603050405020304" pitchFamily="18" charset="0"/>
          </a:endParaRPr>
        </a:p>
      </dgm:t>
    </dgm:pt>
    <dgm:pt modelId="{1546DD8E-23F6-EC44-9332-7FFAF4502E68}" type="parTrans" cxnId="{9158F242-1662-0144-AAE5-453E96F520D0}">
      <dgm:prSet/>
      <dgm:spPr/>
      <dgm:t>
        <a:bodyPr/>
        <a:lstStyle/>
        <a:p>
          <a:endParaRPr lang="en-US">
            <a:latin typeface="Times New Roman" panose="02020603050405020304" pitchFamily="18" charset="0"/>
            <a:cs typeface="Times New Roman" panose="02020603050405020304" pitchFamily="18" charset="0"/>
          </a:endParaRPr>
        </a:p>
      </dgm:t>
    </dgm:pt>
    <dgm:pt modelId="{A5576388-BD67-2348-963A-0AC598EBA078}" type="sibTrans" cxnId="{9158F242-1662-0144-AAE5-453E96F520D0}">
      <dgm:prSet/>
      <dgm:spPr/>
      <dgm:t>
        <a:bodyPr/>
        <a:lstStyle/>
        <a:p>
          <a:endParaRPr lang="en-US">
            <a:latin typeface="Times New Roman" panose="02020603050405020304" pitchFamily="18" charset="0"/>
            <a:cs typeface="Times New Roman" panose="02020603050405020304" pitchFamily="18" charset="0"/>
          </a:endParaRPr>
        </a:p>
      </dgm:t>
    </dgm:pt>
    <dgm:pt modelId="{95BBEEB7-993D-DD49-8770-F7E1BD257C4D}">
      <dgm:prSet phldrT="[Text]"/>
      <dgm:spPr/>
      <dgm:t>
        <a:bodyPr/>
        <a:lstStyle/>
        <a:p>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PL</a:t>
          </a:r>
        </a:p>
      </dgm:t>
    </dgm:pt>
    <dgm:pt modelId="{3F392412-7D50-BB4A-AA69-B4C8E3F113FE}" type="parTrans" cxnId="{5B3BC9FC-01DD-5D49-9361-1FB8BE72F31D}">
      <dgm:prSet/>
      <dgm:spPr/>
      <dgm:t>
        <a:bodyPr/>
        <a:lstStyle/>
        <a:p>
          <a:endParaRPr lang="en-US">
            <a:latin typeface="Times New Roman" panose="02020603050405020304" pitchFamily="18" charset="0"/>
            <a:cs typeface="Times New Roman" panose="02020603050405020304" pitchFamily="18" charset="0"/>
          </a:endParaRPr>
        </a:p>
      </dgm:t>
    </dgm:pt>
    <dgm:pt modelId="{428216F1-8780-0D4F-9B76-5150621E1223}" type="sibTrans" cxnId="{5B3BC9FC-01DD-5D49-9361-1FB8BE72F31D}">
      <dgm:prSet/>
      <dgm:spPr/>
      <dgm:t>
        <a:bodyPr/>
        <a:lstStyle/>
        <a:p>
          <a:endParaRPr lang="en-US">
            <a:latin typeface="Times New Roman" panose="02020603050405020304" pitchFamily="18" charset="0"/>
            <a:cs typeface="Times New Roman" panose="02020603050405020304" pitchFamily="18" charset="0"/>
          </a:endParaRPr>
        </a:p>
      </dgm:t>
    </dgm:pt>
    <dgm:pt modelId="{DCEA8560-EFBE-BB48-B167-260CC7B80733}">
      <dgm:prSet phldrT="[Text]"/>
      <dgm:spPr/>
      <dgm:t>
        <a:bodyPr/>
        <a:lstStyle/>
        <a:p>
          <a:r>
            <a:rPr lang="en-US" dirty="0" err="1">
              <a:latin typeface="Times New Roman" panose="02020603050405020304" pitchFamily="18" charset="0"/>
              <a:cs typeface="Times New Roman" panose="02020603050405020304" pitchFamily="18" charset="0"/>
            </a:rPr>
            <a:t>Gắn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thân</a:t>
          </a:r>
          <a:endParaRPr lang="en-US" dirty="0">
            <a:latin typeface="Times New Roman" panose="02020603050405020304" pitchFamily="18" charset="0"/>
            <a:cs typeface="Times New Roman" panose="02020603050405020304" pitchFamily="18" charset="0"/>
          </a:endParaRPr>
        </a:p>
      </dgm:t>
    </dgm:pt>
    <dgm:pt modelId="{D0361EE7-3F27-A144-96E7-4ABAC5FF912E}" type="parTrans" cxnId="{12F707C1-0F48-9C4B-A277-A41178CD40D8}">
      <dgm:prSet/>
      <dgm:spPr/>
      <dgm:t>
        <a:bodyPr/>
        <a:lstStyle/>
        <a:p>
          <a:endParaRPr lang="en-US">
            <a:latin typeface="Times New Roman" panose="02020603050405020304" pitchFamily="18" charset="0"/>
            <a:cs typeface="Times New Roman" panose="02020603050405020304" pitchFamily="18" charset="0"/>
          </a:endParaRPr>
        </a:p>
      </dgm:t>
    </dgm:pt>
    <dgm:pt modelId="{E6B521A8-C2DC-CD4E-94B5-29CBE7226219}" type="sibTrans" cxnId="{12F707C1-0F48-9C4B-A277-A41178CD40D8}">
      <dgm:prSet/>
      <dgm:spPr/>
      <dgm:t>
        <a:bodyPr/>
        <a:lstStyle/>
        <a:p>
          <a:endParaRPr lang="en-US">
            <a:latin typeface="Times New Roman" panose="02020603050405020304" pitchFamily="18" charset="0"/>
            <a:cs typeface="Times New Roman" panose="02020603050405020304" pitchFamily="18" charset="0"/>
          </a:endParaRPr>
        </a:p>
      </dgm:t>
    </dgm:pt>
    <dgm:pt modelId="{B7FF7355-2870-F345-879B-DBA835C1842F}" type="pres">
      <dgm:prSet presAssocID="{EF9669F0-7492-E24A-BAB0-08AA72799339}" presName="compositeShape" presStyleCnt="0">
        <dgm:presLayoutVars>
          <dgm:chMax val="7"/>
          <dgm:dir/>
          <dgm:resizeHandles val="exact"/>
        </dgm:presLayoutVars>
      </dgm:prSet>
      <dgm:spPr/>
    </dgm:pt>
    <dgm:pt modelId="{94090707-9A24-1445-8EC5-F3753D485220}" type="pres">
      <dgm:prSet presAssocID="{21F26929-136C-4142-A090-2F98AF9C58B1}" presName="circ1" presStyleLbl="vennNode1" presStyleIdx="0" presStyleCnt="3"/>
      <dgm:spPr/>
    </dgm:pt>
    <dgm:pt modelId="{9E6CA141-62D2-BE44-B5C2-0F8181B7E5D5}" type="pres">
      <dgm:prSet presAssocID="{21F26929-136C-4142-A090-2F98AF9C58B1}" presName="circ1Tx" presStyleLbl="revTx" presStyleIdx="0" presStyleCnt="0">
        <dgm:presLayoutVars>
          <dgm:chMax val="0"/>
          <dgm:chPref val="0"/>
          <dgm:bulletEnabled val="1"/>
        </dgm:presLayoutVars>
      </dgm:prSet>
      <dgm:spPr/>
    </dgm:pt>
    <dgm:pt modelId="{4B5A244F-FE49-734C-AEAD-B3542ADFFAC9}" type="pres">
      <dgm:prSet presAssocID="{95BBEEB7-993D-DD49-8770-F7E1BD257C4D}" presName="circ2" presStyleLbl="vennNode1" presStyleIdx="1" presStyleCnt="3"/>
      <dgm:spPr/>
    </dgm:pt>
    <dgm:pt modelId="{BD0558F2-D898-C74B-9AE7-F3F10A028D7F}" type="pres">
      <dgm:prSet presAssocID="{95BBEEB7-993D-DD49-8770-F7E1BD257C4D}" presName="circ2Tx" presStyleLbl="revTx" presStyleIdx="0" presStyleCnt="0">
        <dgm:presLayoutVars>
          <dgm:chMax val="0"/>
          <dgm:chPref val="0"/>
          <dgm:bulletEnabled val="1"/>
        </dgm:presLayoutVars>
      </dgm:prSet>
      <dgm:spPr/>
    </dgm:pt>
    <dgm:pt modelId="{38192FB6-7ECE-824E-BAD5-BFD94F6E8FDC}" type="pres">
      <dgm:prSet presAssocID="{DCEA8560-EFBE-BB48-B167-260CC7B80733}" presName="circ3" presStyleLbl="vennNode1" presStyleIdx="2" presStyleCnt="3"/>
      <dgm:spPr/>
    </dgm:pt>
    <dgm:pt modelId="{39671643-CD54-0940-8237-CCE9ACB1A35B}" type="pres">
      <dgm:prSet presAssocID="{DCEA8560-EFBE-BB48-B167-260CC7B80733}" presName="circ3Tx" presStyleLbl="revTx" presStyleIdx="0" presStyleCnt="0">
        <dgm:presLayoutVars>
          <dgm:chMax val="0"/>
          <dgm:chPref val="0"/>
          <dgm:bulletEnabled val="1"/>
        </dgm:presLayoutVars>
      </dgm:prSet>
      <dgm:spPr/>
    </dgm:pt>
  </dgm:ptLst>
  <dgm:cxnLst>
    <dgm:cxn modelId="{9158F242-1662-0144-AAE5-453E96F520D0}" srcId="{EF9669F0-7492-E24A-BAB0-08AA72799339}" destId="{21F26929-136C-4142-A090-2F98AF9C58B1}" srcOrd="0" destOrd="0" parTransId="{1546DD8E-23F6-EC44-9332-7FFAF4502E68}" sibTransId="{A5576388-BD67-2348-963A-0AC598EBA078}"/>
    <dgm:cxn modelId="{504ED750-8E59-6F4B-9FEC-60ED36F89D77}" type="presOf" srcId="{21F26929-136C-4142-A090-2F98AF9C58B1}" destId="{94090707-9A24-1445-8EC5-F3753D485220}" srcOrd="0" destOrd="0" presId="urn:microsoft.com/office/officeart/2005/8/layout/venn1"/>
    <dgm:cxn modelId="{00758C66-F70C-1C4A-9E2D-6C4F24072B73}" type="presOf" srcId="{EF9669F0-7492-E24A-BAB0-08AA72799339}" destId="{B7FF7355-2870-F345-879B-DBA835C1842F}" srcOrd="0" destOrd="0" presId="urn:microsoft.com/office/officeart/2005/8/layout/venn1"/>
    <dgm:cxn modelId="{9EF77A69-B2E3-134D-A69A-9E9733713AA0}" type="presOf" srcId="{95BBEEB7-993D-DD49-8770-F7E1BD257C4D}" destId="{BD0558F2-D898-C74B-9AE7-F3F10A028D7F}" srcOrd="1" destOrd="0" presId="urn:microsoft.com/office/officeart/2005/8/layout/venn1"/>
    <dgm:cxn modelId="{D7CBB780-B463-5948-92BC-C4A4FEE1C6AC}" type="presOf" srcId="{95BBEEB7-993D-DD49-8770-F7E1BD257C4D}" destId="{4B5A244F-FE49-734C-AEAD-B3542ADFFAC9}" srcOrd="0" destOrd="0" presId="urn:microsoft.com/office/officeart/2005/8/layout/venn1"/>
    <dgm:cxn modelId="{683A6695-5D4A-0942-9305-66E594BC739D}" type="presOf" srcId="{DCEA8560-EFBE-BB48-B167-260CC7B80733}" destId="{39671643-CD54-0940-8237-CCE9ACB1A35B}" srcOrd="1" destOrd="0" presId="urn:microsoft.com/office/officeart/2005/8/layout/venn1"/>
    <dgm:cxn modelId="{A23891A8-1951-EC47-A502-432C296DF5B9}" type="presOf" srcId="{21F26929-136C-4142-A090-2F98AF9C58B1}" destId="{9E6CA141-62D2-BE44-B5C2-0F8181B7E5D5}" srcOrd="1" destOrd="0" presId="urn:microsoft.com/office/officeart/2005/8/layout/venn1"/>
    <dgm:cxn modelId="{69A82AC0-34B6-C04C-A72E-3E1717865021}" type="presOf" srcId="{DCEA8560-EFBE-BB48-B167-260CC7B80733}" destId="{38192FB6-7ECE-824E-BAD5-BFD94F6E8FDC}" srcOrd="0" destOrd="0" presId="urn:microsoft.com/office/officeart/2005/8/layout/venn1"/>
    <dgm:cxn modelId="{12F707C1-0F48-9C4B-A277-A41178CD40D8}" srcId="{EF9669F0-7492-E24A-BAB0-08AA72799339}" destId="{DCEA8560-EFBE-BB48-B167-260CC7B80733}" srcOrd="2" destOrd="0" parTransId="{D0361EE7-3F27-A144-96E7-4ABAC5FF912E}" sibTransId="{E6B521A8-C2DC-CD4E-94B5-29CBE7226219}"/>
    <dgm:cxn modelId="{5B3BC9FC-01DD-5D49-9361-1FB8BE72F31D}" srcId="{EF9669F0-7492-E24A-BAB0-08AA72799339}" destId="{95BBEEB7-993D-DD49-8770-F7E1BD257C4D}" srcOrd="1" destOrd="0" parTransId="{3F392412-7D50-BB4A-AA69-B4C8E3F113FE}" sibTransId="{428216F1-8780-0D4F-9B76-5150621E1223}"/>
    <dgm:cxn modelId="{A8385175-8956-8A48-980C-83666B5ACB0F}" type="presParOf" srcId="{B7FF7355-2870-F345-879B-DBA835C1842F}" destId="{94090707-9A24-1445-8EC5-F3753D485220}" srcOrd="0" destOrd="0" presId="urn:microsoft.com/office/officeart/2005/8/layout/venn1"/>
    <dgm:cxn modelId="{ED670ADE-D168-C141-92D0-7A21650BC773}" type="presParOf" srcId="{B7FF7355-2870-F345-879B-DBA835C1842F}" destId="{9E6CA141-62D2-BE44-B5C2-0F8181B7E5D5}" srcOrd="1" destOrd="0" presId="urn:microsoft.com/office/officeart/2005/8/layout/venn1"/>
    <dgm:cxn modelId="{85F10B50-CAEE-AA47-BBF0-79E7DA820964}" type="presParOf" srcId="{B7FF7355-2870-F345-879B-DBA835C1842F}" destId="{4B5A244F-FE49-734C-AEAD-B3542ADFFAC9}" srcOrd="2" destOrd="0" presId="urn:microsoft.com/office/officeart/2005/8/layout/venn1"/>
    <dgm:cxn modelId="{C8F45C4E-8D87-D649-B434-8C3FC45E623B}" type="presParOf" srcId="{B7FF7355-2870-F345-879B-DBA835C1842F}" destId="{BD0558F2-D898-C74B-9AE7-F3F10A028D7F}" srcOrd="3" destOrd="0" presId="urn:microsoft.com/office/officeart/2005/8/layout/venn1"/>
    <dgm:cxn modelId="{2ECB2E3E-BD09-5A41-BA75-35996C4A40BF}" type="presParOf" srcId="{B7FF7355-2870-F345-879B-DBA835C1842F}" destId="{38192FB6-7ECE-824E-BAD5-BFD94F6E8FDC}" srcOrd="4" destOrd="0" presId="urn:microsoft.com/office/officeart/2005/8/layout/venn1"/>
    <dgm:cxn modelId="{80D604FC-8D43-0B4E-8A14-15E8A46DC1EC}" type="presParOf" srcId="{B7FF7355-2870-F345-879B-DBA835C1842F}" destId="{39671643-CD54-0940-8237-CCE9ACB1A35B}"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D948945-A9DC-D346-A1D3-C052D93F795C}" type="doc">
      <dgm:prSet loTypeId="urn:microsoft.com/office/officeart/2005/8/layout/matrix3" loCatId="" qsTypeId="urn:microsoft.com/office/officeart/2005/8/quickstyle/simple1" qsCatId="simple" csTypeId="urn:microsoft.com/office/officeart/2005/8/colors/accent1_2" csCatId="accent1" phldr="1"/>
      <dgm:spPr/>
      <dgm:t>
        <a:bodyPr/>
        <a:lstStyle/>
        <a:p>
          <a:endParaRPr lang="en-US"/>
        </a:p>
      </dgm:t>
    </dgm:pt>
    <dgm:pt modelId="{5C0FA5DC-E7FC-854C-BAF3-948AC83B315E}">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Khái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niệm</a:t>
          </a:r>
          <a:endParaRPr lang="en-US" dirty="0">
            <a:solidFill>
              <a:schemeClr val="bg1"/>
            </a:solidFill>
            <a:latin typeface="Times New Roman" panose="02020603050405020304" pitchFamily="18" charset="0"/>
            <a:cs typeface="Times New Roman" panose="02020603050405020304" pitchFamily="18" charset="0"/>
          </a:endParaRPr>
        </a:p>
      </dgm:t>
    </dgm:pt>
    <dgm:pt modelId="{2745D8AD-7649-E049-BADD-98E1A9DEBDF0}" type="parTrans" cxnId="{F24F6BE4-C1E3-C24C-8E34-7E33FEA62C39}">
      <dgm:prSet/>
      <dgm:spPr/>
      <dgm:t>
        <a:bodyPr/>
        <a:lstStyle/>
        <a:p>
          <a:endParaRPr lang="en-US"/>
        </a:p>
      </dgm:t>
    </dgm:pt>
    <dgm:pt modelId="{31B57003-6F9E-5C4D-8AA8-BB1BA8396292}" type="sibTrans" cxnId="{F24F6BE4-C1E3-C24C-8E34-7E33FEA62C39}">
      <dgm:prSet/>
      <dgm:spPr/>
      <dgm:t>
        <a:bodyPr/>
        <a:lstStyle/>
        <a:p>
          <a:endParaRPr lang="en-US"/>
        </a:p>
      </dgm:t>
    </dgm:pt>
    <dgm:pt modelId="{F7D1BAB7-BC4C-2D46-BF98-72B0A5873D00}">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Hình</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thức</a:t>
          </a:r>
          <a:endParaRPr lang="en-US" dirty="0">
            <a:solidFill>
              <a:schemeClr val="bg1"/>
            </a:solidFill>
            <a:latin typeface="Times New Roman" panose="02020603050405020304" pitchFamily="18" charset="0"/>
            <a:cs typeface="Times New Roman" panose="02020603050405020304" pitchFamily="18" charset="0"/>
          </a:endParaRPr>
        </a:p>
      </dgm:t>
    </dgm:pt>
    <dgm:pt modelId="{6EEF090A-EAAD-0D49-9862-D2C5A647F42E}" type="parTrans" cxnId="{597A937C-E19D-A640-ACEB-02EBEB989C7F}">
      <dgm:prSet/>
      <dgm:spPr/>
      <dgm:t>
        <a:bodyPr/>
        <a:lstStyle/>
        <a:p>
          <a:endParaRPr lang="en-US"/>
        </a:p>
      </dgm:t>
    </dgm:pt>
    <dgm:pt modelId="{C412A594-1283-9545-A958-C0732698A379}" type="sibTrans" cxnId="{597A937C-E19D-A640-ACEB-02EBEB989C7F}">
      <dgm:prSet/>
      <dgm:spPr/>
      <dgm:t>
        <a:bodyPr/>
        <a:lstStyle/>
        <a:p>
          <a:endParaRPr lang="en-US"/>
        </a:p>
      </dgm:t>
    </dgm:pt>
    <dgm:pt modelId="{3ACC3A9D-D2B0-F944-A224-2331CE050AD8}">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a:solidFill>
                <a:schemeClr val="bg1"/>
              </a:solidFill>
              <a:latin typeface="Times New Roman" panose="02020603050405020304" pitchFamily="18" charset="0"/>
              <a:cs typeface="Times New Roman" panose="02020603050405020304" pitchFamily="18" charset="0"/>
            </a:rPr>
            <a:t>Hiệu </a:t>
          </a:r>
          <a:r>
            <a:rPr lang="en-US" dirty="0" err="1">
              <a:solidFill>
                <a:schemeClr val="bg1"/>
              </a:solidFill>
              <a:latin typeface="Times New Roman" panose="02020603050405020304" pitchFamily="18" charset="0"/>
              <a:cs typeface="Times New Roman" panose="02020603050405020304" pitchFamily="18" charset="0"/>
            </a:rPr>
            <a:t>lực</a:t>
          </a:r>
          <a:endParaRPr lang="en-US" dirty="0">
            <a:solidFill>
              <a:schemeClr val="bg1"/>
            </a:solidFill>
            <a:latin typeface="Times New Roman" panose="02020603050405020304" pitchFamily="18" charset="0"/>
            <a:cs typeface="Times New Roman" panose="02020603050405020304" pitchFamily="18" charset="0"/>
          </a:endParaRPr>
        </a:p>
      </dgm:t>
    </dgm:pt>
    <dgm:pt modelId="{72048755-CA9C-3648-AD43-1029EC985A67}" type="parTrans" cxnId="{4BB2C554-4E58-A148-B731-2651B721A40D}">
      <dgm:prSet/>
      <dgm:spPr/>
      <dgm:t>
        <a:bodyPr/>
        <a:lstStyle/>
        <a:p>
          <a:endParaRPr lang="en-US"/>
        </a:p>
      </dgm:t>
    </dgm:pt>
    <dgm:pt modelId="{6C2F6140-0A58-8642-A386-F3FC30D0F0B0}" type="sibTrans" cxnId="{4BB2C554-4E58-A148-B731-2651B721A40D}">
      <dgm:prSet/>
      <dgm:spPr/>
      <dgm:t>
        <a:bodyPr/>
        <a:lstStyle/>
        <a:p>
          <a:endParaRPr lang="en-US"/>
        </a:p>
      </dgm:t>
    </dgm:pt>
    <dgm:pt modelId="{CC03E2D8-3BCC-DE49-8AD5-7CF8DDC009C5}">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Người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thừa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kế</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không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phụ</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thuộc</a:t>
          </a:r>
          <a:r>
            <a:rPr lang="en-US" dirty="0">
              <a:solidFill>
                <a:schemeClr val="bg1"/>
              </a:solidFill>
              <a:latin typeface="Times New Roman" panose="02020603050405020304" pitchFamily="18" charset="0"/>
              <a:cs typeface="Times New Roman" panose="02020603050405020304" pitchFamily="18" charset="0"/>
            </a:rPr>
            <a:t> DC</a:t>
          </a:r>
        </a:p>
      </dgm:t>
    </dgm:pt>
    <dgm:pt modelId="{59E90CF9-A4AA-A749-A8DB-0DB6B7BA7404}" type="parTrans" cxnId="{7E79BE4D-4734-C442-81AC-3A4BAA0FB251}">
      <dgm:prSet/>
      <dgm:spPr/>
      <dgm:t>
        <a:bodyPr/>
        <a:lstStyle/>
        <a:p>
          <a:endParaRPr lang="en-US"/>
        </a:p>
      </dgm:t>
    </dgm:pt>
    <dgm:pt modelId="{309FA0C0-9E9F-084D-B216-F4D888535096}" type="sibTrans" cxnId="{7E79BE4D-4734-C442-81AC-3A4BAA0FB251}">
      <dgm:prSet/>
      <dgm:spPr/>
      <dgm:t>
        <a:bodyPr/>
        <a:lstStyle/>
        <a:p>
          <a:endParaRPr lang="en-US"/>
        </a:p>
      </dgm:t>
    </dgm:pt>
    <dgm:pt modelId="{799281E9-6B35-8B43-AD10-7CA7D37A0D09}" type="pres">
      <dgm:prSet presAssocID="{AD948945-A9DC-D346-A1D3-C052D93F795C}" presName="matrix" presStyleCnt="0">
        <dgm:presLayoutVars>
          <dgm:chMax val="1"/>
          <dgm:dir/>
          <dgm:resizeHandles val="exact"/>
        </dgm:presLayoutVars>
      </dgm:prSet>
      <dgm:spPr/>
    </dgm:pt>
    <dgm:pt modelId="{333CF44D-232D-5941-B8D2-E6B7D4A2EFF4}" type="pres">
      <dgm:prSet presAssocID="{AD948945-A9DC-D346-A1D3-C052D93F795C}" presName="diamond" presStyleLbl="bgShp" presStyleIdx="0" presStyleCnt="1"/>
      <dgm:spPr/>
    </dgm:pt>
    <dgm:pt modelId="{B9454FB8-9CC9-6E44-9B56-1638080239C2}" type="pres">
      <dgm:prSet presAssocID="{AD948945-A9DC-D346-A1D3-C052D93F795C}" presName="quad1" presStyleLbl="node1" presStyleIdx="0" presStyleCnt="4">
        <dgm:presLayoutVars>
          <dgm:chMax val="0"/>
          <dgm:chPref val="0"/>
          <dgm:bulletEnabled val="1"/>
        </dgm:presLayoutVars>
      </dgm:prSet>
      <dgm:spPr/>
    </dgm:pt>
    <dgm:pt modelId="{E63AB6D0-F3C2-5542-BF06-0662CAC276A0}" type="pres">
      <dgm:prSet presAssocID="{AD948945-A9DC-D346-A1D3-C052D93F795C}" presName="quad2" presStyleLbl="node1" presStyleIdx="1" presStyleCnt="4">
        <dgm:presLayoutVars>
          <dgm:chMax val="0"/>
          <dgm:chPref val="0"/>
          <dgm:bulletEnabled val="1"/>
        </dgm:presLayoutVars>
      </dgm:prSet>
      <dgm:spPr/>
    </dgm:pt>
    <dgm:pt modelId="{4E8A3836-164A-CF40-8F4F-EAB1E87626F3}" type="pres">
      <dgm:prSet presAssocID="{AD948945-A9DC-D346-A1D3-C052D93F795C}" presName="quad3" presStyleLbl="node1" presStyleIdx="2" presStyleCnt="4">
        <dgm:presLayoutVars>
          <dgm:chMax val="0"/>
          <dgm:chPref val="0"/>
          <dgm:bulletEnabled val="1"/>
        </dgm:presLayoutVars>
      </dgm:prSet>
      <dgm:spPr/>
    </dgm:pt>
    <dgm:pt modelId="{76130E9E-4713-EE44-B459-B0EE36994050}" type="pres">
      <dgm:prSet presAssocID="{AD948945-A9DC-D346-A1D3-C052D93F795C}" presName="quad4" presStyleLbl="node1" presStyleIdx="3" presStyleCnt="4">
        <dgm:presLayoutVars>
          <dgm:chMax val="0"/>
          <dgm:chPref val="0"/>
          <dgm:bulletEnabled val="1"/>
        </dgm:presLayoutVars>
      </dgm:prSet>
      <dgm:spPr/>
    </dgm:pt>
  </dgm:ptLst>
  <dgm:cxnLst>
    <dgm:cxn modelId="{7E79BE4D-4734-C442-81AC-3A4BAA0FB251}" srcId="{AD948945-A9DC-D346-A1D3-C052D93F795C}" destId="{CC03E2D8-3BCC-DE49-8AD5-7CF8DDC009C5}" srcOrd="3" destOrd="0" parTransId="{59E90CF9-A4AA-A749-A8DB-0DB6B7BA7404}" sibTransId="{309FA0C0-9E9F-084D-B216-F4D888535096}"/>
    <dgm:cxn modelId="{4BB2C554-4E58-A148-B731-2651B721A40D}" srcId="{AD948945-A9DC-D346-A1D3-C052D93F795C}" destId="{3ACC3A9D-D2B0-F944-A224-2331CE050AD8}" srcOrd="2" destOrd="0" parTransId="{72048755-CA9C-3648-AD43-1029EC985A67}" sibTransId="{6C2F6140-0A58-8642-A386-F3FC30D0F0B0}"/>
    <dgm:cxn modelId="{BF92A17A-9FF7-2247-A1F7-B33AA4546D6D}" type="presOf" srcId="{CC03E2D8-3BCC-DE49-8AD5-7CF8DDC009C5}" destId="{76130E9E-4713-EE44-B459-B0EE36994050}" srcOrd="0" destOrd="0" presId="urn:microsoft.com/office/officeart/2005/8/layout/matrix3"/>
    <dgm:cxn modelId="{597A937C-E19D-A640-ACEB-02EBEB989C7F}" srcId="{AD948945-A9DC-D346-A1D3-C052D93F795C}" destId="{F7D1BAB7-BC4C-2D46-BF98-72B0A5873D00}" srcOrd="1" destOrd="0" parTransId="{6EEF090A-EAAD-0D49-9862-D2C5A647F42E}" sibTransId="{C412A594-1283-9545-A958-C0732698A379}"/>
    <dgm:cxn modelId="{2E1D8C92-EC3F-B94C-9AD3-B5AB80E8098C}" type="presOf" srcId="{5C0FA5DC-E7FC-854C-BAF3-948AC83B315E}" destId="{B9454FB8-9CC9-6E44-9B56-1638080239C2}" srcOrd="0" destOrd="0" presId="urn:microsoft.com/office/officeart/2005/8/layout/matrix3"/>
    <dgm:cxn modelId="{BCFED3A5-620B-C84E-B8EE-EB92D7CF0E1E}" type="presOf" srcId="{3ACC3A9D-D2B0-F944-A224-2331CE050AD8}" destId="{4E8A3836-164A-CF40-8F4F-EAB1E87626F3}" srcOrd="0" destOrd="0" presId="urn:microsoft.com/office/officeart/2005/8/layout/matrix3"/>
    <dgm:cxn modelId="{7C1A93C9-96C5-B44A-9380-323A68C8C605}" type="presOf" srcId="{AD948945-A9DC-D346-A1D3-C052D93F795C}" destId="{799281E9-6B35-8B43-AD10-7CA7D37A0D09}" srcOrd="0" destOrd="0" presId="urn:microsoft.com/office/officeart/2005/8/layout/matrix3"/>
    <dgm:cxn modelId="{3119ACE1-6FD8-0342-B490-B9D4570D71E0}" type="presOf" srcId="{F7D1BAB7-BC4C-2D46-BF98-72B0A5873D00}" destId="{E63AB6D0-F3C2-5542-BF06-0662CAC276A0}" srcOrd="0" destOrd="0" presId="urn:microsoft.com/office/officeart/2005/8/layout/matrix3"/>
    <dgm:cxn modelId="{F24F6BE4-C1E3-C24C-8E34-7E33FEA62C39}" srcId="{AD948945-A9DC-D346-A1D3-C052D93F795C}" destId="{5C0FA5DC-E7FC-854C-BAF3-948AC83B315E}" srcOrd="0" destOrd="0" parTransId="{2745D8AD-7649-E049-BADD-98E1A9DEBDF0}" sibTransId="{31B57003-6F9E-5C4D-8AA8-BB1BA8396292}"/>
    <dgm:cxn modelId="{ED9AC04A-3265-7642-938B-52613AD8E8BD}" type="presParOf" srcId="{799281E9-6B35-8B43-AD10-7CA7D37A0D09}" destId="{333CF44D-232D-5941-B8D2-E6B7D4A2EFF4}" srcOrd="0" destOrd="0" presId="urn:microsoft.com/office/officeart/2005/8/layout/matrix3"/>
    <dgm:cxn modelId="{06635765-34F8-FA4C-B98B-7D76138220BC}" type="presParOf" srcId="{799281E9-6B35-8B43-AD10-7CA7D37A0D09}" destId="{B9454FB8-9CC9-6E44-9B56-1638080239C2}" srcOrd="1" destOrd="0" presId="urn:microsoft.com/office/officeart/2005/8/layout/matrix3"/>
    <dgm:cxn modelId="{00612F2E-C171-7643-8AF7-EA5EB0072457}" type="presParOf" srcId="{799281E9-6B35-8B43-AD10-7CA7D37A0D09}" destId="{E63AB6D0-F3C2-5542-BF06-0662CAC276A0}" srcOrd="2" destOrd="0" presId="urn:microsoft.com/office/officeart/2005/8/layout/matrix3"/>
    <dgm:cxn modelId="{E3D16EDE-6ADA-E847-AE64-4CEEF91A7900}" type="presParOf" srcId="{799281E9-6B35-8B43-AD10-7CA7D37A0D09}" destId="{4E8A3836-164A-CF40-8F4F-EAB1E87626F3}" srcOrd="3" destOrd="0" presId="urn:microsoft.com/office/officeart/2005/8/layout/matrix3"/>
    <dgm:cxn modelId="{A32A419B-99AF-D347-BB06-330F7256BAAC}" type="presParOf" srcId="{799281E9-6B35-8B43-AD10-7CA7D37A0D09}" destId="{76130E9E-4713-EE44-B459-B0EE3699405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D948945-A9DC-D346-A1D3-C052D93F795C}" type="doc">
      <dgm:prSet loTypeId="urn:microsoft.com/office/officeart/2005/8/layout/matrix3" loCatId="" qsTypeId="urn:microsoft.com/office/officeart/2005/8/quickstyle/simple1" qsCatId="simple" csTypeId="urn:microsoft.com/office/officeart/2005/8/colors/accent1_2" csCatId="accent1" phldr="1"/>
      <dgm:spPr/>
      <dgm:t>
        <a:bodyPr/>
        <a:lstStyle/>
        <a:p>
          <a:endParaRPr lang="en-US"/>
        </a:p>
      </dgm:t>
    </dgm:pt>
    <dgm:pt modelId="{5C0FA5DC-E7FC-854C-BAF3-948AC83B315E}">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Khái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niệm</a:t>
          </a:r>
          <a:endParaRPr lang="en-US" dirty="0">
            <a:solidFill>
              <a:schemeClr val="bg1"/>
            </a:solidFill>
            <a:latin typeface="Times New Roman" panose="02020603050405020304" pitchFamily="18" charset="0"/>
            <a:cs typeface="Times New Roman" panose="02020603050405020304" pitchFamily="18" charset="0"/>
          </a:endParaRPr>
        </a:p>
      </dgm:t>
    </dgm:pt>
    <dgm:pt modelId="{2745D8AD-7649-E049-BADD-98E1A9DEBDF0}" type="parTrans" cxnId="{F24F6BE4-C1E3-C24C-8E34-7E33FEA62C39}">
      <dgm:prSet/>
      <dgm:spPr/>
      <dgm:t>
        <a:bodyPr/>
        <a:lstStyle/>
        <a:p>
          <a:endParaRPr lang="en-US"/>
        </a:p>
      </dgm:t>
    </dgm:pt>
    <dgm:pt modelId="{31B57003-6F9E-5C4D-8AA8-BB1BA8396292}" type="sibTrans" cxnId="{F24F6BE4-C1E3-C24C-8E34-7E33FEA62C39}">
      <dgm:prSet/>
      <dgm:spPr/>
      <dgm:t>
        <a:bodyPr/>
        <a:lstStyle/>
        <a:p>
          <a:endParaRPr lang="en-US"/>
        </a:p>
      </dgm:t>
    </dgm:pt>
    <dgm:pt modelId="{F7D1BAB7-BC4C-2D46-BF98-72B0A5873D00}">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a:solidFill>
                <a:schemeClr val="bg1"/>
              </a:solidFill>
              <a:latin typeface="Times New Roman" panose="02020603050405020304" pitchFamily="18" charset="0"/>
              <a:cs typeface="Times New Roman" panose="02020603050405020304" pitchFamily="18" charset="0"/>
            </a:rPr>
            <a:t>Các </a:t>
          </a:r>
          <a:r>
            <a:rPr lang="en-US" dirty="0" err="1">
              <a:solidFill>
                <a:schemeClr val="bg1"/>
              </a:solidFill>
              <a:latin typeface="Times New Roman" panose="02020603050405020304" pitchFamily="18" charset="0"/>
              <a:cs typeface="Times New Roman" panose="02020603050405020304" pitchFamily="18" charset="0"/>
            </a:rPr>
            <a:t>trường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hợp</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áp</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dụng</a:t>
          </a:r>
          <a:endParaRPr lang="en-US" dirty="0">
            <a:solidFill>
              <a:schemeClr val="bg1"/>
            </a:solidFill>
            <a:latin typeface="Times New Roman" panose="02020603050405020304" pitchFamily="18" charset="0"/>
            <a:cs typeface="Times New Roman" panose="02020603050405020304" pitchFamily="18" charset="0"/>
          </a:endParaRPr>
        </a:p>
      </dgm:t>
    </dgm:pt>
    <dgm:pt modelId="{6EEF090A-EAAD-0D49-9862-D2C5A647F42E}" type="parTrans" cxnId="{597A937C-E19D-A640-ACEB-02EBEB989C7F}">
      <dgm:prSet/>
      <dgm:spPr/>
      <dgm:t>
        <a:bodyPr/>
        <a:lstStyle/>
        <a:p>
          <a:endParaRPr lang="en-US"/>
        </a:p>
      </dgm:t>
    </dgm:pt>
    <dgm:pt modelId="{C412A594-1283-9545-A958-C0732698A379}" type="sibTrans" cxnId="{597A937C-E19D-A640-ACEB-02EBEB989C7F}">
      <dgm:prSet/>
      <dgm:spPr/>
      <dgm:t>
        <a:bodyPr/>
        <a:lstStyle/>
        <a:p>
          <a:endParaRPr lang="en-US"/>
        </a:p>
      </dgm:t>
    </dgm:pt>
    <dgm:pt modelId="{3ACC3A9D-D2B0-F944-A224-2331CE050AD8}">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Hàng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thừa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kế</a:t>
          </a:r>
          <a:endParaRPr lang="en-US" dirty="0">
            <a:solidFill>
              <a:schemeClr val="bg1"/>
            </a:solidFill>
            <a:latin typeface="Times New Roman" panose="02020603050405020304" pitchFamily="18" charset="0"/>
            <a:cs typeface="Times New Roman" panose="02020603050405020304" pitchFamily="18" charset="0"/>
          </a:endParaRPr>
        </a:p>
      </dgm:t>
    </dgm:pt>
    <dgm:pt modelId="{72048755-CA9C-3648-AD43-1029EC985A67}" type="parTrans" cxnId="{4BB2C554-4E58-A148-B731-2651B721A40D}">
      <dgm:prSet/>
      <dgm:spPr/>
      <dgm:t>
        <a:bodyPr/>
        <a:lstStyle/>
        <a:p>
          <a:endParaRPr lang="en-US"/>
        </a:p>
      </dgm:t>
    </dgm:pt>
    <dgm:pt modelId="{6C2F6140-0A58-8642-A386-F3FC30D0F0B0}" type="sibTrans" cxnId="{4BB2C554-4E58-A148-B731-2651B721A40D}">
      <dgm:prSet/>
      <dgm:spPr/>
      <dgm:t>
        <a:bodyPr/>
        <a:lstStyle/>
        <a:p>
          <a:endParaRPr lang="en-US"/>
        </a:p>
      </dgm:t>
    </dgm:pt>
    <dgm:pt modelId="{CC03E2D8-3BCC-DE49-8AD5-7CF8DDC009C5}">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Thừa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kế</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thế</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vị</a:t>
          </a:r>
          <a:endParaRPr lang="en-US" dirty="0">
            <a:solidFill>
              <a:schemeClr val="bg1"/>
            </a:solidFill>
            <a:latin typeface="Times New Roman" panose="02020603050405020304" pitchFamily="18" charset="0"/>
            <a:cs typeface="Times New Roman" panose="02020603050405020304" pitchFamily="18" charset="0"/>
          </a:endParaRPr>
        </a:p>
      </dgm:t>
    </dgm:pt>
    <dgm:pt modelId="{59E90CF9-A4AA-A749-A8DB-0DB6B7BA7404}" type="parTrans" cxnId="{7E79BE4D-4734-C442-81AC-3A4BAA0FB251}">
      <dgm:prSet/>
      <dgm:spPr/>
      <dgm:t>
        <a:bodyPr/>
        <a:lstStyle/>
        <a:p>
          <a:endParaRPr lang="en-US"/>
        </a:p>
      </dgm:t>
    </dgm:pt>
    <dgm:pt modelId="{309FA0C0-9E9F-084D-B216-F4D888535096}" type="sibTrans" cxnId="{7E79BE4D-4734-C442-81AC-3A4BAA0FB251}">
      <dgm:prSet/>
      <dgm:spPr/>
      <dgm:t>
        <a:bodyPr/>
        <a:lstStyle/>
        <a:p>
          <a:endParaRPr lang="en-US"/>
        </a:p>
      </dgm:t>
    </dgm:pt>
    <dgm:pt modelId="{799281E9-6B35-8B43-AD10-7CA7D37A0D09}" type="pres">
      <dgm:prSet presAssocID="{AD948945-A9DC-D346-A1D3-C052D93F795C}" presName="matrix" presStyleCnt="0">
        <dgm:presLayoutVars>
          <dgm:chMax val="1"/>
          <dgm:dir/>
          <dgm:resizeHandles val="exact"/>
        </dgm:presLayoutVars>
      </dgm:prSet>
      <dgm:spPr/>
    </dgm:pt>
    <dgm:pt modelId="{333CF44D-232D-5941-B8D2-E6B7D4A2EFF4}" type="pres">
      <dgm:prSet presAssocID="{AD948945-A9DC-D346-A1D3-C052D93F795C}" presName="diamond" presStyleLbl="bgShp" presStyleIdx="0" presStyleCnt="1"/>
      <dgm:spPr/>
    </dgm:pt>
    <dgm:pt modelId="{B9454FB8-9CC9-6E44-9B56-1638080239C2}" type="pres">
      <dgm:prSet presAssocID="{AD948945-A9DC-D346-A1D3-C052D93F795C}" presName="quad1" presStyleLbl="node1" presStyleIdx="0" presStyleCnt="4">
        <dgm:presLayoutVars>
          <dgm:chMax val="0"/>
          <dgm:chPref val="0"/>
          <dgm:bulletEnabled val="1"/>
        </dgm:presLayoutVars>
      </dgm:prSet>
      <dgm:spPr/>
    </dgm:pt>
    <dgm:pt modelId="{E63AB6D0-F3C2-5542-BF06-0662CAC276A0}" type="pres">
      <dgm:prSet presAssocID="{AD948945-A9DC-D346-A1D3-C052D93F795C}" presName="quad2" presStyleLbl="node1" presStyleIdx="1" presStyleCnt="4">
        <dgm:presLayoutVars>
          <dgm:chMax val="0"/>
          <dgm:chPref val="0"/>
          <dgm:bulletEnabled val="1"/>
        </dgm:presLayoutVars>
      </dgm:prSet>
      <dgm:spPr/>
    </dgm:pt>
    <dgm:pt modelId="{4E8A3836-164A-CF40-8F4F-EAB1E87626F3}" type="pres">
      <dgm:prSet presAssocID="{AD948945-A9DC-D346-A1D3-C052D93F795C}" presName="quad3" presStyleLbl="node1" presStyleIdx="2" presStyleCnt="4">
        <dgm:presLayoutVars>
          <dgm:chMax val="0"/>
          <dgm:chPref val="0"/>
          <dgm:bulletEnabled val="1"/>
        </dgm:presLayoutVars>
      </dgm:prSet>
      <dgm:spPr/>
    </dgm:pt>
    <dgm:pt modelId="{76130E9E-4713-EE44-B459-B0EE36994050}" type="pres">
      <dgm:prSet presAssocID="{AD948945-A9DC-D346-A1D3-C052D93F795C}" presName="quad4" presStyleLbl="node1" presStyleIdx="3" presStyleCnt="4">
        <dgm:presLayoutVars>
          <dgm:chMax val="0"/>
          <dgm:chPref val="0"/>
          <dgm:bulletEnabled val="1"/>
        </dgm:presLayoutVars>
      </dgm:prSet>
      <dgm:spPr/>
    </dgm:pt>
  </dgm:ptLst>
  <dgm:cxnLst>
    <dgm:cxn modelId="{7E79BE4D-4734-C442-81AC-3A4BAA0FB251}" srcId="{AD948945-A9DC-D346-A1D3-C052D93F795C}" destId="{CC03E2D8-3BCC-DE49-8AD5-7CF8DDC009C5}" srcOrd="3" destOrd="0" parTransId="{59E90CF9-A4AA-A749-A8DB-0DB6B7BA7404}" sibTransId="{309FA0C0-9E9F-084D-B216-F4D888535096}"/>
    <dgm:cxn modelId="{4BB2C554-4E58-A148-B731-2651B721A40D}" srcId="{AD948945-A9DC-D346-A1D3-C052D93F795C}" destId="{3ACC3A9D-D2B0-F944-A224-2331CE050AD8}" srcOrd="2" destOrd="0" parTransId="{72048755-CA9C-3648-AD43-1029EC985A67}" sibTransId="{6C2F6140-0A58-8642-A386-F3FC30D0F0B0}"/>
    <dgm:cxn modelId="{BF92A17A-9FF7-2247-A1F7-B33AA4546D6D}" type="presOf" srcId="{CC03E2D8-3BCC-DE49-8AD5-7CF8DDC009C5}" destId="{76130E9E-4713-EE44-B459-B0EE36994050}" srcOrd="0" destOrd="0" presId="urn:microsoft.com/office/officeart/2005/8/layout/matrix3"/>
    <dgm:cxn modelId="{597A937C-E19D-A640-ACEB-02EBEB989C7F}" srcId="{AD948945-A9DC-D346-A1D3-C052D93F795C}" destId="{F7D1BAB7-BC4C-2D46-BF98-72B0A5873D00}" srcOrd="1" destOrd="0" parTransId="{6EEF090A-EAAD-0D49-9862-D2C5A647F42E}" sibTransId="{C412A594-1283-9545-A958-C0732698A379}"/>
    <dgm:cxn modelId="{2E1D8C92-EC3F-B94C-9AD3-B5AB80E8098C}" type="presOf" srcId="{5C0FA5DC-E7FC-854C-BAF3-948AC83B315E}" destId="{B9454FB8-9CC9-6E44-9B56-1638080239C2}" srcOrd="0" destOrd="0" presId="urn:microsoft.com/office/officeart/2005/8/layout/matrix3"/>
    <dgm:cxn modelId="{BCFED3A5-620B-C84E-B8EE-EB92D7CF0E1E}" type="presOf" srcId="{3ACC3A9D-D2B0-F944-A224-2331CE050AD8}" destId="{4E8A3836-164A-CF40-8F4F-EAB1E87626F3}" srcOrd="0" destOrd="0" presId="urn:microsoft.com/office/officeart/2005/8/layout/matrix3"/>
    <dgm:cxn modelId="{7C1A93C9-96C5-B44A-9380-323A68C8C605}" type="presOf" srcId="{AD948945-A9DC-D346-A1D3-C052D93F795C}" destId="{799281E9-6B35-8B43-AD10-7CA7D37A0D09}" srcOrd="0" destOrd="0" presId="urn:microsoft.com/office/officeart/2005/8/layout/matrix3"/>
    <dgm:cxn modelId="{3119ACE1-6FD8-0342-B490-B9D4570D71E0}" type="presOf" srcId="{F7D1BAB7-BC4C-2D46-BF98-72B0A5873D00}" destId="{E63AB6D0-F3C2-5542-BF06-0662CAC276A0}" srcOrd="0" destOrd="0" presId="urn:microsoft.com/office/officeart/2005/8/layout/matrix3"/>
    <dgm:cxn modelId="{F24F6BE4-C1E3-C24C-8E34-7E33FEA62C39}" srcId="{AD948945-A9DC-D346-A1D3-C052D93F795C}" destId="{5C0FA5DC-E7FC-854C-BAF3-948AC83B315E}" srcOrd="0" destOrd="0" parTransId="{2745D8AD-7649-E049-BADD-98E1A9DEBDF0}" sibTransId="{31B57003-6F9E-5C4D-8AA8-BB1BA8396292}"/>
    <dgm:cxn modelId="{ED9AC04A-3265-7642-938B-52613AD8E8BD}" type="presParOf" srcId="{799281E9-6B35-8B43-AD10-7CA7D37A0D09}" destId="{333CF44D-232D-5941-B8D2-E6B7D4A2EFF4}" srcOrd="0" destOrd="0" presId="urn:microsoft.com/office/officeart/2005/8/layout/matrix3"/>
    <dgm:cxn modelId="{06635765-34F8-FA4C-B98B-7D76138220BC}" type="presParOf" srcId="{799281E9-6B35-8B43-AD10-7CA7D37A0D09}" destId="{B9454FB8-9CC9-6E44-9B56-1638080239C2}" srcOrd="1" destOrd="0" presId="urn:microsoft.com/office/officeart/2005/8/layout/matrix3"/>
    <dgm:cxn modelId="{00612F2E-C171-7643-8AF7-EA5EB0072457}" type="presParOf" srcId="{799281E9-6B35-8B43-AD10-7CA7D37A0D09}" destId="{E63AB6D0-F3C2-5542-BF06-0662CAC276A0}" srcOrd="2" destOrd="0" presId="urn:microsoft.com/office/officeart/2005/8/layout/matrix3"/>
    <dgm:cxn modelId="{E3D16EDE-6ADA-E847-AE64-4CEEF91A7900}" type="presParOf" srcId="{799281E9-6B35-8B43-AD10-7CA7D37A0D09}" destId="{4E8A3836-164A-CF40-8F4F-EAB1E87626F3}" srcOrd="3" destOrd="0" presId="urn:microsoft.com/office/officeart/2005/8/layout/matrix3"/>
    <dgm:cxn modelId="{A32A419B-99AF-D347-BB06-330F7256BAAC}" type="presParOf" srcId="{799281E9-6B35-8B43-AD10-7CA7D37A0D09}" destId="{76130E9E-4713-EE44-B459-B0EE3699405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D948945-A9DC-D346-A1D3-C052D93F795C}" type="doc">
      <dgm:prSet loTypeId="urn:microsoft.com/office/officeart/2005/8/layout/matrix3" loCatId="" qsTypeId="urn:microsoft.com/office/officeart/2005/8/quickstyle/simple1" qsCatId="simple" csTypeId="urn:microsoft.com/office/officeart/2005/8/colors/accent1_2" csCatId="accent1" phldr="1"/>
      <dgm:spPr/>
      <dgm:t>
        <a:bodyPr/>
        <a:lstStyle/>
        <a:p>
          <a:endParaRPr lang="en-US"/>
        </a:p>
      </dgm:t>
    </dgm:pt>
    <dgm:pt modelId="{5C0FA5DC-E7FC-854C-BAF3-948AC83B315E}">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Từ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chối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nhận</a:t>
          </a:r>
          <a:r>
            <a:rPr lang="en-US" dirty="0">
              <a:solidFill>
                <a:schemeClr val="bg1"/>
              </a:solidFill>
              <a:latin typeface="Times New Roman" panose="02020603050405020304" pitchFamily="18" charset="0"/>
              <a:cs typeface="Times New Roman" panose="02020603050405020304" pitchFamily="18" charset="0"/>
            </a:rPr>
            <a:t> di </a:t>
          </a:r>
          <a:r>
            <a:rPr lang="en-US" dirty="0" err="1">
              <a:solidFill>
                <a:schemeClr val="bg1"/>
              </a:solidFill>
              <a:latin typeface="Times New Roman" panose="02020603050405020304" pitchFamily="18" charset="0"/>
              <a:cs typeface="Times New Roman" panose="02020603050405020304" pitchFamily="18" charset="0"/>
            </a:rPr>
            <a:t>sản</a:t>
          </a:r>
          <a:endParaRPr lang="en-US" dirty="0">
            <a:solidFill>
              <a:schemeClr val="bg1"/>
            </a:solidFill>
            <a:latin typeface="Times New Roman" panose="02020603050405020304" pitchFamily="18" charset="0"/>
            <a:cs typeface="Times New Roman" panose="02020603050405020304" pitchFamily="18" charset="0"/>
          </a:endParaRPr>
        </a:p>
      </dgm:t>
    </dgm:pt>
    <dgm:pt modelId="{2745D8AD-7649-E049-BADD-98E1A9DEBDF0}" type="parTrans" cxnId="{F24F6BE4-C1E3-C24C-8E34-7E33FEA62C39}">
      <dgm:prSet/>
      <dgm:spPr/>
      <dgm:t>
        <a:bodyPr/>
        <a:lstStyle/>
        <a:p>
          <a:endParaRPr lang="en-US"/>
        </a:p>
      </dgm:t>
    </dgm:pt>
    <dgm:pt modelId="{31B57003-6F9E-5C4D-8AA8-BB1BA8396292}" type="sibTrans" cxnId="{F24F6BE4-C1E3-C24C-8E34-7E33FEA62C39}">
      <dgm:prSet/>
      <dgm:spPr/>
      <dgm:t>
        <a:bodyPr/>
        <a:lstStyle/>
        <a:p>
          <a:endParaRPr lang="en-US"/>
        </a:p>
      </dgm:t>
    </dgm:pt>
    <dgm:pt modelId="{F7D1BAB7-BC4C-2D46-BF98-72B0A5873D00}">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Truất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quyền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hưởng</a:t>
          </a:r>
          <a:r>
            <a:rPr lang="en-US" dirty="0">
              <a:solidFill>
                <a:schemeClr val="bg1"/>
              </a:solidFill>
              <a:latin typeface="Times New Roman" panose="02020603050405020304" pitchFamily="18" charset="0"/>
              <a:cs typeface="Times New Roman" panose="02020603050405020304" pitchFamily="18" charset="0"/>
            </a:rPr>
            <a:t> di </a:t>
          </a:r>
          <a:r>
            <a:rPr lang="en-US" dirty="0" err="1">
              <a:solidFill>
                <a:schemeClr val="bg1"/>
              </a:solidFill>
              <a:latin typeface="Times New Roman" panose="02020603050405020304" pitchFamily="18" charset="0"/>
              <a:cs typeface="Times New Roman" panose="02020603050405020304" pitchFamily="18" charset="0"/>
            </a:rPr>
            <a:t>sản</a:t>
          </a:r>
          <a:endParaRPr lang="en-US" dirty="0">
            <a:solidFill>
              <a:schemeClr val="bg1"/>
            </a:solidFill>
            <a:latin typeface="Times New Roman" panose="02020603050405020304" pitchFamily="18" charset="0"/>
            <a:cs typeface="Times New Roman" panose="02020603050405020304" pitchFamily="18" charset="0"/>
          </a:endParaRPr>
        </a:p>
      </dgm:t>
    </dgm:pt>
    <dgm:pt modelId="{6EEF090A-EAAD-0D49-9862-D2C5A647F42E}" type="parTrans" cxnId="{597A937C-E19D-A640-ACEB-02EBEB989C7F}">
      <dgm:prSet/>
      <dgm:spPr/>
      <dgm:t>
        <a:bodyPr/>
        <a:lstStyle/>
        <a:p>
          <a:endParaRPr lang="en-US"/>
        </a:p>
      </dgm:t>
    </dgm:pt>
    <dgm:pt modelId="{C412A594-1283-9545-A958-C0732698A379}" type="sibTrans" cxnId="{597A937C-E19D-A640-ACEB-02EBEB989C7F}">
      <dgm:prSet/>
      <dgm:spPr/>
      <dgm:t>
        <a:bodyPr/>
        <a:lstStyle/>
        <a:p>
          <a:endParaRPr lang="en-US"/>
        </a:p>
      </dgm:t>
    </dgm:pt>
    <dgm:pt modelId="{3ACC3A9D-D2B0-F944-A224-2331CE050AD8}">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err="1">
              <a:solidFill>
                <a:schemeClr val="bg1"/>
              </a:solidFill>
              <a:latin typeface="Times New Roman" panose="02020603050405020304" pitchFamily="18" charset="0"/>
              <a:cs typeface="Times New Roman" panose="02020603050405020304" pitchFamily="18" charset="0"/>
            </a:rPr>
            <a:t>Người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thừa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kế</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là</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thai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nhi</a:t>
          </a:r>
          <a:endParaRPr lang="en-US" dirty="0">
            <a:solidFill>
              <a:schemeClr val="bg1"/>
            </a:solidFill>
            <a:latin typeface="Times New Roman" panose="02020603050405020304" pitchFamily="18" charset="0"/>
            <a:cs typeface="Times New Roman" panose="02020603050405020304" pitchFamily="18" charset="0"/>
          </a:endParaRPr>
        </a:p>
      </dgm:t>
    </dgm:pt>
    <dgm:pt modelId="{72048755-CA9C-3648-AD43-1029EC985A67}" type="parTrans" cxnId="{4BB2C554-4E58-A148-B731-2651B721A40D}">
      <dgm:prSet/>
      <dgm:spPr/>
      <dgm:t>
        <a:bodyPr/>
        <a:lstStyle/>
        <a:p>
          <a:endParaRPr lang="en-US"/>
        </a:p>
      </dgm:t>
    </dgm:pt>
    <dgm:pt modelId="{6C2F6140-0A58-8642-A386-F3FC30D0F0B0}" type="sibTrans" cxnId="{4BB2C554-4E58-A148-B731-2651B721A40D}">
      <dgm:prSet/>
      <dgm:spPr/>
      <dgm:t>
        <a:bodyPr/>
        <a:lstStyle/>
        <a:p>
          <a:endParaRPr lang="en-US"/>
        </a:p>
      </dgm:t>
    </dgm:pt>
    <dgm:pt modelId="{CC03E2D8-3BCC-DE49-8AD5-7CF8DDC009C5}">
      <dgm:prSet phldrT="[Text]"/>
      <dgm:sp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dgm:spPr>
      <dgm:t>
        <a:bodyPr/>
        <a:lstStyle/>
        <a:p>
          <a:r>
            <a:rPr lang="en-US" dirty="0">
              <a:solidFill>
                <a:schemeClr val="bg1"/>
              </a:solidFill>
              <a:latin typeface="Times New Roman" panose="02020603050405020304" pitchFamily="18" charset="0"/>
              <a:cs typeface="Times New Roman" panose="02020603050405020304" pitchFamily="18" charset="0"/>
            </a:rPr>
            <a:t>Di </a:t>
          </a:r>
          <a:r>
            <a:rPr lang="en-US" dirty="0" err="1">
              <a:solidFill>
                <a:schemeClr val="bg1"/>
              </a:solidFill>
              <a:latin typeface="Times New Roman" panose="02020603050405020304" pitchFamily="18" charset="0"/>
              <a:cs typeface="Times New Roman" panose="02020603050405020304" pitchFamily="18" charset="0"/>
            </a:rPr>
            <a:t>sản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không</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có</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người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thừa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kế</a:t>
          </a:r>
          <a:endParaRPr lang="en-US" dirty="0">
            <a:solidFill>
              <a:schemeClr val="bg1"/>
            </a:solidFill>
            <a:latin typeface="Times New Roman" panose="02020603050405020304" pitchFamily="18" charset="0"/>
            <a:cs typeface="Times New Roman" panose="02020603050405020304" pitchFamily="18" charset="0"/>
          </a:endParaRPr>
        </a:p>
      </dgm:t>
    </dgm:pt>
    <dgm:pt modelId="{59E90CF9-A4AA-A749-A8DB-0DB6B7BA7404}" type="parTrans" cxnId="{7E79BE4D-4734-C442-81AC-3A4BAA0FB251}">
      <dgm:prSet/>
      <dgm:spPr/>
      <dgm:t>
        <a:bodyPr/>
        <a:lstStyle/>
        <a:p>
          <a:endParaRPr lang="en-US"/>
        </a:p>
      </dgm:t>
    </dgm:pt>
    <dgm:pt modelId="{309FA0C0-9E9F-084D-B216-F4D888535096}" type="sibTrans" cxnId="{7E79BE4D-4734-C442-81AC-3A4BAA0FB251}">
      <dgm:prSet/>
      <dgm:spPr/>
      <dgm:t>
        <a:bodyPr/>
        <a:lstStyle/>
        <a:p>
          <a:endParaRPr lang="en-US"/>
        </a:p>
      </dgm:t>
    </dgm:pt>
    <dgm:pt modelId="{799281E9-6B35-8B43-AD10-7CA7D37A0D09}" type="pres">
      <dgm:prSet presAssocID="{AD948945-A9DC-D346-A1D3-C052D93F795C}" presName="matrix" presStyleCnt="0">
        <dgm:presLayoutVars>
          <dgm:chMax val="1"/>
          <dgm:dir/>
          <dgm:resizeHandles val="exact"/>
        </dgm:presLayoutVars>
      </dgm:prSet>
      <dgm:spPr/>
    </dgm:pt>
    <dgm:pt modelId="{333CF44D-232D-5941-B8D2-E6B7D4A2EFF4}" type="pres">
      <dgm:prSet presAssocID="{AD948945-A9DC-D346-A1D3-C052D93F795C}" presName="diamond" presStyleLbl="bgShp" presStyleIdx="0" presStyleCnt="1"/>
      <dgm:spPr/>
    </dgm:pt>
    <dgm:pt modelId="{B9454FB8-9CC9-6E44-9B56-1638080239C2}" type="pres">
      <dgm:prSet presAssocID="{AD948945-A9DC-D346-A1D3-C052D93F795C}" presName="quad1" presStyleLbl="node1" presStyleIdx="0" presStyleCnt="4">
        <dgm:presLayoutVars>
          <dgm:chMax val="0"/>
          <dgm:chPref val="0"/>
          <dgm:bulletEnabled val="1"/>
        </dgm:presLayoutVars>
      </dgm:prSet>
      <dgm:spPr/>
    </dgm:pt>
    <dgm:pt modelId="{E63AB6D0-F3C2-5542-BF06-0662CAC276A0}" type="pres">
      <dgm:prSet presAssocID="{AD948945-A9DC-D346-A1D3-C052D93F795C}" presName="quad2" presStyleLbl="node1" presStyleIdx="1" presStyleCnt="4">
        <dgm:presLayoutVars>
          <dgm:chMax val="0"/>
          <dgm:chPref val="0"/>
          <dgm:bulletEnabled val="1"/>
        </dgm:presLayoutVars>
      </dgm:prSet>
      <dgm:spPr/>
    </dgm:pt>
    <dgm:pt modelId="{4E8A3836-164A-CF40-8F4F-EAB1E87626F3}" type="pres">
      <dgm:prSet presAssocID="{AD948945-A9DC-D346-A1D3-C052D93F795C}" presName="quad3" presStyleLbl="node1" presStyleIdx="2" presStyleCnt="4">
        <dgm:presLayoutVars>
          <dgm:chMax val="0"/>
          <dgm:chPref val="0"/>
          <dgm:bulletEnabled val="1"/>
        </dgm:presLayoutVars>
      </dgm:prSet>
      <dgm:spPr/>
    </dgm:pt>
    <dgm:pt modelId="{76130E9E-4713-EE44-B459-B0EE36994050}" type="pres">
      <dgm:prSet presAssocID="{AD948945-A9DC-D346-A1D3-C052D93F795C}" presName="quad4" presStyleLbl="node1" presStyleIdx="3" presStyleCnt="4">
        <dgm:presLayoutVars>
          <dgm:chMax val="0"/>
          <dgm:chPref val="0"/>
          <dgm:bulletEnabled val="1"/>
        </dgm:presLayoutVars>
      </dgm:prSet>
      <dgm:spPr/>
    </dgm:pt>
  </dgm:ptLst>
  <dgm:cxnLst>
    <dgm:cxn modelId="{7E79BE4D-4734-C442-81AC-3A4BAA0FB251}" srcId="{AD948945-A9DC-D346-A1D3-C052D93F795C}" destId="{CC03E2D8-3BCC-DE49-8AD5-7CF8DDC009C5}" srcOrd="3" destOrd="0" parTransId="{59E90CF9-A4AA-A749-A8DB-0DB6B7BA7404}" sibTransId="{309FA0C0-9E9F-084D-B216-F4D888535096}"/>
    <dgm:cxn modelId="{4BB2C554-4E58-A148-B731-2651B721A40D}" srcId="{AD948945-A9DC-D346-A1D3-C052D93F795C}" destId="{3ACC3A9D-D2B0-F944-A224-2331CE050AD8}" srcOrd="2" destOrd="0" parTransId="{72048755-CA9C-3648-AD43-1029EC985A67}" sibTransId="{6C2F6140-0A58-8642-A386-F3FC30D0F0B0}"/>
    <dgm:cxn modelId="{BF92A17A-9FF7-2247-A1F7-B33AA4546D6D}" type="presOf" srcId="{CC03E2D8-3BCC-DE49-8AD5-7CF8DDC009C5}" destId="{76130E9E-4713-EE44-B459-B0EE36994050}" srcOrd="0" destOrd="0" presId="urn:microsoft.com/office/officeart/2005/8/layout/matrix3"/>
    <dgm:cxn modelId="{597A937C-E19D-A640-ACEB-02EBEB989C7F}" srcId="{AD948945-A9DC-D346-A1D3-C052D93F795C}" destId="{F7D1BAB7-BC4C-2D46-BF98-72B0A5873D00}" srcOrd="1" destOrd="0" parTransId="{6EEF090A-EAAD-0D49-9862-D2C5A647F42E}" sibTransId="{C412A594-1283-9545-A958-C0732698A379}"/>
    <dgm:cxn modelId="{2E1D8C92-EC3F-B94C-9AD3-B5AB80E8098C}" type="presOf" srcId="{5C0FA5DC-E7FC-854C-BAF3-948AC83B315E}" destId="{B9454FB8-9CC9-6E44-9B56-1638080239C2}" srcOrd="0" destOrd="0" presId="urn:microsoft.com/office/officeart/2005/8/layout/matrix3"/>
    <dgm:cxn modelId="{BCFED3A5-620B-C84E-B8EE-EB92D7CF0E1E}" type="presOf" srcId="{3ACC3A9D-D2B0-F944-A224-2331CE050AD8}" destId="{4E8A3836-164A-CF40-8F4F-EAB1E87626F3}" srcOrd="0" destOrd="0" presId="urn:microsoft.com/office/officeart/2005/8/layout/matrix3"/>
    <dgm:cxn modelId="{7C1A93C9-96C5-B44A-9380-323A68C8C605}" type="presOf" srcId="{AD948945-A9DC-D346-A1D3-C052D93F795C}" destId="{799281E9-6B35-8B43-AD10-7CA7D37A0D09}" srcOrd="0" destOrd="0" presId="urn:microsoft.com/office/officeart/2005/8/layout/matrix3"/>
    <dgm:cxn modelId="{3119ACE1-6FD8-0342-B490-B9D4570D71E0}" type="presOf" srcId="{F7D1BAB7-BC4C-2D46-BF98-72B0A5873D00}" destId="{E63AB6D0-F3C2-5542-BF06-0662CAC276A0}" srcOrd="0" destOrd="0" presId="urn:microsoft.com/office/officeart/2005/8/layout/matrix3"/>
    <dgm:cxn modelId="{F24F6BE4-C1E3-C24C-8E34-7E33FEA62C39}" srcId="{AD948945-A9DC-D346-A1D3-C052D93F795C}" destId="{5C0FA5DC-E7FC-854C-BAF3-948AC83B315E}" srcOrd="0" destOrd="0" parTransId="{2745D8AD-7649-E049-BADD-98E1A9DEBDF0}" sibTransId="{31B57003-6F9E-5C4D-8AA8-BB1BA8396292}"/>
    <dgm:cxn modelId="{ED9AC04A-3265-7642-938B-52613AD8E8BD}" type="presParOf" srcId="{799281E9-6B35-8B43-AD10-7CA7D37A0D09}" destId="{333CF44D-232D-5941-B8D2-E6B7D4A2EFF4}" srcOrd="0" destOrd="0" presId="urn:microsoft.com/office/officeart/2005/8/layout/matrix3"/>
    <dgm:cxn modelId="{06635765-34F8-FA4C-B98B-7D76138220BC}" type="presParOf" srcId="{799281E9-6B35-8B43-AD10-7CA7D37A0D09}" destId="{B9454FB8-9CC9-6E44-9B56-1638080239C2}" srcOrd="1" destOrd="0" presId="urn:microsoft.com/office/officeart/2005/8/layout/matrix3"/>
    <dgm:cxn modelId="{00612F2E-C171-7643-8AF7-EA5EB0072457}" type="presParOf" srcId="{799281E9-6B35-8B43-AD10-7CA7D37A0D09}" destId="{E63AB6D0-F3C2-5542-BF06-0662CAC276A0}" srcOrd="2" destOrd="0" presId="urn:microsoft.com/office/officeart/2005/8/layout/matrix3"/>
    <dgm:cxn modelId="{E3D16EDE-6ADA-E847-AE64-4CEEF91A7900}" type="presParOf" srcId="{799281E9-6B35-8B43-AD10-7CA7D37A0D09}" destId="{4E8A3836-164A-CF40-8F4F-EAB1E87626F3}" srcOrd="3" destOrd="0" presId="urn:microsoft.com/office/officeart/2005/8/layout/matrix3"/>
    <dgm:cxn modelId="{A32A419B-99AF-D347-BB06-330F7256BAAC}" type="presParOf" srcId="{799281E9-6B35-8B43-AD10-7CA7D37A0D09}" destId="{76130E9E-4713-EE44-B459-B0EE3699405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F773E-3E9D-1A4A-83F7-7CFA1262D29C}">
      <dsp:nvSpPr>
        <dsp:cNvPr id="0" name=""/>
        <dsp:cNvSpPr/>
      </dsp:nvSpPr>
      <dsp:spPr>
        <a:xfrm>
          <a:off x="4788" y="1690687"/>
          <a:ext cx="4074583" cy="20372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115" tIns="31115" rIns="31115" bIns="31115" numCol="1" spcCol="1270" anchor="ctr" anchorCtr="0">
          <a:noAutofit/>
        </a:bodyPr>
        <a:lstStyle/>
        <a:p>
          <a:pPr marL="0" lvl="0" indent="0" algn="ctr" defTabSz="2178050">
            <a:lnSpc>
              <a:spcPct val="90000"/>
            </a:lnSpc>
            <a:spcBef>
              <a:spcPct val="0"/>
            </a:spcBef>
            <a:spcAft>
              <a:spcPct val="35000"/>
            </a:spcAft>
            <a:buNone/>
          </a:pPr>
          <a:r>
            <a:rPr lang="en-US" sz="4900" kern="1200" dirty="0">
              <a:solidFill>
                <a:schemeClr val="bg1"/>
              </a:solidFill>
              <a:latin typeface="Times New Roman" panose="02020603050405020304" pitchFamily="18" charset="0"/>
              <a:cs typeface="Times New Roman" panose="02020603050405020304" pitchFamily="18" charset="0"/>
            </a:rPr>
            <a:t>Quan </a:t>
          </a:r>
          <a:r>
            <a:rPr lang="en-US" sz="4900" kern="1200" dirty="0" err="1">
              <a:solidFill>
                <a:schemeClr val="bg1"/>
              </a:solidFill>
              <a:latin typeface="Times New Roman" panose="02020603050405020304" pitchFamily="18" charset="0"/>
              <a:cs typeface="Times New Roman" panose="02020603050405020304" pitchFamily="18" charset="0"/>
            </a:rPr>
            <a:t>hệ</a:t>
          </a:r>
          <a:r>
            <a:rPr lang="en-US" sz="4900" kern="1200" dirty="0">
              <a:solidFill>
                <a:schemeClr val="bg1"/>
              </a:solidFill>
              <a:latin typeface="Times New Roman" panose="02020603050405020304" pitchFamily="18" charset="0"/>
              <a:cs typeface="Times New Roman" panose="02020603050405020304" pitchFamily="18" charset="0"/>
            </a:rPr>
            <a:t> </a:t>
          </a:r>
          <a:r>
            <a:rPr lang="en-US" sz="4900" kern="1200" dirty="0" err="1">
              <a:solidFill>
                <a:schemeClr val="bg1"/>
              </a:solidFill>
              <a:latin typeface="Times New Roman" panose="02020603050405020304" pitchFamily="18" charset="0"/>
              <a:cs typeface="Times New Roman" panose="02020603050405020304" pitchFamily="18" charset="0"/>
            </a:rPr>
            <a:t>tài</a:t>
          </a:r>
          <a:r>
            <a:rPr lang="en-US" sz="4900" kern="1200" dirty="0">
              <a:solidFill>
                <a:schemeClr val="bg1"/>
              </a:solidFill>
              <a:latin typeface="Times New Roman" panose="02020603050405020304" pitchFamily="18" charset="0"/>
              <a:cs typeface="Times New Roman" panose="02020603050405020304" pitchFamily="18" charset="0"/>
            </a:rPr>
            <a:t> </a:t>
          </a:r>
          <a:r>
            <a:rPr lang="en-US" sz="4900" kern="1200" dirty="0" err="1">
              <a:solidFill>
                <a:schemeClr val="bg1"/>
              </a:solidFill>
              <a:latin typeface="Times New Roman" panose="02020603050405020304" pitchFamily="18" charset="0"/>
              <a:cs typeface="Times New Roman" panose="02020603050405020304" pitchFamily="18" charset="0"/>
            </a:rPr>
            <a:t>sản</a:t>
          </a:r>
          <a:endParaRPr lang="en-US" sz="4900" kern="1200" dirty="0">
            <a:solidFill>
              <a:schemeClr val="bg1"/>
            </a:solidFill>
            <a:latin typeface="Times New Roman" panose="02020603050405020304" pitchFamily="18" charset="0"/>
            <a:cs typeface="Times New Roman" panose="02020603050405020304" pitchFamily="18" charset="0"/>
          </a:endParaRPr>
        </a:p>
      </dsp:txBody>
      <dsp:txXfrm>
        <a:off x="64458" y="1750357"/>
        <a:ext cx="3955243" cy="1917951"/>
      </dsp:txXfrm>
    </dsp:sp>
    <dsp:sp modelId="{5B9E4954-707F-A54E-B758-4283268F82EB}">
      <dsp:nvSpPr>
        <dsp:cNvPr id="0" name=""/>
        <dsp:cNvSpPr/>
      </dsp:nvSpPr>
      <dsp:spPr>
        <a:xfrm rot="19457599">
          <a:off x="3890715" y="2089774"/>
          <a:ext cx="2007146" cy="67675"/>
        </a:xfrm>
        <a:custGeom>
          <a:avLst/>
          <a:gdLst/>
          <a:ahLst/>
          <a:cxnLst/>
          <a:rect l="0" t="0" r="0" b="0"/>
          <a:pathLst>
            <a:path>
              <a:moveTo>
                <a:pt x="0" y="33837"/>
              </a:moveTo>
              <a:lnTo>
                <a:pt x="2007146" y="3383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latin typeface="Times New Roman" panose="02020603050405020304" pitchFamily="18" charset="0"/>
            <a:cs typeface="Times New Roman" panose="02020603050405020304" pitchFamily="18" charset="0"/>
          </a:endParaRPr>
        </a:p>
      </dsp:txBody>
      <dsp:txXfrm>
        <a:off x="4844109" y="2073433"/>
        <a:ext cx="100357" cy="100357"/>
      </dsp:txXfrm>
    </dsp:sp>
    <dsp:sp modelId="{7F7A9CEF-7E9C-634F-A327-1701BEC2C4A3}">
      <dsp:nvSpPr>
        <dsp:cNvPr id="0" name=""/>
        <dsp:cNvSpPr/>
      </dsp:nvSpPr>
      <dsp:spPr>
        <a:xfrm>
          <a:off x="5709205" y="519244"/>
          <a:ext cx="4074583" cy="2037291"/>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115" tIns="31115" rIns="31115" bIns="31115" numCol="1" spcCol="1270" anchor="ctr" anchorCtr="0">
          <a:noAutofit/>
        </a:bodyPr>
        <a:lstStyle/>
        <a:p>
          <a:pPr marL="0" lvl="0" indent="0" algn="ctr" defTabSz="2178050">
            <a:lnSpc>
              <a:spcPct val="90000"/>
            </a:lnSpc>
            <a:spcBef>
              <a:spcPct val="0"/>
            </a:spcBef>
            <a:spcAft>
              <a:spcPct val="35000"/>
            </a:spcAft>
            <a:buNone/>
          </a:pPr>
          <a:r>
            <a:rPr lang="en-US" sz="4900" kern="1200" dirty="0">
              <a:latin typeface="Times New Roman" panose="02020603050405020304" pitchFamily="18" charset="0"/>
              <a:cs typeface="Times New Roman" panose="02020603050405020304" pitchFamily="18" charset="0"/>
            </a:rPr>
            <a:t>Quan </a:t>
          </a:r>
          <a:r>
            <a:rPr lang="en-US" sz="4900" kern="1200" dirty="0" err="1">
              <a:latin typeface="Times New Roman" panose="02020603050405020304" pitchFamily="18" charset="0"/>
              <a:cs typeface="Times New Roman" panose="02020603050405020304" pitchFamily="18" charset="0"/>
            </a:rPr>
            <a:t>hệ</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gắn</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liền</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với</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tài</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sản</a:t>
          </a:r>
          <a:endParaRPr lang="en-US" sz="4900" kern="1200" dirty="0">
            <a:latin typeface="Times New Roman" panose="02020603050405020304" pitchFamily="18" charset="0"/>
            <a:cs typeface="Times New Roman" panose="02020603050405020304" pitchFamily="18" charset="0"/>
          </a:endParaRPr>
        </a:p>
      </dsp:txBody>
      <dsp:txXfrm>
        <a:off x="5768875" y="578914"/>
        <a:ext cx="3955243" cy="1917951"/>
      </dsp:txXfrm>
    </dsp:sp>
    <dsp:sp modelId="{AE2B7C36-9A2E-9646-A920-B795CCF30CA2}">
      <dsp:nvSpPr>
        <dsp:cNvPr id="0" name=""/>
        <dsp:cNvSpPr/>
      </dsp:nvSpPr>
      <dsp:spPr>
        <a:xfrm rot="2142401">
          <a:off x="3890715" y="3261216"/>
          <a:ext cx="2007146" cy="67675"/>
        </a:xfrm>
        <a:custGeom>
          <a:avLst/>
          <a:gdLst/>
          <a:ahLst/>
          <a:cxnLst/>
          <a:rect l="0" t="0" r="0" b="0"/>
          <a:pathLst>
            <a:path>
              <a:moveTo>
                <a:pt x="0" y="33837"/>
              </a:moveTo>
              <a:lnTo>
                <a:pt x="2007146" y="3383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latin typeface="Times New Roman" panose="02020603050405020304" pitchFamily="18" charset="0"/>
            <a:cs typeface="Times New Roman" panose="02020603050405020304" pitchFamily="18" charset="0"/>
          </a:endParaRPr>
        </a:p>
      </dsp:txBody>
      <dsp:txXfrm>
        <a:off x="4844109" y="3244876"/>
        <a:ext cx="100357" cy="100357"/>
      </dsp:txXfrm>
    </dsp:sp>
    <dsp:sp modelId="{5309F875-EAB0-7140-8966-B59270EE6EF8}">
      <dsp:nvSpPr>
        <dsp:cNvPr id="0" name=""/>
        <dsp:cNvSpPr/>
      </dsp:nvSpPr>
      <dsp:spPr>
        <a:xfrm>
          <a:off x="5709205" y="2862130"/>
          <a:ext cx="4074583" cy="2037291"/>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115" tIns="31115" rIns="31115" bIns="31115" numCol="1" spcCol="1270" anchor="ctr" anchorCtr="0">
          <a:noAutofit/>
        </a:bodyPr>
        <a:lstStyle/>
        <a:p>
          <a:pPr marL="0" lvl="0" indent="0" algn="ctr" defTabSz="2178050">
            <a:lnSpc>
              <a:spcPct val="90000"/>
            </a:lnSpc>
            <a:spcBef>
              <a:spcPct val="0"/>
            </a:spcBef>
            <a:spcAft>
              <a:spcPct val="35000"/>
            </a:spcAft>
            <a:buNone/>
          </a:pPr>
          <a:r>
            <a:rPr lang="en-US" sz="4900" kern="1200" dirty="0" err="1">
              <a:latin typeface="Times New Roman" panose="02020603050405020304" pitchFamily="18" charset="0"/>
              <a:cs typeface="Times New Roman" panose="02020603050405020304" pitchFamily="18" charset="0"/>
            </a:rPr>
            <a:t>Có</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thể</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định</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giá</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được</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bằng</a:t>
          </a:r>
          <a:r>
            <a:rPr lang="en-US" sz="4900" kern="1200" dirty="0">
              <a:latin typeface="Times New Roman" panose="02020603050405020304" pitchFamily="18" charset="0"/>
              <a:cs typeface="Times New Roman" panose="02020603050405020304" pitchFamily="18" charset="0"/>
            </a:rPr>
            <a:t> </a:t>
          </a:r>
          <a:r>
            <a:rPr lang="en-US" sz="4900" kern="1200" dirty="0" err="1">
              <a:latin typeface="Times New Roman" panose="02020603050405020304" pitchFamily="18" charset="0"/>
              <a:cs typeface="Times New Roman" panose="02020603050405020304" pitchFamily="18" charset="0"/>
            </a:rPr>
            <a:t>tiền</a:t>
          </a:r>
          <a:endParaRPr lang="en-US" sz="4900" kern="1200" dirty="0">
            <a:latin typeface="Times New Roman" panose="02020603050405020304" pitchFamily="18" charset="0"/>
            <a:cs typeface="Times New Roman" panose="02020603050405020304" pitchFamily="18" charset="0"/>
          </a:endParaRPr>
        </a:p>
      </dsp:txBody>
      <dsp:txXfrm>
        <a:off x="5768875" y="2921800"/>
        <a:ext cx="3955243" cy="19179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3DB5B-4CEF-42D8-A0CC-A00C9229D02B}">
      <dsp:nvSpPr>
        <dsp:cNvPr id="0" name=""/>
        <dsp:cNvSpPr/>
      </dsp:nvSpPr>
      <dsp:spPr>
        <a:xfrm>
          <a:off x="573881" y="0"/>
          <a:ext cx="5649912" cy="564991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453A93-6F11-4548-BD6E-5ED5A019F463}">
      <dsp:nvSpPr>
        <dsp:cNvPr id="0" name=""/>
        <dsp:cNvSpPr/>
      </dsp:nvSpPr>
      <dsp:spPr>
        <a:xfrm>
          <a:off x="1110623" y="536741"/>
          <a:ext cx="2203465" cy="220346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solidFill>
                <a:schemeClr val="tx1"/>
              </a:solidFill>
              <a:latin typeface="Times New Roman" pitchFamily="18" charset="0"/>
              <a:cs typeface="Times New Roman" pitchFamily="18" charset="0"/>
            </a:rPr>
            <a:t>Quan</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hệ</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về</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sở</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hữu</a:t>
          </a:r>
          <a:endParaRPr lang="en-US" sz="2500" kern="1200" dirty="0">
            <a:solidFill>
              <a:schemeClr val="tx1"/>
            </a:solidFill>
            <a:latin typeface="Times New Roman" pitchFamily="18" charset="0"/>
            <a:cs typeface="Times New Roman" pitchFamily="18" charset="0"/>
          </a:endParaRPr>
        </a:p>
      </dsp:txBody>
      <dsp:txXfrm>
        <a:off x="1218187" y="644305"/>
        <a:ext cx="1988337" cy="1988337"/>
      </dsp:txXfrm>
    </dsp:sp>
    <dsp:sp modelId="{22C6D393-EDC4-414B-B237-204F4777ADD2}">
      <dsp:nvSpPr>
        <dsp:cNvPr id="0" name=""/>
        <dsp:cNvSpPr/>
      </dsp:nvSpPr>
      <dsp:spPr>
        <a:xfrm>
          <a:off x="3483586" y="536741"/>
          <a:ext cx="2203465" cy="220346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err="1">
              <a:solidFill>
                <a:schemeClr val="tx1"/>
              </a:solidFill>
              <a:latin typeface="Times New Roman" pitchFamily="18" charset="0"/>
              <a:cs typeface="Times New Roman" pitchFamily="18" charset="0"/>
            </a:rPr>
            <a:t>Quan</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hệ</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về</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nghĩa</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vụ</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và</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hợp</a:t>
          </a:r>
          <a:r>
            <a:rPr lang="en-US" sz="2500" kern="1200" dirty="0">
              <a:solidFill>
                <a:schemeClr val="tx1"/>
              </a:solidFill>
              <a:latin typeface="Times New Roman" pitchFamily="18" charset="0"/>
              <a:cs typeface="Times New Roman" pitchFamily="18" charset="0"/>
            </a:rPr>
            <a:t> </a:t>
          </a:r>
          <a:r>
            <a:rPr lang="en-US" sz="2500" kern="1200" dirty="0" err="1">
              <a:solidFill>
                <a:schemeClr val="tx1"/>
              </a:solidFill>
              <a:latin typeface="Times New Roman" pitchFamily="18" charset="0"/>
              <a:cs typeface="Times New Roman" pitchFamily="18" charset="0"/>
            </a:rPr>
            <a:t>đồng</a:t>
          </a:r>
          <a:endParaRPr lang="en-US" sz="2500" kern="1200" dirty="0">
            <a:solidFill>
              <a:schemeClr val="tx1"/>
            </a:solidFill>
            <a:latin typeface="Times New Roman" pitchFamily="18" charset="0"/>
            <a:cs typeface="Times New Roman" pitchFamily="18" charset="0"/>
          </a:endParaRPr>
        </a:p>
      </dsp:txBody>
      <dsp:txXfrm>
        <a:off x="3591150" y="644305"/>
        <a:ext cx="1988337" cy="1988337"/>
      </dsp:txXfrm>
    </dsp:sp>
    <dsp:sp modelId="{F4CA4B6B-7BC4-44B7-81C3-DF783D3BF22B}">
      <dsp:nvSpPr>
        <dsp:cNvPr id="0" name=""/>
        <dsp:cNvSpPr/>
      </dsp:nvSpPr>
      <dsp:spPr>
        <a:xfrm>
          <a:off x="1110623" y="2909704"/>
          <a:ext cx="2203465" cy="220346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solidFill>
                <a:schemeClr val="tx1"/>
              </a:solidFill>
              <a:latin typeface="Times New Roman" pitchFamily="18" charset="0"/>
              <a:cs typeface="Times New Roman" pitchFamily="18" charset="0"/>
            </a:rPr>
            <a:t>Quan</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hệ</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về</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bồi</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th</a:t>
          </a:r>
          <a:r>
            <a:rPr lang="vi-VN" sz="2100" kern="1200" dirty="0">
              <a:solidFill>
                <a:schemeClr val="tx1"/>
              </a:solidFill>
              <a:latin typeface="Times New Roman" pitchFamily="18" charset="0"/>
              <a:cs typeface="Times New Roman" pitchFamily="18" charset="0"/>
            </a:rPr>
            <a:t>ư</a:t>
          </a:r>
          <a:r>
            <a:rPr lang="en-US" sz="2100" kern="1200" dirty="0" err="1">
              <a:solidFill>
                <a:schemeClr val="tx1"/>
              </a:solidFill>
              <a:latin typeface="Times New Roman" pitchFamily="18" charset="0"/>
              <a:cs typeface="Times New Roman" pitchFamily="18" charset="0"/>
            </a:rPr>
            <a:t>ờng</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những</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thiệt</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hại</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đã</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gây</a:t>
          </a:r>
          <a:r>
            <a:rPr lang="en-US" sz="2100" kern="1200" dirty="0">
              <a:solidFill>
                <a:schemeClr val="tx1"/>
              </a:solidFill>
              <a:latin typeface="Times New Roman" pitchFamily="18" charset="0"/>
              <a:cs typeface="Times New Roman" pitchFamily="18" charset="0"/>
            </a:rPr>
            <a:t> ra </a:t>
          </a:r>
          <a:r>
            <a:rPr lang="en-US" sz="2100" kern="1200" dirty="0" err="1">
              <a:solidFill>
                <a:schemeClr val="tx1"/>
              </a:solidFill>
              <a:latin typeface="Times New Roman" pitchFamily="18" charset="0"/>
              <a:cs typeface="Times New Roman" pitchFamily="18" charset="0"/>
            </a:rPr>
            <a:t>cho</a:t>
          </a:r>
          <a:r>
            <a:rPr lang="en-US" sz="2100" kern="1200" dirty="0">
              <a:solidFill>
                <a:schemeClr val="tx1"/>
              </a:solidFill>
              <a:latin typeface="Times New Roman" pitchFamily="18" charset="0"/>
              <a:cs typeface="Times New Roman" pitchFamily="18" charset="0"/>
            </a:rPr>
            <a:t> ng</a:t>
          </a:r>
          <a:r>
            <a:rPr lang="vi-VN" sz="2100" kern="1200" dirty="0">
              <a:solidFill>
                <a:schemeClr val="tx1"/>
              </a:solidFill>
              <a:latin typeface="Times New Roman" pitchFamily="18" charset="0"/>
              <a:cs typeface="Times New Roman" pitchFamily="18" charset="0"/>
            </a:rPr>
            <a:t>ư</a:t>
          </a:r>
          <a:r>
            <a:rPr lang="en-US" sz="2100" kern="1200" dirty="0" err="1">
              <a:solidFill>
                <a:schemeClr val="tx1"/>
              </a:solidFill>
              <a:latin typeface="Times New Roman" pitchFamily="18" charset="0"/>
              <a:cs typeface="Times New Roman" pitchFamily="18" charset="0"/>
            </a:rPr>
            <a:t>ời</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khác</a:t>
          </a:r>
          <a:r>
            <a:rPr lang="en-US" sz="2100" kern="1200" dirty="0">
              <a:solidFill>
                <a:schemeClr val="tx1"/>
              </a:solidFill>
              <a:latin typeface="Times New Roman" pitchFamily="18" charset="0"/>
              <a:cs typeface="Times New Roman" pitchFamily="18" charset="0"/>
            </a:rPr>
            <a:t> do </a:t>
          </a:r>
          <a:r>
            <a:rPr lang="en-US" sz="2100" kern="1200" dirty="0" err="1">
              <a:solidFill>
                <a:schemeClr val="tx1"/>
              </a:solidFill>
              <a:latin typeface="Times New Roman" pitchFamily="18" charset="0"/>
              <a:cs typeface="Times New Roman" pitchFamily="18" charset="0"/>
            </a:rPr>
            <a:t>có</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hành</a:t>
          </a:r>
          <a:r>
            <a:rPr lang="en-US" sz="2100" kern="1200" dirty="0">
              <a:solidFill>
                <a:schemeClr val="tx1"/>
              </a:solidFill>
              <a:latin typeface="Times New Roman" pitchFamily="18" charset="0"/>
              <a:cs typeface="Times New Roman" pitchFamily="18" charset="0"/>
            </a:rPr>
            <a:t> vi </a:t>
          </a:r>
          <a:r>
            <a:rPr lang="en-US" sz="2100" kern="1200" dirty="0" err="1">
              <a:solidFill>
                <a:schemeClr val="tx1"/>
              </a:solidFill>
              <a:latin typeface="Times New Roman" pitchFamily="18" charset="0"/>
              <a:cs typeface="Times New Roman" pitchFamily="18" charset="0"/>
            </a:rPr>
            <a:t>trái</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pháp</a:t>
          </a:r>
          <a:r>
            <a:rPr lang="en-US" sz="2100" kern="1200" dirty="0">
              <a:solidFill>
                <a:schemeClr val="tx1"/>
              </a:solidFill>
              <a:latin typeface="Times New Roman" pitchFamily="18" charset="0"/>
              <a:cs typeface="Times New Roman" pitchFamily="18" charset="0"/>
            </a:rPr>
            <a:t> </a:t>
          </a:r>
          <a:r>
            <a:rPr lang="en-US" sz="2100" kern="1200" dirty="0" err="1">
              <a:solidFill>
                <a:schemeClr val="tx1"/>
              </a:solidFill>
              <a:latin typeface="Times New Roman" pitchFamily="18" charset="0"/>
              <a:cs typeface="Times New Roman" pitchFamily="18" charset="0"/>
            </a:rPr>
            <a:t>luật</a:t>
          </a:r>
          <a:endParaRPr lang="en-US" sz="2100" kern="1200" dirty="0">
            <a:solidFill>
              <a:schemeClr val="tx1"/>
            </a:solidFill>
            <a:latin typeface="Times New Roman" pitchFamily="18" charset="0"/>
            <a:cs typeface="Times New Roman" pitchFamily="18" charset="0"/>
          </a:endParaRPr>
        </a:p>
      </dsp:txBody>
      <dsp:txXfrm>
        <a:off x="1218187" y="3017268"/>
        <a:ext cx="1988337" cy="1988337"/>
      </dsp:txXfrm>
    </dsp:sp>
    <dsp:sp modelId="{88FFBDDD-639D-4CE3-B352-57E34C30104C}">
      <dsp:nvSpPr>
        <dsp:cNvPr id="0" name=""/>
        <dsp:cNvSpPr/>
      </dsp:nvSpPr>
      <dsp:spPr>
        <a:xfrm>
          <a:off x="3483586" y="2909704"/>
          <a:ext cx="2203465" cy="220346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solidFill>
                <a:schemeClr val="tx1"/>
              </a:solidFill>
              <a:latin typeface="Times New Roman" pitchFamily="18" charset="0"/>
              <a:cs typeface="Times New Roman" pitchFamily="18" charset="0"/>
            </a:rPr>
            <a:t>Quan</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hệ</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về</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dịch</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chuyển</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tài</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sản</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của</a:t>
          </a:r>
          <a:r>
            <a:rPr lang="en-US" sz="2200" kern="1200" dirty="0">
              <a:solidFill>
                <a:schemeClr val="tx1"/>
              </a:solidFill>
              <a:latin typeface="Times New Roman" pitchFamily="18" charset="0"/>
              <a:cs typeface="Times New Roman" pitchFamily="18" charset="0"/>
            </a:rPr>
            <a:t> ng</a:t>
          </a:r>
          <a:r>
            <a:rPr lang="vi-VN" sz="2200" kern="1200" dirty="0">
              <a:solidFill>
                <a:schemeClr val="tx1"/>
              </a:solidFill>
              <a:latin typeface="Times New Roman" pitchFamily="18" charset="0"/>
              <a:cs typeface="Times New Roman" pitchFamily="18" charset="0"/>
            </a:rPr>
            <a:t>ư</a:t>
          </a:r>
          <a:r>
            <a:rPr lang="en-US" sz="2200" kern="1200" dirty="0" err="1">
              <a:solidFill>
                <a:schemeClr val="tx1"/>
              </a:solidFill>
              <a:latin typeface="Times New Roman" pitchFamily="18" charset="0"/>
              <a:cs typeface="Times New Roman" pitchFamily="18" charset="0"/>
            </a:rPr>
            <a:t>ời</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chết</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cho</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những</a:t>
          </a:r>
          <a:r>
            <a:rPr lang="en-US" sz="2200" kern="1200" dirty="0">
              <a:solidFill>
                <a:schemeClr val="tx1"/>
              </a:solidFill>
              <a:latin typeface="Times New Roman" pitchFamily="18" charset="0"/>
              <a:cs typeface="Times New Roman" pitchFamily="18" charset="0"/>
            </a:rPr>
            <a:t> ng</a:t>
          </a:r>
          <a:r>
            <a:rPr lang="vi-VN" sz="2200" kern="1200" dirty="0">
              <a:solidFill>
                <a:schemeClr val="tx1"/>
              </a:solidFill>
              <a:latin typeface="Times New Roman" pitchFamily="18" charset="0"/>
              <a:cs typeface="Times New Roman" pitchFamily="18" charset="0"/>
            </a:rPr>
            <a:t>ư</a:t>
          </a:r>
          <a:r>
            <a:rPr lang="en-US" sz="2200" kern="1200" dirty="0" err="1">
              <a:solidFill>
                <a:schemeClr val="tx1"/>
              </a:solidFill>
              <a:latin typeface="Times New Roman" pitchFamily="18" charset="0"/>
              <a:cs typeface="Times New Roman" pitchFamily="18" charset="0"/>
            </a:rPr>
            <a:t>ời</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còn</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sống</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thừa</a:t>
          </a:r>
          <a:r>
            <a:rPr lang="en-US" sz="2200" kern="1200" dirty="0">
              <a:solidFill>
                <a:schemeClr val="tx1"/>
              </a:solidFill>
              <a:latin typeface="Times New Roman" pitchFamily="18" charset="0"/>
              <a:cs typeface="Times New Roman" pitchFamily="18" charset="0"/>
            </a:rPr>
            <a:t> </a:t>
          </a:r>
          <a:r>
            <a:rPr lang="en-US" sz="2200" kern="1200" dirty="0" err="1">
              <a:solidFill>
                <a:schemeClr val="tx1"/>
              </a:solidFill>
              <a:latin typeface="Times New Roman" pitchFamily="18" charset="0"/>
              <a:cs typeface="Times New Roman" pitchFamily="18" charset="0"/>
            </a:rPr>
            <a:t>kế</a:t>
          </a:r>
          <a:r>
            <a:rPr lang="en-US" sz="2200" kern="1200" dirty="0">
              <a:solidFill>
                <a:schemeClr val="tx1"/>
              </a:solidFill>
              <a:latin typeface="Times New Roman" pitchFamily="18" charset="0"/>
              <a:cs typeface="Times New Roman" pitchFamily="18" charset="0"/>
            </a:rPr>
            <a:t>)</a:t>
          </a:r>
        </a:p>
      </dsp:txBody>
      <dsp:txXfrm>
        <a:off x="3591150" y="3017268"/>
        <a:ext cx="1988337" cy="19883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F773E-3E9D-1A4A-83F7-7CFA1262D29C}">
      <dsp:nvSpPr>
        <dsp:cNvPr id="0" name=""/>
        <dsp:cNvSpPr/>
      </dsp:nvSpPr>
      <dsp:spPr>
        <a:xfrm>
          <a:off x="4788" y="1690687"/>
          <a:ext cx="4074583" cy="203729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solidFill>
                <a:schemeClr val="bg1"/>
              </a:solidFill>
              <a:latin typeface="Times New Roman" panose="02020603050405020304" pitchFamily="18" charset="0"/>
              <a:cs typeface="Times New Roman" panose="02020603050405020304" pitchFamily="18" charset="0"/>
            </a:rPr>
            <a:t>Quan </a:t>
          </a:r>
          <a:r>
            <a:rPr lang="en-US" sz="4400" kern="1200" dirty="0" err="1">
              <a:solidFill>
                <a:schemeClr val="bg1"/>
              </a:solidFill>
              <a:latin typeface="Times New Roman" panose="02020603050405020304" pitchFamily="18" charset="0"/>
              <a:cs typeface="Times New Roman" panose="02020603050405020304" pitchFamily="18" charset="0"/>
            </a:rPr>
            <a:t>hệ</a:t>
          </a:r>
          <a:r>
            <a:rPr lang="en-US" sz="4400" kern="1200" dirty="0">
              <a:solidFill>
                <a:schemeClr val="bg1"/>
              </a:solidFill>
              <a:latin typeface="Times New Roman" panose="02020603050405020304" pitchFamily="18" charset="0"/>
              <a:cs typeface="Times New Roman" panose="02020603050405020304" pitchFamily="18" charset="0"/>
            </a:rPr>
            <a:t> </a:t>
          </a:r>
          <a:r>
            <a:rPr lang="en-US" sz="4400" kern="1200" dirty="0" err="1">
              <a:solidFill>
                <a:schemeClr val="bg1"/>
              </a:solidFill>
              <a:latin typeface="Times New Roman" panose="02020603050405020304" pitchFamily="18" charset="0"/>
              <a:cs typeface="Times New Roman" panose="02020603050405020304" pitchFamily="18" charset="0"/>
            </a:rPr>
            <a:t>nhân</a:t>
          </a:r>
          <a:r>
            <a:rPr lang="en-US" sz="4400" kern="1200" dirty="0">
              <a:solidFill>
                <a:schemeClr val="bg1"/>
              </a:solidFill>
              <a:latin typeface="Times New Roman" panose="02020603050405020304" pitchFamily="18" charset="0"/>
              <a:cs typeface="Times New Roman" panose="02020603050405020304" pitchFamily="18" charset="0"/>
            </a:rPr>
            <a:t> </a:t>
          </a:r>
          <a:r>
            <a:rPr lang="en-US" sz="4400" kern="1200" dirty="0" err="1">
              <a:solidFill>
                <a:schemeClr val="bg1"/>
              </a:solidFill>
              <a:latin typeface="Times New Roman" panose="02020603050405020304" pitchFamily="18" charset="0"/>
              <a:cs typeface="Times New Roman" panose="02020603050405020304" pitchFamily="18" charset="0"/>
            </a:rPr>
            <a:t>thân</a:t>
          </a:r>
          <a:endParaRPr lang="en-US" sz="4400" kern="1200" dirty="0">
            <a:solidFill>
              <a:schemeClr val="bg1"/>
            </a:solidFill>
            <a:latin typeface="Times New Roman" panose="02020603050405020304" pitchFamily="18" charset="0"/>
            <a:cs typeface="Times New Roman" panose="02020603050405020304" pitchFamily="18" charset="0"/>
          </a:endParaRPr>
        </a:p>
      </dsp:txBody>
      <dsp:txXfrm>
        <a:off x="64458" y="1750357"/>
        <a:ext cx="3955243" cy="1917951"/>
      </dsp:txXfrm>
    </dsp:sp>
    <dsp:sp modelId="{5B9E4954-707F-A54E-B758-4283268F82EB}">
      <dsp:nvSpPr>
        <dsp:cNvPr id="0" name=""/>
        <dsp:cNvSpPr/>
      </dsp:nvSpPr>
      <dsp:spPr>
        <a:xfrm rot="19457599">
          <a:off x="3890715" y="2089774"/>
          <a:ext cx="2007146" cy="67675"/>
        </a:xfrm>
        <a:custGeom>
          <a:avLst/>
          <a:gdLst/>
          <a:ahLst/>
          <a:cxnLst/>
          <a:rect l="0" t="0" r="0" b="0"/>
          <a:pathLst>
            <a:path>
              <a:moveTo>
                <a:pt x="0" y="33837"/>
              </a:moveTo>
              <a:lnTo>
                <a:pt x="2007146" y="3383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latin typeface="Times New Roman" panose="02020603050405020304" pitchFamily="18" charset="0"/>
            <a:cs typeface="Times New Roman" panose="02020603050405020304" pitchFamily="18" charset="0"/>
          </a:endParaRPr>
        </a:p>
      </dsp:txBody>
      <dsp:txXfrm>
        <a:off x="4844109" y="2073433"/>
        <a:ext cx="100357" cy="100357"/>
      </dsp:txXfrm>
    </dsp:sp>
    <dsp:sp modelId="{7F7A9CEF-7E9C-634F-A327-1701BEC2C4A3}">
      <dsp:nvSpPr>
        <dsp:cNvPr id="0" name=""/>
        <dsp:cNvSpPr/>
      </dsp:nvSpPr>
      <dsp:spPr>
        <a:xfrm>
          <a:off x="5709205" y="519244"/>
          <a:ext cx="4074583" cy="2037291"/>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a:latin typeface="Times New Roman" panose="02020603050405020304" pitchFamily="18" charset="0"/>
              <a:cs typeface="Times New Roman" panose="02020603050405020304" pitchFamily="18" charset="0"/>
            </a:rPr>
            <a:t>Quan </a:t>
          </a:r>
          <a:r>
            <a:rPr lang="en-US" sz="3500" kern="1200" dirty="0" err="1">
              <a:latin typeface="Times New Roman" panose="02020603050405020304" pitchFamily="18" charset="0"/>
              <a:cs typeface="Times New Roman" panose="02020603050405020304" pitchFamily="18" charset="0"/>
            </a:rPr>
            <a:t>hệ</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gắn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liền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với</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các</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yếu</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tố</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nhân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thân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của</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chủ</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thể</a:t>
          </a:r>
          <a:endParaRPr lang="en-US" sz="3500" kern="1200" dirty="0">
            <a:latin typeface="Times New Roman" panose="02020603050405020304" pitchFamily="18" charset="0"/>
            <a:cs typeface="Times New Roman" panose="02020603050405020304" pitchFamily="18" charset="0"/>
          </a:endParaRPr>
        </a:p>
      </dsp:txBody>
      <dsp:txXfrm>
        <a:off x="5768875" y="578914"/>
        <a:ext cx="3955243" cy="1917951"/>
      </dsp:txXfrm>
    </dsp:sp>
    <dsp:sp modelId="{AE2B7C36-9A2E-9646-A920-B795CCF30CA2}">
      <dsp:nvSpPr>
        <dsp:cNvPr id="0" name=""/>
        <dsp:cNvSpPr/>
      </dsp:nvSpPr>
      <dsp:spPr>
        <a:xfrm rot="2142401">
          <a:off x="3890715" y="3261216"/>
          <a:ext cx="2007146" cy="67675"/>
        </a:xfrm>
        <a:custGeom>
          <a:avLst/>
          <a:gdLst/>
          <a:ahLst/>
          <a:cxnLst/>
          <a:rect l="0" t="0" r="0" b="0"/>
          <a:pathLst>
            <a:path>
              <a:moveTo>
                <a:pt x="0" y="33837"/>
              </a:moveTo>
              <a:lnTo>
                <a:pt x="2007146" y="33837"/>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latin typeface="Times New Roman" panose="02020603050405020304" pitchFamily="18" charset="0"/>
            <a:cs typeface="Times New Roman" panose="02020603050405020304" pitchFamily="18" charset="0"/>
          </a:endParaRPr>
        </a:p>
      </dsp:txBody>
      <dsp:txXfrm>
        <a:off x="4844109" y="3244876"/>
        <a:ext cx="100357" cy="100357"/>
      </dsp:txXfrm>
    </dsp:sp>
    <dsp:sp modelId="{5309F875-EAB0-7140-8966-B59270EE6EF8}">
      <dsp:nvSpPr>
        <dsp:cNvPr id="0" name=""/>
        <dsp:cNvSpPr/>
      </dsp:nvSpPr>
      <dsp:spPr>
        <a:xfrm>
          <a:off x="5709205" y="2862130"/>
          <a:ext cx="4074583" cy="2037291"/>
        </a:xfrm>
        <a:prstGeom prst="roundRect">
          <a:avLst>
            <a:gd name="adj" fmla="val 10000"/>
          </a:avLst>
        </a:prstGeom>
        <a:gradFill rotWithShape="0">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US" sz="3500" kern="1200" dirty="0" err="1">
              <a:latin typeface="Times New Roman" panose="02020603050405020304" pitchFamily="18" charset="0"/>
              <a:cs typeface="Times New Roman" panose="02020603050405020304" pitchFamily="18" charset="0"/>
            </a:rPr>
            <a:t>Về</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nguyên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tắc</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không</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thể</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định</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giá</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được</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bằng</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tiền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không</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thể</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chuyển</a:t>
          </a:r>
          <a:r>
            <a:rPr lang="en-US" sz="3500" kern="1200" dirty="0">
              <a:latin typeface="Times New Roman" panose="02020603050405020304" pitchFamily="18" charset="0"/>
              <a:cs typeface="Times New Roman" panose="02020603050405020304" pitchFamily="18" charset="0"/>
            </a:rPr>
            <a:t> </a:t>
          </a:r>
          <a:r>
            <a:rPr lang="en-US" sz="3500" kern="1200" dirty="0" err="1">
              <a:latin typeface="Times New Roman" panose="02020603050405020304" pitchFamily="18" charset="0"/>
              <a:cs typeface="Times New Roman" panose="02020603050405020304" pitchFamily="18" charset="0"/>
            </a:rPr>
            <a:t>giao</a:t>
          </a:r>
          <a:endParaRPr lang="en-US" sz="3500" kern="1200" dirty="0">
            <a:latin typeface="Times New Roman" panose="02020603050405020304" pitchFamily="18" charset="0"/>
            <a:cs typeface="Times New Roman" panose="02020603050405020304" pitchFamily="18" charset="0"/>
          </a:endParaRPr>
        </a:p>
      </dsp:txBody>
      <dsp:txXfrm>
        <a:off x="5768875" y="2921800"/>
        <a:ext cx="3955243" cy="19179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CA4A6-B3E4-411C-8649-CB2EFA05C623}">
      <dsp:nvSpPr>
        <dsp:cNvPr id="0" name=""/>
        <dsp:cNvSpPr/>
      </dsp:nvSpPr>
      <dsp:spPr>
        <a:xfrm>
          <a:off x="217" y="671196"/>
          <a:ext cx="2621000" cy="3145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8897" tIns="0" rIns="258897" bIns="330200" numCol="1" spcCol="1270" anchor="t" anchorCtr="0">
          <a:noAutofit/>
        </a:bodyPr>
        <a:lstStyle/>
        <a:p>
          <a:pPr marL="0" lvl="0" indent="0" algn="ctr"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Địa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vị</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lý</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của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chủ</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thể</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đều</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bình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đẳng</a:t>
          </a:r>
          <a:endParaRPr lang="en-US" sz="2400" kern="1200" dirty="0">
            <a:latin typeface="Times New Roman" pitchFamily="18" charset="0"/>
            <a:cs typeface="Times New Roman" pitchFamily="18" charset="0"/>
          </a:endParaRPr>
        </a:p>
      </dsp:txBody>
      <dsp:txXfrm>
        <a:off x="217" y="1929276"/>
        <a:ext cx="2621000" cy="1887120"/>
      </dsp:txXfrm>
    </dsp:sp>
    <dsp:sp modelId="{D7CD3016-6C52-4349-9865-1BA28EEF8951}">
      <dsp:nvSpPr>
        <dsp:cNvPr id="0" name=""/>
        <dsp:cNvSpPr/>
      </dsp:nvSpPr>
      <dsp:spPr>
        <a:xfrm>
          <a:off x="217" y="671196"/>
          <a:ext cx="2621000" cy="1258080"/>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8897" tIns="165100" rIns="258897"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217" y="671196"/>
        <a:ext cx="2621000" cy="1258080"/>
      </dsp:txXfrm>
    </dsp:sp>
    <dsp:sp modelId="{3D16C1AA-04F9-4687-8C85-608AFD9F27DB}">
      <dsp:nvSpPr>
        <dsp:cNvPr id="0" name=""/>
        <dsp:cNvSpPr/>
      </dsp:nvSpPr>
      <dsp:spPr>
        <a:xfrm>
          <a:off x="2830897" y="671196"/>
          <a:ext cx="2621000" cy="3145200"/>
        </a:xfrm>
        <a:prstGeom prst="rect">
          <a:avLst/>
        </a:prstGeom>
        <a:solidFill>
          <a:schemeClr val="accent2">
            <a:hueOff val="1847440"/>
            <a:satOff val="-318"/>
            <a:lumOff val="-3268"/>
            <a:alphaOff val="0"/>
          </a:schemeClr>
        </a:solidFill>
        <a:ln w="12700" cap="flat" cmpd="sng" algn="ctr">
          <a:solidFill>
            <a:schemeClr val="accent2">
              <a:hueOff val="1847440"/>
              <a:satOff val="-318"/>
              <a:lumOff val="-3268"/>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8897" tIns="0" rIns="258897" bIns="330200" numCol="1" spcCol="1270" anchor="t" anchorCtr="0">
          <a:noAutofit/>
        </a:bodyPr>
        <a:lstStyle/>
        <a:p>
          <a:pPr marL="0" lvl="0" indent="0" algn="ctr"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Các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chủ</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thể</a:t>
          </a:r>
          <a:r>
            <a:rPr lang="en-US" sz="2400" kern="1200" dirty="0">
              <a:latin typeface="Times New Roman" pitchFamily="18" charset="0"/>
              <a:cs typeface="Times New Roman" pitchFamily="18" charset="0"/>
            </a:rPr>
            <a:t> đ</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ợc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quyền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tự</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định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đoạt</a:t>
          </a:r>
          <a:endParaRPr lang="en-US" sz="2400" kern="1200" dirty="0">
            <a:latin typeface="Times New Roman" pitchFamily="18" charset="0"/>
            <a:cs typeface="Times New Roman" pitchFamily="18" charset="0"/>
          </a:endParaRPr>
        </a:p>
      </dsp:txBody>
      <dsp:txXfrm>
        <a:off x="2830897" y="1929276"/>
        <a:ext cx="2621000" cy="1887120"/>
      </dsp:txXfrm>
    </dsp:sp>
    <dsp:sp modelId="{3192E6BC-E29A-40EC-BC92-A6EDCBCC76E4}">
      <dsp:nvSpPr>
        <dsp:cNvPr id="0" name=""/>
        <dsp:cNvSpPr/>
      </dsp:nvSpPr>
      <dsp:spPr>
        <a:xfrm>
          <a:off x="2830897" y="671196"/>
          <a:ext cx="2621000" cy="1258080"/>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8897" tIns="165100" rIns="258897"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2830897" y="671196"/>
        <a:ext cx="2621000" cy="1258080"/>
      </dsp:txXfrm>
    </dsp:sp>
    <dsp:sp modelId="{25F00CD6-869D-454A-BCED-E89D42EFE8D7}">
      <dsp:nvSpPr>
        <dsp:cNvPr id="0" name=""/>
        <dsp:cNvSpPr/>
      </dsp:nvSpPr>
      <dsp:spPr>
        <a:xfrm>
          <a:off x="5661578" y="671196"/>
          <a:ext cx="2621000" cy="3145200"/>
        </a:xfrm>
        <a:prstGeom prst="rect">
          <a:avLst/>
        </a:prstGeom>
        <a:solidFill>
          <a:schemeClr val="accent2">
            <a:hueOff val="3694879"/>
            <a:satOff val="-635"/>
            <a:lumOff val="-6536"/>
            <a:alphaOff val="0"/>
          </a:schemeClr>
        </a:solidFill>
        <a:ln w="12700" cap="flat" cmpd="sng" algn="ctr">
          <a:solidFill>
            <a:schemeClr val="accent2">
              <a:hueOff val="3694879"/>
              <a:satOff val="-635"/>
              <a:lumOff val="-653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8897" tIns="0" rIns="258897" bIns="330200" numCol="1" spcCol="1270" anchor="t" anchorCtr="0">
          <a:noAutofit/>
        </a:bodyPr>
        <a:lstStyle/>
        <a:p>
          <a:pPr marL="0" lvl="0" indent="0" algn="ctr"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Quyền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khởi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kiện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của</a:t>
          </a:r>
          <a:r>
            <a:rPr lang="en-US" sz="2400" kern="1200" dirty="0">
              <a:latin typeface="Times New Roman" pitchFamily="18" charset="0"/>
              <a:cs typeface="Times New Roman" pitchFamily="18" charset="0"/>
            </a:rPr>
            <a:t> đ</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ơng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sự</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trước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Tòa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án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để</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bảo</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vệ</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quyền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và</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lợi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ích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hợp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endParaRPr lang="en-US" sz="2400" kern="1200" dirty="0">
            <a:latin typeface="Times New Roman" pitchFamily="18" charset="0"/>
            <a:cs typeface="Times New Roman" pitchFamily="18" charset="0"/>
          </a:endParaRPr>
        </a:p>
      </dsp:txBody>
      <dsp:txXfrm>
        <a:off x="5661578" y="1929276"/>
        <a:ext cx="2621000" cy="1887120"/>
      </dsp:txXfrm>
    </dsp:sp>
    <dsp:sp modelId="{26FE1E13-B761-4710-98F8-4DD16914D596}">
      <dsp:nvSpPr>
        <dsp:cNvPr id="0" name=""/>
        <dsp:cNvSpPr/>
      </dsp:nvSpPr>
      <dsp:spPr>
        <a:xfrm>
          <a:off x="5661578" y="671196"/>
          <a:ext cx="2621000" cy="1258080"/>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8897" tIns="165100" rIns="258897"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5661578" y="671196"/>
        <a:ext cx="2621000" cy="1258080"/>
      </dsp:txXfrm>
    </dsp:sp>
    <dsp:sp modelId="{A0571FCB-809F-461D-9A9E-6B10CE5BC6C3}">
      <dsp:nvSpPr>
        <dsp:cNvPr id="0" name=""/>
        <dsp:cNvSpPr/>
      </dsp:nvSpPr>
      <dsp:spPr>
        <a:xfrm>
          <a:off x="8492259" y="671196"/>
          <a:ext cx="2621000" cy="3145200"/>
        </a:xfrm>
        <a:prstGeom prst="rect">
          <a:avLst/>
        </a:prstGeom>
        <a:solidFill>
          <a:schemeClr val="accent2">
            <a:hueOff val="5542319"/>
            <a:satOff val="-953"/>
            <a:lumOff val="-9804"/>
            <a:alphaOff val="0"/>
          </a:schemeClr>
        </a:solidFill>
        <a:ln w="12700" cap="flat" cmpd="sng" algn="ctr">
          <a:solidFill>
            <a:schemeClr val="accent2">
              <a:hueOff val="5542319"/>
              <a:satOff val="-953"/>
              <a:lumOff val="-9804"/>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8897" tIns="0" rIns="258897" bIns="330200" numCol="1" spcCol="1270" anchor="t" anchorCtr="0">
          <a:noAutofit/>
        </a:bodyPr>
        <a:lstStyle/>
        <a:p>
          <a:pPr marL="0" lvl="0" indent="0" algn="ctr" defTabSz="1155700">
            <a:lnSpc>
              <a:spcPct val="90000"/>
            </a:lnSpc>
            <a:spcBef>
              <a:spcPct val="0"/>
            </a:spcBef>
            <a:spcAft>
              <a:spcPct val="35000"/>
            </a:spcAft>
            <a:buNone/>
          </a:pPr>
          <a:r>
            <a:rPr lang="en-US" sz="2600" kern="1200" dirty="0" err="1">
              <a:latin typeface="Times New Roman" pitchFamily="18" charset="0"/>
              <a:cs typeface="Times New Roman" pitchFamily="18" charset="0"/>
            </a:rPr>
            <a:t>Trách</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nhiệm</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tài</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sản</a:t>
          </a:r>
          <a:endParaRPr lang="en-US" sz="2600" kern="1200" dirty="0">
            <a:latin typeface="Times New Roman" pitchFamily="18" charset="0"/>
            <a:cs typeface="Times New Roman" pitchFamily="18" charset="0"/>
          </a:endParaRPr>
        </a:p>
      </dsp:txBody>
      <dsp:txXfrm>
        <a:off x="8492259" y="1929276"/>
        <a:ext cx="2621000" cy="1887120"/>
      </dsp:txXfrm>
    </dsp:sp>
    <dsp:sp modelId="{B28DB953-6041-4C36-B1F2-16C7F5E8CB3F}">
      <dsp:nvSpPr>
        <dsp:cNvPr id="0" name=""/>
        <dsp:cNvSpPr/>
      </dsp:nvSpPr>
      <dsp:spPr>
        <a:xfrm>
          <a:off x="8492259" y="671196"/>
          <a:ext cx="2621000" cy="1258080"/>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8897" tIns="165100" rIns="258897" bIns="165100" numCol="1" spcCol="1270" anchor="ctr" anchorCtr="0">
          <a:noAutofit/>
        </a:bodyPr>
        <a:lstStyle/>
        <a:p>
          <a:pPr marL="0" lvl="0" indent="0" algn="l" defTabSz="2933700">
            <a:lnSpc>
              <a:spcPct val="90000"/>
            </a:lnSpc>
            <a:spcBef>
              <a:spcPct val="0"/>
            </a:spcBef>
            <a:spcAft>
              <a:spcPct val="35000"/>
            </a:spcAft>
            <a:buNone/>
          </a:pPr>
          <a:r>
            <a:rPr lang="en-US" sz="6600" kern="1200"/>
            <a:t>04</a:t>
          </a:r>
        </a:p>
      </dsp:txBody>
      <dsp:txXfrm>
        <a:off x="8492259" y="671196"/>
        <a:ext cx="2621000" cy="12580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6B5587-857A-4B65-8F3B-36DCDCDCF692}">
      <dsp:nvSpPr>
        <dsp:cNvPr id="0" name=""/>
        <dsp:cNvSpPr/>
      </dsp:nvSpPr>
      <dsp:spPr>
        <a:xfrm>
          <a:off x="0" y="760395"/>
          <a:ext cx="6797675" cy="8820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06329DD-A22F-4CDB-98A0-758606A2DC3C}">
      <dsp:nvSpPr>
        <dsp:cNvPr id="0" name=""/>
        <dsp:cNvSpPr/>
      </dsp:nvSpPr>
      <dsp:spPr>
        <a:xfrm>
          <a:off x="339883" y="52994"/>
          <a:ext cx="4758372" cy="1224001"/>
        </a:xfrm>
        <a:prstGeom prst="roundRect">
          <a:avLst/>
        </a:prstGeom>
        <a:gradFill rotWithShape="0">
          <a:gsLst>
            <a:gs pos="0">
              <a:schemeClr val="accent2">
                <a:hueOff val="0"/>
                <a:satOff val="0"/>
                <a:lumOff val="0"/>
                <a:alphaOff val="0"/>
                <a:tint val="60000"/>
                <a:satMod val="100000"/>
                <a:lumMod val="110000"/>
              </a:schemeClr>
            </a:gs>
            <a:gs pos="100000">
              <a:schemeClr val="accent2">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pPr>
          <a:r>
            <a:rPr lang="en-US" sz="2400" b="1" kern="1200" dirty="0" err="1">
              <a:latin typeface="Times New Roman" pitchFamily="18" charset="0"/>
              <a:cs typeface="Times New Roman" pitchFamily="18" charset="0"/>
            </a:rPr>
            <a:t>Nguồn</a:t>
          </a:r>
          <a:r>
            <a:rPr lang="en-US" sz="2400" b="1" kern="1200" dirty="0">
              <a:latin typeface="Times New Roman" pitchFamily="18" charset="0"/>
              <a:cs typeface="Times New Roman" pitchFamily="18" charset="0"/>
            </a:rPr>
            <a:t> </a:t>
          </a:r>
          <a:r>
            <a:rPr lang="en-US" sz="2400" b="1" kern="1200" dirty="0" err="1">
              <a:latin typeface="Times New Roman" pitchFamily="18" charset="0"/>
              <a:cs typeface="Times New Roman" pitchFamily="18" charset="0"/>
            </a:rPr>
            <a:t>văn</a:t>
          </a:r>
          <a:r>
            <a:rPr lang="en-US" sz="2400" b="1" kern="1200" dirty="0">
              <a:latin typeface="Times New Roman" pitchFamily="18" charset="0"/>
              <a:cs typeface="Times New Roman" pitchFamily="18" charset="0"/>
            </a:rPr>
            <a:t> </a:t>
          </a:r>
          <a:r>
            <a:rPr lang="en-US" sz="2400" b="1" kern="1200" dirty="0" err="1">
              <a:latin typeface="Times New Roman" pitchFamily="18" charset="0"/>
              <a:cs typeface="Times New Roman" pitchFamily="18" charset="0"/>
            </a:rPr>
            <a:t>bản</a:t>
          </a:r>
          <a:r>
            <a:rPr lang="en-US" sz="2400" b="1" kern="1200" dirty="0">
              <a:latin typeface="Times New Roman" pitchFamily="18" charset="0"/>
              <a:cs typeface="Times New Roman" pitchFamily="18" charset="0"/>
            </a:rPr>
            <a: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Hiến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luật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văn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bản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dưới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luật</a:t>
          </a:r>
          <a:endParaRPr lang="en-US" sz="2400" kern="1200" dirty="0"/>
        </a:p>
      </dsp:txBody>
      <dsp:txXfrm>
        <a:off x="399634" y="112745"/>
        <a:ext cx="4638870" cy="1104499"/>
      </dsp:txXfrm>
    </dsp:sp>
    <dsp:sp modelId="{C37E1A97-3D5B-4350-9578-5D64EC735495}">
      <dsp:nvSpPr>
        <dsp:cNvPr id="0" name=""/>
        <dsp:cNvSpPr/>
      </dsp:nvSpPr>
      <dsp:spPr>
        <a:xfrm>
          <a:off x="0" y="3127317"/>
          <a:ext cx="6797675" cy="882000"/>
        </a:xfrm>
        <a:prstGeom prst="rect">
          <a:avLst/>
        </a:prstGeom>
        <a:solidFill>
          <a:schemeClr val="lt1">
            <a:alpha val="90000"/>
            <a:hueOff val="0"/>
            <a:satOff val="0"/>
            <a:lumOff val="0"/>
            <a:alphaOff val="0"/>
          </a:schemeClr>
        </a:solidFill>
        <a:ln w="9525" cap="flat" cmpd="sng" algn="ctr">
          <a:solidFill>
            <a:schemeClr val="accent2">
              <a:hueOff val="2771159"/>
              <a:satOff val="-477"/>
              <a:lumOff val="-4902"/>
              <a:alphaOff val="0"/>
            </a:schemeClr>
          </a:solidFill>
          <a:prstDash val="solid"/>
        </a:ln>
        <a:effectLst/>
      </dsp:spPr>
      <dsp:style>
        <a:lnRef idx="1">
          <a:scrgbClr r="0" g="0" b="0"/>
        </a:lnRef>
        <a:fillRef idx="1">
          <a:scrgbClr r="0" g="0" b="0"/>
        </a:fillRef>
        <a:effectRef idx="0">
          <a:scrgbClr r="0" g="0" b="0"/>
        </a:effectRef>
        <a:fontRef idx="minor"/>
      </dsp:style>
    </dsp:sp>
    <dsp:sp modelId="{9552112A-56E1-4C97-A755-5A17EFA724EB}">
      <dsp:nvSpPr>
        <dsp:cNvPr id="0" name=""/>
        <dsp:cNvSpPr/>
      </dsp:nvSpPr>
      <dsp:spPr>
        <a:xfrm>
          <a:off x="339883" y="1831395"/>
          <a:ext cx="4758372" cy="1812522"/>
        </a:xfrm>
        <a:prstGeom prst="roundRect">
          <a:avLst/>
        </a:prstGeom>
        <a:gradFill rotWithShape="0">
          <a:gsLst>
            <a:gs pos="0">
              <a:schemeClr val="accent2">
                <a:hueOff val="2771159"/>
                <a:satOff val="-477"/>
                <a:lumOff val="-4902"/>
                <a:alphaOff val="0"/>
                <a:tint val="60000"/>
                <a:satMod val="100000"/>
                <a:lumMod val="110000"/>
              </a:schemeClr>
            </a:gs>
            <a:gs pos="100000">
              <a:schemeClr val="accent2">
                <a:hueOff val="2771159"/>
                <a:satOff val="-477"/>
                <a:lumOff val="-4902"/>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pPr>
          <a:r>
            <a:rPr lang="en-US" sz="2400" b="1" kern="1200" dirty="0" err="1">
              <a:latin typeface="Times New Roman" pitchFamily="18" charset="0"/>
              <a:cs typeface="Times New Roman" pitchFamily="18" charset="0"/>
            </a:rPr>
            <a:t>Nguồn</a:t>
          </a:r>
          <a:r>
            <a:rPr lang="en-US" sz="2400" b="1" kern="1200" dirty="0">
              <a:latin typeface="Times New Roman" pitchFamily="18" charset="0"/>
              <a:cs typeface="Times New Roman" pitchFamily="18" charset="0"/>
            </a:rPr>
            <a:t> </a:t>
          </a:r>
          <a:r>
            <a:rPr lang="en-US" sz="2400" b="1" kern="1200" dirty="0" err="1">
              <a:latin typeface="Times New Roman" pitchFamily="18" charset="0"/>
              <a:cs typeface="Times New Roman" pitchFamily="18" charset="0"/>
            </a:rPr>
            <a:t>thực</a:t>
          </a:r>
          <a:r>
            <a:rPr lang="en-US" sz="2400" b="1" kern="1200" dirty="0">
              <a:latin typeface="Times New Roman" pitchFamily="18" charset="0"/>
              <a:cs typeface="Times New Roman" pitchFamily="18" charset="0"/>
            </a:rPr>
            <a:t> </a:t>
          </a:r>
          <a:r>
            <a:rPr lang="en-US" sz="2400" b="1" kern="1200" dirty="0" err="1">
              <a:latin typeface="Times New Roman" pitchFamily="18" charset="0"/>
              <a:cs typeface="Times New Roman" pitchFamily="18" charset="0"/>
            </a:rPr>
            <a:t>tiễn</a:t>
          </a:r>
          <a:r>
            <a:rPr lang="en-US" sz="2400" b="1" kern="1200" dirty="0">
              <a:latin typeface="Times New Roman" pitchFamily="18" charset="0"/>
              <a:cs typeface="Times New Roman" pitchFamily="18" charset="0"/>
            </a:rPr>
            <a: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Tập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quán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thói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quen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phạm</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đạo</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đức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án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lệ</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dụng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luật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tương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tự</a:t>
          </a:r>
          <a:endParaRPr lang="en-US" sz="2400" kern="1200" dirty="0"/>
        </a:p>
      </dsp:txBody>
      <dsp:txXfrm>
        <a:off x="428363" y="1919875"/>
        <a:ext cx="4581412" cy="1635562"/>
      </dsp:txXfrm>
    </dsp:sp>
    <dsp:sp modelId="{2FAA71DD-16E1-4322-91C4-7E83310BC778}">
      <dsp:nvSpPr>
        <dsp:cNvPr id="0" name=""/>
        <dsp:cNvSpPr/>
      </dsp:nvSpPr>
      <dsp:spPr>
        <a:xfrm>
          <a:off x="0" y="4714917"/>
          <a:ext cx="6797675" cy="882000"/>
        </a:xfrm>
        <a:prstGeom prst="rect">
          <a:avLst/>
        </a:prstGeom>
        <a:solidFill>
          <a:schemeClr val="lt1">
            <a:alpha val="90000"/>
            <a:hueOff val="0"/>
            <a:satOff val="0"/>
            <a:lumOff val="0"/>
            <a:alphaOff val="0"/>
          </a:schemeClr>
        </a:solidFill>
        <a:ln w="9525" cap="flat" cmpd="sng" algn="ctr">
          <a:solidFill>
            <a:schemeClr val="accent2">
              <a:hueOff val="5542319"/>
              <a:satOff val="-953"/>
              <a:lumOff val="-9804"/>
              <a:alphaOff val="0"/>
            </a:schemeClr>
          </a:solidFill>
          <a:prstDash val="solid"/>
        </a:ln>
        <a:effectLst/>
      </dsp:spPr>
      <dsp:style>
        <a:lnRef idx="1">
          <a:scrgbClr r="0" g="0" b="0"/>
        </a:lnRef>
        <a:fillRef idx="1">
          <a:scrgbClr r="0" g="0" b="0"/>
        </a:fillRef>
        <a:effectRef idx="0">
          <a:scrgbClr r="0" g="0" b="0"/>
        </a:effectRef>
        <a:fontRef idx="minor"/>
      </dsp:style>
    </dsp:sp>
    <dsp:sp modelId="{7333781E-5F2D-4E67-894E-0B022EA55E15}">
      <dsp:nvSpPr>
        <dsp:cNvPr id="0" name=""/>
        <dsp:cNvSpPr/>
      </dsp:nvSpPr>
      <dsp:spPr>
        <a:xfrm>
          <a:off x="339883" y="4198317"/>
          <a:ext cx="4758372" cy="1033200"/>
        </a:xfrm>
        <a:prstGeom prst="roundRect">
          <a:avLst/>
        </a:prstGeom>
        <a:gradFill rotWithShape="0">
          <a:gsLst>
            <a:gs pos="0">
              <a:schemeClr val="accent2">
                <a:hueOff val="5542319"/>
                <a:satOff val="-953"/>
                <a:lumOff val="-9804"/>
                <a:alphaOff val="0"/>
                <a:tint val="60000"/>
                <a:satMod val="100000"/>
                <a:lumMod val="110000"/>
              </a:schemeClr>
            </a:gs>
            <a:gs pos="100000">
              <a:schemeClr val="accent2">
                <a:hueOff val="5542319"/>
                <a:satOff val="-953"/>
                <a:lumOff val="-9804"/>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9855" tIns="0" rIns="179855" bIns="0" numCol="1" spcCol="1270" anchor="ctr" anchorCtr="0">
          <a:noAutofit/>
        </a:bodyPr>
        <a:lstStyle/>
        <a:p>
          <a:pPr marL="0" lvl="0" indent="0" algn="l" defTabSz="1066800">
            <a:lnSpc>
              <a:spcPct val="90000"/>
            </a:lnSpc>
            <a:spcBef>
              <a:spcPct val="0"/>
            </a:spcBef>
            <a:spcAft>
              <a:spcPct val="35000"/>
            </a:spcAft>
            <a:buNone/>
          </a:pPr>
          <a:r>
            <a:rPr lang="en-US" sz="2400" b="1" kern="1200" dirty="0" err="1">
              <a:latin typeface="Times New Roman" pitchFamily="18" charset="0"/>
              <a:cs typeface="Times New Roman" pitchFamily="18" charset="0"/>
            </a:rPr>
            <a:t>Nguồn</a:t>
          </a:r>
          <a:r>
            <a:rPr lang="en-US" sz="2400" b="1" kern="1200" dirty="0">
              <a:latin typeface="Times New Roman" pitchFamily="18" charset="0"/>
              <a:cs typeface="Times New Roman" pitchFamily="18" charset="0"/>
            </a:rPr>
            <a:t> </a:t>
          </a:r>
          <a:r>
            <a:rPr lang="en-US" sz="2400" b="1" kern="1200" dirty="0" err="1">
              <a:latin typeface="Times New Roman" pitchFamily="18" charset="0"/>
              <a:cs typeface="Times New Roman" pitchFamily="18" charset="0"/>
            </a:rPr>
            <a:t>khác</a:t>
          </a:r>
          <a:r>
            <a:rPr lang="en-US" sz="2400" b="1"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lẽ</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công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bằng</a:t>
          </a:r>
          <a:r>
            <a:rPr lang="en-US" sz="2400" kern="1200" dirty="0">
              <a:latin typeface="Times New Roman" pitchFamily="18" charset="0"/>
              <a:cs typeface="Times New Roman" pitchFamily="18" charset="0"/>
            </a:rPr>
            <a:t>.</a:t>
          </a:r>
          <a:endParaRPr lang="en-US" sz="2400" kern="1200" dirty="0"/>
        </a:p>
      </dsp:txBody>
      <dsp:txXfrm>
        <a:off x="390320" y="4248754"/>
        <a:ext cx="4657498" cy="9323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53FFF-B9B6-4033-A90E-8CCE75CAD141}">
      <dsp:nvSpPr>
        <dsp:cNvPr id="0" name=""/>
        <dsp:cNvSpPr/>
      </dsp:nvSpPr>
      <dsp:spPr>
        <a:xfrm>
          <a:off x="0" y="689"/>
          <a:ext cx="6797675" cy="16138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DF733C5-6C8E-4CA3-986A-083C1BFD3AC9}">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D037187-0609-487B-AD2A-43BBBD2F2D1A}">
      <dsp:nvSpPr>
        <dsp:cNvPr id="0" name=""/>
        <dsp:cNvSpPr/>
      </dsp:nvSpPr>
      <dsp:spPr>
        <a:xfrm>
          <a:off x="1864015" y="689"/>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QHPLDS </a:t>
          </a:r>
          <a:r>
            <a:rPr lang="en-US" sz="2400" kern="1200" dirty="0" err="1">
              <a:latin typeface="Times New Roman" pitchFamily="18" charset="0"/>
              <a:cs typeface="Times New Roman" pitchFamily="18" charset="0"/>
            </a:rPr>
            <a:t>là</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những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quan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hệ</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xã</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hội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được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phạm</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luật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dân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sự</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và</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loại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nguồn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khác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điều</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chỉnh</a:t>
          </a:r>
          <a:endParaRPr lang="en-US" sz="2400" kern="1200" dirty="0">
            <a:latin typeface="Times New Roman" pitchFamily="18" charset="0"/>
            <a:cs typeface="Times New Roman" pitchFamily="18" charset="0"/>
          </a:endParaRPr>
        </a:p>
      </dsp:txBody>
      <dsp:txXfrm>
        <a:off x="1864015" y="689"/>
        <a:ext cx="4933659" cy="1613866"/>
      </dsp:txXfrm>
    </dsp:sp>
    <dsp:sp modelId="{75C308E9-ACE4-4044-BA9E-34A49CFCF80F}">
      <dsp:nvSpPr>
        <dsp:cNvPr id="0" name=""/>
        <dsp:cNvSpPr/>
      </dsp:nvSpPr>
      <dsp:spPr>
        <a:xfrm>
          <a:off x="0" y="2018022"/>
          <a:ext cx="6797675" cy="16138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CB5D50E-A8EF-4556-84BB-C512639952BD}">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E7E4940-6076-4EE8-8718-9ED8691CF8D4}">
      <dsp:nvSpPr>
        <dsp:cNvPr id="0" name=""/>
        <dsp:cNvSpPr/>
      </dsp:nvSpPr>
      <dsp:spPr>
        <a:xfrm>
          <a:off x="1864015" y="2018022"/>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Times New Roman" pitchFamily="18" charset="0"/>
              <a:cs typeface="Times New Roman" pitchFamily="18" charset="0"/>
            </a:rPr>
            <a:t>QHPLDS </a:t>
          </a:r>
          <a:r>
            <a:rPr lang="en-US" sz="2400" kern="1200" dirty="0" err="1">
              <a:latin typeface="Times New Roman" pitchFamily="18" charset="0"/>
              <a:cs typeface="Times New Roman" pitchFamily="18" charset="0"/>
            </a:rPr>
            <a:t>là</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những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quan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hệ</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mang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tính</a:t>
          </a:r>
          <a:r>
            <a:rPr lang="en-US" sz="2400" kern="1200" dirty="0">
              <a:latin typeface="Times New Roman" pitchFamily="18" charset="0"/>
              <a:cs typeface="Times New Roman" pitchFamily="18" charset="0"/>
            </a:rPr>
            <a:t> ý </a:t>
          </a:r>
          <a:r>
            <a:rPr lang="en-US" sz="2400" kern="1200" dirty="0" err="1">
              <a:latin typeface="Times New Roman" pitchFamily="18" charset="0"/>
              <a:cs typeface="Times New Roman" pitchFamily="18" charset="0"/>
            </a:rPr>
            <a:t>chí</a:t>
          </a:r>
          <a:endParaRPr lang="en-US" sz="2400" kern="1200" dirty="0">
            <a:latin typeface="Times New Roman" pitchFamily="18" charset="0"/>
            <a:cs typeface="Times New Roman" pitchFamily="18" charset="0"/>
          </a:endParaRPr>
        </a:p>
      </dsp:txBody>
      <dsp:txXfrm>
        <a:off x="1864015" y="2018022"/>
        <a:ext cx="4933659" cy="1613866"/>
      </dsp:txXfrm>
    </dsp:sp>
    <dsp:sp modelId="{B34B2C13-C3E6-4B8A-8399-345633F0817E}">
      <dsp:nvSpPr>
        <dsp:cNvPr id="0" name=""/>
        <dsp:cNvSpPr/>
      </dsp:nvSpPr>
      <dsp:spPr>
        <a:xfrm>
          <a:off x="0" y="4035355"/>
          <a:ext cx="6797675" cy="16138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B4DFC6C-E0BC-46ED-9C9B-7A92FF37FD3D}">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9E1B45D-A7FE-4109-AFBE-2CEA1781D289}">
      <dsp:nvSpPr>
        <dsp:cNvPr id="0" name=""/>
        <dsp:cNvSpPr/>
      </dsp:nvSpPr>
      <dsp:spPr>
        <a:xfrm>
          <a:off x="1864015" y="4035355"/>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Quyền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và</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nghĩa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vụ</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của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những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ng</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ời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tham</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gia</a:t>
          </a:r>
          <a:r>
            <a:rPr lang="en-US" sz="2400" kern="1200" dirty="0">
              <a:latin typeface="Times New Roman" pitchFamily="18" charset="0"/>
              <a:cs typeface="Times New Roman" pitchFamily="18" charset="0"/>
            </a:rPr>
            <a:t> QHPLDS đ</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ợc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bảo</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đảm</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thực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hiện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bằng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các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biện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c</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ỡng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chế</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của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Nhà</a:t>
          </a:r>
          <a:r>
            <a:rPr lang="en-US" sz="2400" kern="1200" dirty="0">
              <a:latin typeface="Times New Roman" pitchFamily="18" charset="0"/>
              <a:cs typeface="Times New Roman" pitchFamily="18" charset="0"/>
            </a:rPr>
            <a:t> n</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ớc</a:t>
          </a:r>
          <a:endParaRPr lang="en-US" sz="2400" kern="1200" dirty="0">
            <a:latin typeface="Times New Roman" pitchFamily="18" charset="0"/>
            <a:cs typeface="Times New Roman" pitchFamily="18" charset="0"/>
          </a:endParaRPr>
        </a:p>
      </dsp:txBody>
      <dsp:txXfrm>
        <a:off x="1864015" y="4035355"/>
        <a:ext cx="4933659" cy="16138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4F2DE-7F86-4157-99BF-075AA0851E28}">
      <dsp:nvSpPr>
        <dsp:cNvPr id="0" name=""/>
        <dsp:cNvSpPr/>
      </dsp:nvSpPr>
      <dsp:spPr>
        <a:xfrm>
          <a:off x="785" y="0"/>
          <a:ext cx="3182540" cy="3786080"/>
        </a:xfrm>
        <a:prstGeom prst="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w="9525" cap="flat" cmpd="sng" algn="ctr">
          <a:solidFill>
            <a:schemeClr val="accent2">
              <a:hueOff val="0"/>
              <a:satOff val="0"/>
              <a:lumOff val="0"/>
              <a:alphaOff val="0"/>
            </a:schemeClr>
          </a:solidFill>
          <a:prstDash val="solid"/>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14364" tIns="0" rIns="314364" bIns="330200" numCol="1" spcCol="1270" anchor="t" anchorCtr="0">
          <a:noAutofit/>
        </a:bodyPr>
        <a:lstStyle/>
        <a:p>
          <a:pPr marL="0" lvl="0" indent="0" algn="l" defTabSz="1111250">
            <a:lnSpc>
              <a:spcPct val="90000"/>
            </a:lnSpc>
            <a:spcBef>
              <a:spcPct val="0"/>
            </a:spcBef>
            <a:spcAft>
              <a:spcPct val="35000"/>
            </a:spcAft>
            <a:buNone/>
          </a:pPr>
          <a:r>
            <a:rPr lang="en-US" sz="2500" kern="1200" dirty="0">
              <a:latin typeface="Times New Roman" pitchFamily="18" charset="0"/>
              <a:cs typeface="Times New Roman" pitchFamily="18" charset="0"/>
            </a:rPr>
            <a:t>QHPLDS </a:t>
          </a:r>
          <a:r>
            <a:rPr lang="en-US" sz="2500" kern="1200" dirty="0" err="1">
              <a:latin typeface="Times New Roman" pitchFamily="18" charset="0"/>
              <a:cs typeface="Times New Roman" pitchFamily="18" charset="0"/>
            </a:rPr>
            <a:t>tồn</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tại</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ngay</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cả</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trong</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tr</a:t>
          </a:r>
          <a:r>
            <a:rPr lang="vi-VN" sz="2500" kern="1200" dirty="0">
              <a:latin typeface="Times New Roman" pitchFamily="18" charset="0"/>
              <a:cs typeface="Times New Roman" pitchFamily="18" charset="0"/>
            </a:rPr>
            <a:t>ư</a:t>
          </a:r>
          <a:r>
            <a:rPr lang="en-US" sz="2500" kern="1200" dirty="0" err="1">
              <a:latin typeface="Times New Roman" pitchFamily="18" charset="0"/>
              <a:cs typeface="Times New Roman" pitchFamily="18" charset="0"/>
            </a:rPr>
            <a:t>ờng</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hợp</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không</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có</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quy</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phạm</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pháp</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luật</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nào</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trực</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tiếp</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điều</a:t>
          </a:r>
          <a:r>
            <a:rPr lang="en-US" sz="2500" kern="1200" dirty="0">
              <a:latin typeface="Times New Roman" pitchFamily="18" charset="0"/>
              <a:cs typeface="Times New Roman" pitchFamily="18" charset="0"/>
            </a:rPr>
            <a:t> </a:t>
          </a:r>
          <a:r>
            <a:rPr lang="en-US" sz="2500" kern="1200" dirty="0" err="1">
              <a:latin typeface="Times New Roman" pitchFamily="18" charset="0"/>
              <a:cs typeface="Times New Roman" pitchFamily="18" charset="0"/>
            </a:rPr>
            <a:t>chỉnh</a:t>
          </a:r>
          <a:endParaRPr lang="en-US" sz="2500" kern="1200" dirty="0">
            <a:latin typeface="Times New Roman" pitchFamily="18" charset="0"/>
            <a:cs typeface="Times New Roman" pitchFamily="18" charset="0"/>
          </a:endParaRPr>
        </a:p>
      </dsp:txBody>
      <dsp:txXfrm>
        <a:off x="785" y="1514432"/>
        <a:ext cx="3182540" cy="2271648"/>
      </dsp:txXfrm>
    </dsp:sp>
    <dsp:sp modelId="{097D8ABF-6377-4DCC-89C2-5CDDEBCFE060}">
      <dsp:nvSpPr>
        <dsp:cNvPr id="0" name=""/>
        <dsp:cNvSpPr/>
      </dsp:nvSpPr>
      <dsp:spPr>
        <a:xfrm>
          <a:off x="785" y="0"/>
          <a:ext cx="3182540" cy="1514432"/>
        </a:xfrm>
        <a:prstGeom prst="rect">
          <a:avLst/>
        </a:prstGeom>
        <a:noFill/>
        <a:ln w="9525" cap="flat" cmpd="sng" algn="ctr">
          <a:noFill/>
          <a:prstDash val="solid"/>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314364" tIns="165100" rIns="31436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785" y="0"/>
        <a:ext cx="3182540" cy="1514432"/>
      </dsp:txXfrm>
    </dsp:sp>
    <dsp:sp modelId="{D228A296-968E-4B71-B25A-566751794E76}">
      <dsp:nvSpPr>
        <dsp:cNvPr id="0" name=""/>
        <dsp:cNvSpPr/>
      </dsp:nvSpPr>
      <dsp:spPr>
        <a:xfrm>
          <a:off x="3437929" y="0"/>
          <a:ext cx="3182540" cy="3786080"/>
        </a:xfrm>
        <a:prstGeom prst="rect">
          <a:avLst/>
        </a:prstGeom>
        <a:gradFill rotWithShape="0">
          <a:gsLst>
            <a:gs pos="0">
              <a:schemeClr val="accent2">
                <a:hueOff val="2771159"/>
                <a:satOff val="-477"/>
                <a:lumOff val="-4902"/>
                <a:alphaOff val="0"/>
                <a:tint val="94000"/>
                <a:satMod val="103000"/>
                <a:lumMod val="102000"/>
              </a:schemeClr>
            </a:gs>
            <a:gs pos="50000">
              <a:schemeClr val="accent2">
                <a:hueOff val="2771159"/>
                <a:satOff val="-477"/>
                <a:lumOff val="-4902"/>
                <a:alphaOff val="0"/>
                <a:shade val="100000"/>
                <a:satMod val="110000"/>
                <a:lumMod val="100000"/>
              </a:schemeClr>
            </a:gs>
            <a:gs pos="100000">
              <a:schemeClr val="accent2">
                <a:hueOff val="2771159"/>
                <a:satOff val="-477"/>
                <a:lumOff val="-4902"/>
                <a:alphaOff val="0"/>
                <a:shade val="78000"/>
                <a:satMod val="120000"/>
                <a:lumMod val="99000"/>
              </a:schemeClr>
            </a:gs>
          </a:gsLst>
          <a:lin ang="5400000" scaled="0"/>
        </a:gradFill>
        <a:ln w="9525" cap="flat" cmpd="sng" algn="ctr">
          <a:solidFill>
            <a:schemeClr val="accent2">
              <a:hueOff val="2771159"/>
              <a:satOff val="-477"/>
              <a:lumOff val="-4902"/>
              <a:alphaOff val="0"/>
            </a:schemeClr>
          </a:solidFill>
          <a:prstDash val="solid"/>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14364" tIns="0" rIns="314364" bIns="330200" numCol="1" spcCol="1270" anchor="t" anchorCtr="0">
          <a:noAutofit/>
        </a:bodyPr>
        <a:lstStyle/>
        <a:p>
          <a:pPr marL="0" lvl="0" indent="0" algn="l" defTabSz="1155700">
            <a:lnSpc>
              <a:spcPct val="90000"/>
            </a:lnSpc>
            <a:spcBef>
              <a:spcPct val="0"/>
            </a:spcBef>
            <a:spcAft>
              <a:spcPct val="35000"/>
            </a:spcAft>
            <a:buNone/>
          </a:pPr>
          <a:r>
            <a:rPr lang="en-US" sz="2600" kern="1200" dirty="0" err="1">
              <a:latin typeface="Times New Roman" pitchFamily="18" charset="0"/>
              <a:cs typeface="Times New Roman" pitchFamily="18" charset="0"/>
            </a:rPr>
            <a:t>Địa</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vị</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pháp</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lý</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của</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các</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chủ</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thể</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tham</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gia</a:t>
          </a:r>
          <a:r>
            <a:rPr lang="en-US" sz="2600" kern="1200" dirty="0">
              <a:latin typeface="Times New Roman" pitchFamily="18" charset="0"/>
              <a:cs typeface="Times New Roman" pitchFamily="18" charset="0"/>
            </a:rPr>
            <a:t> QHPLDS </a:t>
          </a:r>
          <a:r>
            <a:rPr lang="en-US" sz="2600" kern="1200" dirty="0" err="1">
              <a:latin typeface="Times New Roman" pitchFamily="18" charset="0"/>
              <a:cs typeface="Times New Roman" pitchFamily="18" charset="0"/>
            </a:rPr>
            <a:t>đều</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bình</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đẳng</a:t>
          </a:r>
          <a:endParaRPr lang="en-US" sz="2600" kern="1200" dirty="0">
            <a:latin typeface="Times New Roman" pitchFamily="18" charset="0"/>
            <a:cs typeface="Times New Roman" pitchFamily="18" charset="0"/>
          </a:endParaRPr>
        </a:p>
      </dsp:txBody>
      <dsp:txXfrm>
        <a:off x="3437929" y="1514432"/>
        <a:ext cx="3182540" cy="2271648"/>
      </dsp:txXfrm>
    </dsp:sp>
    <dsp:sp modelId="{FCDF918E-B72C-461D-8493-5D304C9EE158}">
      <dsp:nvSpPr>
        <dsp:cNvPr id="0" name=""/>
        <dsp:cNvSpPr/>
      </dsp:nvSpPr>
      <dsp:spPr>
        <a:xfrm>
          <a:off x="3437929" y="0"/>
          <a:ext cx="3182540" cy="1514432"/>
        </a:xfrm>
        <a:prstGeom prst="rect">
          <a:avLst/>
        </a:prstGeom>
        <a:noFill/>
        <a:ln w="9525" cap="flat" cmpd="sng" algn="ctr">
          <a:noFill/>
          <a:prstDash val="solid"/>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314364" tIns="165100" rIns="31436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437929" y="0"/>
        <a:ext cx="3182540" cy="1514432"/>
      </dsp:txXfrm>
    </dsp:sp>
    <dsp:sp modelId="{35AC2C91-50F4-4A05-B856-557FA60F3F09}">
      <dsp:nvSpPr>
        <dsp:cNvPr id="0" name=""/>
        <dsp:cNvSpPr/>
      </dsp:nvSpPr>
      <dsp:spPr>
        <a:xfrm>
          <a:off x="6875073" y="0"/>
          <a:ext cx="3182540" cy="3786080"/>
        </a:xfrm>
        <a:prstGeom prst="rect">
          <a:avLst/>
        </a:prstGeom>
        <a:gradFill rotWithShape="0">
          <a:gsLst>
            <a:gs pos="0">
              <a:schemeClr val="accent2">
                <a:hueOff val="5542319"/>
                <a:satOff val="-953"/>
                <a:lumOff val="-9804"/>
                <a:alphaOff val="0"/>
                <a:tint val="94000"/>
                <a:satMod val="103000"/>
                <a:lumMod val="102000"/>
              </a:schemeClr>
            </a:gs>
            <a:gs pos="50000">
              <a:schemeClr val="accent2">
                <a:hueOff val="5542319"/>
                <a:satOff val="-953"/>
                <a:lumOff val="-9804"/>
                <a:alphaOff val="0"/>
                <a:shade val="100000"/>
                <a:satMod val="110000"/>
                <a:lumMod val="100000"/>
              </a:schemeClr>
            </a:gs>
            <a:gs pos="100000">
              <a:schemeClr val="accent2">
                <a:hueOff val="5542319"/>
                <a:satOff val="-953"/>
                <a:lumOff val="-9804"/>
                <a:alphaOff val="0"/>
                <a:shade val="78000"/>
                <a:satMod val="120000"/>
                <a:lumMod val="99000"/>
              </a:schemeClr>
            </a:gs>
          </a:gsLst>
          <a:lin ang="5400000" scaled="0"/>
        </a:gradFill>
        <a:ln w="9525" cap="flat" cmpd="sng" algn="ctr">
          <a:solidFill>
            <a:schemeClr val="accent2">
              <a:hueOff val="5542319"/>
              <a:satOff val="-953"/>
              <a:lumOff val="-9804"/>
              <a:alphaOff val="0"/>
            </a:schemeClr>
          </a:solidFill>
          <a:prstDash val="solid"/>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14364" tIns="0" rIns="314364" bIns="330200" numCol="1" spcCol="1270" anchor="t" anchorCtr="0">
          <a:noAutofit/>
        </a:bodyPr>
        <a:lstStyle/>
        <a:p>
          <a:pPr marL="0" lvl="0" indent="0" algn="l" defTabSz="1155700">
            <a:lnSpc>
              <a:spcPct val="90000"/>
            </a:lnSpc>
            <a:spcBef>
              <a:spcPct val="0"/>
            </a:spcBef>
            <a:spcAft>
              <a:spcPct val="35000"/>
            </a:spcAft>
            <a:buNone/>
          </a:pPr>
          <a:r>
            <a:rPr lang="en-US" sz="2600" kern="1200" dirty="0">
              <a:latin typeface="Times New Roman" pitchFamily="18" charset="0"/>
              <a:cs typeface="Times New Roman" pitchFamily="18" charset="0"/>
            </a:rPr>
            <a:t>QHPLDS </a:t>
          </a:r>
          <a:r>
            <a:rPr lang="en-US" sz="2600" kern="1200" dirty="0" err="1">
              <a:latin typeface="Times New Roman" pitchFamily="18" charset="0"/>
              <a:cs typeface="Times New Roman" pitchFamily="18" charset="0"/>
            </a:rPr>
            <a:t>rất</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đa</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dạng</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về</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chủ</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thể</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khách</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thể</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biện</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pháp</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và</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ph</a:t>
          </a:r>
          <a:r>
            <a:rPr lang="vi-VN" sz="2600" kern="1200" dirty="0">
              <a:latin typeface="Times New Roman" pitchFamily="18" charset="0"/>
              <a:cs typeface="Times New Roman" pitchFamily="18" charset="0"/>
            </a:rPr>
            <a:t>ư</a:t>
          </a:r>
          <a:r>
            <a:rPr lang="en-US" sz="2600" kern="1200" dirty="0" err="1">
              <a:latin typeface="Times New Roman" pitchFamily="18" charset="0"/>
              <a:cs typeface="Times New Roman" pitchFamily="18" charset="0"/>
            </a:rPr>
            <a:t>ơng</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pháp</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bảo</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vệ</a:t>
          </a:r>
          <a:endParaRPr lang="en-US" sz="2600" kern="1200" dirty="0">
            <a:latin typeface="Times New Roman" pitchFamily="18" charset="0"/>
            <a:cs typeface="Times New Roman" pitchFamily="18" charset="0"/>
          </a:endParaRPr>
        </a:p>
      </dsp:txBody>
      <dsp:txXfrm>
        <a:off x="6875073" y="1514432"/>
        <a:ext cx="3182540" cy="2271648"/>
      </dsp:txXfrm>
    </dsp:sp>
    <dsp:sp modelId="{A87A2480-24DD-4839-968D-3AD66718527D}">
      <dsp:nvSpPr>
        <dsp:cNvPr id="0" name=""/>
        <dsp:cNvSpPr/>
      </dsp:nvSpPr>
      <dsp:spPr>
        <a:xfrm>
          <a:off x="6875073" y="0"/>
          <a:ext cx="3182540" cy="1514432"/>
        </a:xfrm>
        <a:prstGeom prst="rect">
          <a:avLst/>
        </a:prstGeom>
        <a:noFill/>
        <a:ln w="9525" cap="flat" cmpd="sng" algn="ctr">
          <a:noFill/>
          <a:prstDash val="solid"/>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314364" tIns="165100" rIns="31436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6875073" y="0"/>
        <a:ext cx="3182540" cy="151443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CD76E-64E1-434C-907E-832772AA8ACB}">
      <dsp:nvSpPr>
        <dsp:cNvPr id="0" name=""/>
        <dsp:cNvSpPr/>
      </dsp:nvSpPr>
      <dsp:spPr>
        <a:xfrm>
          <a:off x="0" y="650016"/>
          <a:ext cx="6797675" cy="1083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ECCBF7-F78F-46AC-B159-F6862861859C}">
      <dsp:nvSpPr>
        <dsp:cNvPr id="0" name=""/>
        <dsp:cNvSpPr/>
      </dsp:nvSpPr>
      <dsp:spPr>
        <a:xfrm>
          <a:off x="339883" y="15336"/>
          <a:ext cx="4758372" cy="12693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911350">
            <a:lnSpc>
              <a:spcPct val="90000"/>
            </a:lnSpc>
            <a:spcBef>
              <a:spcPct val="0"/>
            </a:spcBef>
            <a:spcAft>
              <a:spcPct val="35000"/>
            </a:spcAft>
            <a:buNone/>
          </a:pPr>
          <a:r>
            <a:rPr lang="en-US" sz="4300" kern="1200" dirty="0" err="1">
              <a:latin typeface="Times New Roman" pitchFamily="18" charset="0"/>
              <a:cs typeface="Times New Roman" pitchFamily="18" charset="0"/>
            </a:rPr>
            <a:t>Chủ</a:t>
          </a:r>
          <a:r>
            <a:rPr lang="en-US" sz="4300" kern="1200" dirty="0">
              <a:latin typeface="Times New Roman" pitchFamily="18" charset="0"/>
              <a:cs typeface="Times New Roman" pitchFamily="18" charset="0"/>
            </a:rPr>
            <a:t> </a:t>
          </a:r>
          <a:r>
            <a:rPr lang="en-US" sz="4300" kern="1200" dirty="0" err="1">
              <a:latin typeface="Times New Roman" pitchFamily="18" charset="0"/>
              <a:cs typeface="Times New Roman" pitchFamily="18" charset="0"/>
            </a:rPr>
            <a:t>thể</a:t>
          </a:r>
          <a:r>
            <a:rPr lang="en-US" sz="4300" kern="1200" dirty="0">
              <a:latin typeface="Times New Roman" pitchFamily="18" charset="0"/>
              <a:cs typeface="Times New Roman" pitchFamily="18" charset="0"/>
            </a:rPr>
            <a:t> QHPLDS</a:t>
          </a:r>
        </a:p>
      </dsp:txBody>
      <dsp:txXfrm>
        <a:off x="401848" y="77301"/>
        <a:ext cx="4634442" cy="1145430"/>
      </dsp:txXfrm>
    </dsp:sp>
    <dsp:sp modelId="{5F3D438B-8B0C-4981-A765-6B3267835EE1}">
      <dsp:nvSpPr>
        <dsp:cNvPr id="0" name=""/>
        <dsp:cNvSpPr/>
      </dsp:nvSpPr>
      <dsp:spPr>
        <a:xfrm>
          <a:off x="0" y="2600496"/>
          <a:ext cx="6797675" cy="1083600"/>
        </a:xfrm>
        <a:prstGeom prst="rect">
          <a:avLst/>
        </a:prstGeom>
        <a:solidFill>
          <a:schemeClr val="lt1">
            <a:alpha val="90000"/>
            <a:hueOff val="0"/>
            <a:satOff val="0"/>
            <a:lumOff val="0"/>
            <a:alphaOff val="0"/>
          </a:schemeClr>
        </a:solidFill>
        <a:ln w="12700" cap="flat" cmpd="sng" algn="ctr">
          <a:solidFill>
            <a:schemeClr val="accent2">
              <a:hueOff val="2771159"/>
              <a:satOff val="-477"/>
              <a:lumOff val="-4902"/>
              <a:alphaOff val="0"/>
            </a:schemeClr>
          </a:solidFill>
          <a:prstDash val="solid"/>
        </a:ln>
        <a:effectLst/>
      </dsp:spPr>
      <dsp:style>
        <a:lnRef idx="2">
          <a:scrgbClr r="0" g="0" b="0"/>
        </a:lnRef>
        <a:fillRef idx="1">
          <a:scrgbClr r="0" g="0" b="0"/>
        </a:fillRef>
        <a:effectRef idx="0">
          <a:scrgbClr r="0" g="0" b="0"/>
        </a:effectRef>
        <a:fontRef idx="minor"/>
      </dsp:style>
    </dsp:sp>
    <dsp:sp modelId="{314061DF-71DC-496B-BFDC-113A0951DB84}">
      <dsp:nvSpPr>
        <dsp:cNvPr id="0" name=""/>
        <dsp:cNvSpPr/>
      </dsp:nvSpPr>
      <dsp:spPr>
        <a:xfrm>
          <a:off x="339883" y="1965816"/>
          <a:ext cx="4758372" cy="1269360"/>
        </a:xfrm>
        <a:prstGeom prst="roundRect">
          <a:avLst/>
        </a:prstGeom>
        <a:solidFill>
          <a:schemeClr val="accent2">
            <a:hueOff val="2771159"/>
            <a:satOff val="-477"/>
            <a:lumOff val="-4902"/>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778000">
            <a:lnSpc>
              <a:spcPct val="90000"/>
            </a:lnSpc>
            <a:spcBef>
              <a:spcPct val="0"/>
            </a:spcBef>
            <a:spcAft>
              <a:spcPct val="35000"/>
            </a:spcAft>
            <a:buNone/>
          </a:pPr>
          <a:r>
            <a:rPr lang="en-US" sz="4000" kern="1200" dirty="0" err="1">
              <a:latin typeface="Times New Roman" pitchFamily="18" charset="0"/>
              <a:cs typeface="Times New Roman" pitchFamily="18" charset="0"/>
            </a:rPr>
            <a:t>Khách</a:t>
          </a:r>
          <a:r>
            <a:rPr lang="en-US" sz="4000" kern="1200" dirty="0">
              <a:latin typeface="Times New Roman" pitchFamily="18" charset="0"/>
              <a:cs typeface="Times New Roman" pitchFamily="18" charset="0"/>
            </a:rPr>
            <a:t> </a:t>
          </a:r>
          <a:r>
            <a:rPr lang="en-US" sz="4000" kern="1200" dirty="0" err="1">
              <a:latin typeface="Times New Roman" pitchFamily="18" charset="0"/>
              <a:cs typeface="Times New Roman" pitchFamily="18" charset="0"/>
            </a:rPr>
            <a:t>thể</a:t>
          </a:r>
          <a:r>
            <a:rPr lang="en-US" sz="4000" kern="1200" dirty="0">
              <a:latin typeface="Times New Roman" pitchFamily="18" charset="0"/>
              <a:cs typeface="Times New Roman" pitchFamily="18" charset="0"/>
            </a:rPr>
            <a:t> QHPLDS</a:t>
          </a:r>
        </a:p>
      </dsp:txBody>
      <dsp:txXfrm>
        <a:off x="401848" y="2027781"/>
        <a:ext cx="4634442" cy="1145430"/>
      </dsp:txXfrm>
    </dsp:sp>
    <dsp:sp modelId="{D32CFF2B-19EA-4473-BFC0-E96C81265DDF}">
      <dsp:nvSpPr>
        <dsp:cNvPr id="0" name=""/>
        <dsp:cNvSpPr/>
      </dsp:nvSpPr>
      <dsp:spPr>
        <a:xfrm>
          <a:off x="0" y="4550976"/>
          <a:ext cx="6797675" cy="1083600"/>
        </a:xfrm>
        <a:prstGeom prst="rect">
          <a:avLst/>
        </a:prstGeom>
        <a:solidFill>
          <a:schemeClr val="lt1">
            <a:alpha val="90000"/>
            <a:hueOff val="0"/>
            <a:satOff val="0"/>
            <a:lumOff val="0"/>
            <a:alphaOff val="0"/>
          </a:schemeClr>
        </a:solidFill>
        <a:ln w="12700" cap="flat" cmpd="sng" algn="ctr">
          <a:solidFill>
            <a:schemeClr val="accent2">
              <a:hueOff val="5542319"/>
              <a:satOff val="-953"/>
              <a:lumOff val="-9804"/>
              <a:alphaOff val="0"/>
            </a:schemeClr>
          </a:solidFill>
          <a:prstDash val="solid"/>
        </a:ln>
        <a:effectLst/>
      </dsp:spPr>
      <dsp:style>
        <a:lnRef idx="2">
          <a:scrgbClr r="0" g="0" b="0"/>
        </a:lnRef>
        <a:fillRef idx="1">
          <a:scrgbClr r="0" g="0" b="0"/>
        </a:fillRef>
        <a:effectRef idx="0">
          <a:scrgbClr r="0" g="0" b="0"/>
        </a:effectRef>
        <a:fontRef idx="minor"/>
      </dsp:style>
    </dsp:sp>
    <dsp:sp modelId="{C421AF1D-4AA5-4605-9BC0-9D6541CCE176}">
      <dsp:nvSpPr>
        <dsp:cNvPr id="0" name=""/>
        <dsp:cNvSpPr/>
      </dsp:nvSpPr>
      <dsp:spPr>
        <a:xfrm>
          <a:off x="339883" y="3916296"/>
          <a:ext cx="4758372" cy="1269360"/>
        </a:xfrm>
        <a:prstGeom prst="roundRect">
          <a:avLst/>
        </a:prstGeom>
        <a:solidFill>
          <a:schemeClr val="accent2">
            <a:hueOff val="5542319"/>
            <a:satOff val="-953"/>
            <a:lumOff val="-9804"/>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1778000">
            <a:lnSpc>
              <a:spcPct val="90000"/>
            </a:lnSpc>
            <a:spcBef>
              <a:spcPct val="0"/>
            </a:spcBef>
            <a:spcAft>
              <a:spcPct val="35000"/>
            </a:spcAft>
            <a:buNone/>
          </a:pPr>
          <a:r>
            <a:rPr lang="en-US" sz="4000" kern="1200" dirty="0" err="1">
              <a:latin typeface="Times New Roman" pitchFamily="18" charset="0"/>
              <a:cs typeface="Times New Roman" pitchFamily="18" charset="0"/>
            </a:rPr>
            <a:t>Nội</a:t>
          </a:r>
          <a:r>
            <a:rPr lang="en-US" sz="4000" kern="1200" dirty="0">
              <a:latin typeface="Times New Roman" pitchFamily="18" charset="0"/>
              <a:cs typeface="Times New Roman" pitchFamily="18" charset="0"/>
            </a:rPr>
            <a:t> dung QHPLDS</a:t>
          </a:r>
        </a:p>
      </dsp:txBody>
      <dsp:txXfrm>
        <a:off x="401848" y="3978261"/>
        <a:ext cx="4634442" cy="11454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BE98B2-6B72-4759-BA73-8E4FF34B2C03}">
      <dsp:nvSpPr>
        <dsp:cNvPr id="0" name=""/>
        <dsp:cNvSpPr/>
      </dsp:nvSpPr>
      <dsp:spPr>
        <a:xfrm>
          <a:off x="881" y="0"/>
          <a:ext cx="3570167" cy="3619242"/>
        </a:xfrm>
        <a:prstGeom prst="rect">
          <a:avLst/>
        </a:prstGeom>
        <a:gradFill rotWithShape="0">
          <a:gsLst>
            <a:gs pos="0">
              <a:schemeClr val="accent5">
                <a:hueOff val="0"/>
                <a:satOff val="0"/>
                <a:lumOff val="0"/>
                <a:alphaOff val="0"/>
                <a:tint val="60000"/>
                <a:satMod val="100000"/>
                <a:lumMod val="110000"/>
              </a:schemeClr>
            </a:gs>
            <a:gs pos="100000">
              <a:schemeClr val="accent5">
                <a:hueOff val="0"/>
                <a:satOff val="0"/>
                <a:lumOff val="0"/>
                <a:alphaOff val="0"/>
                <a:tint val="70000"/>
                <a:satMod val="100000"/>
                <a:lumMod val="100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52653" tIns="0" rIns="352653" bIns="330200" numCol="1" spcCol="1270" anchor="t" anchorCtr="0">
          <a:noAutofit/>
        </a:bodyPr>
        <a:lstStyle/>
        <a:p>
          <a:pPr marL="0" lvl="0" indent="0" algn="l" defTabSz="1333500">
            <a:lnSpc>
              <a:spcPct val="90000"/>
            </a:lnSpc>
            <a:spcBef>
              <a:spcPct val="0"/>
            </a:spcBef>
            <a:spcAft>
              <a:spcPct val="35000"/>
            </a:spcAft>
            <a:buNone/>
          </a:pPr>
          <a:r>
            <a:rPr lang="en-US" sz="3000" kern="1200" dirty="0" err="1">
              <a:latin typeface="Times New Roman" pitchFamily="18" charset="0"/>
              <a:cs typeface="Times New Roman" pitchFamily="18" charset="0"/>
            </a:rPr>
            <a:t>Cá</a:t>
          </a:r>
          <a:r>
            <a:rPr lang="en-US" sz="3000" kern="1200" dirty="0">
              <a:latin typeface="Times New Roman" pitchFamily="18" charset="0"/>
              <a:cs typeface="Times New Roman" pitchFamily="18" charset="0"/>
            </a:rPr>
            <a:t> </a:t>
          </a:r>
          <a:r>
            <a:rPr lang="en-US" sz="3000" kern="1200" dirty="0" err="1">
              <a:latin typeface="Times New Roman" pitchFamily="18" charset="0"/>
              <a:cs typeface="Times New Roman" pitchFamily="18" charset="0"/>
            </a:rPr>
            <a:t>nhân</a:t>
          </a:r>
          <a:endParaRPr lang="en-US" sz="3000" kern="1200" dirty="0">
            <a:latin typeface="Times New Roman" pitchFamily="18" charset="0"/>
            <a:cs typeface="Times New Roman" pitchFamily="18" charset="0"/>
          </a:endParaRPr>
        </a:p>
      </dsp:txBody>
      <dsp:txXfrm>
        <a:off x="881" y="1447696"/>
        <a:ext cx="3570167" cy="2171545"/>
      </dsp:txXfrm>
    </dsp:sp>
    <dsp:sp modelId="{DB20404D-EB0A-4438-BB78-E8F2E874A381}">
      <dsp:nvSpPr>
        <dsp:cNvPr id="0" name=""/>
        <dsp:cNvSpPr/>
      </dsp:nvSpPr>
      <dsp:spPr>
        <a:xfrm>
          <a:off x="881" y="0"/>
          <a:ext cx="3570167" cy="1447696"/>
        </a:xfrm>
        <a:prstGeom prst="rect">
          <a:avLst/>
        </a:prstGeom>
        <a:noFill/>
        <a:ln w="9525"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352653" tIns="165100" rIns="35265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81" y="0"/>
        <a:ext cx="3570167" cy="1447696"/>
      </dsp:txXfrm>
    </dsp:sp>
    <dsp:sp modelId="{881F841E-0C05-488E-8B08-501E7D01394A}">
      <dsp:nvSpPr>
        <dsp:cNvPr id="0" name=""/>
        <dsp:cNvSpPr/>
      </dsp:nvSpPr>
      <dsp:spPr>
        <a:xfrm>
          <a:off x="3892006" y="0"/>
          <a:ext cx="3499477" cy="3619242"/>
        </a:xfrm>
        <a:prstGeom prst="rect">
          <a:avLst/>
        </a:prstGeom>
        <a:gradFill rotWithShape="0">
          <a:gsLst>
            <a:gs pos="0">
              <a:schemeClr val="accent5">
                <a:hueOff val="-8031992"/>
                <a:satOff val="1435"/>
                <a:lumOff val="-3137"/>
                <a:alphaOff val="0"/>
                <a:tint val="60000"/>
                <a:satMod val="100000"/>
                <a:lumMod val="110000"/>
              </a:schemeClr>
            </a:gs>
            <a:gs pos="100000">
              <a:schemeClr val="accent5">
                <a:hueOff val="-8031992"/>
                <a:satOff val="1435"/>
                <a:lumOff val="-3137"/>
                <a:alphaOff val="0"/>
                <a:tint val="70000"/>
                <a:satMod val="100000"/>
                <a:lumMod val="100000"/>
              </a:schemeClr>
            </a:gs>
          </a:gsLst>
          <a:lin ang="5400000" scaled="0"/>
        </a:gradFill>
        <a:ln w="9525" cap="flat" cmpd="sng" algn="ctr">
          <a:solidFill>
            <a:schemeClr val="accent5">
              <a:hueOff val="-8031992"/>
              <a:satOff val="1435"/>
              <a:lumOff val="-3137"/>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52653" tIns="0" rIns="352653" bIns="330200" numCol="1" spcCol="1270" anchor="t" anchorCtr="0">
          <a:noAutofit/>
        </a:bodyPr>
        <a:lstStyle/>
        <a:p>
          <a:pPr marL="0" lvl="0" indent="0" algn="l" defTabSz="1333500">
            <a:lnSpc>
              <a:spcPct val="90000"/>
            </a:lnSpc>
            <a:spcBef>
              <a:spcPct val="0"/>
            </a:spcBef>
            <a:spcAft>
              <a:spcPct val="35000"/>
            </a:spcAft>
            <a:buNone/>
          </a:pPr>
          <a:r>
            <a:rPr lang="en-US" sz="3000" kern="1200" dirty="0" err="1">
              <a:latin typeface="Times New Roman" pitchFamily="18" charset="0"/>
              <a:cs typeface="Times New Roman" pitchFamily="18" charset="0"/>
            </a:rPr>
            <a:t>Pháp</a:t>
          </a:r>
          <a:r>
            <a:rPr lang="en-US" sz="3000" kern="1200" dirty="0">
              <a:latin typeface="Times New Roman" pitchFamily="18" charset="0"/>
              <a:cs typeface="Times New Roman" pitchFamily="18" charset="0"/>
            </a:rPr>
            <a:t> </a:t>
          </a:r>
          <a:r>
            <a:rPr lang="en-US" sz="3000" kern="1200" dirty="0" err="1">
              <a:latin typeface="Times New Roman" pitchFamily="18" charset="0"/>
              <a:cs typeface="Times New Roman" pitchFamily="18" charset="0"/>
            </a:rPr>
            <a:t>nhân</a:t>
          </a:r>
          <a:endParaRPr lang="en-US" sz="3000" kern="1200" dirty="0">
            <a:latin typeface="Times New Roman" pitchFamily="18" charset="0"/>
            <a:cs typeface="Times New Roman" pitchFamily="18" charset="0"/>
          </a:endParaRPr>
        </a:p>
      </dsp:txBody>
      <dsp:txXfrm>
        <a:off x="3892006" y="1447696"/>
        <a:ext cx="3499477" cy="2171545"/>
      </dsp:txXfrm>
    </dsp:sp>
    <dsp:sp modelId="{853D505F-923E-4DCE-806B-246938889F69}">
      <dsp:nvSpPr>
        <dsp:cNvPr id="0" name=""/>
        <dsp:cNvSpPr/>
      </dsp:nvSpPr>
      <dsp:spPr>
        <a:xfrm>
          <a:off x="3856661" y="0"/>
          <a:ext cx="3570167" cy="1447696"/>
        </a:xfrm>
        <a:prstGeom prst="rect">
          <a:avLst/>
        </a:prstGeom>
        <a:noFill/>
        <a:ln w="9525"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352653" tIns="165100" rIns="35265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856661" y="0"/>
        <a:ext cx="3570167" cy="1447696"/>
      </dsp:txXfrm>
    </dsp:sp>
    <dsp:sp modelId="{CBECE9AB-B20F-499B-AF23-B352BC597E26}">
      <dsp:nvSpPr>
        <dsp:cNvPr id="0" name=""/>
        <dsp:cNvSpPr/>
      </dsp:nvSpPr>
      <dsp:spPr>
        <a:xfrm>
          <a:off x="7712442" y="0"/>
          <a:ext cx="3570167" cy="3619242"/>
        </a:xfrm>
        <a:prstGeom prst="rect">
          <a:avLst/>
        </a:prstGeom>
        <a:gradFill rotWithShape="0">
          <a:gsLst>
            <a:gs pos="0">
              <a:schemeClr val="accent5">
                <a:hueOff val="-16063984"/>
                <a:satOff val="2870"/>
                <a:lumOff val="-6275"/>
                <a:alphaOff val="0"/>
                <a:tint val="60000"/>
                <a:satMod val="100000"/>
                <a:lumMod val="110000"/>
              </a:schemeClr>
            </a:gs>
            <a:gs pos="100000">
              <a:schemeClr val="accent5">
                <a:hueOff val="-16063984"/>
                <a:satOff val="2870"/>
                <a:lumOff val="-6275"/>
                <a:alphaOff val="0"/>
                <a:tint val="70000"/>
                <a:satMod val="100000"/>
                <a:lumMod val="100000"/>
              </a:schemeClr>
            </a:gs>
          </a:gsLst>
          <a:lin ang="5400000" scaled="0"/>
        </a:gradFill>
        <a:ln w="9525" cap="flat" cmpd="sng" algn="ctr">
          <a:solidFill>
            <a:schemeClr val="accent5">
              <a:hueOff val="-16063984"/>
              <a:satOff val="2870"/>
              <a:lumOff val="-6275"/>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52653" tIns="0" rIns="352653" bIns="330200" numCol="1" spcCol="1270" anchor="t" anchorCtr="0">
          <a:noAutofit/>
        </a:bodyPr>
        <a:lstStyle/>
        <a:p>
          <a:pPr marL="0" lvl="0" indent="0" algn="l" defTabSz="1155700">
            <a:lnSpc>
              <a:spcPct val="90000"/>
            </a:lnSpc>
            <a:spcBef>
              <a:spcPct val="0"/>
            </a:spcBef>
            <a:spcAft>
              <a:spcPct val="35000"/>
            </a:spcAft>
            <a:buNone/>
          </a:pPr>
          <a:r>
            <a:rPr lang="en-US" sz="2600" kern="1200" dirty="0" err="1">
              <a:latin typeface="Times New Roman" pitchFamily="18" charset="0"/>
              <a:cs typeface="Times New Roman" pitchFamily="18" charset="0"/>
            </a:rPr>
            <a:t>Nhà</a:t>
          </a:r>
          <a:r>
            <a:rPr lang="en-US" sz="2600" kern="1200" dirty="0">
              <a:latin typeface="Times New Roman" pitchFamily="18" charset="0"/>
              <a:cs typeface="Times New Roman" pitchFamily="18" charset="0"/>
            </a:rPr>
            <a:t> n</a:t>
          </a:r>
          <a:r>
            <a:rPr lang="vi-VN" sz="2600" kern="1200" dirty="0">
              <a:latin typeface="Times New Roman" pitchFamily="18" charset="0"/>
              <a:cs typeface="Times New Roman" pitchFamily="18" charset="0"/>
            </a:rPr>
            <a:t>ư</a:t>
          </a:r>
          <a:r>
            <a:rPr lang="en-US" sz="2600" kern="1200" dirty="0" err="1">
              <a:latin typeface="Times New Roman" pitchFamily="18" charset="0"/>
              <a:cs typeface="Times New Roman" pitchFamily="18" charset="0"/>
            </a:rPr>
            <a:t>ớc</a:t>
          </a:r>
          <a:r>
            <a:rPr lang="en-US" sz="2600" kern="1200" dirty="0">
              <a:latin typeface="Times New Roman" pitchFamily="18" charset="0"/>
              <a:cs typeface="Times New Roman" pitchFamily="18" charset="0"/>
            </a:rPr>
            <a:t> CHXHCN </a:t>
          </a:r>
          <a:r>
            <a:rPr lang="en-US" sz="2600" kern="1200" dirty="0" err="1">
              <a:latin typeface="Times New Roman" pitchFamily="18" charset="0"/>
              <a:cs typeface="Times New Roman" pitchFamily="18" charset="0"/>
            </a:rPr>
            <a:t>Việt</a:t>
          </a:r>
          <a:r>
            <a:rPr lang="en-US" sz="2600" kern="1200" dirty="0">
              <a:latin typeface="Times New Roman" pitchFamily="18" charset="0"/>
              <a:cs typeface="Times New Roman" pitchFamily="18" charset="0"/>
            </a:rPr>
            <a:t> Nam </a:t>
          </a:r>
          <a:r>
            <a:rPr lang="en-US" sz="2600" kern="1200" dirty="0" err="1">
              <a:latin typeface="Times New Roman" pitchFamily="18" charset="0"/>
              <a:cs typeface="Times New Roman" pitchFamily="18" charset="0"/>
            </a:rPr>
            <a:t>với</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tư</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cách</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là</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chủ</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thể</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đặc</a:t>
          </a:r>
          <a:r>
            <a:rPr lang="en-US" sz="2600" kern="1200" dirty="0">
              <a:latin typeface="Times New Roman" pitchFamily="18" charset="0"/>
              <a:cs typeface="Times New Roman" pitchFamily="18" charset="0"/>
            </a:rPr>
            <a:t> </a:t>
          </a:r>
          <a:r>
            <a:rPr lang="en-US" sz="2600" kern="1200" dirty="0" err="1">
              <a:latin typeface="Times New Roman" pitchFamily="18" charset="0"/>
              <a:cs typeface="Times New Roman" pitchFamily="18" charset="0"/>
            </a:rPr>
            <a:t>biệt</a:t>
          </a:r>
          <a:endParaRPr lang="en-US" sz="2600" kern="1200" dirty="0">
            <a:latin typeface="Times New Roman" pitchFamily="18" charset="0"/>
            <a:cs typeface="Times New Roman" pitchFamily="18" charset="0"/>
          </a:endParaRPr>
        </a:p>
      </dsp:txBody>
      <dsp:txXfrm>
        <a:off x="7712442" y="1447696"/>
        <a:ext cx="3570167" cy="2171545"/>
      </dsp:txXfrm>
    </dsp:sp>
    <dsp:sp modelId="{AFE8045E-8A14-42C5-9B42-CB832D89BC61}">
      <dsp:nvSpPr>
        <dsp:cNvPr id="0" name=""/>
        <dsp:cNvSpPr/>
      </dsp:nvSpPr>
      <dsp:spPr>
        <a:xfrm>
          <a:off x="7712442" y="0"/>
          <a:ext cx="3570167" cy="1447696"/>
        </a:xfrm>
        <a:prstGeom prst="rect">
          <a:avLst/>
        </a:prstGeom>
        <a:noFill/>
        <a:ln w="9525" cap="flat" cmpd="sng" algn="ctr">
          <a:noFill/>
          <a:prstDash val="solid"/>
        </a:ln>
        <a:effectLst/>
        <a:sp3d/>
      </dsp:spPr>
      <dsp:style>
        <a:lnRef idx="1">
          <a:scrgbClr r="0" g="0" b="0"/>
        </a:lnRef>
        <a:fillRef idx="2">
          <a:scrgbClr r="0" g="0" b="0"/>
        </a:fillRef>
        <a:effectRef idx="1">
          <a:scrgbClr r="0" g="0" b="0"/>
        </a:effectRef>
        <a:fontRef idx="minor">
          <a:schemeClr val="dk1"/>
        </a:fontRef>
      </dsp:style>
      <dsp:txBody>
        <a:bodyPr spcFirstLastPara="0" vert="horz" wrap="square" lIns="352653" tIns="165100" rIns="352653" bIns="165100" numCol="1" spcCol="1270" anchor="ctr" anchorCtr="0">
          <a:noAutofit/>
        </a:bodyPr>
        <a:lstStyle/>
        <a:p>
          <a:pPr marL="0" lvl="0" indent="0" algn="l" defTabSz="2933700">
            <a:lnSpc>
              <a:spcPct val="90000"/>
            </a:lnSpc>
            <a:spcBef>
              <a:spcPct val="0"/>
            </a:spcBef>
            <a:spcAft>
              <a:spcPct val="35000"/>
            </a:spcAft>
            <a:buNone/>
          </a:pPr>
          <a:r>
            <a:rPr lang="en-US" sz="6600" kern="1200"/>
            <a:t>05</a:t>
          </a:r>
        </a:p>
      </dsp:txBody>
      <dsp:txXfrm>
        <a:off x="7712442" y="0"/>
        <a:ext cx="3570167" cy="14476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C38A0F-93A7-43DA-B908-E34ADF429A98}">
      <dsp:nvSpPr>
        <dsp:cNvPr id="0" name=""/>
        <dsp:cNvSpPr/>
      </dsp:nvSpPr>
      <dsp:spPr>
        <a:xfrm>
          <a:off x="3186218" y="2368926"/>
          <a:ext cx="212618" cy="877858"/>
        </a:xfrm>
        <a:custGeom>
          <a:avLst/>
          <a:gdLst/>
          <a:ahLst/>
          <a:cxnLst/>
          <a:rect l="0" t="0" r="0" b="0"/>
          <a:pathLst>
            <a:path>
              <a:moveTo>
                <a:pt x="0" y="0"/>
              </a:moveTo>
              <a:lnTo>
                <a:pt x="0" y="456029"/>
              </a:lnTo>
              <a:lnTo>
                <a:pt x="212618" y="456029"/>
              </a:lnTo>
              <a:lnTo>
                <a:pt x="212618" y="877858"/>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9202" y="2803313"/>
        <a:ext cx="46650" cy="9084"/>
      </dsp:txXfrm>
    </dsp:sp>
    <dsp:sp modelId="{7A477258-C34F-4529-86BC-08EE90EC2C91}">
      <dsp:nvSpPr>
        <dsp:cNvPr id="0" name=""/>
        <dsp:cNvSpPr/>
      </dsp:nvSpPr>
      <dsp:spPr>
        <a:xfrm>
          <a:off x="1211308" y="834"/>
          <a:ext cx="3949820" cy="236989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93545" tIns="203159" rIns="193545" bIns="203159" numCol="1" spcCol="1270" anchor="ctr" anchorCtr="0">
          <a:noAutofit/>
        </a:bodyPr>
        <a:lstStyle/>
        <a:p>
          <a:pPr marL="0" lvl="0" indent="0" algn="ctr" defTabSz="1955800">
            <a:lnSpc>
              <a:spcPct val="90000"/>
            </a:lnSpc>
            <a:spcBef>
              <a:spcPct val="0"/>
            </a:spcBef>
            <a:spcAft>
              <a:spcPct val="35000"/>
            </a:spcAft>
            <a:buNone/>
          </a:pPr>
          <a:r>
            <a:rPr lang="en-US" sz="4400" kern="1200" dirty="0" err="1">
              <a:latin typeface="Times New Roman" pitchFamily="18" charset="0"/>
              <a:cs typeface="Times New Roman" pitchFamily="18" charset="0"/>
            </a:rPr>
            <a:t>Quyền</a:t>
          </a:r>
          <a:r>
            <a:rPr lang="en-US" sz="4400" kern="1200" dirty="0">
              <a:latin typeface="Times New Roman" pitchFamily="18" charset="0"/>
              <a:cs typeface="Times New Roman" pitchFamily="18" charset="0"/>
            </a:rPr>
            <a:t> </a:t>
          </a:r>
          <a:r>
            <a:rPr lang="en-US" sz="4400" kern="1200" dirty="0" err="1">
              <a:latin typeface="Times New Roman" pitchFamily="18" charset="0"/>
              <a:cs typeface="Times New Roman" pitchFamily="18" charset="0"/>
            </a:rPr>
            <a:t>dân</a:t>
          </a:r>
          <a:r>
            <a:rPr lang="en-US" sz="4400" kern="1200" dirty="0">
              <a:latin typeface="Times New Roman" pitchFamily="18" charset="0"/>
              <a:cs typeface="Times New Roman" pitchFamily="18" charset="0"/>
            </a:rPr>
            <a:t> </a:t>
          </a:r>
          <a:r>
            <a:rPr lang="en-US" sz="4400" kern="1200" dirty="0" err="1">
              <a:latin typeface="Times New Roman" pitchFamily="18" charset="0"/>
              <a:cs typeface="Times New Roman" pitchFamily="18" charset="0"/>
            </a:rPr>
            <a:t>sự</a:t>
          </a:r>
          <a:endParaRPr lang="en-US" sz="4400" kern="1200" dirty="0">
            <a:latin typeface="Times New Roman" pitchFamily="18" charset="0"/>
            <a:cs typeface="Times New Roman" pitchFamily="18" charset="0"/>
          </a:endParaRPr>
        </a:p>
      </dsp:txBody>
      <dsp:txXfrm>
        <a:off x="1211308" y="834"/>
        <a:ext cx="3949820" cy="2369892"/>
      </dsp:txXfrm>
    </dsp:sp>
    <dsp:sp modelId="{A47A4C41-F3F0-4796-8485-7B12C0FC67B1}">
      <dsp:nvSpPr>
        <dsp:cNvPr id="0" name=""/>
        <dsp:cNvSpPr/>
      </dsp:nvSpPr>
      <dsp:spPr>
        <a:xfrm>
          <a:off x="1211308" y="3279185"/>
          <a:ext cx="4375058" cy="2369892"/>
        </a:xfrm>
        <a:prstGeom prst="rect">
          <a:avLst/>
        </a:prstGeom>
        <a:solidFill>
          <a:schemeClr val="accent2">
            <a:hueOff val="5542319"/>
            <a:satOff val="-953"/>
            <a:lumOff val="-9804"/>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93545" tIns="203159" rIns="193545" bIns="203159" numCol="1" spcCol="1270" anchor="ctr" anchorCtr="0">
          <a:noAutofit/>
        </a:bodyPr>
        <a:lstStyle/>
        <a:p>
          <a:pPr marL="0" lvl="0" indent="0" algn="ctr" defTabSz="1955800">
            <a:lnSpc>
              <a:spcPct val="90000"/>
            </a:lnSpc>
            <a:spcBef>
              <a:spcPct val="0"/>
            </a:spcBef>
            <a:spcAft>
              <a:spcPct val="35000"/>
            </a:spcAft>
            <a:buNone/>
          </a:pPr>
          <a:r>
            <a:rPr lang="en-US" sz="4400" kern="1200" dirty="0">
              <a:latin typeface="Times New Roman" pitchFamily="18" charset="0"/>
              <a:cs typeface="Times New Roman" pitchFamily="18" charset="0"/>
            </a:rPr>
            <a:t>Nghĩa </a:t>
          </a:r>
          <a:r>
            <a:rPr lang="en-US" sz="4400" kern="1200" dirty="0" err="1">
              <a:latin typeface="Times New Roman" pitchFamily="18" charset="0"/>
              <a:cs typeface="Times New Roman" pitchFamily="18" charset="0"/>
            </a:rPr>
            <a:t>vụ</a:t>
          </a:r>
          <a:r>
            <a:rPr lang="en-US" sz="4400" kern="1200" dirty="0">
              <a:latin typeface="Times New Roman" pitchFamily="18" charset="0"/>
              <a:cs typeface="Times New Roman" pitchFamily="18" charset="0"/>
            </a:rPr>
            <a:t> </a:t>
          </a:r>
          <a:r>
            <a:rPr lang="en-US" sz="4400" kern="1200" dirty="0" err="1">
              <a:latin typeface="Times New Roman" pitchFamily="18" charset="0"/>
              <a:cs typeface="Times New Roman" pitchFamily="18" charset="0"/>
            </a:rPr>
            <a:t>dân</a:t>
          </a:r>
          <a:r>
            <a:rPr lang="en-US" sz="4400" kern="1200" dirty="0">
              <a:latin typeface="Times New Roman" pitchFamily="18" charset="0"/>
              <a:cs typeface="Times New Roman" pitchFamily="18" charset="0"/>
            </a:rPr>
            <a:t> </a:t>
          </a:r>
          <a:r>
            <a:rPr lang="en-US" sz="4400" kern="1200" dirty="0" err="1">
              <a:latin typeface="Times New Roman" pitchFamily="18" charset="0"/>
              <a:cs typeface="Times New Roman" pitchFamily="18" charset="0"/>
            </a:rPr>
            <a:t>sự</a:t>
          </a:r>
          <a:endParaRPr lang="en-US" sz="4400" kern="1200" dirty="0">
            <a:latin typeface="Times New Roman" pitchFamily="18" charset="0"/>
            <a:cs typeface="Times New Roman" pitchFamily="18" charset="0"/>
          </a:endParaRPr>
        </a:p>
      </dsp:txBody>
      <dsp:txXfrm>
        <a:off x="1211308" y="3279185"/>
        <a:ext cx="4375058" cy="23698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A510C-A1D3-48D8-ABD3-0B073EB2B974}">
      <dsp:nvSpPr>
        <dsp:cNvPr id="0" name=""/>
        <dsp:cNvSpPr/>
      </dsp:nvSpPr>
      <dsp:spPr>
        <a:xfrm>
          <a:off x="0" y="820856"/>
          <a:ext cx="6910387" cy="15154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DECA96C-517F-4217-8A0A-9A1737071C78}">
      <dsp:nvSpPr>
        <dsp:cNvPr id="0" name=""/>
        <dsp:cNvSpPr/>
      </dsp:nvSpPr>
      <dsp:spPr>
        <a:xfrm>
          <a:off x="458416" y="1161827"/>
          <a:ext cx="833485" cy="8334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CDD4C0A0-5441-4ED4-A010-4C99E0B6CCF9}">
      <dsp:nvSpPr>
        <dsp:cNvPr id="0" name=""/>
        <dsp:cNvSpPr/>
      </dsp:nvSpPr>
      <dsp:spPr>
        <a:xfrm>
          <a:off x="1750318" y="820856"/>
          <a:ext cx="5160068"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Phải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thực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hiện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một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hoặc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một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số</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hành</a:t>
          </a:r>
          <a:r>
            <a:rPr lang="en-US" sz="2400" kern="1200" dirty="0">
              <a:latin typeface="Times New Roman" pitchFamily="18" charset="0"/>
              <a:cs typeface="Times New Roman" pitchFamily="18" charset="0"/>
            </a:rPr>
            <a:t> vi </a:t>
          </a:r>
          <a:r>
            <a:rPr lang="en-US" sz="2400" kern="1200" dirty="0" err="1">
              <a:latin typeface="Times New Roman" pitchFamily="18" charset="0"/>
              <a:cs typeface="Times New Roman" pitchFamily="18" charset="0"/>
            </a:rPr>
            <a:t>nhất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định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để</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mang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lại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lợi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ích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vật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chất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hoặc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tinh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thần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của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ng</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ời</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có</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quyền</a:t>
          </a:r>
          <a:endParaRPr lang="en-US" sz="2400" kern="1200" dirty="0">
            <a:latin typeface="Times New Roman" pitchFamily="18" charset="0"/>
            <a:cs typeface="Times New Roman" pitchFamily="18" charset="0"/>
          </a:endParaRPr>
        </a:p>
      </dsp:txBody>
      <dsp:txXfrm>
        <a:off x="1750318" y="820856"/>
        <a:ext cx="5160068" cy="1515427"/>
      </dsp:txXfrm>
    </dsp:sp>
    <dsp:sp modelId="{8BCAA7AD-10C2-435E-98ED-233C732144D7}">
      <dsp:nvSpPr>
        <dsp:cNvPr id="0" name=""/>
        <dsp:cNvSpPr/>
      </dsp:nvSpPr>
      <dsp:spPr>
        <a:xfrm>
          <a:off x="0" y="2715140"/>
          <a:ext cx="6910387" cy="15154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711991D-1AF7-40E2-87AD-F76D06FC98B5}">
      <dsp:nvSpPr>
        <dsp:cNvPr id="0" name=""/>
        <dsp:cNvSpPr/>
      </dsp:nvSpPr>
      <dsp:spPr>
        <a:xfrm>
          <a:off x="458416" y="3056112"/>
          <a:ext cx="833485" cy="8334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D71417E-31EA-47AF-B1CF-BC34411C9F5B}">
      <dsp:nvSpPr>
        <dsp:cNvPr id="0" name=""/>
        <dsp:cNvSpPr/>
      </dsp:nvSpPr>
      <dsp:spPr>
        <a:xfrm>
          <a:off x="1750318" y="2715140"/>
          <a:ext cx="5160068"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1066800">
            <a:lnSpc>
              <a:spcPct val="90000"/>
            </a:lnSpc>
            <a:spcBef>
              <a:spcPct val="0"/>
            </a:spcBef>
            <a:spcAft>
              <a:spcPct val="35000"/>
            </a:spcAft>
            <a:buNone/>
          </a:pPr>
          <a:r>
            <a:rPr lang="en-US" sz="2400" kern="1200" dirty="0" err="1">
              <a:latin typeface="Times New Roman" pitchFamily="18" charset="0"/>
              <a:cs typeface="Times New Roman" pitchFamily="18" charset="0"/>
            </a:rPr>
            <a:t>Không</a:t>
          </a:r>
          <a:r>
            <a:rPr lang="en-US" sz="2400" kern="1200" dirty="0">
              <a:latin typeface="Times New Roman" pitchFamily="18" charset="0"/>
              <a:cs typeface="Times New Roman" pitchFamily="18" charset="0"/>
            </a:rPr>
            <a:t> đ</a:t>
          </a:r>
          <a:r>
            <a:rPr lang="vi-VN" sz="2400" kern="1200" dirty="0">
              <a:latin typeface="Times New Roman" pitchFamily="18" charset="0"/>
              <a:cs typeface="Times New Roman" pitchFamily="18" charset="0"/>
            </a:rPr>
            <a:t>ư</a:t>
          </a:r>
          <a:r>
            <a:rPr lang="en-US" sz="2400" kern="1200" dirty="0" err="1">
              <a:latin typeface="Times New Roman" pitchFamily="18" charset="0"/>
              <a:cs typeface="Times New Roman" pitchFamily="18" charset="0"/>
            </a:rPr>
            <a:t>ợc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thực</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hiện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những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hành</a:t>
          </a:r>
          <a:r>
            <a:rPr lang="en-US" sz="2400" kern="1200" dirty="0">
              <a:latin typeface="Times New Roman" pitchFamily="18" charset="0"/>
              <a:cs typeface="Times New Roman" pitchFamily="18" charset="0"/>
            </a:rPr>
            <a:t> vi </a:t>
          </a:r>
          <a:r>
            <a:rPr lang="en-US" sz="2400" kern="1200" dirty="0" err="1">
              <a:latin typeface="Times New Roman" pitchFamily="18" charset="0"/>
              <a:cs typeface="Times New Roman" pitchFamily="18" charset="0"/>
            </a:rPr>
            <a:t>nhất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định</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theo</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thỏa</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thuận</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trong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hợp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đồng</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hoặc</a:t>
          </a:r>
          <a:r>
            <a:rPr lang="en-US" sz="2400" kern="1200" dirty="0">
              <a:latin typeface="Times New Roman" pitchFamily="18" charset="0"/>
              <a:cs typeface="Times New Roman" pitchFamily="18" charset="0"/>
            </a:rPr>
            <a:t> do </a:t>
          </a:r>
          <a:r>
            <a:rPr lang="en-US" sz="2400" kern="1200" dirty="0" err="1">
              <a:latin typeface="Times New Roman" pitchFamily="18" charset="0"/>
              <a:cs typeface="Times New Roman" pitchFamily="18" charset="0"/>
            </a:rPr>
            <a:t>pháp</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luật</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quy</a:t>
          </a:r>
          <a:r>
            <a:rPr lang="en-US" sz="2400" kern="1200" dirty="0">
              <a:latin typeface="Times New Roman" pitchFamily="18" charset="0"/>
              <a:cs typeface="Times New Roman" pitchFamily="18" charset="0"/>
            </a:rPr>
            <a:t> </a:t>
          </a:r>
          <a:r>
            <a:rPr lang="en-US" sz="2400" kern="1200" dirty="0" err="1">
              <a:latin typeface="Times New Roman" pitchFamily="18" charset="0"/>
              <a:cs typeface="Times New Roman" pitchFamily="18" charset="0"/>
            </a:rPr>
            <a:t>định</a:t>
          </a:r>
          <a:endParaRPr lang="en-US" sz="2400" kern="1200" dirty="0">
            <a:latin typeface="Times New Roman" pitchFamily="18" charset="0"/>
            <a:cs typeface="Times New Roman" pitchFamily="18" charset="0"/>
          </a:endParaRPr>
        </a:p>
      </dsp:txBody>
      <dsp:txXfrm>
        <a:off x="1750318" y="2715140"/>
        <a:ext cx="5160068" cy="151542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F22C46-B46A-43B2-BFBF-911341C3E48E}">
      <dsp:nvSpPr>
        <dsp:cNvPr id="0" name=""/>
        <dsp:cNvSpPr/>
      </dsp:nvSpPr>
      <dsp:spPr>
        <a:xfrm>
          <a:off x="39985" y="864949"/>
          <a:ext cx="2604411" cy="3949684"/>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7258" tIns="0" rIns="257258" bIns="330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itchFamily="18" charset="0"/>
              <a:cs typeface="Times New Roman" pitchFamily="18" charset="0"/>
            </a:rPr>
            <a:t>Sau 03 </a:t>
          </a:r>
          <a:r>
            <a:rPr lang="en-US" sz="2000" kern="1200" dirty="0" err="1">
              <a:latin typeface="Times New Roman" pitchFamily="18" charset="0"/>
              <a:cs typeface="Times New Roman" pitchFamily="18" charset="0"/>
            </a:rPr>
            <a:t>năm</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kể</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từ</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ngày</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quyết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định</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tuyên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bố</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mất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tích</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của</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Tòa</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án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có</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hiệu</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lực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pháp</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luật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mà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vẫn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không</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có</a:t>
          </a:r>
          <a:r>
            <a:rPr lang="en-US" sz="2000" kern="1200" dirty="0">
              <a:latin typeface="Times New Roman" pitchFamily="18" charset="0"/>
              <a:cs typeface="Times New Roman" pitchFamily="18" charset="0"/>
            </a:rPr>
            <a:t> tin </a:t>
          </a:r>
          <a:r>
            <a:rPr lang="en-US" sz="2000" kern="1200" dirty="0" err="1">
              <a:latin typeface="Times New Roman" pitchFamily="18" charset="0"/>
              <a:cs typeface="Times New Roman" pitchFamily="18" charset="0"/>
            </a:rPr>
            <a:t>tức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xác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thực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còn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sống</a:t>
          </a:r>
          <a:r>
            <a:rPr lang="en-US" sz="2000" kern="1200" dirty="0">
              <a:latin typeface="Times New Roman" pitchFamily="18" charset="0"/>
              <a:cs typeface="Times New Roman" pitchFamily="18" charset="0"/>
            </a:rPr>
            <a:t>.</a:t>
          </a:r>
        </a:p>
      </dsp:txBody>
      <dsp:txXfrm>
        <a:off x="39985" y="2444823"/>
        <a:ext cx="2604411" cy="2369810"/>
      </dsp:txXfrm>
    </dsp:sp>
    <dsp:sp modelId="{8B833A70-6452-4849-B4E0-081FBE85FB6F}">
      <dsp:nvSpPr>
        <dsp:cNvPr id="0" name=""/>
        <dsp:cNvSpPr/>
      </dsp:nvSpPr>
      <dsp:spPr>
        <a:xfrm>
          <a:off x="289409" y="1537006"/>
          <a:ext cx="1999563" cy="728968"/>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7258" tIns="165100" rIns="257258" bIns="165100" numCol="1" spcCol="1270" anchor="ctr" anchorCtr="0">
          <a:noAutofit/>
        </a:bodyPr>
        <a:lstStyle/>
        <a:p>
          <a:pPr marL="0" lvl="0" indent="0" algn="l" defTabSz="1333500">
            <a:lnSpc>
              <a:spcPct val="90000"/>
            </a:lnSpc>
            <a:spcBef>
              <a:spcPct val="0"/>
            </a:spcBef>
            <a:spcAft>
              <a:spcPct val="35000"/>
            </a:spcAft>
            <a:buNone/>
          </a:pPr>
          <a:r>
            <a:rPr lang="en-US" sz="3000" kern="1200"/>
            <a:t>01</a:t>
          </a:r>
          <a:endParaRPr lang="en-US" sz="3000" kern="1200" dirty="0"/>
        </a:p>
      </dsp:txBody>
      <dsp:txXfrm>
        <a:off x="289409" y="1537006"/>
        <a:ext cx="1999563" cy="728968"/>
      </dsp:txXfrm>
    </dsp:sp>
    <dsp:sp modelId="{65AA7830-470E-4C5C-9D0C-A8CDEDC892E4}">
      <dsp:nvSpPr>
        <dsp:cNvPr id="0" name=""/>
        <dsp:cNvSpPr/>
      </dsp:nvSpPr>
      <dsp:spPr>
        <a:xfrm>
          <a:off x="2812980" y="851698"/>
          <a:ext cx="2604411" cy="3949684"/>
        </a:xfrm>
        <a:prstGeom prst="rect">
          <a:avLst/>
        </a:prstGeom>
        <a:solidFill>
          <a:schemeClr val="accent2">
            <a:hueOff val="1847440"/>
            <a:satOff val="-318"/>
            <a:lumOff val="-3268"/>
            <a:alphaOff val="0"/>
          </a:schemeClr>
        </a:solidFill>
        <a:ln w="12700" cap="flat" cmpd="sng" algn="ctr">
          <a:solidFill>
            <a:schemeClr val="accent2">
              <a:hueOff val="1847440"/>
              <a:satOff val="-318"/>
              <a:lumOff val="-3268"/>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7258" tIns="0" rIns="257258" bIns="330200" numCol="1" spcCol="1270" anchor="t" anchorCtr="0">
          <a:noAutofit/>
        </a:bodyPr>
        <a:lstStyle/>
        <a:p>
          <a:pPr marL="0" lvl="0" indent="0" algn="l" defTabSz="889000">
            <a:lnSpc>
              <a:spcPct val="90000"/>
            </a:lnSpc>
            <a:spcBef>
              <a:spcPct val="0"/>
            </a:spcBef>
            <a:spcAft>
              <a:spcPct val="35000"/>
            </a:spcAft>
            <a:buNone/>
          </a:pPr>
          <a:r>
            <a:rPr lang="en-US" sz="2000" kern="1200" dirty="0" err="1">
              <a:latin typeface="Times New Roman" pitchFamily="18" charset="0"/>
              <a:cs typeface="Times New Roman" pitchFamily="18" charset="0"/>
            </a:rPr>
            <a:t>Biệt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tích</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trong</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chiến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tranh</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sau</a:t>
          </a:r>
          <a:r>
            <a:rPr lang="en-US" sz="2000" kern="1200" dirty="0">
              <a:latin typeface="Times New Roman" pitchFamily="18" charset="0"/>
              <a:cs typeface="Times New Roman" pitchFamily="18" charset="0"/>
            </a:rPr>
            <a:t> 05 </a:t>
          </a:r>
          <a:r>
            <a:rPr lang="en-US" sz="2000" kern="1200" dirty="0" err="1">
              <a:latin typeface="Times New Roman" pitchFamily="18" charset="0"/>
              <a:cs typeface="Times New Roman" pitchFamily="18" charset="0"/>
            </a:rPr>
            <a:t>năm</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kể</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từ</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ngày</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chiến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tranh</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kết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thúc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mà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vẫn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không</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có</a:t>
          </a:r>
          <a:r>
            <a:rPr lang="en-US" sz="2000" kern="1200" dirty="0">
              <a:latin typeface="Times New Roman" pitchFamily="18" charset="0"/>
              <a:cs typeface="Times New Roman" pitchFamily="18" charset="0"/>
            </a:rPr>
            <a:t> tin </a:t>
          </a:r>
          <a:r>
            <a:rPr lang="en-US" sz="2000" kern="1200" dirty="0" err="1">
              <a:latin typeface="Times New Roman" pitchFamily="18" charset="0"/>
              <a:cs typeface="Times New Roman" pitchFamily="18" charset="0"/>
            </a:rPr>
            <a:t>tức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xác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thực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còn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sống</a:t>
          </a:r>
          <a:r>
            <a:rPr lang="en-US" sz="2000" kern="1200" dirty="0">
              <a:latin typeface="Times New Roman" pitchFamily="18" charset="0"/>
              <a:cs typeface="Times New Roman" pitchFamily="18" charset="0"/>
            </a:rPr>
            <a:t>.</a:t>
          </a:r>
        </a:p>
      </dsp:txBody>
      <dsp:txXfrm>
        <a:off x="2812980" y="2431571"/>
        <a:ext cx="2604411" cy="2369810"/>
      </dsp:txXfrm>
    </dsp:sp>
    <dsp:sp modelId="{AB338298-B634-4270-85AE-F107559CAFF9}">
      <dsp:nvSpPr>
        <dsp:cNvPr id="0" name=""/>
        <dsp:cNvSpPr/>
      </dsp:nvSpPr>
      <dsp:spPr>
        <a:xfrm>
          <a:off x="2812980" y="1263893"/>
          <a:ext cx="2604411" cy="1250117"/>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7258" tIns="165100" rIns="257258" bIns="165100" numCol="1" spcCol="1270" anchor="ctr" anchorCtr="0">
          <a:noAutofit/>
        </a:bodyPr>
        <a:lstStyle/>
        <a:p>
          <a:pPr marL="0" lvl="0" indent="0" algn="l" defTabSz="1333500">
            <a:lnSpc>
              <a:spcPct val="90000"/>
            </a:lnSpc>
            <a:spcBef>
              <a:spcPct val="0"/>
            </a:spcBef>
            <a:spcAft>
              <a:spcPct val="35000"/>
            </a:spcAft>
            <a:buNone/>
          </a:pPr>
          <a:r>
            <a:rPr lang="en-US" sz="3000" kern="1200"/>
            <a:t>02</a:t>
          </a:r>
        </a:p>
      </dsp:txBody>
      <dsp:txXfrm>
        <a:off x="2812980" y="1263893"/>
        <a:ext cx="2604411" cy="1250117"/>
      </dsp:txXfrm>
    </dsp:sp>
    <dsp:sp modelId="{830FF0E0-9F69-474D-BB50-F9A51B975ECD}">
      <dsp:nvSpPr>
        <dsp:cNvPr id="0" name=""/>
        <dsp:cNvSpPr/>
      </dsp:nvSpPr>
      <dsp:spPr>
        <a:xfrm>
          <a:off x="5625745" y="851698"/>
          <a:ext cx="2604411" cy="3949684"/>
        </a:xfrm>
        <a:prstGeom prst="rect">
          <a:avLst/>
        </a:prstGeom>
        <a:solidFill>
          <a:schemeClr val="accent2">
            <a:hueOff val="3694879"/>
            <a:satOff val="-635"/>
            <a:lumOff val="-6536"/>
            <a:alphaOff val="0"/>
          </a:schemeClr>
        </a:solidFill>
        <a:ln w="12700" cap="flat" cmpd="sng" algn="ctr">
          <a:solidFill>
            <a:schemeClr val="accent2">
              <a:hueOff val="3694879"/>
              <a:satOff val="-635"/>
              <a:lumOff val="-6536"/>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7258" tIns="0" rIns="257258" bIns="330200" numCol="1" spcCol="1270" anchor="t" anchorCtr="0">
          <a:noAutofit/>
        </a:bodyPr>
        <a:lstStyle/>
        <a:p>
          <a:pPr marL="0" lvl="0" indent="0" algn="l" defTabSz="889000">
            <a:lnSpc>
              <a:spcPct val="90000"/>
            </a:lnSpc>
            <a:spcBef>
              <a:spcPct val="0"/>
            </a:spcBef>
            <a:spcAft>
              <a:spcPct val="35000"/>
            </a:spcAft>
            <a:buNone/>
          </a:pPr>
          <a:r>
            <a:rPr lang="en-US" sz="2000" kern="1200" dirty="0" err="1">
              <a:latin typeface="Times New Roman" pitchFamily="18" charset="0"/>
              <a:cs typeface="Times New Roman" pitchFamily="18" charset="0"/>
            </a:rPr>
            <a:t>Bị</a:t>
          </a:r>
          <a:r>
            <a:rPr lang="en-US" sz="2000" kern="1200" dirty="0">
              <a:latin typeface="Times New Roman" pitchFamily="18" charset="0"/>
              <a:cs typeface="Times New Roman" pitchFamily="18" charset="0"/>
            </a:rPr>
            <a:t> tai </a:t>
          </a:r>
          <a:r>
            <a:rPr lang="en-US" sz="2000" kern="1200" dirty="0" err="1">
              <a:latin typeface="Times New Roman" pitchFamily="18" charset="0"/>
              <a:cs typeface="Times New Roman" pitchFamily="18" charset="0"/>
            </a:rPr>
            <a:t>nạn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hoặc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thảm</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họa</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thiên</a:t>
          </a:r>
          <a:r>
            <a:rPr lang="en-US" sz="2000" kern="1200" dirty="0">
              <a:latin typeface="Times New Roman" pitchFamily="18" charset="0"/>
              <a:cs typeface="Times New Roman" pitchFamily="18" charset="0"/>
            </a:rPr>
            <a:t> tai </a:t>
          </a:r>
          <a:r>
            <a:rPr lang="en-US" sz="2000" kern="1200" dirty="0" err="1">
              <a:latin typeface="Times New Roman" pitchFamily="18" charset="0"/>
              <a:cs typeface="Times New Roman" pitchFamily="18" charset="0"/>
            </a:rPr>
            <a:t>mà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sau</a:t>
          </a:r>
          <a:r>
            <a:rPr lang="en-US" sz="2000" kern="1200" dirty="0">
              <a:latin typeface="Times New Roman" pitchFamily="18" charset="0"/>
              <a:cs typeface="Times New Roman" pitchFamily="18" charset="0"/>
            </a:rPr>
            <a:t> 02 </a:t>
          </a:r>
          <a:r>
            <a:rPr lang="en-US" sz="2000" kern="1200" dirty="0" err="1">
              <a:latin typeface="Times New Roman" pitchFamily="18" charset="0"/>
              <a:cs typeface="Times New Roman" pitchFamily="18" charset="0"/>
            </a:rPr>
            <a:t>năm</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không</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có</a:t>
          </a:r>
          <a:r>
            <a:rPr lang="en-US" sz="2000" kern="1200" dirty="0">
              <a:latin typeface="Times New Roman" pitchFamily="18" charset="0"/>
              <a:cs typeface="Times New Roman" pitchFamily="18" charset="0"/>
            </a:rPr>
            <a:t> tin </a:t>
          </a:r>
          <a:r>
            <a:rPr lang="en-US" sz="2000" kern="1200" dirty="0" err="1">
              <a:latin typeface="Times New Roman" pitchFamily="18" charset="0"/>
              <a:cs typeface="Times New Roman" pitchFamily="18" charset="0"/>
            </a:rPr>
            <a:t>tức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xác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thực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còn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sống</a:t>
          </a:r>
          <a:r>
            <a:rPr lang="en-US" sz="2000" kern="1200" dirty="0">
              <a:latin typeface="Times New Roman" pitchFamily="18" charset="0"/>
              <a:cs typeface="Times New Roman" pitchFamily="18" charset="0"/>
            </a:rPr>
            <a:t>.</a:t>
          </a:r>
        </a:p>
      </dsp:txBody>
      <dsp:txXfrm>
        <a:off x="5625745" y="2431571"/>
        <a:ext cx="2604411" cy="2369810"/>
      </dsp:txXfrm>
    </dsp:sp>
    <dsp:sp modelId="{5BE5A57C-EBCF-45DD-AA23-6034A17FCD4F}">
      <dsp:nvSpPr>
        <dsp:cNvPr id="0" name=""/>
        <dsp:cNvSpPr/>
      </dsp:nvSpPr>
      <dsp:spPr>
        <a:xfrm>
          <a:off x="5625745" y="1263893"/>
          <a:ext cx="2604411" cy="1250117"/>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7258" tIns="165100" rIns="257258" bIns="165100" numCol="1" spcCol="1270" anchor="ctr" anchorCtr="0">
          <a:noAutofit/>
        </a:bodyPr>
        <a:lstStyle/>
        <a:p>
          <a:pPr marL="0" lvl="0" indent="0" algn="l" defTabSz="1333500">
            <a:lnSpc>
              <a:spcPct val="90000"/>
            </a:lnSpc>
            <a:spcBef>
              <a:spcPct val="0"/>
            </a:spcBef>
            <a:spcAft>
              <a:spcPct val="35000"/>
            </a:spcAft>
            <a:buNone/>
          </a:pPr>
          <a:r>
            <a:rPr lang="en-US" sz="3000" kern="1200"/>
            <a:t>03</a:t>
          </a:r>
        </a:p>
      </dsp:txBody>
      <dsp:txXfrm>
        <a:off x="5625745" y="1263893"/>
        <a:ext cx="2604411" cy="1250117"/>
      </dsp:txXfrm>
    </dsp:sp>
    <dsp:sp modelId="{F10CFB82-DC1B-4E21-BF01-9BD6579A7AEA}">
      <dsp:nvSpPr>
        <dsp:cNvPr id="0" name=""/>
        <dsp:cNvSpPr/>
      </dsp:nvSpPr>
      <dsp:spPr>
        <a:xfrm>
          <a:off x="8438510" y="851698"/>
          <a:ext cx="2604411" cy="3976186"/>
        </a:xfrm>
        <a:prstGeom prst="rect">
          <a:avLst/>
        </a:prstGeom>
        <a:solidFill>
          <a:schemeClr val="accent2">
            <a:hueOff val="5542319"/>
            <a:satOff val="-953"/>
            <a:lumOff val="-9804"/>
            <a:alphaOff val="0"/>
          </a:schemeClr>
        </a:solidFill>
        <a:ln w="12700" cap="flat" cmpd="sng" algn="ctr">
          <a:solidFill>
            <a:schemeClr val="accent2">
              <a:hueOff val="5542319"/>
              <a:satOff val="-953"/>
              <a:lumOff val="-9804"/>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257258" tIns="0" rIns="257258" bIns="330200" numCol="1" spcCol="1270" anchor="t" anchorCtr="0">
          <a:noAutofit/>
        </a:bodyPr>
        <a:lstStyle/>
        <a:p>
          <a:pPr marL="0" lvl="0" indent="0" algn="l" defTabSz="889000">
            <a:lnSpc>
              <a:spcPct val="90000"/>
            </a:lnSpc>
            <a:spcBef>
              <a:spcPct val="0"/>
            </a:spcBef>
            <a:spcAft>
              <a:spcPct val="35000"/>
            </a:spcAft>
            <a:buNone/>
          </a:pPr>
          <a:r>
            <a:rPr lang="en-US" sz="2000" kern="1200" dirty="0" err="1">
              <a:latin typeface="Times New Roman" pitchFamily="18" charset="0"/>
              <a:cs typeface="Times New Roman" pitchFamily="18" charset="0"/>
            </a:rPr>
            <a:t>Biệt</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tích</a:t>
          </a:r>
          <a:r>
            <a:rPr lang="en-US" sz="2000" kern="1200" dirty="0">
              <a:latin typeface="Times New Roman" pitchFamily="18" charset="0"/>
              <a:cs typeface="Times New Roman" pitchFamily="18" charset="0"/>
            </a:rPr>
            <a:t> 05 </a:t>
          </a:r>
          <a:r>
            <a:rPr lang="en-US" sz="2000" kern="1200" dirty="0" err="1">
              <a:latin typeface="Times New Roman" pitchFamily="18" charset="0"/>
              <a:cs typeface="Times New Roman" pitchFamily="18" charset="0"/>
            </a:rPr>
            <a:t>năm</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liền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trở</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lên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và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không</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có</a:t>
          </a:r>
          <a:r>
            <a:rPr lang="en-US" sz="2000" kern="1200" dirty="0">
              <a:latin typeface="Times New Roman" pitchFamily="18" charset="0"/>
              <a:cs typeface="Times New Roman" pitchFamily="18" charset="0"/>
            </a:rPr>
            <a:t> tin </a:t>
          </a:r>
          <a:r>
            <a:rPr lang="en-US" sz="2000" kern="1200" dirty="0" err="1">
              <a:latin typeface="Times New Roman" pitchFamily="18" charset="0"/>
              <a:cs typeface="Times New Roman" pitchFamily="18" charset="0"/>
            </a:rPr>
            <a:t>tức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xác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thực</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là</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còn</a:t>
          </a:r>
          <a:r>
            <a:rPr lang="en-US" sz="2000" kern="1200" dirty="0">
              <a:latin typeface="Times New Roman" pitchFamily="18" charset="0"/>
              <a:cs typeface="Times New Roman" pitchFamily="18" charset="0"/>
            </a:rPr>
            <a:t> </a:t>
          </a:r>
          <a:r>
            <a:rPr lang="en-US" sz="2000" kern="1200" dirty="0" err="1">
              <a:latin typeface="Times New Roman" pitchFamily="18" charset="0"/>
              <a:cs typeface="Times New Roman" pitchFamily="18" charset="0"/>
            </a:rPr>
            <a:t>sống</a:t>
          </a:r>
          <a:r>
            <a:rPr lang="en-US" sz="2000" kern="1200" dirty="0">
              <a:latin typeface="Times New Roman" pitchFamily="18" charset="0"/>
              <a:cs typeface="Times New Roman" pitchFamily="18" charset="0"/>
            </a:rPr>
            <a:t>.</a:t>
          </a:r>
        </a:p>
      </dsp:txBody>
      <dsp:txXfrm>
        <a:off x="8438510" y="2442172"/>
        <a:ext cx="2604411" cy="2385712"/>
      </dsp:txXfrm>
    </dsp:sp>
    <dsp:sp modelId="{70F527A1-7886-4C93-8BF1-232BBBDFCE4B}">
      <dsp:nvSpPr>
        <dsp:cNvPr id="0" name=""/>
        <dsp:cNvSpPr/>
      </dsp:nvSpPr>
      <dsp:spPr>
        <a:xfrm>
          <a:off x="8438510" y="1277144"/>
          <a:ext cx="2604411" cy="1250117"/>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57258" tIns="165100" rIns="257258" bIns="165100" numCol="1" spcCol="1270" anchor="ctr" anchorCtr="0">
          <a:noAutofit/>
        </a:bodyPr>
        <a:lstStyle/>
        <a:p>
          <a:pPr marL="0" lvl="0" indent="0" algn="l" defTabSz="1333500">
            <a:lnSpc>
              <a:spcPct val="90000"/>
            </a:lnSpc>
            <a:spcBef>
              <a:spcPct val="0"/>
            </a:spcBef>
            <a:spcAft>
              <a:spcPct val="35000"/>
            </a:spcAft>
            <a:buNone/>
          </a:pPr>
          <a:r>
            <a:rPr lang="en-US" sz="3000" kern="1200"/>
            <a:t>04</a:t>
          </a:r>
        </a:p>
      </dsp:txBody>
      <dsp:txXfrm>
        <a:off x="8438510" y="1277144"/>
        <a:ext cx="2604411" cy="1250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090707-9A24-1445-8EC5-F3753D485220}">
      <dsp:nvSpPr>
        <dsp:cNvPr id="0" name=""/>
        <dsp:cNvSpPr/>
      </dsp:nvSpPr>
      <dsp:spPr>
        <a:xfrm>
          <a:off x="2438399" y="67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Liên </a:t>
          </a:r>
          <a:r>
            <a:rPr lang="en-US" sz="2800" kern="1200" dirty="0" err="1">
              <a:latin typeface="Times New Roman" panose="02020603050405020304" pitchFamily="18" charset="0"/>
              <a:cs typeface="Times New Roman" panose="02020603050405020304" pitchFamily="18" charset="0"/>
            </a:rPr>
            <a:t>quan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đến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quyền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sở</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hữu</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và</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quyền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tự</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định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đoạt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của</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cá</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nhân</a:t>
          </a:r>
          <a:endParaRPr lang="en-US" sz="2800" kern="1200" dirty="0">
            <a:latin typeface="Times New Roman" panose="02020603050405020304" pitchFamily="18" charset="0"/>
            <a:cs typeface="Times New Roman" panose="02020603050405020304" pitchFamily="18" charset="0"/>
          </a:endParaRPr>
        </a:p>
      </dsp:txBody>
      <dsp:txXfrm>
        <a:off x="2871893" y="636693"/>
        <a:ext cx="2384213" cy="1463040"/>
      </dsp:txXfrm>
    </dsp:sp>
    <dsp:sp modelId="{4B5A244F-FE49-734C-AEAD-B3542ADFFAC9}">
      <dsp:nvSpPr>
        <dsp:cNvPr id="0" name=""/>
        <dsp:cNvSpPr/>
      </dsp:nvSpPr>
      <dsp:spPr>
        <a:xfrm>
          <a:off x="3611541"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Kết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hợp</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giữa</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quyền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định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đoạt</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của</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cá</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nhân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và</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quy</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định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của</a:t>
          </a:r>
          <a:r>
            <a:rPr lang="en-US" sz="2800" kern="1200" dirty="0">
              <a:latin typeface="Times New Roman" panose="02020603050405020304" pitchFamily="18" charset="0"/>
              <a:cs typeface="Times New Roman" panose="02020603050405020304" pitchFamily="18" charset="0"/>
            </a:rPr>
            <a:t> PL</a:t>
          </a:r>
        </a:p>
      </dsp:txBody>
      <dsp:txXfrm>
        <a:off x="4605866" y="2939626"/>
        <a:ext cx="1950720" cy="1788160"/>
      </dsp:txXfrm>
    </dsp:sp>
    <dsp:sp modelId="{38192FB6-7ECE-824E-BAD5-BFD94F6E8FDC}">
      <dsp:nvSpPr>
        <dsp:cNvPr id="0" name=""/>
        <dsp:cNvSpPr/>
      </dsp:nvSpPr>
      <dsp:spPr>
        <a:xfrm>
          <a:off x="1265258" y="2099733"/>
          <a:ext cx="3251200" cy="325120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Gắn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với</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yếu</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tố</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nhân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thân</a:t>
          </a:r>
          <a:endParaRPr lang="en-US" sz="2800" kern="1200" dirty="0">
            <a:latin typeface="Times New Roman" panose="02020603050405020304" pitchFamily="18" charset="0"/>
            <a:cs typeface="Times New Roman" panose="02020603050405020304" pitchFamily="18" charset="0"/>
          </a:endParaRPr>
        </a:p>
      </dsp:txBody>
      <dsp:txXfrm>
        <a:off x="1571413" y="2939626"/>
        <a:ext cx="1950720" cy="17881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CF44D-232D-5941-B8D2-E6B7D4A2EFF4}">
      <dsp:nvSpPr>
        <dsp:cNvPr id="0" name=""/>
        <dsp:cNvSpPr/>
      </dsp:nvSpPr>
      <dsp:spPr>
        <a:xfrm>
          <a:off x="1354666" y="0"/>
          <a:ext cx="5418667" cy="5418667"/>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54FB8-9CC9-6E44-9B56-1638080239C2}">
      <dsp:nvSpPr>
        <dsp:cNvPr id="0" name=""/>
        <dsp:cNvSpPr/>
      </dsp:nvSpPr>
      <dsp:spPr>
        <a:xfrm>
          <a:off x="1869439"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solidFill>
                <a:schemeClr val="bg1"/>
              </a:solidFill>
              <a:latin typeface="Times New Roman" panose="02020603050405020304" pitchFamily="18" charset="0"/>
              <a:cs typeface="Times New Roman" panose="02020603050405020304" pitchFamily="18" charset="0"/>
            </a:rPr>
            <a:t>Khái</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niệm</a:t>
          </a:r>
          <a:endParaRPr lang="en-US" sz="3000" kern="1200" dirty="0">
            <a:solidFill>
              <a:schemeClr val="bg1"/>
            </a:solidFill>
            <a:latin typeface="Times New Roman" panose="02020603050405020304" pitchFamily="18" charset="0"/>
            <a:cs typeface="Times New Roman" panose="02020603050405020304" pitchFamily="18" charset="0"/>
          </a:endParaRPr>
        </a:p>
      </dsp:txBody>
      <dsp:txXfrm>
        <a:off x="1972601" y="617935"/>
        <a:ext cx="1906956" cy="1906956"/>
      </dsp:txXfrm>
    </dsp:sp>
    <dsp:sp modelId="{E63AB6D0-F3C2-5542-BF06-0662CAC276A0}">
      <dsp:nvSpPr>
        <dsp:cNvPr id="0" name=""/>
        <dsp:cNvSpPr/>
      </dsp:nvSpPr>
      <dsp:spPr>
        <a:xfrm>
          <a:off x="4145280"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solidFill>
                <a:schemeClr val="bg1"/>
              </a:solidFill>
              <a:latin typeface="Times New Roman" panose="02020603050405020304" pitchFamily="18" charset="0"/>
              <a:cs typeface="Times New Roman" panose="02020603050405020304" pitchFamily="18" charset="0"/>
            </a:rPr>
            <a:t>Hình</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thức</a:t>
          </a:r>
          <a:endParaRPr lang="en-US" sz="3000" kern="1200" dirty="0">
            <a:solidFill>
              <a:schemeClr val="bg1"/>
            </a:solidFill>
            <a:latin typeface="Times New Roman" panose="02020603050405020304" pitchFamily="18" charset="0"/>
            <a:cs typeface="Times New Roman" panose="02020603050405020304" pitchFamily="18" charset="0"/>
          </a:endParaRPr>
        </a:p>
      </dsp:txBody>
      <dsp:txXfrm>
        <a:off x="4248442" y="617935"/>
        <a:ext cx="1906956" cy="1906956"/>
      </dsp:txXfrm>
    </dsp:sp>
    <dsp:sp modelId="{4E8A3836-164A-CF40-8F4F-EAB1E87626F3}">
      <dsp:nvSpPr>
        <dsp:cNvPr id="0" name=""/>
        <dsp:cNvSpPr/>
      </dsp:nvSpPr>
      <dsp:spPr>
        <a:xfrm>
          <a:off x="1869439"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solidFill>
                <a:schemeClr val="bg1"/>
              </a:solidFill>
              <a:latin typeface="Times New Roman" panose="02020603050405020304" pitchFamily="18" charset="0"/>
              <a:cs typeface="Times New Roman" panose="02020603050405020304" pitchFamily="18" charset="0"/>
            </a:rPr>
            <a:t>Hiệu </a:t>
          </a:r>
          <a:r>
            <a:rPr lang="en-US" sz="3000" kern="1200" dirty="0" err="1">
              <a:solidFill>
                <a:schemeClr val="bg1"/>
              </a:solidFill>
              <a:latin typeface="Times New Roman" panose="02020603050405020304" pitchFamily="18" charset="0"/>
              <a:cs typeface="Times New Roman" panose="02020603050405020304" pitchFamily="18" charset="0"/>
            </a:rPr>
            <a:t>lực</a:t>
          </a:r>
          <a:endParaRPr lang="en-US" sz="3000" kern="1200" dirty="0">
            <a:solidFill>
              <a:schemeClr val="bg1"/>
            </a:solidFill>
            <a:latin typeface="Times New Roman" panose="02020603050405020304" pitchFamily="18" charset="0"/>
            <a:cs typeface="Times New Roman" panose="02020603050405020304" pitchFamily="18" charset="0"/>
          </a:endParaRPr>
        </a:p>
      </dsp:txBody>
      <dsp:txXfrm>
        <a:off x="1972601" y="2893775"/>
        <a:ext cx="1906956" cy="1906956"/>
      </dsp:txXfrm>
    </dsp:sp>
    <dsp:sp modelId="{76130E9E-4713-EE44-B459-B0EE36994050}">
      <dsp:nvSpPr>
        <dsp:cNvPr id="0" name=""/>
        <dsp:cNvSpPr/>
      </dsp:nvSpPr>
      <dsp:spPr>
        <a:xfrm>
          <a:off x="4145280"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solidFill>
                <a:schemeClr val="bg1"/>
              </a:solidFill>
              <a:latin typeface="Times New Roman" panose="02020603050405020304" pitchFamily="18" charset="0"/>
              <a:cs typeface="Times New Roman" panose="02020603050405020304" pitchFamily="18" charset="0"/>
            </a:rPr>
            <a:t>Người</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thừa</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kế</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không</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phụ</a:t>
          </a:r>
          <a:r>
            <a:rPr lang="en-US" sz="3000" kern="1200" dirty="0">
              <a:solidFill>
                <a:schemeClr val="bg1"/>
              </a:solidFill>
              <a:latin typeface="Times New Roman" panose="02020603050405020304" pitchFamily="18" charset="0"/>
              <a:cs typeface="Times New Roman" panose="02020603050405020304" pitchFamily="18" charset="0"/>
            </a:rPr>
            <a:t> </a:t>
          </a:r>
          <a:r>
            <a:rPr lang="en-US" sz="3000" kern="1200" dirty="0" err="1">
              <a:solidFill>
                <a:schemeClr val="bg1"/>
              </a:solidFill>
              <a:latin typeface="Times New Roman" panose="02020603050405020304" pitchFamily="18" charset="0"/>
              <a:cs typeface="Times New Roman" panose="02020603050405020304" pitchFamily="18" charset="0"/>
            </a:rPr>
            <a:t>thuộc</a:t>
          </a:r>
          <a:r>
            <a:rPr lang="en-US" sz="3000" kern="1200" dirty="0">
              <a:solidFill>
                <a:schemeClr val="bg1"/>
              </a:solidFill>
              <a:latin typeface="Times New Roman" panose="02020603050405020304" pitchFamily="18" charset="0"/>
              <a:cs typeface="Times New Roman" panose="02020603050405020304" pitchFamily="18" charset="0"/>
            </a:rPr>
            <a:t> DC</a:t>
          </a:r>
        </a:p>
      </dsp:txBody>
      <dsp:txXfrm>
        <a:off x="4248442" y="2893775"/>
        <a:ext cx="1906956" cy="190695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CF44D-232D-5941-B8D2-E6B7D4A2EFF4}">
      <dsp:nvSpPr>
        <dsp:cNvPr id="0" name=""/>
        <dsp:cNvSpPr/>
      </dsp:nvSpPr>
      <dsp:spPr>
        <a:xfrm>
          <a:off x="1354666" y="0"/>
          <a:ext cx="5418667" cy="5418667"/>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54FB8-9CC9-6E44-9B56-1638080239C2}">
      <dsp:nvSpPr>
        <dsp:cNvPr id="0" name=""/>
        <dsp:cNvSpPr/>
      </dsp:nvSpPr>
      <dsp:spPr>
        <a:xfrm>
          <a:off x="1869439"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Khái</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niệm</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1972601" y="617935"/>
        <a:ext cx="1906956" cy="1906956"/>
      </dsp:txXfrm>
    </dsp:sp>
    <dsp:sp modelId="{E63AB6D0-F3C2-5542-BF06-0662CAC276A0}">
      <dsp:nvSpPr>
        <dsp:cNvPr id="0" name=""/>
        <dsp:cNvSpPr/>
      </dsp:nvSpPr>
      <dsp:spPr>
        <a:xfrm>
          <a:off x="4145280"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Các </a:t>
          </a:r>
          <a:r>
            <a:rPr lang="en-US" sz="3200" kern="1200" dirty="0" err="1">
              <a:solidFill>
                <a:schemeClr val="bg1"/>
              </a:solidFill>
              <a:latin typeface="Times New Roman" panose="02020603050405020304" pitchFamily="18" charset="0"/>
              <a:cs typeface="Times New Roman" panose="02020603050405020304" pitchFamily="18" charset="0"/>
            </a:rPr>
            <a:t>trường</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hợp</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áp</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dụng</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4248442" y="617935"/>
        <a:ext cx="1906956" cy="1906956"/>
      </dsp:txXfrm>
    </dsp:sp>
    <dsp:sp modelId="{4E8A3836-164A-CF40-8F4F-EAB1E87626F3}">
      <dsp:nvSpPr>
        <dsp:cNvPr id="0" name=""/>
        <dsp:cNvSpPr/>
      </dsp:nvSpPr>
      <dsp:spPr>
        <a:xfrm>
          <a:off x="1869439"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Hàng</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thừa</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kế</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1972601" y="2893775"/>
        <a:ext cx="1906956" cy="1906956"/>
      </dsp:txXfrm>
    </dsp:sp>
    <dsp:sp modelId="{76130E9E-4713-EE44-B459-B0EE36994050}">
      <dsp:nvSpPr>
        <dsp:cNvPr id="0" name=""/>
        <dsp:cNvSpPr/>
      </dsp:nvSpPr>
      <dsp:spPr>
        <a:xfrm>
          <a:off x="4145280"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Thừa</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kế</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thế</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vị</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4248442" y="2893775"/>
        <a:ext cx="1906956" cy="190695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CF44D-232D-5941-B8D2-E6B7D4A2EFF4}">
      <dsp:nvSpPr>
        <dsp:cNvPr id="0" name=""/>
        <dsp:cNvSpPr/>
      </dsp:nvSpPr>
      <dsp:spPr>
        <a:xfrm>
          <a:off x="1354666" y="0"/>
          <a:ext cx="5418667" cy="5418667"/>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54FB8-9CC9-6E44-9B56-1638080239C2}">
      <dsp:nvSpPr>
        <dsp:cNvPr id="0" name=""/>
        <dsp:cNvSpPr/>
      </dsp:nvSpPr>
      <dsp:spPr>
        <a:xfrm>
          <a:off x="1869439"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Từ</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chối</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nhận</a:t>
          </a:r>
          <a:r>
            <a:rPr lang="en-US" sz="3200" kern="1200" dirty="0">
              <a:solidFill>
                <a:schemeClr val="bg1"/>
              </a:solidFill>
              <a:latin typeface="Times New Roman" panose="02020603050405020304" pitchFamily="18" charset="0"/>
              <a:cs typeface="Times New Roman" panose="02020603050405020304" pitchFamily="18" charset="0"/>
            </a:rPr>
            <a:t> di </a:t>
          </a:r>
          <a:r>
            <a:rPr lang="en-US" sz="3200" kern="1200" dirty="0" err="1">
              <a:solidFill>
                <a:schemeClr val="bg1"/>
              </a:solidFill>
              <a:latin typeface="Times New Roman" panose="02020603050405020304" pitchFamily="18" charset="0"/>
              <a:cs typeface="Times New Roman" panose="02020603050405020304" pitchFamily="18" charset="0"/>
            </a:rPr>
            <a:t>sản</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1972601" y="617935"/>
        <a:ext cx="1906956" cy="1906956"/>
      </dsp:txXfrm>
    </dsp:sp>
    <dsp:sp modelId="{E63AB6D0-F3C2-5542-BF06-0662CAC276A0}">
      <dsp:nvSpPr>
        <dsp:cNvPr id="0" name=""/>
        <dsp:cNvSpPr/>
      </dsp:nvSpPr>
      <dsp:spPr>
        <a:xfrm>
          <a:off x="4145280" y="51477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Truất</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quyền</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hưởng</a:t>
          </a:r>
          <a:r>
            <a:rPr lang="en-US" sz="3200" kern="1200" dirty="0">
              <a:solidFill>
                <a:schemeClr val="bg1"/>
              </a:solidFill>
              <a:latin typeface="Times New Roman" panose="02020603050405020304" pitchFamily="18" charset="0"/>
              <a:cs typeface="Times New Roman" panose="02020603050405020304" pitchFamily="18" charset="0"/>
            </a:rPr>
            <a:t> di </a:t>
          </a:r>
          <a:r>
            <a:rPr lang="en-US" sz="3200" kern="1200" dirty="0" err="1">
              <a:solidFill>
                <a:schemeClr val="bg1"/>
              </a:solidFill>
              <a:latin typeface="Times New Roman" panose="02020603050405020304" pitchFamily="18" charset="0"/>
              <a:cs typeface="Times New Roman" panose="02020603050405020304" pitchFamily="18" charset="0"/>
            </a:rPr>
            <a:t>sản</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4248442" y="617935"/>
        <a:ext cx="1906956" cy="1906956"/>
      </dsp:txXfrm>
    </dsp:sp>
    <dsp:sp modelId="{4E8A3836-164A-CF40-8F4F-EAB1E87626F3}">
      <dsp:nvSpPr>
        <dsp:cNvPr id="0" name=""/>
        <dsp:cNvSpPr/>
      </dsp:nvSpPr>
      <dsp:spPr>
        <a:xfrm>
          <a:off x="1869439"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solidFill>
                <a:schemeClr val="bg1"/>
              </a:solidFill>
              <a:latin typeface="Times New Roman" panose="02020603050405020304" pitchFamily="18" charset="0"/>
              <a:cs typeface="Times New Roman" panose="02020603050405020304" pitchFamily="18" charset="0"/>
            </a:rPr>
            <a:t>Người</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thừa</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kế</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là</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thai</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nhi</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1972601" y="2893775"/>
        <a:ext cx="1906956" cy="1906956"/>
      </dsp:txXfrm>
    </dsp:sp>
    <dsp:sp modelId="{76130E9E-4713-EE44-B459-B0EE36994050}">
      <dsp:nvSpPr>
        <dsp:cNvPr id="0" name=""/>
        <dsp:cNvSpPr/>
      </dsp:nvSpPr>
      <dsp:spPr>
        <a:xfrm>
          <a:off x="4145280" y="2790613"/>
          <a:ext cx="2113280" cy="211328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bg1"/>
              </a:solidFill>
              <a:latin typeface="Times New Roman" panose="02020603050405020304" pitchFamily="18" charset="0"/>
              <a:cs typeface="Times New Roman" panose="02020603050405020304" pitchFamily="18" charset="0"/>
            </a:rPr>
            <a:t>Di </a:t>
          </a:r>
          <a:r>
            <a:rPr lang="en-US" sz="3200" kern="1200" dirty="0" err="1">
              <a:solidFill>
                <a:schemeClr val="bg1"/>
              </a:solidFill>
              <a:latin typeface="Times New Roman" panose="02020603050405020304" pitchFamily="18" charset="0"/>
              <a:cs typeface="Times New Roman" panose="02020603050405020304" pitchFamily="18" charset="0"/>
            </a:rPr>
            <a:t>sản</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không</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có</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người</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thừa</a:t>
          </a:r>
          <a:r>
            <a:rPr lang="en-US" sz="3200" kern="1200" dirty="0">
              <a:solidFill>
                <a:schemeClr val="bg1"/>
              </a:solidFill>
              <a:latin typeface="Times New Roman" panose="02020603050405020304" pitchFamily="18" charset="0"/>
              <a:cs typeface="Times New Roman" panose="02020603050405020304" pitchFamily="18" charset="0"/>
            </a:rPr>
            <a:t> </a:t>
          </a:r>
          <a:r>
            <a:rPr lang="en-US" sz="3200" kern="1200" dirty="0" err="1">
              <a:solidFill>
                <a:schemeClr val="bg1"/>
              </a:solidFill>
              <a:latin typeface="Times New Roman" panose="02020603050405020304" pitchFamily="18" charset="0"/>
              <a:cs typeface="Times New Roman" panose="02020603050405020304" pitchFamily="18" charset="0"/>
            </a:rPr>
            <a:t>kế</a:t>
          </a:r>
          <a:endParaRPr lang="en-US" sz="3200" kern="1200" dirty="0">
            <a:solidFill>
              <a:schemeClr val="bg1"/>
            </a:solidFill>
            <a:latin typeface="Times New Roman" panose="02020603050405020304" pitchFamily="18" charset="0"/>
            <a:cs typeface="Times New Roman" panose="02020603050405020304" pitchFamily="18" charset="0"/>
          </a:endParaRPr>
        </a:p>
      </dsp:txBody>
      <dsp:txXfrm>
        <a:off x="4248442" y="2893775"/>
        <a:ext cx="1906956" cy="19069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FCE02C-6EC6-4E09-BC2C-9FDED4DE236E}" type="datetimeFigureOut">
              <a:rPr lang="en-US" smtClean="0"/>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7597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8F36E1-9596-4E98-8786-4A17C5D29C65}" type="datetimeFigureOut">
              <a:rPr lang="en-US" smtClean="0"/>
              <a:pPr/>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36486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4D1A55-63BC-4BA2-9538-7DDEADA10621}" type="datetimeFigureOut">
              <a:rPr lang="en-US" smtClean="0"/>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49693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D01ABB-8821-4BF5-97A9-E1A66ACAEAA9}" type="datetimeFigureOut">
              <a:rPr lang="en-US" smtClean="0"/>
              <a:pPr/>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4940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C37B1C-D4A1-4A4F-A470-80868146AFC5}" type="datetimeFigureOut">
              <a:rPr lang="en-US" smtClean="0"/>
              <a:pPr/>
              <a:t>9/23/25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6063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1D1B9-F39E-471E-80A9-595CAA5664AD}" type="datetimeFigureOut">
              <a:rPr lang="en-US" smtClean="0"/>
              <a:pPr/>
              <a:t>9/23/25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64670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3FCEABC-E2B9-4606-A74F-CB06AF596887}" type="datetimeFigureOut">
              <a:rPr lang="en-US" smtClean="0"/>
              <a:pPr/>
              <a:t>9/23/25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78609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8850A0-01A3-4F4E-AA52-F716A9BFD4EB}" type="datetimeFigureOut">
              <a:rPr lang="en-US" smtClean="0"/>
              <a:pPr/>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5973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811CCA-BB49-46C7-A0E2-F42339750F9A}"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2667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05CAA-4E5A-4223-BD55-C5D2841AC9EF}"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694870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05CAA-4E5A-4223-BD55-C5D2841AC9EF}"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1400325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05CAA-4E5A-4223-BD55-C5D2841AC9EF}"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4FAB73BC-B049-4115-A692-8D63A059BFB8}" type="slidenum">
              <a:rPr lang="en-US" smtClean="0"/>
              <a:pPr/>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53077602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05CAA-4E5A-4223-BD55-C5D2841AC9EF}" type="datetimeFigureOut">
              <a:rPr lang="en-US" smtClean="0"/>
              <a:t>9/23/25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8103944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7205CAA-4E5A-4223-BD55-C5D2841AC9EF}" type="datetimeFigureOut">
              <a:rPr lang="en-US" smtClean="0"/>
              <a:t>9/23/25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3989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7205CAA-4E5A-4223-BD55-C5D2841AC9EF}" type="datetimeFigureOut">
              <a:rPr lang="en-US" smtClean="0"/>
              <a:t>9/23/25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644706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075A7A-4A9A-410F-B848-AB998ACC9419}" type="datetimeFigureOut">
              <a:rPr lang="en-US" smtClean="0"/>
              <a:pPr/>
              <a:t>9/23/25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909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AA5F3E88-2D66-4D17-B0FA-EA13CB20B2FF}" type="datetimeFigureOut">
              <a:rPr lang="en-US" smtClean="0"/>
              <a:pPr/>
              <a:t>9/23/25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35993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7205CAA-4E5A-4223-BD55-C5D2841AC9EF}" type="datetimeFigureOut">
              <a:rPr lang="en-US" smtClean="0"/>
              <a:t>9/23/25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8235420"/>
      </p:ext>
    </p:extLst>
  </p:cSld>
  <p:clrMap bg1="dk1" tx1="lt1" bg2="dk2" tx2="lt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5.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40.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99000"/>
                <a:satMod val="140000"/>
              </a:schemeClr>
            </a:gs>
            <a:gs pos="65000">
              <a:schemeClr val="bg2">
                <a:tint val="100000"/>
                <a:shade val="80000"/>
                <a:satMod val="130000"/>
              </a:schemeClr>
            </a:gs>
            <a:gs pos="100000">
              <a:schemeClr val="bg2">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2BE6-BC39-4F2F-AD6A-6A7590D80F0A}"/>
              </a:ext>
            </a:extLst>
          </p:cNvPr>
          <p:cNvSpPr>
            <a:spLocks noGrp="1"/>
          </p:cNvSpPr>
          <p:nvPr>
            <p:ph type="ctrTitle"/>
          </p:nvPr>
        </p:nvSpPr>
        <p:spPr>
          <a:xfrm>
            <a:off x="-173615" y="2430684"/>
            <a:ext cx="9491241" cy="1583828"/>
          </a:xfrm>
        </p:spPr>
        <p:txBody>
          <a:bodyPr>
            <a:normAutofit/>
          </a:bodyPr>
          <a:lstStyle/>
          <a:p>
            <a:r>
              <a:rPr lang="en-US" sz="4800" b="1" dirty="0" err="1">
                <a:solidFill>
                  <a:srgbClr val="FFFFFF"/>
                </a:solidFill>
                <a:latin typeface="Times New Roman" pitchFamily="18" charset="0"/>
                <a:cs typeface="Times New Roman" pitchFamily="18" charset="0"/>
              </a:rPr>
              <a:t>Bài</a:t>
            </a:r>
            <a:r>
              <a:rPr lang="en-US" sz="4800" b="1" dirty="0">
                <a:solidFill>
                  <a:srgbClr val="FFFFFF"/>
                </a:solidFill>
                <a:latin typeface="Times New Roman" pitchFamily="18" charset="0"/>
                <a:cs typeface="Times New Roman" pitchFamily="18" charset="0"/>
              </a:rPr>
              <a:t> 6: LUẬT DÂN SỰ  VIỆT NAM</a:t>
            </a:r>
          </a:p>
        </p:txBody>
      </p:sp>
    </p:spTree>
    <p:extLst>
      <p:ext uri="{BB962C8B-B14F-4D97-AF65-F5344CB8AC3E}">
        <p14:creationId xmlns:p14="http://schemas.microsoft.com/office/powerpoint/2010/main" val="65138445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500" b="1" dirty="0">
                <a:latin typeface="Times New Roman" pitchFamily="18" charset="0"/>
                <a:cs typeface="Times New Roman" pitchFamily="18" charset="0"/>
              </a:rPr>
              <a:t>I. KHÁI NIỆM LUẬT DÂN SỰ</a:t>
            </a:r>
          </a:p>
        </p:txBody>
      </p:sp>
      <p:sp>
        <p:nvSpPr>
          <p:cNvPr id="6" name="TextBox 5">
            <a:extLst>
              <a:ext uri="{FF2B5EF4-FFF2-40B4-BE49-F238E27FC236}">
                <a16:creationId xmlns:a16="http://schemas.microsoft.com/office/drawing/2014/main" id="{EEB85926-4D2D-D547-4CDE-15F620C506FF}"/>
              </a:ext>
            </a:extLst>
          </p:cNvPr>
          <p:cNvSpPr txBox="1"/>
          <p:nvPr/>
        </p:nvSpPr>
        <p:spPr>
          <a:xfrm>
            <a:off x="680321" y="2334320"/>
            <a:ext cx="10470630" cy="2554545"/>
          </a:xfrm>
          <a:prstGeom prst="rect">
            <a:avLst/>
          </a:prstGeom>
          <a:noFill/>
        </p:spPr>
        <p:txBody>
          <a:bodyPr wrap="square">
            <a:spAutoFit/>
          </a:bodyPr>
          <a:lstStyle/>
          <a:p>
            <a:pPr algn="just"/>
            <a:r>
              <a:rPr lang="vi-VN" sz="3200" i="0" u="none" strike="noStrike" dirty="0">
                <a:effectLst/>
                <a:latin typeface="+mj-lt"/>
              </a:rPr>
              <a:t>Luật dân sự là một ngành luật độc lập trong hệ thống pháp luật Việt Nam điều chỉnh các quan hệ tài sản và quan hệ nhân thân giữa các cá nhân, pháp nhân, chủ thể khác trong xã hội, trên cơ sở bình đẳng về địa vị pháp lý, tự do, tự nguyện cam kết và thỏa thuận</a:t>
            </a:r>
            <a:endParaRPr lang="en-VN" sz="3200" dirty="0">
              <a:latin typeface="+mj-lt"/>
            </a:endParaRPr>
          </a:p>
        </p:txBody>
      </p:sp>
    </p:spTree>
    <p:extLst>
      <p:ext uri="{BB962C8B-B14F-4D97-AF65-F5344CB8AC3E}">
        <p14:creationId xmlns:p14="http://schemas.microsoft.com/office/powerpoint/2010/main" val="2776335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6B70F-82C6-4A6B-ABC9-9C7EB287183D}"/>
              </a:ext>
            </a:extLst>
          </p:cNvPr>
          <p:cNvSpPr>
            <a:spLocks noGrp="1"/>
          </p:cNvSpPr>
          <p:nvPr>
            <p:ph type="title"/>
          </p:nvPr>
        </p:nvSpPr>
        <p:spPr/>
        <p:txBody>
          <a:bodyPr/>
          <a:lstStyle/>
          <a:p>
            <a:r>
              <a:rPr lang="en-US" b="1" dirty="0">
                <a:latin typeface="Times New Roman" pitchFamily="18" charset="0"/>
                <a:cs typeface="Times New Roman" pitchFamily="18" charset="0"/>
              </a:rPr>
              <a:t>1.1. </a:t>
            </a:r>
            <a:r>
              <a:rPr lang="en-US" b="1" dirty="0" err="1">
                <a:latin typeface="Times New Roman" pitchFamily="18" charset="0"/>
                <a:cs typeface="Times New Roman" pitchFamily="18" charset="0"/>
              </a:rPr>
              <a:t>Đối</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tượng</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điều</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chỉnh</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của</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pháp</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luật</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dân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sự</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Việt</a:t>
            </a:r>
            <a:r>
              <a:rPr lang="en-US" b="1" dirty="0">
                <a:latin typeface="Times New Roman" pitchFamily="18" charset="0"/>
                <a:cs typeface="Times New Roman" pitchFamily="18" charset="0"/>
              </a:rPr>
              <a:t> Nam</a:t>
            </a:r>
          </a:p>
        </p:txBody>
      </p:sp>
      <p:sp>
        <p:nvSpPr>
          <p:cNvPr id="3" name="Content Placeholder 2">
            <a:extLst>
              <a:ext uri="{FF2B5EF4-FFF2-40B4-BE49-F238E27FC236}">
                <a16:creationId xmlns:a16="http://schemas.microsoft.com/office/drawing/2014/main" id="{89C6E976-7029-42B6-9B9E-5937BB5EAEBC}"/>
              </a:ext>
            </a:extLst>
          </p:cNvPr>
          <p:cNvSpPr>
            <a:spLocks noGrp="1"/>
          </p:cNvSpPr>
          <p:nvPr>
            <p:ph idx="1"/>
          </p:nvPr>
        </p:nvSpPr>
        <p:spPr>
          <a:xfrm>
            <a:off x="1097280" y="1845734"/>
            <a:ext cx="10227212" cy="4023360"/>
          </a:xfrm>
        </p:spPr>
        <p:txBody>
          <a:bodyPr>
            <a:normAutofit/>
          </a:bodyPr>
          <a:lstStyle/>
          <a:p>
            <a:pPr marL="0" indent="0">
              <a:buNone/>
            </a:pPr>
            <a:r>
              <a:rPr lang="en-US" sz="3000" dirty="0"/>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tài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thân</a:t>
            </a:r>
            <a:endParaRPr lang="en-US" sz="3200" dirty="0">
              <a:latin typeface="Times New Roman" pitchFamily="18" charset="0"/>
              <a:cs typeface="Times New Roman" pitchFamily="18" charset="0"/>
            </a:endParaRPr>
          </a:p>
          <a:p>
            <a:endParaRPr lang="en-US" sz="3000" dirty="0"/>
          </a:p>
          <a:p>
            <a:endParaRPr lang="en-US" sz="3000" dirty="0"/>
          </a:p>
          <a:p>
            <a:endParaRPr lang="en-US" sz="3000" dirty="0"/>
          </a:p>
          <a:p>
            <a:endParaRPr lang="en-US" sz="3000" dirty="0"/>
          </a:p>
          <a:p>
            <a:endParaRPr lang="en-US" sz="3000" dirty="0"/>
          </a:p>
        </p:txBody>
      </p:sp>
      <p:pic>
        <p:nvPicPr>
          <p:cNvPr id="5" name="Picture 4">
            <a:extLst>
              <a:ext uri="{FF2B5EF4-FFF2-40B4-BE49-F238E27FC236}">
                <a16:creationId xmlns:a16="http://schemas.microsoft.com/office/drawing/2014/main" id="{22730849-0A33-40D5-BD10-A4FA039F3E2B}"/>
              </a:ext>
            </a:extLst>
          </p:cNvPr>
          <p:cNvPicPr>
            <a:picLocks noChangeAspect="1"/>
          </p:cNvPicPr>
          <p:nvPr/>
        </p:nvPicPr>
        <p:blipFill>
          <a:blip r:embed="rId2"/>
          <a:stretch>
            <a:fillRect/>
          </a:stretch>
        </p:blipFill>
        <p:spPr>
          <a:xfrm>
            <a:off x="177212" y="2648811"/>
            <a:ext cx="6213978" cy="3358908"/>
          </a:xfrm>
          <a:prstGeom prst="rect">
            <a:avLst/>
          </a:prstGeom>
        </p:spPr>
      </p:pic>
      <p:pic>
        <p:nvPicPr>
          <p:cNvPr id="7" name="Picture 6" descr="A picture containing building&#10;&#10;Description automatically generated">
            <a:extLst>
              <a:ext uri="{FF2B5EF4-FFF2-40B4-BE49-F238E27FC236}">
                <a16:creationId xmlns:a16="http://schemas.microsoft.com/office/drawing/2014/main" id="{9C14D1C6-B8C2-4E89-8118-3D0C06261B57}"/>
              </a:ext>
            </a:extLst>
          </p:cNvPr>
          <p:cNvPicPr>
            <a:picLocks noChangeAspect="1"/>
          </p:cNvPicPr>
          <p:nvPr/>
        </p:nvPicPr>
        <p:blipFill>
          <a:blip r:embed="rId3"/>
          <a:stretch>
            <a:fillRect/>
          </a:stretch>
        </p:blipFill>
        <p:spPr>
          <a:xfrm>
            <a:off x="6682966" y="2648810"/>
            <a:ext cx="4405744" cy="3358909"/>
          </a:xfrm>
          <a:prstGeom prst="rect">
            <a:avLst/>
          </a:prstGeom>
        </p:spPr>
      </p:pic>
    </p:spTree>
    <p:extLst>
      <p:ext uri="{BB962C8B-B14F-4D97-AF65-F5344CB8AC3E}">
        <p14:creationId xmlns:p14="http://schemas.microsoft.com/office/powerpoint/2010/main" val="3120277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85894EB-1007-9089-A681-C012DBBF93A4}"/>
              </a:ext>
            </a:extLst>
          </p:cNvPr>
          <p:cNvGraphicFramePr/>
          <p:nvPr>
            <p:extLst>
              <p:ext uri="{D42A27DB-BD31-4B8C-83A1-F6EECF244321}">
                <p14:modId xmlns:p14="http://schemas.microsoft.com/office/powerpoint/2010/main" val="2324689773"/>
              </p:ext>
            </p:extLst>
          </p:nvPr>
        </p:nvGraphicFramePr>
        <p:xfrm>
          <a:off x="1214203" y="1439333"/>
          <a:ext cx="978857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128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85AEF-1D50-4FB0-ADE3-DD96C086770E}"/>
              </a:ext>
            </a:extLst>
          </p:cNvPr>
          <p:cNvSpPr>
            <a:spLocks noGrp="1"/>
          </p:cNvSpPr>
          <p:nvPr>
            <p:ph type="title"/>
          </p:nvPr>
        </p:nvSpPr>
        <p:spPr>
          <a:xfrm>
            <a:off x="492370" y="516835"/>
            <a:ext cx="3084844" cy="5772840"/>
          </a:xfrm>
        </p:spPr>
        <p:txBody>
          <a:bodyPr anchor="ctr">
            <a:normAutofit/>
          </a:bodyPr>
          <a:lstStyle/>
          <a:p>
            <a:r>
              <a:rPr lang="en-US" sz="3600" b="1" dirty="0">
                <a:solidFill>
                  <a:srgbClr val="FFFFFF"/>
                </a:solidFill>
                <a:latin typeface="Times New Roman" pitchFamily="18" charset="0"/>
                <a:cs typeface="Times New Roman" pitchFamily="18" charset="0"/>
              </a:rPr>
              <a:t>Các </a:t>
            </a:r>
            <a:r>
              <a:rPr lang="en-US" sz="3600" b="1" dirty="0" err="1">
                <a:solidFill>
                  <a:srgbClr val="FFFFFF"/>
                </a:solidFill>
                <a:latin typeface="Times New Roman" pitchFamily="18" charset="0"/>
                <a:cs typeface="Times New Roman" pitchFamily="18" charset="0"/>
              </a:rPr>
              <a:t>nhóm</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quan</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hệ</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tài</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sản</a:t>
            </a:r>
            <a:r>
              <a:rPr lang="en-US" sz="3600" b="1" dirty="0">
                <a:solidFill>
                  <a:srgbClr val="FFFFFF"/>
                </a:solidFill>
                <a:latin typeface="Times New Roman" pitchFamily="18" charset="0"/>
                <a:cs typeface="Times New Roman" pitchFamily="18" charset="0"/>
              </a:rPr>
              <a:t> do </a:t>
            </a:r>
            <a:r>
              <a:rPr lang="en-US" sz="3600" b="1" dirty="0" err="1">
                <a:solidFill>
                  <a:srgbClr val="FFFFFF"/>
                </a:solidFill>
                <a:latin typeface="Times New Roman" pitchFamily="18" charset="0"/>
                <a:cs typeface="Times New Roman" pitchFamily="18" charset="0"/>
              </a:rPr>
              <a:t>Luật</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Dân</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sự</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điều</a:t>
            </a:r>
            <a:r>
              <a:rPr lang="en-US" sz="3600" b="1" dirty="0">
                <a:solidFill>
                  <a:srgbClr val="FFFFFF"/>
                </a:solidFill>
                <a:latin typeface="Times New Roman" pitchFamily="18" charset="0"/>
                <a:cs typeface="Times New Roman" pitchFamily="18" charset="0"/>
              </a:rPr>
              <a:t> </a:t>
            </a:r>
            <a:r>
              <a:rPr lang="en-US" sz="3600" b="1" dirty="0" err="1">
                <a:solidFill>
                  <a:srgbClr val="FFFFFF"/>
                </a:solidFill>
                <a:latin typeface="Times New Roman" pitchFamily="18" charset="0"/>
                <a:cs typeface="Times New Roman" pitchFamily="18" charset="0"/>
              </a:rPr>
              <a:t>chỉnh</a:t>
            </a:r>
            <a:r>
              <a:rPr lang="en-US" sz="3600" b="1" dirty="0">
                <a:solidFill>
                  <a:srgbClr val="FFFFFF"/>
                </a:solidFill>
                <a:latin typeface="Times New Roman" pitchFamily="18" charset="0"/>
                <a:cs typeface="Times New Roman" pitchFamily="18" charset="0"/>
              </a:rPr>
              <a:t> :</a:t>
            </a:r>
          </a:p>
        </p:txBody>
      </p:sp>
      <p:graphicFrame>
        <p:nvGraphicFramePr>
          <p:cNvPr id="7" name="Content Placeholder 2">
            <a:extLst>
              <a:ext uri="{FF2B5EF4-FFF2-40B4-BE49-F238E27FC236}">
                <a16:creationId xmlns:a16="http://schemas.microsoft.com/office/drawing/2014/main" id="{0336CE59-C5D6-488C-A354-BBAF5A9EB5C6}"/>
              </a:ext>
            </a:extLst>
          </p:cNvPr>
          <p:cNvGraphicFramePr>
            <a:graphicFrameLocks noGrp="1"/>
          </p:cNvGraphicFramePr>
          <p:nvPr>
            <p:ph idx="1"/>
            <p:extLst>
              <p:ext uri="{D42A27DB-BD31-4B8C-83A1-F6EECF244321}">
                <p14:modId xmlns:p14="http://schemas.microsoft.com/office/powerpoint/2010/main" val="2210335762"/>
              </p:ext>
            </p:extLst>
          </p:nvPr>
        </p:nvGraphicFramePr>
        <p:xfrm>
          <a:off x="3577214" y="69125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34619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B2B6E3B9-F89D-0105-6D6F-46D981CF8852}"/>
              </a:ext>
            </a:extLst>
          </p:cNvPr>
          <p:cNvGraphicFramePr/>
          <p:nvPr>
            <p:extLst>
              <p:ext uri="{D42A27DB-BD31-4B8C-83A1-F6EECF244321}">
                <p14:modId xmlns:p14="http://schemas.microsoft.com/office/powerpoint/2010/main" val="2021843072"/>
              </p:ext>
            </p:extLst>
          </p:nvPr>
        </p:nvGraphicFramePr>
        <p:xfrm>
          <a:off x="1214203" y="1439333"/>
          <a:ext cx="978857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9603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42EE-50E0-4109-B2C8-A8EDC03140DF}"/>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thân</a:t>
            </a:r>
            <a:r>
              <a:rPr lang="en-US" dirty="0">
                <a:latin typeface="Times New Roman" pitchFamily="18" charset="0"/>
                <a:cs typeface="Times New Roman" pitchFamily="18" charset="0"/>
              </a:rPr>
              <a:t> do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chỉnh</a:t>
            </a:r>
            <a:r>
              <a:rPr lang="en-US" dirty="0">
                <a:latin typeface="Times New Roman" pitchFamily="18" charset="0"/>
                <a:cs typeface="Times New Roman" pitchFamily="18" charset="0"/>
              </a:rPr>
              <a:t>:</a:t>
            </a:r>
          </a:p>
        </p:txBody>
      </p:sp>
      <p:sp>
        <p:nvSpPr>
          <p:cNvPr id="3" name="Content Placeholder 2">
            <a:extLst>
              <a:ext uri="{FF2B5EF4-FFF2-40B4-BE49-F238E27FC236}">
                <a16:creationId xmlns:a16="http://schemas.microsoft.com/office/drawing/2014/main" id="{9AC24F9F-290E-42A9-83C1-96A2C4B517CE}"/>
              </a:ext>
            </a:extLst>
          </p:cNvPr>
          <p:cNvSpPr>
            <a:spLocks noGrp="1"/>
          </p:cNvSpPr>
          <p:nvPr>
            <p:ph idx="1"/>
          </p:nvPr>
        </p:nvSpPr>
        <p:spPr>
          <a:xfrm>
            <a:off x="180444" y="2003882"/>
            <a:ext cx="6195161" cy="4023360"/>
          </a:xfrm>
        </p:spPr>
        <p:txBody>
          <a:bodyPr>
            <a:noAutofit/>
          </a:bodyPr>
          <a:lstStyle/>
          <a:p>
            <a:pPr algn="just"/>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giữa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tinh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tồn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độc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trên</a:t>
            </a:r>
            <a:r>
              <a:rPr lang="en-US" sz="3000" dirty="0">
                <a:latin typeface="Times New Roman" pitchFamily="18" charset="0"/>
                <a:cs typeface="Times New Roman" pitchFamily="18" charset="0"/>
              </a:rPr>
              <a:t> c</a:t>
            </a:r>
            <a:r>
              <a:rPr lang="vi-VN" sz="3000" dirty="0">
                <a:latin typeface="Times New Roman" pitchFamily="18" charset="0"/>
                <a:cs typeface="Times New Roman" pitchFamily="18" charset="0"/>
              </a:rPr>
              <a:t>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a:t>
            </a:r>
          </a:p>
        </p:txBody>
      </p:sp>
      <p:pic>
        <p:nvPicPr>
          <p:cNvPr id="6" name="Picture 5" descr="A close up of text on a white background&#10;&#10;Description automatically generated">
            <a:extLst>
              <a:ext uri="{FF2B5EF4-FFF2-40B4-BE49-F238E27FC236}">
                <a16:creationId xmlns:a16="http://schemas.microsoft.com/office/drawing/2014/main" id="{51FC50C7-CA9F-431C-9278-BEC7FBC32058}"/>
              </a:ext>
            </a:extLst>
          </p:cNvPr>
          <p:cNvPicPr>
            <a:picLocks noChangeAspect="1"/>
          </p:cNvPicPr>
          <p:nvPr/>
        </p:nvPicPr>
        <p:blipFill>
          <a:blip r:embed="rId2"/>
          <a:stretch>
            <a:fillRect/>
          </a:stretch>
        </p:blipFill>
        <p:spPr>
          <a:xfrm>
            <a:off x="6552346" y="1895508"/>
            <a:ext cx="1904362" cy="1314010"/>
          </a:xfrm>
          <a:prstGeom prst="rect">
            <a:avLst/>
          </a:prstGeom>
        </p:spPr>
      </p:pic>
      <p:pic>
        <p:nvPicPr>
          <p:cNvPr id="8" name="Picture 7" descr="A close up of a device&#10;&#10;Description automatically generated">
            <a:extLst>
              <a:ext uri="{FF2B5EF4-FFF2-40B4-BE49-F238E27FC236}">
                <a16:creationId xmlns:a16="http://schemas.microsoft.com/office/drawing/2014/main" id="{478D6E02-A3DD-47F1-B11D-887EE917BFAB}"/>
              </a:ext>
            </a:extLst>
          </p:cNvPr>
          <p:cNvPicPr>
            <a:picLocks noChangeAspect="1"/>
          </p:cNvPicPr>
          <p:nvPr/>
        </p:nvPicPr>
        <p:blipFill>
          <a:blip r:embed="rId3"/>
          <a:stretch>
            <a:fillRect/>
          </a:stretch>
        </p:blipFill>
        <p:spPr>
          <a:xfrm>
            <a:off x="8333758" y="1895508"/>
            <a:ext cx="2034132" cy="1314010"/>
          </a:xfrm>
          <a:prstGeom prst="rect">
            <a:avLst/>
          </a:prstGeom>
        </p:spPr>
      </p:pic>
      <p:pic>
        <p:nvPicPr>
          <p:cNvPr id="11" name="Picture 10" descr="A close up of text on a white background&#10;&#10;Description automatically generated">
            <a:extLst>
              <a:ext uri="{FF2B5EF4-FFF2-40B4-BE49-F238E27FC236}">
                <a16:creationId xmlns:a16="http://schemas.microsoft.com/office/drawing/2014/main" id="{91EF2CED-10C7-4960-A28C-F82CB375F12F}"/>
              </a:ext>
            </a:extLst>
          </p:cNvPr>
          <p:cNvPicPr>
            <a:picLocks noChangeAspect="1"/>
          </p:cNvPicPr>
          <p:nvPr/>
        </p:nvPicPr>
        <p:blipFill>
          <a:blip r:embed="rId4"/>
          <a:stretch>
            <a:fillRect/>
          </a:stretch>
        </p:blipFill>
        <p:spPr>
          <a:xfrm>
            <a:off x="10367890" y="1895509"/>
            <a:ext cx="1189621" cy="1314010"/>
          </a:xfrm>
          <a:prstGeom prst="rect">
            <a:avLst/>
          </a:prstGeom>
        </p:spPr>
      </p:pic>
      <p:pic>
        <p:nvPicPr>
          <p:cNvPr id="15" name="Picture 14" descr="A close up of a person&#10;&#10;Description automatically generated">
            <a:extLst>
              <a:ext uri="{FF2B5EF4-FFF2-40B4-BE49-F238E27FC236}">
                <a16:creationId xmlns:a16="http://schemas.microsoft.com/office/drawing/2014/main" id="{8340D836-BCD3-47F9-9201-92AF53956020}"/>
              </a:ext>
            </a:extLst>
          </p:cNvPr>
          <p:cNvPicPr>
            <a:picLocks noChangeAspect="1"/>
          </p:cNvPicPr>
          <p:nvPr/>
        </p:nvPicPr>
        <p:blipFill>
          <a:blip r:embed="rId5"/>
          <a:stretch>
            <a:fillRect/>
          </a:stretch>
        </p:blipFill>
        <p:spPr>
          <a:xfrm>
            <a:off x="6552346" y="4136772"/>
            <a:ext cx="2361630" cy="1890470"/>
          </a:xfrm>
          <a:prstGeom prst="rect">
            <a:avLst/>
          </a:prstGeom>
        </p:spPr>
      </p:pic>
      <p:pic>
        <p:nvPicPr>
          <p:cNvPr id="17" name="Picture 16" descr="A close up of text on a white background&#10;&#10;Description automatically generated">
            <a:extLst>
              <a:ext uri="{FF2B5EF4-FFF2-40B4-BE49-F238E27FC236}">
                <a16:creationId xmlns:a16="http://schemas.microsoft.com/office/drawing/2014/main" id="{8E61320E-ED6F-4172-A1CA-EE63B52180A5}"/>
              </a:ext>
            </a:extLst>
          </p:cNvPr>
          <p:cNvPicPr>
            <a:picLocks noChangeAspect="1"/>
          </p:cNvPicPr>
          <p:nvPr/>
        </p:nvPicPr>
        <p:blipFill>
          <a:blip r:embed="rId6"/>
          <a:stretch>
            <a:fillRect/>
          </a:stretch>
        </p:blipFill>
        <p:spPr>
          <a:xfrm>
            <a:off x="8913976" y="4136772"/>
            <a:ext cx="1421630" cy="1895507"/>
          </a:xfrm>
          <a:prstGeom prst="rect">
            <a:avLst/>
          </a:prstGeom>
        </p:spPr>
      </p:pic>
      <p:pic>
        <p:nvPicPr>
          <p:cNvPr id="19" name="Picture 18" descr="A close up of text on a white background&#10;&#10;Description automatically generated">
            <a:extLst>
              <a:ext uri="{FF2B5EF4-FFF2-40B4-BE49-F238E27FC236}">
                <a16:creationId xmlns:a16="http://schemas.microsoft.com/office/drawing/2014/main" id="{E811B980-D138-44A3-B8D6-01C610BCB9E8}"/>
              </a:ext>
            </a:extLst>
          </p:cNvPr>
          <p:cNvPicPr>
            <a:picLocks noChangeAspect="1"/>
          </p:cNvPicPr>
          <p:nvPr/>
        </p:nvPicPr>
        <p:blipFill>
          <a:blip r:embed="rId7"/>
          <a:stretch>
            <a:fillRect/>
          </a:stretch>
        </p:blipFill>
        <p:spPr>
          <a:xfrm>
            <a:off x="10367890" y="4136772"/>
            <a:ext cx="1421631" cy="1895507"/>
          </a:xfrm>
          <a:prstGeom prst="rect">
            <a:avLst/>
          </a:prstGeom>
        </p:spPr>
      </p:pic>
    </p:spTree>
    <p:extLst>
      <p:ext uri="{BB962C8B-B14F-4D97-AF65-F5344CB8AC3E}">
        <p14:creationId xmlns:p14="http://schemas.microsoft.com/office/powerpoint/2010/main" val="78856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8B6B26-BD00-49EF-83C1-206209B10314}"/>
              </a:ext>
            </a:extLst>
          </p:cNvPr>
          <p:cNvSpPr>
            <a:spLocks noGrp="1"/>
          </p:cNvSpPr>
          <p:nvPr>
            <p:ph idx="1"/>
          </p:nvPr>
        </p:nvSpPr>
        <p:spPr>
          <a:xfrm>
            <a:off x="432410" y="2595118"/>
            <a:ext cx="3899748" cy="1667761"/>
          </a:xfrm>
        </p:spPr>
        <p:txBody>
          <a:bodyPr>
            <a:normAutofit/>
          </a:bodyPr>
          <a:lstStyle/>
          <a:p>
            <a:pPr marL="0" indent="0" algn="just">
              <a:buNone/>
            </a:pPr>
            <a:r>
              <a:rPr lang="en-US" sz="3200" b="1" dirty="0">
                <a:solidFill>
                  <a:srgbClr val="FFFFFF"/>
                </a:solidFill>
                <a:latin typeface="Times New Roman" pitchFamily="18" charset="0"/>
                <a:cs typeface="Times New Roman" pitchFamily="18" charset="0"/>
              </a:rPr>
              <a:t>1.2. </a:t>
            </a:r>
            <a:r>
              <a:rPr lang="en-US" sz="3200" b="1" dirty="0" err="1">
                <a:solidFill>
                  <a:srgbClr val="FFFFFF"/>
                </a:solidFill>
                <a:latin typeface="Times New Roman" pitchFamily="18" charset="0"/>
                <a:cs typeface="Times New Roman" pitchFamily="18" charset="0"/>
              </a:rPr>
              <a:t>Ph</a:t>
            </a:r>
            <a:r>
              <a:rPr lang="vi-VN" sz="3200" b="1" dirty="0">
                <a:solidFill>
                  <a:srgbClr val="FFFFFF"/>
                </a:solidFill>
                <a:latin typeface="Times New Roman" pitchFamily="18" charset="0"/>
                <a:cs typeface="Times New Roman" pitchFamily="18" charset="0"/>
              </a:rPr>
              <a:t>ư</a:t>
            </a:r>
            <a:r>
              <a:rPr lang="en-US" sz="3200" b="1" dirty="0" err="1">
                <a:solidFill>
                  <a:srgbClr val="FFFFFF"/>
                </a:solidFill>
                <a:latin typeface="Times New Roman" pitchFamily="18" charset="0"/>
                <a:cs typeface="Times New Roman" pitchFamily="18" charset="0"/>
              </a:rPr>
              <a:t>ơng</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pháp</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điều</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chỉnh</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của</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Luật</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Dân</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sự</a:t>
            </a:r>
            <a:r>
              <a:rPr lang="en-US" sz="3200" b="1" dirty="0">
                <a:solidFill>
                  <a:srgbClr val="FFFFFF"/>
                </a:solidFill>
                <a:latin typeface="Times New Roman" pitchFamily="18" charset="0"/>
                <a:cs typeface="Times New Roman" pitchFamily="18" charset="0"/>
              </a:rPr>
              <a:t>   </a:t>
            </a:r>
            <a:r>
              <a:rPr lang="en-US" sz="3200" b="1" dirty="0" err="1">
                <a:solidFill>
                  <a:srgbClr val="FFFFFF"/>
                </a:solidFill>
                <a:latin typeface="Times New Roman" pitchFamily="18" charset="0"/>
                <a:cs typeface="Times New Roman" pitchFamily="18" charset="0"/>
              </a:rPr>
              <a:t>Việt</a:t>
            </a:r>
            <a:r>
              <a:rPr lang="en-US" sz="3200" b="1" dirty="0">
                <a:solidFill>
                  <a:srgbClr val="FFFFFF"/>
                </a:solidFill>
                <a:latin typeface="Times New Roman" pitchFamily="18" charset="0"/>
                <a:cs typeface="Times New Roman" pitchFamily="18" charset="0"/>
              </a:rPr>
              <a:t> Nam</a:t>
            </a:r>
          </a:p>
        </p:txBody>
      </p:sp>
      <p:pic>
        <p:nvPicPr>
          <p:cNvPr id="5" name="Picture 4">
            <a:extLst>
              <a:ext uri="{FF2B5EF4-FFF2-40B4-BE49-F238E27FC236}">
                <a16:creationId xmlns:a16="http://schemas.microsoft.com/office/drawing/2014/main" id="{07333F76-B35C-4357-BAB3-CE9ADFE0FDAB}"/>
              </a:ext>
            </a:extLst>
          </p:cNvPr>
          <p:cNvPicPr>
            <a:picLocks noChangeAspect="1"/>
          </p:cNvPicPr>
          <p:nvPr/>
        </p:nvPicPr>
        <p:blipFill>
          <a:blip r:embed="rId2"/>
          <a:stretch>
            <a:fillRect/>
          </a:stretch>
        </p:blipFill>
        <p:spPr>
          <a:xfrm>
            <a:off x="4742017" y="1517039"/>
            <a:ext cx="6798082" cy="3823921"/>
          </a:xfrm>
          <a:prstGeom prst="rect">
            <a:avLst/>
          </a:prstGeom>
        </p:spPr>
      </p:pic>
    </p:spTree>
    <p:extLst>
      <p:ext uri="{BB962C8B-B14F-4D97-AF65-F5344CB8AC3E}">
        <p14:creationId xmlns:p14="http://schemas.microsoft.com/office/powerpoint/2010/main" val="1850040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16BE9-4BFC-4759-B2AF-527A7806D82C}"/>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chỉnh</a:t>
            </a:r>
            <a:endParaRPr lang="en-US" dirty="0">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D781C286-884F-4A2E-B507-E930B7444094}"/>
              </a:ext>
            </a:extLst>
          </p:cNvPr>
          <p:cNvGraphicFramePr>
            <a:graphicFrameLocks noGrp="1"/>
          </p:cNvGraphicFramePr>
          <p:nvPr>
            <p:ph idx="1"/>
            <p:extLst>
              <p:ext uri="{D42A27DB-BD31-4B8C-83A1-F6EECF244321}">
                <p14:modId xmlns:p14="http://schemas.microsoft.com/office/powerpoint/2010/main" val="279431317"/>
              </p:ext>
            </p:extLst>
          </p:nvPr>
        </p:nvGraphicFramePr>
        <p:xfrm>
          <a:off x="534572" y="1871003"/>
          <a:ext cx="11113477" cy="44875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492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1.3. </a:t>
            </a:r>
            <a:r>
              <a:rPr lang="en-US" b="1" dirty="0" err="1">
                <a:latin typeface="Times New Roman" pitchFamily="18" charset="0"/>
                <a:cs typeface="Times New Roman" pitchFamily="18" charset="0"/>
              </a:rPr>
              <a:t>Nguyên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tắc</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cơ</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bản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của</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pháp</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luật</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dân</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sự</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579549" y="1845734"/>
            <a:ext cx="4056845" cy="4023360"/>
          </a:xfrm>
        </p:spPr>
        <p:txBody>
          <a:bodyPr>
            <a:normAutofit/>
          </a:bodyPr>
          <a:lstStyle/>
          <a:p>
            <a:pPr marL="0" indent="0" algn="just">
              <a:buNone/>
            </a:pP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trùm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6717" y="1916940"/>
            <a:ext cx="7143750" cy="4286250"/>
          </a:xfrm>
          <a:prstGeom prst="rect">
            <a:avLst/>
          </a:prstGeom>
        </p:spPr>
      </p:pic>
    </p:spTree>
    <p:extLst>
      <p:ext uri="{BB962C8B-B14F-4D97-AF65-F5344CB8AC3E}">
        <p14:creationId xmlns:p14="http://schemas.microsoft.com/office/powerpoint/2010/main" val="1264678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73CD6-B4C6-4FB8-A63A-C13D1AF04014}"/>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3 BLDS 2015)</a:t>
            </a:r>
          </a:p>
        </p:txBody>
      </p:sp>
      <p:sp>
        <p:nvSpPr>
          <p:cNvPr id="3" name="Content Placeholder 2">
            <a:extLst>
              <a:ext uri="{FF2B5EF4-FFF2-40B4-BE49-F238E27FC236}">
                <a16:creationId xmlns:a16="http://schemas.microsoft.com/office/drawing/2014/main" id="{01F1884C-23C9-4BC1-8E8A-978F6154E2C6}"/>
              </a:ext>
            </a:extLst>
          </p:cNvPr>
          <p:cNvSpPr>
            <a:spLocks noGrp="1"/>
          </p:cNvSpPr>
          <p:nvPr>
            <p:ph idx="1"/>
          </p:nvPr>
        </p:nvSpPr>
        <p:spPr/>
        <p:txBody>
          <a:bodyPr>
            <a:normAutofit/>
          </a:bodyPr>
          <a:lstStyle/>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tắc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đẳng</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tắc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tự</a:t>
            </a:r>
            <a:r>
              <a:rPr lang="en-US" sz="3000" dirty="0">
                <a:latin typeface="Times New Roman" pitchFamily="18" charset="0"/>
                <a:cs typeface="Times New Roman" pitchFamily="18" charset="0"/>
              </a:rPr>
              <a:t> do cam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thỏa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thuận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tắc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trung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tắc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trọng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tắc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nhiệm</a:t>
            </a:r>
            <a:r>
              <a:rPr lang="en-US" sz="3000" dirty="0">
                <a:latin typeface="Times New Roman" pitchFamily="18" charset="0"/>
                <a:cs typeface="Times New Roman" pitchFamily="18" charset="0"/>
              </a:rPr>
              <a:t> </a:t>
            </a:r>
          </a:p>
        </p:txBody>
      </p:sp>
    </p:spTree>
    <p:extLst>
      <p:ext uri="{BB962C8B-B14F-4D97-AF65-F5344CB8AC3E}">
        <p14:creationId xmlns:p14="http://schemas.microsoft.com/office/powerpoint/2010/main" val="190447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CC130-E2F1-45ED-B10B-B834F53D41C4}"/>
              </a:ext>
            </a:extLst>
          </p:cNvPr>
          <p:cNvSpPr>
            <a:spLocks noGrp="1"/>
          </p:cNvSpPr>
          <p:nvPr>
            <p:ph type="title"/>
          </p:nvPr>
        </p:nvSpPr>
        <p:spPr>
          <a:xfrm>
            <a:off x="5880295" y="634946"/>
            <a:ext cx="5669447" cy="1450757"/>
          </a:xfrm>
        </p:spPr>
        <p:txBody>
          <a:bodyPr>
            <a:normAutofi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đẳng</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2D85EFF-EB37-4BB9-B5DB-A1C154649A22}"/>
              </a:ext>
            </a:extLst>
          </p:cNvPr>
          <p:cNvSpPr>
            <a:spLocks noGrp="1"/>
          </p:cNvSpPr>
          <p:nvPr>
            <p:ph idx="1"/>
          </p:nvPr>
        </p:nvSpPr>
        <p:spPr>
          <a:xfrm>
            <a:off x="5848589" y="2198914"/>
            <a:ext cx="5701154" cy="3670180"/>
          </a:xfrm>
        </p:spPr>
        <p:txBody>
          <a:bodyPr>
            <a:normAutofit/>
          </a:bodyPr>
          <a:lstStyle/>
          <a:p>
            <a:pPr algn="just"/>
            <a:r>
              <a:rPr lang="en-US" sz="3000" dirty="0" err="1">
                <a:latin typeface="Times New Roman" pitchFamily="18" charset="0"/>
                <a:cs typeface="Times New Roman" pitchFamily="18" charset="0"/>
              </a:rPr>
              <a:t>Mọi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đẳng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lấy</a:t>
            </a:r>
            <a:r>
              <a:rPr lang="en-US" dirty="0">
                <a:latin typeface="Times New Roman" pitchFamily="18" charset="0"/>
                <a:cs typeface="Times New Roman" pitchFamily="18" charset="0"/>
              </a:rPr>
              <a:t> </a:t>
            </a:r>
            <a:r>
              <a:rPr lang="en-US" sz="3000" dirty="0" err="1">
                <a:latin typeface="Times New Roman" pitchFamily="18" charset="0"/>
                <a:cs typeface="Times New Roman" pitchFamily="18" charset="0"/>
              </a:rPr>
              <a:t>bất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lí</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nào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biệt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xử</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t>.</a:t>
            </a:r>
          </a:p>
        </p:txBody>
      </p:sp>
      <p:pic>
        <p:nvPicPr>
          <p:cNvPr id="5" name="Picture 4" descr="A drawing of a cartoon character&#10;&#10;Description automatically generated">
            <a:extLst>
              <a:ext uri="{FF2B5EF4-FFF2-40B4-BE49-F238E27FC236}">
                <a16:creationId xmlns:a16="http://schemas.microsoft.com/office/drawing/2014/main" id="{0C82D7BE-EC72-4D74-8509-BF0F19A58B42}"/>
              </a:ext>
            </a:extLst>
          </p:cNvPr>
          <p:cNvPicPr>
            <a:picLocks noChangeAspect="1"/>
          </p:cNvPicPr>
          <p:nvPr/>
        </p:nvPicPr>
        <p:blipFill>
          <a:blip r:embed="rId2"/>
          <a:stretch>
            <a:fillRect/>
          </a:stretch>
        </p:blipFill>
        <p:spPr>
          <a:xfrm>
            <a:off x="376257" y="2152187"/>
            <a:ext cx="5096075" cy="2548038"/>
          </a:xfrm>
          <a:prstGeom prst="rect">
            <a:avLst/>
          </a:prstGeom>
        </p:spPr>
      </p:pic>
    </p:spTree>
    <p:extLst>
      <p:ext uri="{BB962C8B-B14F-4D97-AF65-F5344CB8AC3E}">
        <p14:creationId xmlns:p14="http://schemas.microsoft.com/office/powerpoint/2010/main" val="2891586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8495F-D6E3-4E33-8452-74A859563953}"/>
              </a:ext>
            </a:extLst>
          </p:cNvPr>
          <p:cNvSpPr>
            <a:spLocks noGrp="1"/>
          </p:cNvSpPr>
          <p:nvPr>
            <p:ph type="title"/>
          </p:nvPr>
        </p:nvSpPr>
        <p:spPr>
          <a:xfrm>
            <a:off x="990932" y="286603"/>
            <a:ext cx="7073776" cy="1450757"/>
          </a:xfrm>
        </p:spPr>
        <p:txBody>
          <a:bodyPr>
            <a:normAutofit/>
          </a:bodyPr>
          <a:lstStyle/>
          <a:p>
            <a:r>
              <a:rPr lang="en-US" dirty="0" err="1">
                <a:latin typeface="Times New Roman" pitchFamily="18" charset="0"/>
                <a:cs typeface="Times New Roman" pitchFamily="18" charset="0"/>
              </a:rPr>
              <a:t>Nguyên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tắc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tự</a:t>
            </a:r>
            <a:r>
              <a:rPr lang="en-US" dirty="0">
                <a:latin typeface="Times New Roman" pitchFamily="18" charset="0"/>
                <a:cs typeface="Times New Roman" pitchFamily="18" charset="0"/>
              </a:rPr>
              <a:t> do cam </a:t>
            </a:r>
            <a:r>
              <a:rPr lang="en-US" dirty="0" err="1">
                <a:latin typeface="Times New Roman" pitchFamily="18" charset="0"/>
                <a:cs typeface="Times New Roman" pitchFamily="18" charset="0"/>
              </a:rPr>
              <a:t>kết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thỏa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thuận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5F9BB2E-E61A-47AB-9683-910A7CF18919}"/>
              </a:ext>
            </a:extLst>
          </p:cNvPr>
          <p:cNvSpPr>
            <a:spLocks noGrp="1"/>
          </p:cNvSpPr>
          <p:nvPr>
            <p:ph idx="1"/>
          </p:nvPr>
        </p:nvSpPr>
        <p:spPr>
          <a:xfrm>
            <a:off x="1044204" y="2023962"/>
            <a:ext cx="6697715" cy="3845131"/>
          </a:xfrm>
        </p:spPr>
        <p:txBody>
          <a:bodyPr>
            <a:normAutofit/>
          </a:bodyPr>
          <a:lstStyle/>
          <a:p>
            <a:pPr algn="just"/>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c</a:t>
            </a:r>
            <a:r>
              <a:rPr lang="vi-VN" sz="2800" dirty="0">
                <a:latin typeface="Times New Roman" pitchFamily="18" charset="0"/>
                <a:cs typeface="Times New Roman" pitchFamily="18" charset="0"/>
              </a:rPr>
              <a:t>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nguyện</a:t>
            </a:r>
            <a:r>
              <a:rPr lang="en-US" sz="2800" dirty="0">
                <a:latin typeface="Times New Roman" pitchFamily="18" charset="0"/>
                <a:cs typeface="Times New Roman" pitchFamily="18" charset="0"/>
              </a:rPr>
              <a:t> cam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Mọi</a:t>
            </a:r>
            <a:r>
              <a:rPr lang="en-US" sz="2800" dirty="0">
                <a:latin typeface="Times New Roman" pitchFamily="18" charset="0"/>
                <a:cs typeface="Times New Roman" pitchFamily="18" charset="0"/>
              </a:rPr>
              <a:t> cam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đ</a:t>
            </a:r>
            <a:r>
              <a:rPr lang="vi-VN" sz="2800" dirty="0">
                <a:latin typeface="Times New Roman" pitchFamily="18" charset="0"/>
                <a:cs typeface="Times New Roman" pitchFamily="18" charset="0"/>
              </a:rPr>
              <a:t>ư</a:t>
            </a:r>
            <a:r>
              <a:rPr lang="en-US" sz="2800" dirty="0" err="1">
                <a:latin typeface="Times New Roman" pitchFamily="18" charset="0"/>
                <a:cs typeface="Times New Roman" pitchFamily="18" charset="0"/>
              </a:rPr>
              <a:t>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3283" y="605307"/>
            <a:ext cx="3832524" cy="5782614"/>
          </a:xfrm>
          <a:prstGeom prst="rect">
            <a:avLst/>
          </a:prstGeom>
        </p:spPr>
      </p:pic>
    </p:spTree>
    <p:extLst>
      <p:ext uri="{BB962C8B-B14F-4D97-AF65-F5344CB8AC3E}">
        <p14:creationId xmlns:p14="http://schemas.microsoft.com/office/powerpoint/2010/main" val="273898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B05D4-AF19-46EE-B06B-D8137948D399}"/>
              </a:ext>
            </a:extLst>
          </p:cNvPr>
          <p:cNvSpPr>
            <a:spLocks noGrp="1"/>
          </p:cNvSpPr>
          <p:nvPr>
            <p:ph type="title"/>
          </p:nvPr>
        </p:nvSpPr>
        <p:spPr>
          <a:xfrm>
            <a:off x="492370" y="605896"/>
            <a:ext cx="3084844" cy="2266093"/>
          </a:xfrm>
        </p:spPr>
        <p:txBody>
          <a:bodyPr anchor="ctr">
            <a:normAutofit/>
          </a:bodyPr>
          <a:lstStyle/>
          <a:p>
            <a:pPr algn="ctr"/>
            <a:r>
              <a:rPr lang="en-US" sz="3600" dirty="0" err="1">
                <a:solidFill>
                  <a:srgbClr val="FFFFFF"/>
                </a:solidFill>
                <a:latin typeface="Times New Roman" pitchFamily="18" charset="0"/>
                <a:cs typeface="Times New Roman" pitchFamily="18" charset="0"/>
              </a:rPr>
              <a:t>Nguyên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tắc</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thiện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chí</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trung</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thực</a:t>
            </a:r>
            <a:endParaRPr lang="en-US" sz="3600" dirty="0">
              <a:solidFill>
                <a:srgbClr val="FFFFFF"/>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6BDA0FFB-9B62-4CC5-AEE4-D9077A1A1449}"/>
              </a:ext>
            </a:extLst>
          </p:cNvPr>
          <p:cNvSpPr>
            <a:spLocks noGrp="1"/>
          </p:cNvSpPr>
          <p:nvPr>
            <p:ph idx="1"/>
          </p:nvPr>
        </p:nvSpPr>
        <p:spPr>
          <a:xfrm>
            <a:off x="4742016" y="4704008"/>
            <a:ext cx="6413663" cy="1548096"/>
          </a:xfrm>
        </p:spPr>
        <p:txBody>
          <a:bodyPr anchor="ctr">
            <a:normAutofit fontScale="92500"/>
          </a:bodyPr>
          <a:lstStyle/>
          <a:p>
            <a:pPr algn="just"/>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trung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419" y="3231824"/>
            <a:ext cx="3681984" cy="294436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9327" y="477994"/>
            <a:ext cx="6191250" cy="3867150"/>
          </a:xfrm>
          <a:prstGeom prst="rect">
            <a:avLst/>
          </a:prstGeom>
        </p:spPr>
      </p:pic>
    </p:spTree>
    <p:extLst>
      <p:ext uri="{BB962C8B-B14F-4D97-AF65-F5344CB8AC3E}">
        <p14:creationId xmlns:p14="http://schemas.microsoft.com/office/powerpoint/2010/main" val="1545742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1D5F-02B1-42BF-B185-CC7F6EAFD4E5}"/>
              </a:ext>
            </a:extLst>
          </p:cNvPr>
          <p:cNvSpPr>
            <a:spLocks noGrp="1"/>
          </p:cNvSpPr>
          <p:nvPr>
            <p:ph type="title"/>
          </p:nvPr>
        </p:nvSpPr>
        <p:spPr>
          <a:xfrm>
            <a:off x="630610" y="2999089"/>
            <a:ext cx="2771273" cy="3280439"/>
          </a:xfrm>
        </p:spPr>
        <p:txBody>
          <a:bodyPr anchor="ctr">
            <a:normAutofit/>
          </a:bodyPr>
          <a:lstStyle/>
          <a:p>
            <a:pPr algn="ctr"/>
            <a:r>
              <a:rPr lang="en-US" sz="3400" dirty="0" err="1">
                <a:latin typeface="Times New Roman" pitchFamily="18" charset="0"/>
                <a:cs typeface="Times New Roman" pitchFamily="18" charset="0"/>
              </a:rPr>
              <a:t>Nguyên</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tắc</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tôn</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trọng</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lợi</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ích</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hợp</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pháp</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của</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người</a:t>
            </a:r>
            <a:r>
              <a:rPr lang="en-US" sz="3400" dirty="0">
                <a:latin typeface="Times New Roman" pitchFamily="18" charset="0"/>
                <a:cs typeface="Times New Roman" pitchFamily="18" charset="0"/>
              </a:rPr>
              <a:t> </a:t>
            </a:r>
            <a:r>
              <a:rPr lang="en-US" sz="3400" dirty="0" err="1">
                <a:latin typeface="Times New Roman" pitchFamily="18" charset="0"/>
                <a:cs typeface="Times New Roman" pitchFamily="18" charset="0"/>
              </a:rPr>
              <a:t>khác</a:t>
            </a:r>
            <a:endParaRPr lang="en-US" sz="34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29724BD-1B8B-4435-B12A-2AC06C8C7537}"/>
              </a:ext>
            </a:extLst>
          </p:cNvPr>
          <p:cNvSpPr>
            <a:spLocks noGrp="1"/>
          </p:cNvSpPr>
          <p:nvPr>
            <p:ph idx="1"/>
          </p:nvPr>
        </p:nvSpPr>
        <p:spPr>
          <a:xfrm>
            <a:off x="3998268" y="766897"/>
            <a:ext cx="6895973" cy="1906551"/>
          </a:xfrm>
        </p:spPr>
        <p:txBody>
          <a:bodyPr anchor="ctr">
            <a:normAutofit fontScale="92500"/>
          </a:bodyPr>
          <a:lstStyle/>
          <a:p>
            <a:pPr algn="just"/>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xâm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quốc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tộc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cộng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678" y="356584"/>
            <a:ext cx="3223139" cy="206464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153" y="2890334"/>
            <a:ext cx="6801714" cy="3967666"/>
          </a:xfrm>
          <a:prstGeom prst="rect">
            <a:avLst/>
          </a:prstGeom>
        </p:spPr>
      </p:pic>
    </p:spTree>
    <p:extLst>
      <p:ext uri="{BB962C8B-B14F-4D97-AF65-F5344CB8AC3E}">
        <p14:creationId xmlns:p14="http://schemas.microsoft.com/office/powerpoint/2010/main" val="1563071899"/>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142C-C4E8-467F-964E-020A7987BBA5}"/>
              </a:ext>
            </a:extLst>
          </p:cNvPr>
          <p:cNvSpPr>
            <a:spLocks noGrp="1"/>
          </p:cNvSpPr>
          <p:nvPr>
            <p:ph type="title"/>
          </p:nvPr>
        </p:nvSpPr>
        <p:spPr>
          <a:xfrm>
            <a:off x="965030" y="963997"/>
            <a:ext cx="3254691" cy="4938361"/>
          </a:xfrm>
        </p:spPr>
        <p:txBody>
          <a:bodyPr anchor="ctr">
            <a:normAutofit/>
          </a:bodyPr>
          <a:lstStyle/>
          <a:p>
            <a:pPr algn="just"/>
            <a:r>
              <a:rPr lang="en-US" sz="4400" dirty="0" err="1">
                <a:latin typeface="Times New Roman" pitchFamily="18" charset="0"/>
                <a:cs typeface="Times New Roman" pitchFamily="18" charset="0"/>
              </a:rPr>
              <a:t>Nguyên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tắc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tự</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chịu</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trách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nhiệm</a:t>
            </a:r>
            <a:endParaRPr lang="en-US" sz="44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3C125506-6ACE-4EFC-9C20-C541EBA98165}"/>
              </a:ext>
            </a:extLst>
          </p:cNvPr>
          <p:cNvSpPr>
            <a:spLocks noGrp="1"/>
          </p:cNvSpPr>
          <p:nvPr>
            <p:ph idx="1"/>
          </p:nvPr>
        </p:nvSpPr>
        <p:spPr>
          <a:xfrm>
            <a:off x="5200687" y="757446"/>
            <a:ext cx="6135097" cy="1534994"/>
          </a:xfrm>
        </p:spPr>
        <p:txBody>
          <a:bodyPr anchor="ctr">
            <a:normAutofit fontScale="92500"/>
          </a:bodyPr>
          <a:lstStyle/>
          <a:p>
            <a:pPr algn="just"/>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nhiệm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đúng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309" y="2516834"/>
            <a:ext cx="5331855" cy="3548107"/>
          </a:xfrm>
          <a:prstGeom prst="rect">
            <a:avLst/>
          </a:prstGeom>
        </p:spPr>
      </p:pic>
    </p:spTree>
    <p:extLst>
      <p:ext uri="{BB962C8B-B14F-4D97-AF65-F5344CB8AC3E}">
        <p14:creationId xmlns:p14="http://schemas.microsoft.com/office/powerpoint/2010/main" val="2262444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789-33E5-40C7-AB65-AAEBAF81B8F4}"/>
              </a:ext>
            </a:extLst>
          </p:cNvPr>
          <p:cNvSpPr>
            <a:spLocks noGrp="1"/>
          </p:cNvSpPr>
          <p:nvPr>
            <p:ph type="title"/>
          </p:nvPr>
        </p:nvSpPr>
        <p:spPr>
          <a:xfrm>
            <a:off x="522349" y="2289747"/>
            <a:ext cx="3376245" cy="2278506"/>
          </a:xfrm>
        </p:spPr>
        <p:txBody>
          <a:bodyPr anchor="ctr">
            <a:normAutofit fontScale="90000"/>
          </a:bodyPr>
          <a:lstStyle/>
          <a:p>
            <a:r>
              <a:rPr lang="en-US" sz="3600" b="1" dirty="0">
                <a:latin typeface="Times New Roman" pitchFamily="18" charset="0"/>
                <a:cs typeface="Times New Roman" pitchFamily="18" charset="0"/>
              </a:rPr>
              <a:t>1.4. </a:t>
            </a:r>
            <a:r>
              <a:rPr lang="en-US" sz="3600" b="1" dirty="0" err="1">
                <a:latin typeface="Times New Roman" pitchFamily="18" charset="0"/>
                <a:cs typeface="Times New Roman" pitchFamily="18" charset="0"/>
              </a:rPr>
              <a:t>Nguồn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điều</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chỉnh</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của</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pháp</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luật</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dân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sự</a:t>
            </a:r>
            <a:r>
              <a:rPr lang="en-US" sz="3600" b="1" dirty="0">
                <a:latin typeface="Times New Roman" pitchFamily="18" charset="0"/>
                <a:cs typeface="Times New Roman" pitchFamily="18" charset="0"/>
              </a:rPr>
              <a:t>   </a:t>
            </a:r>
            <a:br>
              <a:rPr lang="en-US" sz="3600" b="1" dirty="0">
                <a:latin typeface="Times New Roman" pitchFamily="18" charset="0"/>
                <a:cs typeface="Times New Roman" pitchFamily="18" charset="0"/>
              </a:rPr>
            </a:br>
            <a:br>
              <a:rPr lang="en-US" sz="3600" b="1" dirty="0">
                <a:latin typeface="Times New Roman" pitchFamily="18" charset="0"/>
                <a:cs typeface="Times New Roman" pitchFamily="18" charset="0"/>
              </a:rPr>
            </a:br>
            <a:br>
              <a:rPr lang="en-US" sz="3600"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graphicFrame>
        <p:nvGraphicFramePr>
          <p:cNvPr id="7" name="Content Placeholder 2">
            <a:extLst>
              <a:ext uri="{FF2B5EF4-FFF2-40B4-BE49-F238E27FC236}">
                <a16:creationId xmlns:a16="http://schemas.microsoft.com/office/drawing/2014/main" id="{E6D4213A-AA45-4EF6-B192-11F0CDBB0E20}"/>
              </a:ext>
            </a:extLst>
          </p:cNvPr>
          <p:cNvGraphicFramePr>
            <a:graphicFrameLocks noGrp="1"/>
          </p:cNvGraphicFramePr>
          <p:nvPr>
            <p:ph idx="1"/>
            <p:extLst>
              <p:ext uri="{D42A27DB-BD31-4B8C-83A1-F6EECF244321}">
                <p14:modId xmlns:p14="http://schemas.microsoft.com/office/powerpoint/2010/main" val="58796860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8489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646" y="783208"/>
            <a:ext cx="10217528" cy="1080938"/>
          </a:xfrm>
        </p:spPr>
        <p:txBody>
          <a:bodyPr/>
          <a:lstStyle/>
          <a:p>
            <a:r>
              <a:rPr lang="en-US" b="1" dirty="0">
                <a:latin typeface="Times New Roman" pitchFamily="18" charset="0"/>
                <a:cs typeface="Times New Roman" pitchFamily="18" charset="0"/>
              </a:rPr>
              <a:t>II. KHÁI QUÁT QUAN HỆ PHÁP LUẬT DÂN SỰ</a:t>
            </a:r>
          </a:p>
        </p:txBody>
      </p:sp>
      <p:sp>
        <p:nvSpPr>
          <p:cNvPr id="3" name="Content Placeholder 2"/>
          <p:cNvSpPr>
            <a:spLocks noGrp="1"/>
          </p:cNvSpPr>
          <p:nvPr>
            <p:ph idx="1"/>
          </p:nvPr>
        </p:nvSpPr>
        <p:spPr>
          <a:xfrm>
            <a:off x="680321" y="2336873"/>
            <a:ext cx="10682223" cy="3599316"/>
          </a:xfrm>
        </p:spPr>
        <p:txBody>
          <a:bodyPr>
            <a:normAutofit/>
          </a:bodyPr>
          <a:lstStyle/>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niệm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phần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loại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thay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dứt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1779837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Khái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loại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024271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BB01F-D4D4-4F11-BE21-D7CD0BC2C17C}"/>
              </a:ext>
            </a:extLst>
          </p:cNvPr>
          <p:cNvSpPr>
            <a:spLocks noGrp="1"/>
          </p:cNvSpPr>
          <p:nvPr>
            <p:ph type="title"/>
          </p:nvPr>
        </p:nvSpPr>
        <p:spPr>
          <a:xfrm>
            <a:off x="492370" y="516835"/>
            <a:ext cx="3084844" cy="5772840"/>
          </a:xfrm>
        </p:spPr>
        <p:txBody>
          <a:bodyPr anchor="ctr">
            <a:normAutofit/>
          </a:bodyPr>
          <a:lstStyle/>
          <a:p>
            <a:r>
              <a:rPr lang="en-US" sz="3600" dirty="0" err="1">
                <a:solidFill>
                  <a:srgbClr val="FFFFFF"/>
                </a:solidFill>
                <a:latin typeface="Times New Roman" pitchFamily="18" charset="0"/>
                <a:cs typeface="Times New Roman" pitchFamily="18" charset="0"/>
              </a:rPr>
              <a:t>Tính</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chất</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của</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quan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hệ</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pháp</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luật</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dân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sự</a:t>
            </a:r>
            <a:endParaRPr lang="en-US" sz="3600" dirty="0">
              <a:solidFill>
                <a:srgbClr val="FFFFFF"/>
              </a:solidFill>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80625E54-C393-40BC-BA20-602651A3D24D}"/>
              </a:ext>
            </a:extLst>
          </p:cNvPr>
          <p:cNvGraphicFramePr>
            <a:graphicFrameLocks noGrp="1"/>
          </p:cNvGraphicFramePr>
          <p:nvPr>
            <p:ph idx="1"/>
            <p:extLst>
              <p:ext uri="{D42A27DB-BD31-4B8C-83A1-F6EECF244321}">
                <p14:modId xmlns:p14="http://schemas.microsoft.com/office/powerpoint/2010/main" val="231152412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6281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2118A-F9B3-4D6B-B3A2-C2EC17A8FBC1}"/>
              </a:ext>
            </a:extLst>
          </p:cNvPr>
          <p:cNvSpPr>
            <a:spLocks noGrp="1"/>
          </p:cNvSpPr>
          <p:nvPr>
            <p:ph type="title"/>
          </p:nvPr>
        </p:nvSpPr>
        <p:spPr/>
        <p:txBody>
          <a:bodyPr>
            <a:normAutofit/>
          </a:bodyPr>
          <a:lstStyle/>
          <a:p>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EC90670D-102A-4D3E-A9A9-71DD03023E8E}"/>
              </a:ext>
            </a:extLst>
          </p:cNvPr>
          <p:cNvGraphicFramePr>
            <a:graphicFrameLocks noGrp="1"/>
          </p:cNvGraphicFramePr>
          <p:nvPr>
            <p:ph idx="1"/>
            <p:extLst>
              <p:ext uri="{D42A27DB-BD31-4B8C-83A1-F6EECF244321}">
                <p14:modId xmlns:p14="http://schemas.microsoft.com/office/powerpoint/2010/main" val="313313635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376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40D80-39F4-4D2E-92DA-3CA5B9173FEB}"/>
              </a:ext>
            </a:extLst>
          </p:cNvPr>
          <p:cNvSpPr>
            <a:spLocks noGrp="1"/>
          </p:cNvSpPr>
          <p:nvPr>
            <p:ph type="title"/>
          </p:nvPr>
        </p:nvSpPr>
        <p:spPr>
          <a:xfrm>
            <a:off x="492370" y="516835"/>
            <a:ext cx="3084844" cy="5772840"/>
          </a:xfrm>
        </p:spPr>
        <p:txBody>
          <a:bodyPr anchor="ctr">
            <a:normAutofit/>
          </a:bodyPr>
          <a:lstStyle/>
          <a:p>
            <a:r>
              <a:rPr lang="en-US" sz="3600" dirty="0" err="1">
                <a:solidFill>
                  <a:srgbClr val="FFFFFF"/>
                </a:solidFill>
                <a:latin typeface="Times New Roman" pitchFamily="18" charset="0"/>
                <a:cs typeface="Times New Roman" pitchFamily="18" charset="0"/>
              </a:rPr>
              <a:t>Các</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thành</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phần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của</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quan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hệ</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pháp</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luật</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dân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sự</a:t>
            </a:r>
            <a:endParaRPr lang="en-US" sz="3600" dirty="0">
              <a:solidFill>
                <a:srgbClr val="FFFFFF"/>
              </a:solidFill>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C1350E96-4153-464C-97C7-2B2ADAB28B3F}"/>
              </a:ext>
            </a:extLst>
          </p:cNvPr>
          <p:cNvGraphicFramePr>
            <a:graphicFrameLocks noGrp="1"/>
          </p:cNvGraphicFramePr>
          <p:nvPr>
            <p:ph idx="1"/>
            <p:extLst>
              <p:ext uri="{D42A27DB-BD31-4B8C-83A1-F6EECF244321}">
                <p14:modId xmlns:p14="http://schemas.microsoft.com/office/powerpoint/2010/main" val="320996293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1029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FB0DE-C4BF-444A-B721-3C31A657E028}"/>
              </a:ext>
            </a:extLst>
          </p:cNvPr>
          <p:cNvSpPr>
            <a:spLocks noGrp="1"/>
          </p:cNvSpPr>
          <p:nvPr>
            <p:ph type="title"/>
          </p:nvPr>
        </p:nvSpPr>
        <p:spPr>
          <a:xfrm>
            <a:off x="1066800" y="5252936"/>
            <a:ext cx="10058400" cy="1028715"/>
          </a:xfrm>
        </p:spPr>
        <p:txBody>
          <a:bodyPr>
            <a:normAutofit/>
          </a:bodyPr>
          <a:lstStyle/>
          <a:p>
            <a:pPr algn="ctr"/>
            <a:r>
              <a:rPr lang="en-US" dirty="0" err="1">
                <a:solidFill>
                  <a:srgbClr val="FFFFFF"/>
                </a:solidFill>
                <a:latin typeface="Times New Roman" pitchFamily="18" charset="0"/>
                <a:cs typeface="Times New Roman" pitchFamily="18" charset="0"/>
              </a:rPr>
              <a:t>Chủ</a:t>
            </a:r>
            <a:r>
              <a:rPr lang="en-US" dirty="0">
                <a:solidFill>
                  <a:srgbClr val="FFFFFF"/>
                </a:solidFill>
                <a:latin typeface="Times New Roman" pitchFamily="18" charset="0"/>
                <a:cs typeface="Times New Roman" pitchFamily="18" charset="0"/>
              </a:rPr>
              <a:t> </a:t>
            </a:r>
            <a:r>
              <a:rPr lang="en-US" dirty="0" err="1">
                <a:solidFill>
                  <a:srgbClr val="FFFFFF"/>
                </a:solidFill>
                <a:latin typeface="Times New Roman" pitchFamily="18" charset="0"/>
                <a:cs typeface="Times New Roman" pitchFamily="18" charset="0"/>
              </a:rPr>
              <a:t>thể</a:t>
            </a:r>
            <a:r>
              <a:rPr lang="en-US" dirty="0">
                <a:solidFill>
                  <a:srgbClr val="FFFFFF"/>
                </a:solidFill>
                <a:latin typeface="Times New Roman" pitchFamily="18" charset="0"/>
                <a:cs typeface="Times New Roman" pitchFamily="18" charset="0"/>
              </a:rPr>
              <a:t> QHPLDS</a:t>
            </a:r>
          </a:p>
        </p:txBody>
      </p:sp>
      <p:graphicFrame>
        <p:nvGraphicFramePr>
          <p:cNvPr id="19" name="Content Placeholder 2">
            <a:extLst>
              <a:ext uri="{FF2B5EF4-FFF2-40B4-BE49-F238E27FC236}">
                <a16:creationId xmlns:a16="http://schemas.microsoft.com/office/drawing/2014/main" id="{621328B9-34DE-4419-BDB6-E69DBB0BDF94}"/>
              </a:ext>
            </a:extLst>
          </p:cNvPr>
          <p:cNvGraphicFramePr>
            <a:graphicFrameLocks noGrp="1"/>
          </p:cNvGraphicFramePr>
          <p:nvPr>
            <p:ph idx="1"/>
            <p:extLst>
              <p:ext uri="{D42A27DB-BD31-4B8C-83A1-F6EECF244321}">
                <p14:modId xmlns:p14="http://schemas.microsoft.com/office/powerpoint/2010/main" val="2608938263"/>
              </p:ext>
            </p:extLst>
          </p:nvPr>
        </p:nvGraphicFramePr>
        <p:xfrm>
          <a:off x="643466" y="643467"/>
          <a:ext cx="11283491" cy="3619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0123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BD81-04F7-461C-9DF4-6593D68A7324}"/>
              </a:ext>
            </a:extLst>
          </p:cNvPr>
          <p:cNvSpPr>
            <a:spLocks noGrp="1"/>
          </p:cNvSpPr>
          <p:nvPr>
            <p:ph type="title"/>
          </p:nvPr>
        </p:nvSpPr>
        <p:spPr>
          <a:xfrm>
            <a:off x="492370" y="605896"/>
            <a:ext cx="3084844" cy="5646208"/>
          </a:xfrm>
        </p:spPr>
        <p:txBody>
          <a:bodyPr anchor="ctr">
            <a:normAutofit/>
          </a:bodyPr>
          <a:lstStyle/>
          <a:p>
            <a:r>
              <a:rPr lang="en-US" sz="3600" dirty="0" err="1">
                <a:solidFill>
                  <a:srgbClr val="FFFFFF"/>
                </a:solidFill>
                <a:latin typeface="Times New Roman" pitchFamily="18" charset="0"/>
                <a:cs typeface="Times New Roman" pitchFamily="18" charset="0"/>
              </a:rPr>
              <a:t>Khách</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thể</a:t>
            </a:r>
            <a:r>
              <a:rPr lang="en-US" sz="3600" dirty="0">
                <a:solidFill>
                  <a:srgbClr val="FFFFFF"/>
                </a:solidFill>
                <a:latin typeface="Times New Roman" pitchFamily="18" charset="0"/>
                <a:cs typeface="Times New Roman" pitchFamily="18" charset="0"/>
              </a:rPr>
              <a:t> QHPLDS</a:t>
            </a:r>
          </a:p>
        </p:txBody>
      </p:sp>
      <p:sp>
        <p:nvSpPr>
          <p:cNvPr id="3" name="Content Placeholder 2">
            <a:extLst>
              <a:ext uri="{FF2B5EF4-FFF2-40B4-BE49-F238E27FC236}">
                <a16:creationId xmlns:a16="http://schemas.microsoft.com/office/drawing/2014/main" id="{B78380FD-2417-449E-8581-FB047C75D557}"/>
              </a:ext>
            </a:extLst>
          </p:cNvPr>
          <p:cNvSpPr>
            <a:spLocks noGrp="1"/>
          </p:cNvSpPr>
          <p:nvPr>
            <p:ph idx="1"/>
          </p:nvPr>
        </p:nvSpPr>
        <p:spPr>
          <a:xfrm>
            <a:off x="3057994" y="1499016"/>
            <a:ext cx="8641636" cy="3717561"/>
          </a:xfrm>
        </p:spPr>
        <p:txBody>
          <a:bodyPr anchor="ctr">
            <a:normAutofit/>
          </a:bodyPr>
          <a:lstStyle/>
          <a:p>
            <a:pPr algn="just"/>
            <a:r>
              <a:rPr lang="en-US" sz="3000" dirty="0">
                <a:latin typeface="Times New Roman" pitchFamily="18" charset="0"/>
                <a:cs typeface="Times New Roman" pitchFamily="18" charset="0"/>
              </a:rPr>
              <a:t>- Tài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hữu</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động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hữu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tuệ</a:t>
            </a:r>
            <a:r>
              <a:rPr lang="en-US" sz="3000"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89253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A0D3B-42F3-4EE6-8CA6-0FAC39BA5485}"/>
              </a:ext>
            </a:extLst>
          </p:cNvPr>
          <p:cNvSpPr>
            <a:spLocks noGrp="1"/>
          </p:cNvSpPr>
          <p:nvPr>
            <p:ph type="title"/>
          </p:nvPr>
        </p:nvSpPr>
        <p:spPr>
          <a:xfrm>
            <a:off x="484753" y="2415407"/>
            <a:ext cx="3705220" cy="2098623"/>
          </a:xfrm>
        </p:spPr>
        <p:txBody>
          <a:bodyPr anchor="ctr">
            <a:normAutofit/>
          </a:bodyPr>
          <a:lstStyle/>
          <a:p>
            <a:pPr lvl="0" algn="ctr"/>
            <a:r>
              <a:rPr lang="en-US" sz="3600" dirty="0" err="1">
                <a:solidFill>
                  <a:srgbClr val="FFFFFF"/>
                </a:solidFill>
                <a:latin typeface="Times New Roman" pitchFamily="18" charset="0"/>
                <a:cs typeface="Times New Roman" pitchFamily="18" charset="0"/>
              </a:rPr>
              <a:t>Nội</a:t>
            </a:r>
            <a:r>
              <a:rPr lang="en-US" sz="3600" dirty="0">
                <a:solidFill>
                  <a:srgbClr val="FFFFFF"/>
                </a:solidFill>
                <a:latin typeface="Times New Roman" pitchFamily="18" charset="0"/>
                <a:cs typeface="Times New Roman" pitchFamily="18" charset="0"/>
              </a:rPr>
              <a:t> dung QHPLDS</a:t>
            </a:r>
            <a:br>
              <a:rPr lang="en-US" sz="3600" dirty="0">
                <a:solidFill>
                  <a:srgbClr val="FFFFFF"/>
                </a:solidFill>
                <a:latin typeface="Times New Roman" pitchFamily="18" charset="0"/>
                <a:cs typeface="Times New Roman" pitchFamily="18" charset="0"/>
              </a:rPr>
            </a:br>
            <a:br>
              <a:rPr lang="en-US" sz="3600" dirty="0">
                <a:solidFill>
                  <a:srgbClr val="FFFFFF"/>
                </a:solidFill>
                <a:latin typeface="Times New Roman" pitchFamily="18" charset="0"/>
                <a:cs typeface="Times New Roman" pitchFamily="18" charset="0"/>
              </a:rPr>
            </a:br>
            <a:endParaRPr lang="en-US" sz="2800" dirty="0">
              <a:solidFill>
                <a:srgbClr val="FFFFFF"/>
              </a:solidFill>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5341FBB2-7D8B-4F0E-82EA-0C09C99DB5AB}"/>
              </a:ext>
            </a:extLst>
          </p:cNvPr>
          <p:cNvGraphicFramePr>
            <a:graphicFrameLocks noGrp="1"/>
          </p:cNvGraphicFramePr>
          <p:nvPr>
            <p:ph idx="1"/>
            <p:extLst>
              <p:ext uri="{D42A27DB-BD31-4B8C-83A1-F6EECF244321}">
                <p14:modId xmlns:p14="http://schemas.microsoft.com/office/powerpoint/2010/main" val="158502353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741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236C-6D9B-497A-8252-0DB9B88613FA}"/>
              </a:ext>
            </a:extLst>
          </p:cNvPr>
          <p:cNvSpPr>
            <a:spLocks noGrp="1"/>
          </p:cNvSpPr>
          <p:nvPr>
            <p:ph type="title"/>
          </p:nvPr>
        </p:nvSpPr>
        <p:spPr/>
        <p:txBody>
          <a:bodyPr/>
          <a:lstStyle/>
          <a:p>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FC67484-7B9C-4C09-ABF7-E216EE19F42A}"/>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phép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khuôn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khổ</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thỏa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đảm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bằng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c</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Nhà</a:t>
            </a:r>
            <a:r>
              <a:rPr lang="en-US" sz="3000" dirty="0">
                <a:latin typeface="Times New Roman" pitchFamily="18" charset="0"/>
                <a:cs typeface="Times New Roman" pitchFamily="18" charset="0"/>
              </a:rPr>
              <a:t> n</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ớc</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3335747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9209D-B115-45DD-A448-D73F62E61240}"/>
              </a:ext>
            </a:extLst>
          </p:cNvPr>
          <p:cNvSpPr>
            <a:spLocks noGrp="1"/>
          </p:cNvSpPr>
          <p:nvPr>
            <p:ph type="title"/>
          </p:nvPr>
        </p:nvSpPr>
        <p:spPr/>
        <p:txBody>
          <a:bodyPr/>
          <a:lstStyle/>
          <a:p>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dung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9AC721-E092-4C47-BC2C-D62948BCF562}"/>
              </a:ext>
            </a:extLst>
          </p:cNvPr>
          <p:cNvSpPr>
            <a:spLocks noGrp="1"/>
          </p:cNvSpPr>
          <p:nvPr>
            <p:ph idx="1"/>
          </p:nvPr>
        </p:nvSpPr>
        <p:spPr/>
        <p:txBody>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ứng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chính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kiềm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ứng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endParaRPr lang="en-US" sz="30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955128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0F3A-9357-4BB4-A967-8FD4A47B4D32}"/>
              </a:ext>
            </a:extLst>
          </p:cNvPr>
          <p:cNvSpPr>
            <a:spLocks noGrp="1"/>
          </p:cNvSpPr>
          <p:nvPr>
            <p:ph type="title"/>
          </p:nvPr>
        </p:nvSpPr>
        <p:spPr>
          <a:xfrm>
            <a:off x="200531" y="2293495"/>
            <a:ext cx="3254691" cy="2799394"/>
          </a:xfrm>
        </p:spPr>
        <p:txBody>
          <a:bodyPr anchor="ctr">
            <a:normAutofit/>
          </a:bodyPr>
          <a:lstStyle/>
          <a:p>
            <a:pPr algn="just"/>
            <a:r>
              <a:rPr lang="en-US" sz="4400" dirty="0" err="1">
                <a:latin typeface="Times New Roman" pitchFamily="18" charset="0"/>
                <a:cs typeface="Times New Roman" pitchFamily="18" charset="0"/>
              </a:rPr>
              <a:t>Điều</a:t>
            </a:r>
            <a:r>
              <a:rPr lang="en-US" sz="4400" dirty="0">
                <a:latin typeface="Times New Roman" pitchFamily="18" charset="0"/>
                <a:cs typeface="Times New Roman" pitchFamily="18" charset="0"/>
              </a:rPr>
              <a:t> 8. </a:t>
            </a:r>
            <a:r>
              <a:rPr lang="en-US" sz="4400" dirty="0" err="1">
                <a:latin typeface="Times New Roman" pitchFamily="18" charset="0"/>
                <a:cs typeface="Times New Roman" pitchFamily="18" charset="0"/>
              </a:rPr>
              <a:t>Căn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cứ</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xác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lập</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quyền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dân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sự</a:t>
            </a:r>
            <a:endParaRPr lang="en-US" sz="44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7BC72EAC-6E2A-42EF-B083-A7E5D7600411}"/>
              </a:ext>
            </a:extLst>
          </p:cNvPr>
          <p:cNvSpPr>
            <a:spLocks noGrp="1"/>
          </p:cNvSpPr>
          <p:nvPr>
            <p:ph idx="1"/>
          </p:nvPr>
        </p:nvSpPr>
        <p:spPr>
          <a:xfrm>
            <a:off x="3732551" y="629605"/>
            <a:ext cx="8258917" cy="6217919"/>
          </a:xfrm>
        </p:spPr>
        <p:txBody>
          <a:bodyPr anchor="ctr">
            <a:normAutofit/>
          </a:bodyPr>
          <a:lstStyle/>
          <a:p>
            <a:r>
              <a:rPr lang="en-US" sz="2600" dirty="0">
                <a:latin typeface="Times New Roman" pitchFamily="18" charset="0"/>
                <a:cs typeface="Times New Roman" pitchFamily="18" charset="0"/>
              </a:rPr>
              <a:t>1.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đồng</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2.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lí</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ơ</a:t>
            </a:r>
            <a:r>
              <a:rPr lang="en-US" sz="2600" dirty="0">
                <a:latin typeface="Times New Roman" pitchFamily="18" charset="0"/>
                <a:cs typeface="Times New Roman" pitchFamily="18" charset="0"/>
              </a:rPr>
              <a:t>n </a:t>
            </a:r>
            <a:r>
              <a:rPr lang="en-US" sz="2600" dirty="0" err="1">
                <a:latin typeface="Times New Roman" pitchFamily="18" charset="0"/>
                <a:cs typeface="Times New Roman" pitchFamily="18" charset="0"/>
              </a:rPr>
              <a:t>ph</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ơng</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3. </a:t>
            </a:r>
            <a:r>
              <a:rPr lang="en-US" sz="2600" dirty="0" err="1">
                <a:latin typeface="Times New Roman" pitchFamily="18" charset="0"/>
                <a:cs typeface="Times New Roman" pitchFamily="18" charset="0"/>
              </a:rPr>
              <a:t>Quyết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Tòa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thẩm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4.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lao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xuất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doanh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động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r>
              <a:rPr lang="en-US" sz="2600" dirty="0">
                <a:latin typeface="Times New Roman" pitchFamily="18" charset="0"/>
                <a:cs typeface="Times New Roman" pitchFamily="18" charset="0"/>
              </a:rPr>
              <a:t> ra </a:t>
            </a:r>
            <a:r>
              <a:rPr lang="en-US" sz="2600" dirty="0" err="1">
                <a:latin typeface="Times New Roman" pitchFamily="18" charset="0"/>
                <a:cs typeface="Times New Roman" pitchFamily="18" charset="0"/>
              </a:rPr>
              <a:t>đối</a:t>
            </a:r>
            <a:r>
              <a:rPr lang="en-US" sz="2600" dirty="0">
                <a:latin typeface="Times New Roman" pitchFamily="18" charset="0"/>
                <a:cs typeface="Times New Roman" pitchFamily="18" charset="0"/>
              </a:rPr>
              <a:t> t</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sở</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hữu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tuệ</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5. </a:t>
            </a:r>
            <a:r>
              <a:rPr lang="en-US" sz="2600" dirty="0" err="1">
                <a:latin typeface="Times New Roman" pitchFamily="18" charset="0"/>
                <a:cs typeface="Times New Roman" pitchFamily="18" charset="0"/>
              </a:rPr>
              <a:t>Chiếm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hữu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6. </a:t>
            </a:r>
            <a:r>
              <a:rPr lang="en-US" sz="2600" dirty="0" err="1">
                <a:latin typeface="Times New Roman" pitchFamily="18" charset="0"/>
                <a:cs typeface="Times New Roman" pitchFamily="18" charset="0"/>
              </a:rPr>
              <a:t>Sử</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dụng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tài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7.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thiệt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hại</a:t>
            </a: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trái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8. </a:t>
            </a:r>
            <a:r>
              <a:rPr lang="en-US" sz="2600" dirty="0" err="1">
                <a:latin typeface="Times New Roman" pitchFamily="18" charset="0"/>
                <a:cs typeface="Times New Roman" pitchFamily="18" charset="0"/>
              </a:rPr>
              <a:t>Thực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việc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ủy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9. </a:t>
            </a:r>
            <a:r>
              <a:rPr lang="en-US" sz="2600" dirty="0" err="1">
                <a:latin typeface="Times New Roman" pitchFamily="18" charset="0"/>
                <a:cs typeface="Times New Roman" pitchFamily="18" charset="0"/>
              </a:rPr>
              <a:t>Căn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khác</a:t>
            </a: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251739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4E382-AB83-412B-A9E4-95AD828B5004}"/>
              </a:ext>
            </a:extLst>
          </p:cNvPr>
          <p:cNvSpPr>
            <a:spLocks noGrp="1"/>
          </p:cNvSpPr>
          <p:nvPr>
            <p:ph type="title"/>
          </p:nvPr>
        </p:nvSpPr>
        <p:spPr>
          <a:xfrm>
            <a:off x="949047" y="643466"/>
            <a:ext cx="2771273" cy="5225627"/>
          </a:xfrm>
        </p:spPr>
        <p:txBody>
          <a:bodyPr anchor="ctr">
            <a:normAutofit/>
          </a:bodyPr>
          <a:lstStyle/>
          <a:p>
            <a:r>
              <a:rPr lang="en-US" sz="3600" dirty="0" err="1">
                <a:latin typeface="Times New Roman" pitchFamily="18" charset="0"/>
                <a:cs typeface="Times New Roman" pitchFamily="18" charset="0"/>
              </a:rPr>
              <a:t>Bảo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endParaRPr lang="en-US" sz="36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9F3B37C-7DD1-46C6-B46E-15DD8E01D5B2}"/>
              </a:ext>
            </a:extLst>
          </p:cNvPr>
          <p:cNvSpPr>
            <a:spLocks noGrp="1"/>
          </p:cNvSpPr>
          <p:nvPr>
            <p:ph idx="1"/>
          </p:nvPr>
        </p:nvSpPr>
        <p:spPr>
          <a:xfrm>
            <a:off x="4351019" y="436098"/>
            <a:ext cx="7465843" cy="5767754"/>
          </a:xfrm>
        </p:spPr>
        <p:txBody>
          <a:bodyPr anchor="ctr">
            <a:normAutofit/>
          </a:bodyPr>
          <a:lstStyle/>
          <a:p>
            <a:pPr algn="just"/>
            <a:r>
              <a:rPr lang="en-US" sz="2500" dirty="0" err="1">
                <a:latin typeface="Times New Roman" pitchFamily="18" charset="0"/>
                <a:cs typeface="Times New Roman" pitchFamily="18" charset="0"/>
              </a:rPr>
              <a:t>Khi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bị</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xâm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phạm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thể</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bảo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vệ</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thẩm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tôn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trọng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bảo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vệ</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bảo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đảm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mình</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Buộc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chấm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dứt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 </a:t>
            </a:r>
            <a:r>
              <a:rPr lang="en-US" sz="2500" dirty="0" err="1">
                <a:latin typeface="Times New Roman" pitchFamily="18" charset="0"/>
                <a:cs typeface="Times New Roman" pitchFamily="18" charset="0"/>
              </a:rPr>
              <a:t>xâm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phạm</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Buộc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xin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lỗi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chính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khai</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Buộc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nghĩa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vụ</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Buộc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bồi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thiệt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hại</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Hủy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biệt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thẩm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endParaRPr lang="en-US" sz="2500" dirty="0">
              <a:latin typeface="Times New Roman" pitchFamily="18" charset="0"/>
              <a:cs typeface="Times New Roman" pitchFamily="18" charset="0"/>
            </a:endParaRPr>
          </a:p>
        </p:txBody>
      </p:sp>
    </p:spTree>
    <p:extLst>
      <p:ext uri="{BB962C8B-B14F-4D97-AF65-F5344CB8AC3E}">
        <p14:creationId xmlns:p14="http://schemas.microsoft.com/office/powerpoint/2010/main" val="1240553452"/>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3672D-5765-48A2-85B4-ADD791CE7234}"/>
              </a:ext>
            </a:extLst>
          </p:cNvPr>
          <p:cNvSpPr>
            <a:spLocks noGrp="1"/>
          </p:cNvSpPr>
          <p:nvPr>
            <p:ph type="title"/>
          </p:nvPr>
        </p:nvSpPr>
        <p:spPr/>
        <p:txBody>
          <a:bodyPr/>
          <a:lstStyle/>
          <a:p>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CD2D5D8-B903-44C9-AAA2-414CD17402B6}"/>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hiểu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chuyển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chuyển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tiền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giấy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tờ</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được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a:t>
            </a:r>
          </a:p>
          <a:p>
            <a:pPr algn="r"/>
            <a:r>
              <a:rPr lang="en-US" sz="3000" i="1" dirty="0">
                <a:latin typeface="Times New Roman" pitchFamily="18" charset="0"/>
                <a:cs typeface="Times New Roman" pitchFamily="18" charset="0"/>
              </a:rPr>
              <a:t>(</a:t>
            </a:r>
            <a:r>
              <a:rPr lang="en-US" sz="3000" i="1" dirty="0" err="1">
                <a:latin typeface="Times New Roman" pitchFamily="18" charset="0"/>
                <a:cs typeface="Times New Roman" pitchFamily="18" charset="0"/>
              </a:rPr>
              <a:t>Điều</a:t>
            </a:r>
            <a:r>
              <a:rPr lang="en-US" sz="3000" i="1" dirty="0">
                <a:latin typeface="Times New Roman" pitchFamily="18" charset="0"/>
                <a:cs typeface="Times New Roman" pitchFamily="18" charset="0"/>
              </a:rPr>
              <a:t> 274 BLDS 2015)</a:t>
            </a:r>
          </a:p>
        </p:txBody>
      </p:sp>
    </p:spTree>
    <p:extLst>
      <p:ext uri="{BB962C8B-B14F-4D97-AF65-F5344CB8AC3E}">
        <p14:creationId xmlns:p14="http://schemas.microsoft.com/office/powerpoint/2010/main" val="399226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7E2CF-BD23-4F11-A1A5-DCCA639AF060}"/>
              </a:ext>
            </a:extLst>
          </p:cNvPr>
          <p:cNvSpPr>
            <a:spLocks noGrp="1"/>
          </p:cNvSpPr>
          <p:nvPr>
            <p:ph type="title"/>
          </p:nvPr>
        </p:nvSpPr>
        <p:spPr>
          <a:xfrm>
            <a:off x="7543800" y="634946"/>
            <a:ext cx="4005941" cy="5055904"/>
          </a:xfrm>
        </p:spPr>
        <p:txBody>
          <a:bodyPr anchor="ctr">
            <a:normAutofit/>
          </a:bodyPr>
          <a:lstStyle/>
          <a:p>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dung </a:t>
            </a:r>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endParaRPr lang="en-US" dirty="0">
              <a:latin typeface="Times New Roman" pitchFamily="18" charset="0"/>
              <a:cs typeface="Times New Roman" pitchFamily="18" charset="0"/>
            </a:endParaRPr>
          </a:p>
        </p:txBody>
      </p:sp>
      <p:graphicFrame>
        <p:nvGraphicFramePr>
          <p:cNvPr id="5" name="Content Placeholder 2">
            <a:extLst>
              <a:ext uri="{FF2B5EF4-FFF2-40B4-BE49-F238E27FC236}">
                <a16:creationId xmlns:a16="http://schemas.microsoft.com/office/drawing/2014/main" id="{BB8EDE2E-16DB-4FF8-A360-0057410D1CF5}"/>
              </a:ext>
            </a:extLst>
          </p:cNvPr>
          <p:cNvGraphicFramePr>
            <a:graphicFrameLocks noGrp="1"/>
          </p:cNvGraphicFramePr>
          <p:nvPr>
            <p:ph idx="1"/>
            <p:extLst>
              <p:ext uri="{D42A27DB-BD31-4B8C-83A1-F6EECF244321}">
                <p14:modId xmlns:p14="http://schemas.microsoft.com/office/powerpoint/2010/main" val="3819756965"/>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3583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B8564-2F25-422F-978F-DF8D5EFDFB94}"/>
              </a:ext>
            </a:extLst>
          </p:cNvPr>
          <p:cNvSpPr>
            <a:spLocks noGrp="1"/>
          </p:cNvSpPr>
          <p:nvPr>
            <p:ph type="title"/>
          </p:nvPr>
        </p:nvSpPr>
        <p:spPr/>
        <p:txBody>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E19BE933-AF09-4506-9144-9CD655350CFA}"/>
              </a:ext>
            </a:extLst>
          </p:cNvPr>
          <p:cNvSpPr>
            <a:spLocks noGrp="1"/>
          </p:cNvSpPr>
          <p:nvPr>
            <p:ph idx="1"/>
          </p:nvPr>
        </p:nvSpPr>
        <p:spPr/>
        <p:txBody>
          <a:bodyPr>
            <a:normAutofit/>
          </a:bodyPr>
          <a:lstStyle/>
          <a:p>
            <a:r>
              <a:rPr lang="en-US" sz="3000" dirty="0" err="1">
                <a:latin typeface="Times New Roman" pitchFamily="18" charset="0"/>
                <a:cs typeface="Times New Roman" pitchFamily="18" charset="0"/>
              </a:rPr>
              <a:t>Căn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cứ</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t</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QHPLDS:</a:t>
            </a:r>
          </a:p>
          <a:p>
            <a:r>
              <a:rPr lang="en-US" sz="3000" dirty="0">
                <a:latin typeface="Times New Roman" pitchFamily="18" charset="0"/>
                <a:cs typeface="Times New Roman" pitchFamily="18" charset="0"/>
              </a:rPr>
              <a:t>- QHPLDS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QHPLDS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413502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2B954-1214-4E13-B4F3-015686F89675}"/>
              </a:ext>
            </a:extLst>
          </p:cNvPr>
          <p:cNvSpPr>
            <a:spLocks noGrp="1"/>
          </p:cNvSpPr>
          <p:nvPr>
            <p:ph idx="1"/>
          </p:nvPr>
        </p:nvSpPr>
        <p:spPr/>
        <p:txBody>
          <a:bodyPr>
            <a:normAutofit/>
          </a:bodyPr>
          <a:lstStyle/>
          <a:p>
            <a:r>
              <a:rPr lang="en-US" sz="3000" dirty="0" err="1">
                <a:latin typeface="Times New Roman" pitchFamily="18" charset="0"/>
                <a:cs typeface="Times New Roman" pitchFamily="18" charset="0"/>
              </a:rPr>
              <a:t>Căn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cứ</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 QHPLDS </a:t>
            </a:r>
            <a:r>
              <a:rPr lang="en-US" sz="3000" dirty="0" err="1">
                <a:latin typeface="Times New Roman" pitchFamily="18" charset="0"/>
                <a:cs typeface="Times New Roman" pitchFamily="18" charset="0"/>
              </a:rPr>
              <a:t>tuyệt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QHPLDS t</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26111872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2FC4B8-98F2-4B7D-AEE3-556CC72FCFED}"/>
              </a:ext>
            </a:extLst>
          </p:cNvPr>
          <p:cNvSpPr>
            <a:spLocks noGrp="1"/>
          </p:cNvSpPr>
          <p:nvPr>
            <p:ph idx="1"/>
          </p:nvPr>
        </p:nvSpPr>
        <p:spPr>
          <a:xfrm>
            <a:off x="239843" y="2336873"/>
            <a:ext cx="11952157" cy="3599316"/>
          </a:xfrm>
        </p:spPr>
        <p:txBody>
          <a:bodyPr>
            <a:normAutofit/>
          </a:bodyPr>
          <a:lstStyle/>
          <a:p>
            <a:r>
              <a:rPr lang="en-US" sz="3000" dirty="0" err="1">
                <a:latin typeface="Times New Roman" pitchFamily="18" charset="0"/>
                <a:cs typeface="Times New Roman" pitchFamily="18" charset="0"/>
              </a:rPr>
              <a:t>Căn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cứ</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thỏa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1067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E7A723-7B0C-4490-8F61-CB44F946BE7A}"/>
              </a:ext>
            </a:extLst>
          </p:cNvPr>
          <p:cNvSpPr>
            <a:spLocks noGrp="1"/>
          </p:cNvSpPr>
          <p:nvPr>
            <p:ph idx="1"/>
          </p:nvPr>
        </p:nvSpPr>
        <p:spPr>
          <a:xfrm>
            <a:off x="284813" y="2336873"/>
            <a:ext cx="11677338" cy="3599316"/>
          </a:xfrm>
        </p:spPr>
        <p:txBody>
          <a:bodyPr>
            <a:normAutofit/>
          </a:bodyPr>
          <a:lstStyle/>
          <a:p>
            <a:r>
              <a:rPr lang="en-US" sz="3000" dirty="0" err="1">
                <a:latin typeface="Times New Roman" pitchFamily="18" charset="0"/>
                <a:cs typeface="Times New Roman" pitchFamily="18" charset="0"/>
              </a:rPr>
              <a:t>Căn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cứ</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phạm</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phạm</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QHPLDS:</a:t>
            </a:r>
          </a:p>
          <a:p>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ơ</a:t>
            </a:r>
            <a:r>
              <a:rPr lang="en-US" sz="3000" dirty="0">
                <a:latin typeface="Times New Roman" pitchFamily="18" charset="0"/>
                <a:cs typeface="Times New Roman" pitchFamily="18" charset="0"/>
              </a:rPr>
              <a:t>n </a:t>
            </a:r>
            <a:r>
              <a:rPr lang="en-US" sz="3000" dirty="0" err="1">
                <a:latin typeface="Times New Roman" pitchFamily="18" charset="0"/>
                <a:cs typeface="Times New Roman" pitchFamily="18" charset="0"/>
              </a:rPr>
              <a:t>giản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tạp</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3943272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Khái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niệm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19921" y="2741608"/>
            <a:ext cx="11602387" cy="1620530"/>
          </a:xfrm>
        </p:spPr>
        <p:txBody>
          <a:bodyPr>
            <a:normAutofit/>
          </a:bodyPr>
          <a:lstStyle/>
          <a:p>
            <a:pPr algn="just"/>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huống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gắn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tồn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nó</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956008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A5FD7-465A-4574-8C9F-9359FA08A4A4}"/>
              </a:ext>
            </a:extLst>
          </p:cNvPr>
          <p:cNvSpPr>
            <a:spLocks noGrp="1"/>
          </p:cNvSpPr>
          <p:nvPr>
            <p:ph type="title"/>
          </p:nvPr>
        </p:nvSpPr>
        <p:spPr/>
        <p:txBody>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B17CDAD-661E-4A3E-A0E0-E5E51461F0EB}"/>
              </a:ext>
            </a:extLst>
          </p:cNvPr>
          <p:cNvSpPr>
            <a:spLocks noGrp="1"/>
          </p:cNvSpPr>
          <p:nvPr>
            <p:ph idx="1"/>
          </p:nvPr>
        </p:nvSpPr>
        <p:spPr/>
        <p:txBody>
          <a:bodyPr>
            <a:normAutofit/>
          </a:bodyPr>
          <a:lstStyle/>
          <a:p>
            <a:r>
              <a:rPr lang="en-US" sz="3000" dirty="0" err="1">
                <a:latin typeface="Times New Roman" pitchFamily="18" charset="0"/>
                <a:cs typeface="Times New Roman" pitchFamily="18" charset="0"/>
              </a:rPr>
              <a:t>Dựa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hậu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QHPLDS</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thay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đổi</a:t>
            </a:r>
            <a:r>
              <a:rPr lang="en-US" sz="3000" dirty="0">
                <a:latin typeface="Times New Roman" pitchFamily="18" charset="0"/>
                <a:cs typeface="Times New Roman" pitchFamily="18" charset="0"/>
              </a:rPr>
              <a:t> QHPLDS</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QHPLDS</a:t>
            </a:r>
          </a:p>
        </p:txBody>
      </p:sp>
    </p:spTree>
    <p:extLst>
      <p:ext uri="{BB962C8B-B14F-4D97-AF65-F5344CB8AC3E}">
        <p14:creationId xmlns:p14="http://schemas.microsoft.com/office/powerpoint/2010/main" val="3566308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D71E81-91F5-4D54-B1B5-9EDC37756B55}"/>
              </a:ext>
            </a:extLst>
          </p:cNvPr>
          <p:cNvSpPr>
            <a:spLocks noGrp="1"/>
          </p:cNvSpPr>
          <p:nvPr>
            <p:ph idx="1"/>
          </p:nvPr>
        </p:nvSpPr>
        <p:spPr>
          <a:xfrm>
            <a:off x="680321" y="2336873"/>
            <a:ext cx="11511679" cy="3599316"/>
          </a:xfrm>
        </p:spPr>
        <p:txBody>
          <a:bodyPr>
            <a:normAutofit/>
          </a:bodyPr>
          <a:lstStyle/>
          <a:p>
            <a:r>
              <a:rPr lang="en-US" sz="3000" dirty="0" err="1">
                <a:latin typeface="Times New Roman" pitchFamily="18" charset="0"/>
                <a:cs typeface="Times New Roman" pitchFamily="18" charset="0"/>
              </a:rPr>
              <a:t>Dự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nguồn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gốc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biến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hiệu</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nước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0156478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88DB3-BCBD-47C8-BD9A-85E582D2B6B1}"/>
              </a:ext>
            </a:extLst>
          </p:cNvPr>
          <p:cNvSpPr>
            <a:spLocks noGrp="1"/>
          </p:cNvSpPr>
          <p:nvPr>
            <p:ph type="title"/>
          </p:nvPr>
        </p:nvSpPr>
        <p:spPr>
          <a:xfrm>
            <a:off x="492370" y="516836"/>
            <a:ext cx="3084844" cy="1551116"/>
          </a:xfrm>
        </p:spPr>
        <p:txBody>
          <a:bodyPr>
            <a:normAutofit/>
          </a:bodyPr>
          <a:lstStyle/>
          <a:p>
            <a:r>
              <a:rPr lang="en-US" sz="3600" dirty="0" err="1">
                <a:solidFill>
                  <a:srgbClr val="FFFFFF"/>
                </a:solidFill>
                <a:latin typeface="Times New Roman" pitchFamily="18" charset="0"/>
                <a:cs typeface="Times New Roman" pitchFamily="18" charset="0"/>
              </a:rPr>
              <a:t>Sự</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biến</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pháp</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lý</a:t>
            </a:r>
            <a:endParaRPr lang="en-US" sz="3600" dirty="0">
              <a:solidFill>
                <a:srgbClr val="FFFFFF"/>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3BD05C55-9144-4B73-A9A2-A2A0297775B3}"/>
              </a:ext>
            </a:extLst>
          </p:cNvPr>
          <p:cNvSpPr>
            <a:spLocks noGrp="1"/>
          </p:cNvSpPr>
          <p:nvPr>
            <p:ph idx="1"/>
          </p:nvPr>
        </p:nvSpPr>
        <p:spPr>
          <a:xfrm>
            <a:off x="492371" y="2250832"/>
            <a:ext cx="3084844" cy="3738488"/>
          </a:xfrm>
        </p:spPr>
        <p:txBody>
          <a:bodyPr>
            <a:noAutofit/>
          </a:bodyPr>
          <a:lstStyle/>
          <a:p>
            <a:pPr algn="just"/>
            <a:r>
              <a:rPr lang="en-US" sz="2500" dirty="0" err="1">
                <a:solidFill>
                  <a:srgbClr val="FFFFFF"/>
                </a:solidFill>
                <a:latin typeface="Times New Roman" pitchFamily="18" charset="0"/>
                <a:cs typeface="Times New Roman" pitchFamily="18" charset="0"/>
              </a:rPr>
              <a:t>Là</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những</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sự</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kiện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mà</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quá</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trình</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hình</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thành</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diễn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biến</a:t>
            </a:r>
            <a:r>
              <a:rPr lang="en-US" sz="2500" dirty="0">
                <a:solidFill>
                  <a:srgbClr val="FFFFFF"/>
                </a:solidFill>
                <a:latin typeface="Times New Roman" pitchFamily="18" charset="0"/>
                <a:cs typeface="Times New Roman" pitchFamily="18" charset="0"/>
              </a:rPr>
              <a:t> hay </a:t>
            </a:r>
            <a:r>
              <a:rPr lang="en-US" sz="2500" dirty="0" err="1">
                <a:solidFill>
                  <a:srgbClr val="FFFFFF"/>
                </a:solidFill>
                <a:latin typeface="Times New Roman" pitchFamily="18" charset="0"/>
                <a:cs typeface="Times New Roman" pitchFamily="18" charset="0"/>
              </a:rPr>
              <a:t>chấm</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dứt</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của</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các</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sự</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kiện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ấy</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hoàn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toàn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không</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phụ</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thuộc</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vào</a:t>
            </a:r>
            <a:r>
              <a:rPr lang="en-US" sz="2500" dirty="0">
                <a:solidFill>
                  <a:srgbClr val="FFFFFF"/>
                </a:solidFill>
                <a:latin typeface="Times New Roman" pitchFamily="18" charset="0"/>
                <a:cs typeface="Times New Roman" pitchFamily="18" charset="0"/>
              </a:rPr>
              <a:t> ý </a:t>
            </a:r>
            <a:r>
              <a:rPr lang="en-US" sz="2500" dirty="0" err="1">
                <a:solidFill>
                  <a:srgbClr val="FFFFFF"/>
                </a:solidFill>
                <a:latin typeface="Times New Roman" pitchFamily="18" charset="0"/>
                <a:cs typeface="Times New Roman" pitchFamily="18" charset="0"/>
              </a:rPr>
              <a:t>chí</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của</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chủ</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thể</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trong</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quan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hệ</a:t>
            </a:r>
            <a:r>
              <a:rPr lang="en-US" sz="2500" dirty="0">
                <a:solidFill>
                  <a:srgbClr val="FFFFFF"/>
                </a:solidFill>
                <a:latin typeface="Times New Roman" pitchFamily="18" charset="0"/>
                <a:cs typeface="Times New Roman" pitchFamily="18" charset="0"/>
              </a:rPr>
              <a:t>.</a:t>
            </a:r>
          </a:p>
          <a:p>
            <a:pPr algn="just"/>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Sự</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biến</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tuyệt</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đối</a:t>
            </a:r>
            <a:endParaRPr lang="en-US" sz="2500" dirty="0">
              <a:solidFill>
                <a:srgbClr val="FFFFFF"/>
              </a:solidFill>
              <a:latin typeface="Times New Roman" pitchFamily="18" charset="0"/>
              <a:cs typeface="Times New Roman" pitchFamily="18" charset="0"/>
            </a:endParaRPr>
          </a:p>
          <a:p>
            <a:pPr algn="just"/>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Sự</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biến</a:t>
            </a:r>
            <a:r>
              <a:rPr lang="en-US" sz="2500" dirty="0">
                <a:solidFill>
                  <a:srgbClr val="FFFFFF"/>
                </a:solidFill>
                <a:latin typeface="Times New Roman" pitchFamily="18" charset="0"/>
                <a:cs typeface="Times New Roman" pitchFamily="18" charset="0"/>
              </a:rPr>
              <a:t> t</a:t>
            </a:r>
            <a:r>
              <a:rPr lang="vi-VN" sz="2500" dirty="0">
                <a:solidFill>
                  <a:srgbClr val="FFFFFF"/>
                </a:solidFill>
                <a:latin typeface="Times New Roman" pitchFamily="18" charset="0"/>
                <a:cs typeface="Times New Roman" pitchFamily="18" charset="0"/>
              </a:rPr>
              <a:t>ư</a:t>
            </a:r>
            <a:r>
              <a:rPr lang="en-US" sz="2500" dirty="0" err="1">
                <a:solidFill>
                  <a:srgbClr val="FFFFFF"/>
                </a:solidFill>
                <a:latin typeface="Times New Roman" pitchFamily="18" charset="0"/>
                <a:cs typeface="Times New Roman" pitchFamily="18" charset="0"/>
              </a:rPr>
              <a:t>ơng</a:t>
            </a:r>
            <a:r>
              <a:rPr lang="en-US" sz="2500" dirty="0">
                <a:solidFill>
                  <a:srgbClr val="FFFFFF"/>
                </a:solidFill>
                <a:latin typeface="Times New Roman" pitchFamily="18" charset="0"/>
                <a:cs typeface="Times New Roman" pitchFamily="18" charset="0"/>
              </a:rPr>
              <a:t> </a:t>
            </a:r>
            <a:r>
              <a:rPr lang="en-US" sz="2500" dirty="0" err="1">
                <a:solidFill>
                  <a:srgbClr val="FFFFFF"/>
                </a:solidFill>
                <a:latin typeface="Times New Roman" pitchFamily="18" charset="0"/>
                <a:cs typeface="Times New Roman" pitchFamily="18" charset="0"/>
              </a:rPr>
              <a:t>đối</a:t>
            </a:r>
            <a:endParaRPr lang="en-US" sz="2500" dirty="0">
              <a:solidFill>
                <a:srgbClr val="FFFFFF"/>
              </a:solidFill>
              <a:latin typeface="Times New Roman" pitchFamily="18" charset="0"/>
              <a:cs typeface="Times New Roman" pitchFamily="18" charset="0"/>
            </a:endParaRPr>
          </a:p>
        </p:txBody>
      </p:sp>
      <p:pic>
        <p:nvPicPr>
          <p:cNvPr id="5" name="Picture 4" descr="A picture containing nature&#10;&#10;Description automatically generated">
            <a:extLst>
              <a:ext uri="{FF2B5EF4-FFF2-40B4-BE49-F238E27FC236}">
                <a16:creationId xmlns:a16="http://schemas.microsoft.com/office/drawing/2014/main" id="{31DBFF88-560C-44BE-8A71-2C20C6B87C2E}"/>
              </a:ext>
            </a:extLst>
          </p:cNvPr>
          <p:cNvPicPr>
            <a:picLocks noChangeAspect="1"/>
          </p:cNvPicPr>
          <p:nvPr/>
        </p:nvPicPr>
        <p:blipFill>
          <a:blip r:embed="rId2"/>
          <a:stretch>
            <a:fillRect/>
          </a:stretch>
        </p:blipFill>
        <p:spPr>
          <a:xfrm>
            <a:off x="4742017" y="1474551"/>
            <a:ext cx="6798082" cy="3908897"/>
          </a:xfrm>
          <a:prstGeom prst="rect">
            <a:avLst/>
          </a:prstGeom>
        </p:spPr>
      </p:pic>
    </p:spTree>
    <p:extLst>
      <p:ext uri="{BB962C8B-B14F-4D97-AF65-F5344CB8AC3E}">
        <p14:creationId xmlns:p14="http://schemas.microsoft.com/office/powerpoint/2010/main" val="1711256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778F-1206-4E57-8084-1A20F9B96157}"/>
              </a:ext>
            </a:extLst>
          </p:cNvPr>
          <p:cNvSpPr>
            <a:spLocks noGrp="1"/>
          </p:cNvSpPr>
          <p:nvPr>
            <p:ph type="title"/>
          </p:nvPr>
        </p:nvSpPr>
        <p:spPr>
          <a:xfrm>
            <a:off x="609459" y="4343400"/>
            <a:ext cx="10909073" cy="1057655"/>
          </a:xfrm>
        </p:spPr>
        <p:txBody>
          <a:bodyPr vert="horz" lIns="91440" tIns="45720" rIns="91440" bIns="45720" rtlCol="0" anchor="b">
            <a:normAutofit/>
          </a:bodyPr>
          <a:lstStyle/>
          <a:p>
            <a:r>
              <a:rPr lang="en-US" sz="6000" dirty="0" err="1">
                <a:solidFill>
                  <a:schemeClr val="tx1">
                    <a:lumMod val="85000"/>
                    <a:lumOff val="15000"/>
                  </a:schemeClr>
                </a:solidFill>
                <a:latin typeface="Times New Roman" pitchFamily="18" charset="0"/>
                <a:cs typeface="Times New Roman" pitchFamily="18" charset="0"/>
              </a:rPr>
              <a:t>Hành</a:t>
            </a:r>
            <a:r>
              <a:rPr lang="en-US" sz="6000" dirty="0">
                <a:solidFill>
                  <a:schemeClr val="tx1">
                    <a:lumMod val="85000"/>
                    <a:lumOff val="15000"/>
                  </a:schemeClr>
                </a:solidFill>
                <a:latin typeface="Times New Roman" pitchFamily="18" charset="0"/>
                <a:cs typeface="Times New Roman" pitchFamily="18" charset="0"/>
              </a:rPr>
              <a:t> vi </a:t>
            </a:r>
            <a:r>
              <a:rPr lang="en-US" sz="6000" dirty="0" err="1">
                <a:solidFill>
                  <a:schemeClr val="tx1">
                    <a:lumMod val="85000"/>
                    <a:lumOff val="15000"/>
                  </a:schemeClr>
                </a:solidFill>
                <a:latin typeface="Times New Roman" pitchFamily="18" charset="0"/>
                <a:cs typeface="Times New Roman" pitchFamily="18" charset="0"/>
              </a:rPr>
              <a:t>pháp</a:t>
            </a:r>
            <a:r>
              <a:rPr lang="en-US" sz="6000" dirty="0">
                <a:solidFill>
                  <a:schemeClr val="tx1">
                    <a:lumMod val="85000"/>
                    <a:lumOff val="15000"/>
                  </a:schemeClr>
                </a:solidFill>
                <a:latin typeface="Times New Roman" pitchFamily="18" charset="0"/>
                <a:cs typeface="Times New Roman" pitchFamily="18" charset="0"/>
              </a:rPr>
              <a:t> </a:t>
            </a:r>
            <a:r>
              <a:rPr lang="en-US" sz="6000" dirty="0" err="1">
                <a:solidFill>
                  <a:schemeClr val="tx1">
                    <a:lumMod val="85000"/>
                    <a:lumOff val="15000"/>
                  </a:schemeClr>
                </a:solidFill>
                <a:latin typeface="Times New Roman" pitchFamily="18" charset="0"/>
                <a:cs typeface="Times New Roman" pitchFamily="18" charset="0"/>
              </a:rPr>
              <a:t>lý</a:t>
            </a:r>
            <a:endParaRPr lang="en-US" sz="6000" dirty="0">
              <a:solidFill>
                <a:schemeClr val="tx1">
                  <a:lumMod val="85000"/>
                  <a:lumOff val="15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62BABB2-45B4-4851-A74F-C7D75035ABCD}"/>
              </a:ext>
            </a:extLst>
          </p:cNvPr>
          <p:cNvSpPr>
            <a:spLocks noGrp="1"/>
          </p:cNvSpPr>
          <p:nvPr>
            <p:ph idx="1"/>
          </p:nvPr>
        </p:nvSpPr>
        <p:spPr>
          <a:xfrm>
            <a:off x="633456" y="5756856"/>
            <a:ext cx="10925101" cy="577460"/>
          </a:xfrm>
        </p:spPr>
        <p:txBody>
          <a:bodyPr vert="horz" lIns="91440" tIns="45720" rIns="91440" bIns="45720" rtlCol="0">
            <a:noAutofit/>
          </a:bodyPr>
          <a:lstStyle/>
          <a:p>
            <a:pPr marL="0" indent="0">
              <a:buNone/>
            </a:pPr>
            <a:r>
              <a:rPr lang="en-US" cap="all" spc="200" dirty="0" err="1">
                <a:solidFill>
                  <a:schemeClr val="tx1">
                    <a:lumMod val="85000"/>
                    <a:lumOff val="15000"/>
                  </a:schemeClr>
                </a:solidFill>
                <a:latin typeface="Times New Roman" pitchFamily="18" charset="0"/>
                <a:cs typeface="Times New Roman" pitchFamily="18" charset="0"/>
              </a:rPr>
              <a:t>Là</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hành</a:t>
            </a:r>
            <a:r>
              <a:rPr lang="en-US" cap="all" spc="200" dirty="0">
                <a:solidFill>
                  <a:schemeClr val="tx1">
                    <a:lumMod val="85000"/>
                    <a:lumOff val="15000"/>
                  </a:schemeClr>
                </a:solidFill>
                <a:latin typeface="Times New Roman" pitchFamily="18" charset="0"/>
                <a:cs typeface="Times New Roman" pitchFamily="18" charset="0"/>
              </a:rPr>
              <a:t> vi </a:t>
            </a:r>
            <a:r>
              <a:rPr lang="en-US" cap="all" spc="200" dirty="0" err="1">
                <a:solidFill>
                  <a:schemeClr val="tx1">
                    <a:lumMod val="85000"/>
                    <a:lumOff val="15000"/>
                  </a:schemeClr>
                </a:solidFill>
                <a:latin typeface="Times New Roman" pitchFamily="18" charset="0"/>
                <a:cs typeface="Times New Roman" pitchFamily="18" charset="0"/>
              </a:rPr>
              <a:t>của</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các</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chủ</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thể</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nhằm</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làm</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phát</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sinh</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hậu</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quả</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pháp</a:t>
            </a:r>
            <a:r>
              <a:rPr lang="en-US" cap="all" spc="200" dirty="0">
                <a:solidFill>
                  <a:schemeClr val="tx1">
                    <a:lumMod val="85000"/>
                    <a:lumOff val="15000"/>
                  </a:schemeClr>
                </a:solidFill>
                <a:latin typeface="Times New Roman" pitchFamily="18" charset="0"/>
                <a:cs typeface="Times New Roman" pitchFamily="18" charset="0"/>
              </a:rPr>
              <a:t> </a:t>
            </a:r>
            <a:r>
              <a:rPr lang="en-US" cap="all" spc="200" dirty="0" err="1">
                <a:solidFill>
                  <a:schemeClr val="tx1">
                    <a:lumMod val="85000"/>
                    <a:lumOff val="15000"/>
                  </a:schemeClr>
                </a:solidFill>
                <a:latin typeface="Times New Roman" pitchFamily="18" charset="0"/>
                <a:cs typeface="Times New Roman" pitchFamily="18" charset="0"/>
              </a:rPr>
              <a:t>lý</a:t>
            </a:r>
            <a:endParaRPr lang="en-US" cap="all" spc="200" dirty="0">
              <a:solidFill>
                <a:schemeClr val="tx1">
                  <a:lumMod val="85000"/>
                  <a:lumOff val="15000"/>
                </a:schemeClr>
              </a:solidFill>
              <a:latin typeface="Times New Roman" pitchFamily="18" charset="0"/>
              <a:cs typeface="Times New Roman" pitchFamily="18" charset="0"/>
            </a:endParaRPr>
          </a:p>
        </p:txBody>
      </p:sp>
      <p:pic>
        <p:nvPicPr>
          <p:cNvPr id="5" name="Picture 4" descr="A close up of a piece of paper&#10;&#10;Description automatically generated">
            <a:extLst>
              <a:ext uri="{FF2B5EF4-FFF2-40B4-BE49-F238E27FC236}">
                <a16:creationId xmlns:a16="http://schemas.microsoft.com/office/drawing/2014/main" id="{425D8523-501F-4EB5-80D3-914201450AD1}"/>
              </a:ext>
            </a:extLst>
          </p:cNvPr>
          <p:cNvPicPr>
            <a:picLocks noChangeAspect="1"/>
          </p:cNvPicPr>
          <p:nvPr/>
        </p:nvPicPr>
        <p:blipFill>
          <a:blip r:embed="rId2"/>
          <a:stretch>
            <a:fillRect/>
          </a:stretch>
        </p:blipFill>
        <p:spPr>
          <a:xfrm>
            <a:off x="635457" y="998171"/>
            <a:ext cx="5131653" cy="2886554"/>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69158CF1-78FD-4ED8-88E3-FFB9C1797476}"/>
              </a:ext>
            </a:extLst>
          </p:cNvPr>
          <p:cNvPicPr>
            <a:picLocks noChangeAspect="1"/>
          </p:cNvPicPr>
          <p:nvPr/>
        </p:nvPicPr>
        <p:blipFill>
          <a:blip r:embed="rId3"/>
          <a:stretch>
            <a:fillRect/>
          </a:stretch>
        </p:blipFill>
        <p:spPr>
          <a:xfrm>
            <a:off x="6527409" y="998172"/>
            <a:ext cx="4618786" cy="2886554"/>
          </a:xfrm>
          <a:prstGeom prst="rect">
            <a:avLst/>
          </a:prstGeom>
        </p:spPr>
      </p:pic>
    </p:spTree>
    <p:extLst>
      <p:ext uri="{BB962C8B-B14F-4D97-AF65-F5344CB8AC3E}">
        <p14:creationId xmlns:p14="http://schemas.microsoft.com/office/powerpoint/2010/main" val="397160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FA5E-B5ED-40B7-94AD-2E4B937B8C9F}"/>
              </a:ext>
            </a:extLst>
          </p:cNvPr>
          <p:cNvSpPr>
            <a:spLocks noGrp="1"/>
          </p:cNvSpPr>
          <p:nvPr>
            <p:ph type="title"/>
          </p:nvPr>
        </p:nvSpPr>
        <p:spPr>
          <a:xfrm>
            <a:off x="6411685" y="634946"/>
            <a:ext cx="5127171" cy="1450757"/>
          </a:xfrm>
        </p:spPr>
        <p:txBody>
          <a:bodyPr>
            <a:normAutofit/>
          </a:bodyPr>
          <a:lstStyle/>
          <a:p>
            <a:r>
              <a:rPr lang="en-US" dirty="0" err="1">
                <a:latin typeface="Times New Roman" pitchFamily="18" charset="0"/>
                <a:cs typeface="Times New Roman" pitchFamily="18" charset="0"/>
              </a:rPr>
              <a:t>Xử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lý</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EB7D05C-FA4E-4895-B515-6CDC55951C89}"/>
              </a:ext>
            </a:extLst>
          </p:cNvPr>
          <p:cNvSpPr>
            <a:spLocks noGrp="1"/>
          </p:cNvSpPr>
          <p:nvPr>
            <p:ph idx="1"/>
          </p:nvPr>
        </p:nvSpPr>
        <p:spPr>
          <a:xfrm>
            <a:off x="6411684" y="2198914"/>
            <a:ext cx="5127172" cy="3670180"/>
          </a:xfrm>
        </p:spPr>
        <p:txBody>
          <a:bodyPr>
            <a:normAutofit/>
          </a:bodyPr>
          <a:lstStyle/>
          <a:p>
            <a:pPr algn="just"/>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nhằm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hậu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ng do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hậu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a:t>
            </a:r>
          </a:p>
        </p:txBody>
      </p:sp>
      <p:pic>
        <p:nvPicPr>
          <p:cNvPr id="5" name="Picture 4" descr="A picture containing person, table, indoor, cutting&#10;&#10;Description automatically generated">
            <a:extLst>
              <a:ext uri="{FF2B5EF4-FFF2-40B4-BE49-F238E27FC236}">
                <a16:creationId xmlns:a16="http://schemas.microsoft.com/office/drawing/2014/main" id="{A2B73985-2550-4B82-9DAD-BE9C5DB74FD3}"/>
              </a:ext>
            </a:extLst>
          </p:cNvPr>
          <p:cNvPicPr>
            <a:picLocks noChangeAspect="1"/>
          </p:cNvPicPr>
          <p:nvPr/>
        </p:nvPicPr>
        <p:blipFill>
          <a:blip r:embed="rId2"/>
          <a:stretch>
            <a:fillRect/>
          </a:stretch>
        </p:blipFill>
        <p:spPr>
          <a:xfrm>
            <a:off x="643192" y="1735709"/>
            <a:ext cx="5451627" cy="3066540"/>
          </a:xfrm>
          <a:prstGeom prst="rect">
            <a:avLst/>
          </a:prstGeom>
        </p:spPr>
      </p:pic>
    </p:spTree>
    <p:extLst>
      <p:ext uri="{BB962C8B-B14F-4D97-AF65-F5344CB8AC3E}">
        <p14:creationId xmlns:p14="http://schemas.microsoft.com/office/powerpoint/2010/main" val="17444008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9FF64-6A46-4F09-B935-A93CA8C36DBD}"/>
              </a:ext>
            </a:extLst>
          </p:cNvPr>
          <p:cNvSpPr>
            <a:spLocks noGrp="1"/>
          </p:cNvSpPr>
          <p:nvPr>
            <p:ph type="title"/>
          </p:nvPr>
        </p:nvSpPr>
        <p:spPr>
          <a:xfrm>
            <a:off x="5181601" y="634946"/>
            <a:ext cx="6368142" cy="1450757"/>
          </a:xfrm>
        </p:spPr>
        <p:txBody>
          <a:bodyPr>
            <a:normAutofit/>
          </a:bodyPr>
          <a:lstStyle/>
          <a:p>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941201B-C0BC-4BBD-8621-6E3B17C2B8EC}"/>
              </a:ext>
            </a:extLst>
          </p:cNvPr>
          <p:cNvSpPr>
            <a:spLocks noGrp="1"/>
          </p:cNvSpPr>
          <p:nvPr>
            <p:ph idx="1"/>
          </p:nvPr>
        </p:nvSpPr>
        <p:spPr>
          <a:xfrm>
            <a:off x="5181601" y="2198914"/>
            <a:ext cx="6368142" cy="4135402"/>
          </a:xfrm>
        </p:spPr>
        <p:txBody>
          <a:bodyPr>
            <a:noAutofit/>
          </a:bodyPr>
          <a:lstStyle/>
          <a:p>
            <a:pPr algn="just"/>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1 </a:t>
            </a:r>
            <a:r>
              <a:rPr lang="en-US" sz="2500" dirty="0" err="1">
                <a:latin typeface="Times New Roman" pitchFamily="18" charset="0"/>
                <a:cs typeface="Times New Roman" pitchFamily="18" charset="0"/>
              </a:rPr>
              <a:t>khoảng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từ</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điểm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này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đến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điểm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a:t>
            </a:r>
          </a:p>
          <a:p>
            <a:pPr algn="just"/>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do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thúc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thể</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h</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ởng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miễn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trừ</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nghĩa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vụ</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mất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khởi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vụ</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việc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a:t>
            </a:r>
          </a:p>
          <a:p>
            <a:pPr algn="just"/>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một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trong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những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sinh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thay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đổi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chấm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dứt</a:t>
            </a:r>
            <a:r>
              <a:rPr lang="en-US" sz="2500" dirty="0">
                <a:latin typeface="Times New Roman" pitchFamily="18" charset="0"/>
                <a:cs typeface="Times New Roman" pitchFamily="18" charset="0"/>
              </a:rPr>
              <a:t> QHPLDS.</a:t>
            </a:r>
          </a:p>
        </p:txBody>
      </p:sp>
      <p:pic>
        <p:nvPicPr>
          <p:cNvPr id="5" name="Picture 4" descr="A picture containing object, floor, lit, light&#10;&#10;Description automatically generated">
            <a:extLst>
              <a:ext uri="{FF2B5EF4-FFF2-40B4-BE49-F238E27FC236}">
                <a16:creationId xmlns:a16="http://schemas.microsoft.com/office/drawing/2014/main" id="{DDD9EEEA-0F38-4272-AA8E-52521514E760}"/>
              </a:ext>
            </a:extLst>
          </p:cNvPr>
          <p:cNvPicPr>
            <a:picLocks noChangeAspect="1"/>
          </p:cNvPicPr>
          <p:nvPr/>
        </p:nvPicPr>
        <p:blipFill rotWithShape="1">
          <a:blip r:embed="rId2"/>
          <a:srcRect l="26505" r="33016" b="-1"/>
          <a:stretch/>
        </p:blipFill>
        <p:spPr>
          <a:xfrm>
            <a:off x="20" y="-12128"/>
            <a:ext cx="4654276" cy="6870127"/>
          </a:xfrm>
          <a:prstGeom prst="rect">
            <a:avLst/>
          </a:prstGeom>
        </p:spPr>
      </p:pic>
    </p:spTree>
    <p:extLst>
      <p:ext uri="{BB962C8B-B14F-4D97-AF65-F5344CB8AC3E}">
        <p14:creationId xmlns:p14="http://schemas.microsoft.com/office/powerpoint/2010/main" val="2180987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1228-EF3B-4FAE-A4D0-D68ED84A8F6C}"/>
              </a:ext>
            </a:extLst>
          </p:cNvPr>
          <p:cNvSpPr>
            <a:spLocks noGrp="1"/>
          </p:cNvSpPr>
          <p:nvPr>
            <p:ph type="title"/>
          </p:nvPr>
        </p:nvSpPr>
        <p:spPr/>
        <p:txBody>
          <a:bodyPr/>
          <a:lstStyle/>
          <a:p>
            <a:r>
              <a:rPr lang="en-US" dirty="0" err="1">
                <a:latin typeface="Times New Roman" pitchFamily="18" charset="0"/>
                <a:cs typeface="Times New Roman" pitchFamily="18" charset="0"/>
              </a:rPr>
              <a:t>Bản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Tòa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hoặc</a:t>
            </a:r>
            <a:r>
              <a:rPr lang="en-US" dirty="0">
                <a:latin typeface="Times New Roman" pitchFamily="18" charset="0"/>
                <a:cs typeface="Times New Roman" pitchFamily="18" charset="0"/>
              </a:rPr>
              <a:t> c</a:t>
            </a:r>
            <a:r>
              <a:rPr lang="vi-VN" dirty="0">
                <a:latin typeface="Times New Roman" pitchFamily="18" charset="0"/>
                <a:cs typeface="Times New Roman" pitchFamily="18" charset="0"/>
              </a:rPr>
              <a:t>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n</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thẩm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endParaRPr lang="en-US" dirty="0">
              <a:latin typeface="Times New Roman" pitchFamily="18" charset="0"/>
              <a:cs typeface="Times New Roman" pitchFamily="18" charset="0"/>
            </a:endParaRPr>
          </a:p>
        </p:txBody>
      </p:sp>
      <p:pic>
        <p:nvPicPr>
          <p:cNvPr id="5" name="Content Placeholder 4" descr="A picture containing clipart&#10;&#10;Description automatically generated">
            <a:extLst>
              <a:ext uri="{FF2B5EF4-FFF2-40B4-BE49-F238E27FC236}">
                <a16:creationId xmlns:a16="http://schemas.microsoft.com/office/drawing/2014/main" id="{02A6966F-FA63-4116-A391-551877A4B82C}"/>
              </a:ext>
            </a:extLst>
          </p:cNvPr>
          <p:cNvPicPr>
            <a:picLocks noGrp="1" noChangeAspect="1"/>
          </p:cNvPicPr>
          <p:nvPr>
            <p:ph idx="1"/>
          </p:nvPr>
        </p:nvPicPr>
        <p:blipFill>
          <a:blip r:embed="rId2"/>
          <a:stretch>
            <a:fillRect/>
          </a:stretch>
        </p:blipFill>
        <p:spPr>
          <a:xfrm>
            <a:off x="1208845" y="2226432"/>
            <a:ext cx="4657725" cy="3571875"/>
          </a:xfrm>
        </p:spPr>
      </p:pic>
      <p:pic>
        <p:nvPicPr>
          <p:cNvPr id="7" name="Picture 6" descr="A group of people standing outside of a building&#10;&#10;Description automatically generated">
            <a:extLst>
              <a:ext uri="{FF2B5EF4-FFF2-40B4-BE49-F238E27FC236}">
                <a16:creationId xmlns:a16="http://schemas.microsoft.com/office/drawing/2014/main" id="{29712F89-5E00-47C2-8FC8-30C537B7D3AB}"/>
              </a:ext>
            </a:extLst>
          </p:cNvPr>
          <p:cNvPicPr>
            <a:picLocks noChangeAspect="1"/>
          </p:cNvPicPr>
          <p:nvPr/>
        </p:nvPicPr>
        <p:blipFill>
          <a:blip r:embed="rId3"/>
          <a:stretch>
            <a:fillRect/>
          </a:stretch>
        </p:blipFill>
        <p:spPr>
          <a:xfrm>
            <a:off x="6611815" y="2222145"/>
            <a:ext cx="4543865" cy="3407899"/>
          </a:xfrm>
          <a:prstGeom prst="rect">
            <a:avLst/>
          </a:prstGeom>
        </p:spPr>
      </p:pic>
    </p:spTree>
    <p:extLst>
      <p:ext uri="{BB962C8B-B14F-4D97-AF65-F5344CB8AC3E}">
        <p14:creationId xmlns:p14="http://schemas.microsoft.com/office/powerpoint/2010/main" val="82725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400C-AE96-458F-B6E4-AC375C0B0E8B}"/>
              </a:ext>
            </a:extLst>
          </p:cNvPr>
          <p:cNvSpPr>
            <a:spLocks noGrp="1"/>
          </p:cNvSpPr>
          <p:nvPr>
            <p:ph type="title"/>
          </p:nvPr>
        </p:nvSpPr>
        <p:spPr/>
        <p:txBody>
          <a:bodyPr/>
          <a:lstStyle/>
          <a:p>
            <a:r>
              <a:rPr lang="en-US" b="1" dirty="0">
                <a:latin typeface="Times New Roman" pitchFamily="18" charset="0"/>
                <a:cs typeface="Times New Roman" pitchFamily="18" charset="0"/>
              </a:rPr>
              <a:t>III. CÁ NHÂN – CHỦ THỂ CỦA QUAN HỆ PHÁP LUẬT DÂN SỰ</a:t>
            </a:r>
          </a:p>
        </p:txBody>
      </p:sp>
      <p:sp>
        <p:nvSpPr>
          <p:cNvPr id="3" name="Content Placeholder 2">
            <a:extLst>
              <a:ext uri="{FF2B5EF4-FFF2-40B4-BE49-F238E27FC236}">
                <a16:creationId xmlns:a16="http://schemas.microsoft.com/office/drawing/2014/main" id="{61ABE1B0-143D-4C26-8676-C5A80C168E62}"/>
              </a:ext>
            </a:extLst>
          </p:cNvPr>
          <p:cNvSpPr>
            <a:spLocks noGrp="1"/>
          </p:cNvSpPr>
          <p:nvPr>
            <p:ph idx="1"/>
          </p:nvPr>
        </p:nvSpPr>
        <p:spPr/>
        <p:txBody>
          <a:bodyPr>
            <a:normAutofit/>
          </a:bodyPr>
          <a:lstStyle/>
          <a:p>
            <a:pPr marL="0" indent="0" algn="just">
              <a:buNone/>
            </a:pP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1.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nghia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2. </a:t>
            </a:r>
            <a:r>
              <a:rPr lang="en-US" sz="3000" dirty="0" err="1">
                <a:latin typeface="Times New Roman" pitchFamily="18" charset="0"/>
                <a:cs typeface="Times New Roman" pitchFamily="18" charset="0"/>
              </a:rPr>
              <a:t>Mọi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nhau</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3.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endParaRPr lang="en-US" sz="3000" dirty="0">
              <a:latin typeface="Times New Roman" pitchFamily="18" charset="0"/>
              <a:cs typeface="Times New Roman" pitchFamily="18" charset="0"/>
            </a:endParaRPr>
          </a:p>
          <a:p>
            <a:pPr algn="r"/>
            <a:r>
              <a:rPr lang="en-US" sz="3000" i="1" dirty="0">
                <a:latin typeface="Times New Roman" pitchFamily="18" charset="0"/>
                <a:cs typeface="Times New Roman" pitchFamily="18" charset="0"/>
              </a:rPr>
              <a:t>(</a:t>
            </a:r>
            <a:r>
              <a:rPr lang="en-US" sz="3000" i="1" dirty="0" err="1">
                <a:latin typeface="Times New Roman" pitchFamily="18" charset="0"/>
                <a:cs typeface="Times New Roman" pitchFamily="18" charset="0"/>
              </a:rPr>
              <a:t>Điều</a:t>
            </a:r>
            <a:r>
              <a:rPr lang="en-US" sz="3000" i="1" dirty="0">
                <a:latin typeface="Times New Roman" pitchFamily="18" charset="0"/>
                <a:cs typeface="Times New Roman" pitchFamily="18" charset="0"/>
              </a:rPr>
              <a:t> 16 BLDS 2015)</a:t>
            </a:r>
          </a:p>
        </p:txBody>
      </p:sp>
    </p:spTree>
    <p:extLst>
      <p:ext uri="{BB962C8B-B14F-4D97-AF65-F5344CB8AC3E}">
        <p14:creationId xmlns:p14="http://schemas.microsoft.com/office/powerpoint/2010/main" val="2093676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91683-31A6-4C3A-AE18-0405859FB2F4}"/>
              </a:ext>
            </a:extLst>
          </p:cNvPr>
          <p:cNvSpPr>
            <a:spLocks noGrp="1"/>
          </p:cNvSpPr>
          <p:nvPr>
            <p:ph type="title"/>
          </p:nvPr>
        </p:nvSpPr>
        <p:spPr/>
        <p:txBody>
          <a:bodyPr/>
          <a:lstStyle/>
          <a:p>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43364E00-B1F2-459F-81C9-BF4FB2BA07D3}"/>
              </a:ext>
            </a:extLst>
          </p:cNvPr>
          <p:cNvSpPr>
            <a:spLocks noGrp="1"/>
          </p:cNvSpPr>
          <p:nvPr>
            <p:ph idx="1"/>
          </p:nvPr>
        </p:nvSpPr>
        <p:spPr>
          <a:xfrm>
            <a:off x="680321" y="2336873"/>
            <a:ext cx="11326800" cy="3599316"/>
          </a:xfrm>
        </p:spPr>
        <p:txBody>
          <a:bodyPr>
            <a:normAutofit/>
          </a:bodyPr>
          <a:lstStyle/>
          <a:p>
            <a:pPr algn="just"/>
            <a:r>
              <a:rPr lang="en-US" sz="3000" dirty="0">
                <a:latin typeface="Times New Roman" pitchFamily="18" charset="0"/>
                <a:cs typeface="Times New Roman" pitchFamily="18" charset="0"/>
              </a:rPr>
              <a:t>- NLPLDS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NLPLDS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Nhà</a:t>
            </a:r>
            <a:r>
              <a:rPr lang="en-US" sz="3000" dirty="0">
                <a:latin typeface="Times New Roman" pitchFamily="18" charset="0"/>
                <a:cs typeface="Times New Roman" pitchFamily="18" charset="0"/>
              </a:rPr>
              <a:t> n</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ớc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Mọi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nhau</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NLPLDS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41658322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9A2C-1FB1-4D18-9A4C-5CF04D17657D}"/>
              </a:ext>
            </a:extLst>
          </p:cNvPr>
          <p:cNvSpPr>
            <a:spLocks noGrp="1"/>
          </p:cNvSpPr>
          <p:nvPr>
            <p:ph type="title"/>
          </p:nvPr>
        </p:nvSpPr>
        <p:spPr/>
        <p:txBody>
          <a:bodyPr/>
          <a:lstStyle/>
          <a:p>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dung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A57B31CD-1A99-4056-B321-919A6F79DF3C}"/>
              </a:ext>
            </a:extLst>
          </p:cNvPr>
          <p:cNvSpPr>
            <a:spLocks noGrp="1"/>
          </p:cNvSpPr>
          <p:nvPr>
            <p:ph idx="1"/>
          </p:nvPr>
        </p:nvSpPr>
        <p:spPr/>
        <p:txBody>
          <a:bodyPr/>
          <a:lstStyle/>
          <a:p>
            <a:pPr algn="just"/>
            <a:r>
              <a:rPr lang="en-US" sz="3000" dirty="0" err="1">
                <a:latin typeface="Times New Roman" pitchFamily="18" charset="0"/>
                <a:cs typeface="Times New Roman" pitchFamily="18" charset="0"/>
              </a:rPr>
              <a:t>Nội</a:t>
            </a:r>
            <a:r>
              <a:rPr lang="en-US" sz="3000" dirty="0">
                <a:latin typeface="Times New Roman" pitchFamily="18" charset="0"/>
                <a:cs typeface="Times New Roman" pitchFamily="18" charset="0"/>
              </a:rPr>
              <a:t> dung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tổng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gồm</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gắn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gắn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endParaRPr lang="en-US" sz="30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291024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Một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bản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họ</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tên</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tử</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ảnh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xâm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vệ</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danh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phẩm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tín</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tính</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chuyển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tính</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riêng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mật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mật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đình</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9298098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pPr algn="r"/>
            <a:r>
              <a:rPr lang="en-US" sz="2800" i="1" dirty="0">
                <a:latin typeface="Times New Roman" pitchFamily="18" charset="0"/>
                <a:cs typeface="Times New Roman" pitchFamily="18" charset="0"/>
              </a:rPr>
              <a:t>(</a:t>
            </a:r>
            <a:r>
              <a:rPr lang="en-US" sz="2800" i="1" dirty="0" err="1">
                <a:latin typeface="Times New Roman" pitchFamily="18" charset="0"/>
                <a:cs typeface="Times New Roman" pitchFamily="18" charset="0"/>
              </a:rPr>
              <a:t>Điều</a:t>
            </a:r>
            <a:r>
              <a:rPr lang="en-US" sz="2800" i="1" dirty="0">
                <a:latin typeface="Times New Roman" pitchFamily="18" charset="0"/>
                <a:cs typeface="Times New Roman" pitchFamily="18" charset="0"/>
              </a:rPr>
              <a:t> 19 BLDS 2015)</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004" y="3619702"/>
            <a:ext cx="4940121" cy="296407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5954" y="4136531"/>
            <a:ext cx="4285042" cy="2555443"/>
          </a:xfrm>
          <a:prstGeom prst="rect">
            <a:avLst/>
          </a:prstGeom>
        </p:spPr>
      </p:pic>
    </p:spTree>
    <p:extLst>
      <p:ext uri="{BB962C8B-B14F-4D97-AF65-F5344CB8AC3E}">
        <p14:creationId xmlns:p14="http://schemas.microsoft.com/office/powerpoint/2010/main" val="40949997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niên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562544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A2190-0E9C-4B97-B8C6-F9CAC8DEFC9D}"/>
              </a:ext>
            </a:extLst>
          </p:cNvPr>
          <p:cNvSpPr>
            <a:spLocks noGrp="1"/>
          </p:cNvSpPr>
          <p:nvPr>
            <p:ph type="title"/>
          </p:nvPr>
        </p:nvSpPr>
        <p:spPr/>
        <p:txBody>
          <a:bodyPr>
            <a:normAutofit fontScale="90000"/>
          </a:bodyPr>
          <a:lstStyle/>
          <a:p>
            <a:r>
              <a:rPr lang="en-US" sz="4300" dirty="0" err="1">
                <a:latin typeface="Times New Roman" pitchFamily="18" charset="0"/>
                <a:cs typeface="Times New Roman" pitchFamily="18" charset="0"/>
              </a:rPr>
              <a:t>Năng</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lực</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hành</a:t>
            </a:r>
            <a:r>
              <a:rPr lang="en-US" sz="4300" dirty="0">
                <a:latin typeface="Times New Roman" pitchFamily="18" charset="0"/>
                <a:cs typeface="Times New Roman" pitchFamily="18" charset="0"/>
              </a:rPr>
              <a:t> vi </a:t>
            </a:r>
            <a:r>
              <a:rPr lang="en-US" sz="4300" dirty="0" err="1">
                <a:latin typeface="Times New Roman" pitchFamily="18" charset="0"/>
                <a:cs typeface="Times New Roman" pitchFamily="18" charset="0"/>
              </a:rPr>
              <a:t>dân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sự</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của</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người</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thành</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niên</a:t>
            </a:r>
            <a:endParaRPr lang="en-US" sz="43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76D0858-319E-450E-8007-72AA613394A5}"/>
              </a:ext>
            </a:extLst>
          </p:cNvPr>
          <p:cNvSpPr>
            <a:spLocks noGrp="1"/>
          </p:cNvSpPr>
          <p:nvPr>
            <p:ph idx="1"/>
          </p:nvPr>
        </p:nvSpPr>
        <p:spPr>
          <a:xfrm>
            <a:off x="187066" y="2790115"/>
            <a:ext cx="5300185" cy="2636325"/>
          </a:xfrm>
        </p:spPr>
        <p:txBody>
          <a:bodyPr>
            <a:normAutofit/>
          </a:bodyPr>
          <a:lstStyle/>
          <a:p>
            <a:pPr marL="0" indent="0">
              <a:buNone/>
            </a:pPr>
            <a:r>
              <a:rPr lang="en-US" sz="3000" dirty="0">
                <a:latin typeface="Times New Roman" pitchFamily="18" charset="0"/>
                <a:cs typeface="Times New Roman" pitchFamily="18" charset="0"/>
              </a:rPr>
              <a:t> -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m</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lên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endParaRPr lang="en-US" sz="3000" dirty="0">
              <a:latin typeface="Times New Roman" pitchFamily="18" charset="0"/>
              <a:cs typeface="Times New Roman" pitchFamily="18" charset="0"/>
            </a:endParaRPr>
          </a:p>
          <a:p>
            <a:pPr algn="r"/>
            <a:r>
              <a:rPr lang="en-US" sz="3000" i="1" dirty="0">
                <a:latin typeface="Times New Roman" pitchFamily="18" charset="0"/>
                <a:cs typeface="Times New Roman" pitchFamily="18" charset="0"/>
              </a:rPr>
              <a:t>(</a:t>
            </a:r>
            <a:r>
              <a:rPr lang="en-US" sz="3000" i="1" dirty="0" err="1">
                <a:latin typeface="Times New Roman" pitchFamily="18" charset="0"/>
                <a:cs typeface="Times New Roman" pitchFamily="18" charset="0"/>
              </a:rPr>
              <a:t>Điều</a:t>
            </a:r>
            <a:r>
              <a:rPr lang="en-US" sz="3000" i="1" dirty="0">
                <a:latin typeface="Times New Roman" pitchFamily="18" charset="0"/>
                <a:cs typeface="Times New Roman" pitchFamily="18" charset="0"/>
              </a:rPr>
              <a:t> 20 BLDS 2015)</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4579" y="1974761"/>
            <a:ext cx="5715000" cy="3810000"/>
          </a:xfrm>
          <a:prstGeom prst="rect">
            <a:avLst/>
          </a:prstGeom>
        </p:spPr>
      </p:pic>
    </p:spTree>
    <p:extLst>
      <p:ext uri="{BB962C8B-B14F-4D97-AF65-F5344CB8AC3E}">
        <p14:creationId xmlns:p14="http://schemas.microsoft.com/office/powerpoint/2010/main" val="3227584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BA4C-CEF3-42C5-A604-FB66E2598A46}"/>
              </a:ext>
            </a:extLst>
          </p:cNvPr>
          <p:cNvSpPr>
            <a:spLocks noGrp="1"/>
          </p:cNvSpPr>
          <p:nvPr>
            <p:ph type="title"/>
          </p:nvPr>
        </p:nvSpPr>
        <p:spPr/>
        <p:txBody>
          <a:bodyPr>
            <a:normAutofit fontScale="90000"/>
          </a:bodyPr>
          <a:lstStyle/>
          <a:p>
            <a:r>
              <a:rPr lang="en-US" sz="4300" dirty="0" err="1">
                <a:latin typeface="Times New Roman" pitchFamily="18" charset="0"/>
                <a:cs typeface="Times New Roman" pitchFamily="18" charset="0"/>
              </a:rPr>
              <a:t>Năng</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lực</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hành</a:t>
            </a:r>
            <a:r>
              <a:rPr lang="en-US" sz="4300" dirty="0">
                <a:latin typeface="Times New Roman" pitchFamily="18" charset="0"/>
                <a:cs typeface="Times New Roman" pitchFamily="18" charset="0"/>
              </a:rPr>
              <a:t> vi </a:t>
            </a:r>
            <a:r>
              <a:rPr lang="en-US" sz="4300" dirty="0" err="1">
                <a:latin typeface="Times New Roman" pitchFamily="18" charset="0"/>
                <a:cs typeface="Times New Roman" pitchFamily="18" charset="0"/>
              </a:rPr>
              <a:t>dân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sự</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của</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người</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chưa</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thành</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niên</a:t>
            </a:r>
            <a:endParaRPr lang="en-US" sz="43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369FCB8-5A72-4618-9DA9-90052D5D4DBC}"/>
              </a:ext>
            </a:extLst>
          </p:cNvPr>
          <p:cNvSpPr>
            <a:spLocks noGrp="1"/>
          </p:cNvSpPr>
          <p:nvPr>
            <p:ph idx="1"/>
          </p:nvPr>
        </p:nvSpPr>
        <p:spPr/>
        <p:txBody>
          <a:bodyPr>
            <a:normAutofit fontScale="85000" lnSpcReduction="10000"/>
          </a:bodyPr>
          <a:lstStyle/>
          <a:p>
            <a:pPr algn="just"/>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a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6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6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6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a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15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ý, </a:t>
            </a:r>
            <a:r>
              <a:rPr lang="en-US" sz="3000" dirty="0" err="1">
                <a:latin typeface="Times New Roman" pitchFamily="18" charset="0"/>
                <a:cs typeface="Times New Roman" pitchFamily="18" charset="0"/>
              </a:rPr>
              <a:t>trừ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phục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phù</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15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a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18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động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động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ý.</a:t>
            </a:r>
          </a:p>
        </p:txBody>
      </p:sp>
    </p:spTree>
    <p:extLst>
      <p:ext uri="{BB962C8B-B14F-4D97-AF65-F5344CB8AC3E}">
        <p14:creationId xmlns:p14="http://schemas.microsoft.com/office/powerpoint/2010/main" val="441194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E17B-7769-4F9D-9A0E-3E7F2A0FA9AB}"/>
              </a:ext>
            </a:extLst>
          </p:cNvPr>
          <p:cNvSpPr>
            <a:spLocks noGrp="1"/>
          </p:cNvSpPr>
          <p:nvPr>
            <p:ph type="title"/>
          </p:nvPr>
        </p:nvSpPr>
        <p:spPr/>
        <p:txBody>
          <a:bodyPr/>
          <a:lstStyle/>
          <a:p>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BE572AB-B8E1-41DA-85CF-1DE9681DF72F}"/>
              </a:ext>
            </a:extLst>
          </p:cNvPr>
          <p:cNvSpPr>
            <a:spLocks noGrp="1"/>
          </p:cNvSpPr>
          <p:nvPr>
            <p:ph idx="1"/>
          </p:nvPr>
        </p:nvSpPr>
        <p:spPr>
          <a:xfrm>
            <a:off x="397565" y="1845733"/>
            <a:ext cx="11158331" cy="4515309"/>
          </a:xfrm>
        </p:spPr>
        <p:txBody>
          <a:bodyPr>
            <a:normAutofit lnSpcReduction="10000"/>
          </a:bodyPr>
          <a:lstStyle/>
          <a:p>
            <a:pPr algn="just"/>
            <a:r>
              <a:rPr lang="en-US" sz="2700" dirty="0">
                <a:latin typeface="Times New Roman" pitchFamily="18" charset="0"/>
                <a:cs typeface="Times New Roman" pitchFamily="18" charset="0"/>
              </a:rPr>
              <a:t>(</a:t>
            </a:r>
            <a:r>
              <a:rPr lang="en-US" sz="2700" dirty="0" err="1">
                <a:latin typeface="Times New Roman" pitchFamily="18" charset="0"/>
                <a:cs typeface="Times New Roman" pitchFamily="18" charset="0"/>
              </a:rPr>
              <a:t>Điều</a:t>
            </a:r>
            <a:r>
              <a:rPr lang="en-US" sz="2700" dirty="0">
                <a:latin typeface="Times New Roman" pitchFamily="18" charset="0"/>
                <a:cs typeface="Times New Roman" pitchFamily="18" charset="0"/>
              </a:rPr>
              <a:t> 2 BLDS 2015)</a:t>
            </a:r>
          </a:p>
          <a:p>
            <a:pPr algn="just"/>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Khi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một</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do </a:t>
            </a:r>
            <a:r>
              <a:rPr lang="en-US" sz="2700" dirty="0" err="1">
                <a:latin typeface="Times New Roman" pitchFamily="18" charset="0"/>
                <a:cs typeface="Times New Roman" pitchFamily="18" charset="0"/>
              </a:rPr>
              <a:t>bị</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bệnh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tâm</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thần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hoặc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mắc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bệnh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khác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mà</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không</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thể</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nhận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thức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làm</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chủ</a:t>
            </a:r>
            <a:r>
              <a:rPr lang="en-US" sz="2700" dirty="0">
                <a:latin typeface="Times New Roman" pitchFamily="18" charset="0"/>
                <a:cs typeface="Times New Roman" pitchFamily="18" charset="0"/>
              </a:rPr>
              <a:t> đ</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ợc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hành</a:t>
            </a:r>
            <a:r>
              <a:rPr lang="en-US" sz="2700" dirty="0">
                <a:latin typeface="Times New Roman" pitchFamily="18" charset="0"/>
                <a:cs typeface="Times New Roman" pitchFamily="18" charset="0"/>
              </a:rPr>
              <a:t> vi </a:t>
            </a:r>
            <a:r>
              <a:rPr lang="en-US" sz="2700" dirty="0" err="1">
                <a:latin typeface="Times New Roman" pitchFamily="18" charset="0"/>
                <a:cs typeface="Times New Roman" pitchFamily="18" charset="0"/>
              </a:rPr>
              <a:t>thì</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theo</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yêu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cầu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có</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quyền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lợi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ích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liên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hoặc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c</a:t>
            </a:r>
            <a:r>
              <a:rPr lang="vi-VN" sz="2700" dirty="0">
                <a:latin typeface="Times New Roman" pitchFamily="18" charset="0"/>
                <a:cs typeface="Times New Roman" pitchFamily="18" charset="0"/>
              </a:rPr>
              <a:t>ơ</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tổ</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chức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hữu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Tòa</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án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quyết</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định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tuyên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bố</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này</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là</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mất</a:t>
            </a:r>
            <a:r>
              <a:rPr lang="en-US" sz="2700" dirty="0">
                <a:latin typeface="Times New Roman" pitchFamily="18" charset="0"/>
                <a:cs typeface="Times New Roman" pitchFamily="18" charset="0"/>
              </a:rPr>
              <a:t> NLHVDS </a:t>
            </a:r>
            <a:r>
              <a:rPr lang="en-US" sz="2700" dirty="0" err="1">
                <a:latin typeface="Times New Roman" pitchFamily="18" charset="0"/>
                <a:cs typeface="Times New Roman" pitchFamily="18" charset="0"/>
              </a:rPr>
              <a:t>trên</a:t>
            </a:r>
            <a:r>
              <a:rPr lang="en-US" sz="2700" dirty="0">
                <a:latin typeface="Times New Roman" pitchFamily="18" charset="0"/>
                <a:cs typeface="Times New Roman" pitchFamily="18" charset="0"/>
              </a:rPr>
              <a:t> c</a:t>
            </a:r>
            <a:r>
              <a:rPr lang="vi-VN" sz="2700" dirty="0">
                <a:latin typeface="Times New Roman" pitchFamily="18" charset="0"/>
                <a:cs typeface="Times New Roman" pitchFamily="18" charset="0"/>
              </a:rPr>
              <a:t>ơ</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sở</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kết</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luận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giám</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định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pháp</a:t>
            </a:r>
            <a:r>
              <a:rPr lang="en-US" sz="2700" dirty="0">
                <a:latin typeface="Times New Roman" pitchFamily="18" charset="0"/>
                <a:cs typeface="Times New Roman" pitchFamily="18" charset="0"/>
              </a:rPr>
              <a:t> y </a:t>
            </a:r>
            <a:r>
              <a:rPr lang="en-US" sz="2700" dirty="0" err="1">
                <a:latin typeface="Times New Roman" pitchFamily="18" charset="0"/>
                <a:cs typeface="Times New Roman" pitchFamily="18" charset="0"/>
              </a:rPr>
              <a:t>tâm</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thần</a:t>
            </a:r>
            <a:r>
              <a:rPr lang="en-US" sz="2700" dirty="0">
                <a:latin typeface="Times New Roman" pitchFamily="18" charset="0"/>
                <a:cs typeface="Times New Roman" pitchFamily="18" charset="0"/>
              </a:rPr>
              <a:t>.</a:t>
            </a:r>
          </a:p>
          <a:p>
            <a:pPr algn="just"/>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Khi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không</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còn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căn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cứ</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tuyên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bố</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một</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mất</a:t>
            </a:r>
            <a:r>
              <a:rPr lang="en-US" sz="2700" dirty="0">
                <a:latin typeface="Times New Roman" pitchFamily="18" charset="0"/>
                <a:cs typeface="Times New Roman" pitchFamily="18" charset="0"/>
              </a:rPr>
              <a:t> NLHVDS </a:t>
            </a:r>
            <a:r>
              <a:rPr lang="en-US" sz="2700" dirty="0" err="1">
                <a:latin typeface="Times New Roman" pitchFamily="18" charset="0"/>
                <a:cs typeface="Times New Roman" pitchFamily="18" charset="0"/>
              </a:rPr>
              <a:t>thì</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theo</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yêu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cầu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chính</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đó</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hoặc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có</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quyền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lợi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ích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liên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hoặc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c</a:t>
            </a:r>
            <a:r>
              <a:rPr lang="vi-VN" sz="2700" dirty="0">
                <a:latin typeface="Times New Roman" pitchFamily="18" charset="0"/>
                <a:cs typeface="Times New Roman" pitchFamily="18" charset="0"/>
              </a:rPr>
              <a:t>ơ</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tổ</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chức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hữu</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quan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Tòa</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án</a:t>
            </a:r>
            <a:r>
              <a:rPr lang="en-US" sz="2700" dirty="0">
                <a:latin typeface="Times New Roman" pitchFamily="18" charset="0"/>
                <a:cs typeface="Times New Roman" pitchFamily="18" charset="0"/>
              </a:rPr>
              <a:t> ra </a:t>
            </a:r>
            <a:r>
              <a:rPr lang="en-US" sz="2700" dirty="0" err="1">
                <a:latin typeface="Times New Roman" pitchFamily="18" charset="0"/>
                <a:cs typeface="Times New Roman" pitchFamily="18" charset="0"/>
              </a:rPr>
              <a:t>quyết</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định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hủy</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bỏ</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quyết</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định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tuyên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bố</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mất</a:t>
            </a:r>
            <a:r>
              <a:rPr lang="en-US" sz="2700" dirty="0">
                <a:latin typeface="Times New Roman" pitchFamily="18" charset="0"/>
                <a:cs typeface="Times New Roman" pitchFamily="18" charset="0"/>
              </a:rPr>
              <a:t> NLHVDS.</a:t>
            </a:r>
          </a:p>
          <a:p>
            <a:pPr algn="just"/>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Giao</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dịch</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dân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sự</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của</a:t>
            </a:r>
            <a:r>
              <a:rPr lang="en-US" sz="2700" dirty="0">
                <a:latin typeface="Times New Roman" pitchFamily="18" charset="0"/>
                <a:cs typeface="Times New Roman" pitchFamily="18" charset="0"/>
              </a:rPr>
              <a:t>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mất</a:t>
            </a:r>
            <a:r>
              <a:rPr lang="en-US" sz="2700" dirty="0">
                <a:latin typeface="Times New Roman" pitchFamily="18" charset="0"/>
                <a:cs typeface="Times New Roman" pitchFamily="18" charset="0"/>
              </a:rPr>
              <a:t> NLHVDS </a:t>
            </a:r>
            <a:r>
              <a:rPr lang="en-US" sz="2700" dirty="0" err="1">
                <a:latin typeface="Times New Roman" pitchFamily="18" charset="0"/>
                <a:cs typeface="Times New Roman" pitchFamily="18" charset="0"/>
              </a:rPr>
              <a:t>phải</a:t>
            </a:r>
            <a:r>
              <a:rPr lang="en-US" sz="2700" dirty="0">
                <a:latin typeface="Times New Roman" pitchFamily="18" charset="0"/>
                <a:cs typeface="Times New Roman" pitchFamily="18" charset="0"/>
              </a:rPr>
              <a:t> do ng</a:t>
            </a:r>
            <a:r>
              <a:rPr lang="vi-VN" sz="2700" dirty="0">
                <a:latin typeface="Times New Roman" pitchFamily="18" charset="0"/>
                <a:cs typeface="Times New Roman" pitchFamily="18" charset="0"/>
              </a:rPr>
              <a:t>ư</a:t>
            </a:r>
            <a:r>
              <a:rPr lang="en-US" sz="2700" dirty="0" err="1">
                <a:latin typeface="Times New Roman" pitchFamily="18" charset="0"/>
                <a:cs typeface="Times New Roman" pitchFamily="18" charset="0"/>
              </a:rPr>
              <a:t>ời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đại</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diện</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theo</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pháp</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luật</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xác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lập</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thực</a:t>
            </a:r>
            <a:r>
              <a:rPr lang="en-US" sz="2700" dirty="0">
                <a:latin typeface="Times New Roman" pitchFamily="18" charset="0"/>
                <a:cs typeface="Times New Roman" pitchFamily="18" charset="0"/>
              </a:rPr>
              <a:t> </a:t>
            </a:r>
            <a:r>
              <a:rPr lang="en-US" sz="2700" dirty="0" err="1">
                <a:latin typeface="Times New Roman" pitchFamily="18" charset="0"/>
                <a:cs typeface="Times New Roman" pitchFamily="18" charset="0"/>
              </a:rPr>
              <a:t>hiện</a:t>
            </a:r>
            <a:r>
              <a:rPr lang="en-US" sz="2700"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2410376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A6D3-9360-49ED-A915-DD68D10CE374}"/>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a:t>
            </a:r>
          </a:p>
        </p:txBody>
      </p:sp>
      <p:sp>
        <p:nvSpPr>
          <p:cNvPr id="3" name="Content Placeholder 2">
            <a:extLst>
              <a:ext uri="{FF2B5EF4-FFF2-40B4-BE49-F238E27FC236}">
                <a16:creationId xmlns:a16="http://schemas.microsoft.com/office/drawing/2014/main" id="{81F7425F-ED0A-4E90-B231-AAC58C01CEE7}"/>
              </a:ext>
            </a:extLst>
          </p:cNvPr>
          <p:cNvSpPr>
            <a:spLocks noGrp="1"/>
          </p:cNvSpPr>
          <p:nvPr>
            <p:ph idx="1"/>
          </p:nvPr>
        </p:nvSpPr>
        <p:spPr>
          <a:xfrm>
            <a:off x="463825" y="1845733"/>
            <a:ext cx="11317357" cy="4502057"/>
          </a:xfrm>
        </p:spPr>
        <p:txBody>
          <a:bodyPr>
            <a:noAutofit/>
          </a:bodyPr>
          <a:lstStyle/>
          <a:p>
            <a:pPr algn="just"/>
            <a:r>
              <a:rPr lang="en-US" sz="2500" dirty="0">
                <a:latin typeface="Times New Roman" pitchFamily="18" charset="0"/>
                <a:cs typeface="Times New Roman" pitchFamily="18" charset="0"/>
              </a:rPr>
              <a:t>(</a:t>
            </a:r>
            <a:r>
              <a:rPr lang="en-US" sz="2500" dirty="0" err="1">
                <a:latin typeface="Times New Roman" pitchFamily="18" charset="0"/>
                <a:cs typeface="Times New Roman" pitchFamily="18" charset="0"/>
              </a:rPr>
              <a:t>Điều</a:t>
            </a:r>
            <a:r>
              <a:rPr lang="en-US" sz="2500" dirty="0">
                <a:latin typeface="Times New Roman" pitchFamily="18" charset="0"/>
                <a:cs typeface="Times New Roman" pitchFamily="18" charset="0"/>
              </a:rPr>
              <a:t> 23 BLDS 2015)</a:t>
            </a:r>
          </a:p>
          <a:p>
            <a:pPr algn="just"/>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thành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niên</a:t>
            </a:r>
            <a:r>
              <a:rPr lang="en-US" sz="2500" dirty="0">
                <a:latin typeface="Times New Roman" pitchFamily="18" charset="0"/>
                <a:cs typeface="Times New Roman" pitchFamily="18" charset="0"/>
              </a:rPr>
              <a:t> do </a:t>
            </a:r>
            <a:r>
              <a:rPr lang="en-US" sz="2500" dirty="0" err="1">
                <a:latin typeface="Times New Roman" pitchFamily="18" charset="0"/>
                <a:cs typeface="Times New Roman" pitchFamily="18" charset="0"/>
              </a:rPr>
              <a:t>tình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trạng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thể</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chất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tinh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thần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khả</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năng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 </a:t>
            </a:r>
            <a:r>
              <a:rPr lang="en-US" sz="2500" dirty="0" err="1">
                <a:latin typeface="Times New Roman" pitchFamily="18" charset="0"/>
                <a:cs typeface="Times New Roman" pitchFamily="18" charset="0"/>
              </a:rPr>
              <a:t>nh</a:t>
            </a:r>
            <a:r>
              <a:rPr lang="vi-VN" sz="2500" dirty="0">
                <a:latin typeface="Times New Roman" pitchFamily="18" charset="0"/>
                <a:cs typeface="Times New Roman" pitchFamily="18" charset="0"/>
              </a:rPr>
              <a:t>ư</a:t>
            </a:r>
            <a:r>
              <a:rPr lang="en-US" sz="2500" dirty="0">
                <a:latin typeface="Times New Roman" pitchFamily="18" charset="0"/>
                <a:cs typeface="Times New Roman" pitchFamily="18" charset="0"/>
              </a:rPr>
              <a:t>ng </a:t>
            </a:r>
            <a:r>
              <a:rPr lang="en-US" sz="2500" dirty="0" err="1">
                <a:latin typeface="Times New Roman" pitchFamily="18" charset="0"/>
                <a:cs typeface="Times New Roman" pitchFamily="18" charset="0"/>
              </a:rPr>
              <a:t>ch</a:t>
            </a:r>
            <a:r>
              <a:rPr lang="vi-VN" sz="2500" dirty="0">
                <a:latin typeface="Times New Roman" pitchFamily="18" charset="0"/>
                <a:cs typeface="Times New Roman" pitchFamily="18" charset="0"/>
              </a:rPr>
              <a:t>ư</a:t>
            </a:r>
            <a:r>
              <a:rPr lang="en-US" sz="2500" dirty="0">
                <a:latin typeface="Times New Roman" pitchFamily="18" charset="0"/>
                <a:cs typeface="Times New Roman" pitchFamily="18" charset="0"/>
              </a:rPr>
              <a:t>a </a:t>
            </a:r>
            <a:r>
              <a:rPr lang="en-US" sz="2500" dirty="0" err="1">
                <a:latin typeface="Times New Roman" pitchFamily="18" charset="0"/>
                <a:cs typeface="Times New Roman" pitchFamily="18" charset="0"/>
              </a:rPr>
              <a:t>đến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mất</a:t>
            </a:r>
            <a:r>
              <a:rPr lang="en-US" sz="2500" dirty="0">
                <a:latin typeface="Times New Roman" pitchFamily="18" charset="0"/>
                <a:cs typeface="Times New Roman" pitchFamily="18" charset="0"/>
              </a:rPr>
              <a:t> NLHVDS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này</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hữu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trên</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sở</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giám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y </a:t>
            </a:r>
            <a:r>
              <a:rPr lang="en-US" sz="2500" dirty="0" err="1">
                <a:latin typeface="Times New Roman" pitchFamily="18" charset="0"/>
                <a:cs typeface="Times New Roman" pitchFamily="18" charset="0"/>
              </a:rPr>
              <a:t>tâm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thần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ra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bố</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này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khăn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trong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còn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căn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cứ</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bố</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một</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khăn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trong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chính</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hữu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ra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hủy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bỏ</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bố</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khó</a:t>
            </a:r>
            <a:r>
              <a:rPr lang="en-US" sz="2500" dirty="0">
                <a:latin typeface="Times New Roman" pitchFamily="18" charset="0"/>
                <a:cs typeface="Times New Roman" pitchFamily="18" charset="0"/>
              </a:rPr>
              <a:t> khan </a:t>
            </a:r>
            <a:r>
              <a:rPr lang="en-US" sz="2500" dirty="0" err="1">
                <a:latin typeface="Times New Roman" pitchFamily="18" charset="0"/>
                <a:cs typeface="Times New Roman" pitchFamily="18" charset="0"/>
              </a:rPr>
              <a:t>trong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nhận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a:t>
            </a:r>
          </a:p>
        </p:txBody>
      </p:sp>
    </p:spTree>
    <p:extLst>
      <p:ext uri="{BB962C8B-B14F-4D97-AF65-F5344CB8AC3E}">
        <p14:creationId xmlns:p14="http://schemas.microsoft.com/office/powerpoint/2010/main" val="3464242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4EE7-F651-45BA-95B3-C9736A03ED33}"/>
              </a:ext>
            </a:extLst>
          </p:cNvPr>
          <p:cNvSpPr>
            <a:spLocks noGrp="1"/>
          </p:cNvSpPr>
          <p:nvPr>
            <p:ph type="title"/>
          </p:nvPr>
        </p:nvSpPr>
        <p:spPr/>
        <p:txBody>
          <a:bodyPr>
            <a:normAutofit fontScale="90000"/>
          </a:bodyPr>
          <a:lstStyle/>
          <a:p>
            <a:r>
              <a:rPr lang="en-US" sz="4500" dirty="0" err="1">
                <a:latin typeface="Times New Roman" pitchFamily="18" charset="0"/>
                <a:cs typeface="Times New Roman" pitchFamily="18" charset="0"/>
              </a:rPr>
              <a:t>Cá</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nhân</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bị</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hạn</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chế</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năng</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lực</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hành</a:t>
            </a:r>
            <a:r>
              <a:rPr lang="en-US" sz="4500" dirty="0">
                <a:latin typeface="Times New Roman" pitchFamily="18" charset="0"/>
                <a:cs typeface="Times New Roman" pitchFamily="18" charset="0"/>
              </a:rPr>
              <a:t> vi </a:t>
            </a:r>
            <a:r>
              <a:rPr lang="en-US" sz="4500" dirty="0" err="1">
                <a:latin typeface="Times New Roman" pitchFamily="18" charset="0"/>
                <a:cs typeface="Times New Roman" pitchFamily="18" charset="0"/>
              </a:rPr>
              <a:t>dân</a:t>
            </a:r>
            <a:r>
              <a:rPr lang="en-US" sz="4500" dirty="0">
                <a:latin typeface="Times New Roman" pitchFamily="18" charset="0"/>
                <a:cs typeface="Times New Roman" pitchFamily="18" charset="0"/>
              </a:rPr>
              <a:t> </a:t>
            </a:r>
            <a:r>
              <a:rPr lang="en-US" sz="4500" dirty="0" err="1">
                <a:latin typeface="Times New Roman" pitchFamily="18" charset="0"/>
                <a:cs typeface="Times New Roman" pitchFamily="18" charset="0"/>
              </a:rPr>
              <a:t>sự</a:t>
            </a:r>
            <a:endParaRPr lang="en-US" sz="45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21334D4-DE56-440B-9EEC-0CDC1F88E950}"/>
              </a:ext>
            </a:extLst>
          </p:cNvPr>
          <p:cNvSpPr>
            <a:spLocks noGrp="1"/>
          </p:cNvSpPr>
          <p:nvPr>
            <p:ph idx="1"/>
          </p:nvPr>
        </p:nvSpPr>
        <p:spPr>
          <a:xfrm>
            <a:off x="556591" y="1845733"/>
            <a:ext cx="11131826" cy="4210509"/>
          </a:xfrm>
        </p:spPr>
        <p:txBody>
          <a:bodyPr>
            <a:noAutofit/>
          </a:bodyPr>
          <a:lstStyle/>
          <a:p>
            <a:pPr algn="just"/>
            <a:r>
              <a:rPr lang="en-US" sz="2500" dirty="0">
                <a:latin typeface="Times New Roman" pitchFamily="18" charset="0"/>
                <a:cs typeface="Times New Roman" pitchFamily="18" charset="0"/>
              </a:rPr>
              <a:t>(</a:t>
            </a:r>
            <a:r>
              <a:rPr lang="en-US" sz="2500" dirty="0" err="1">
                <a:latin typeface="Times New Roman" pitchFamily="18" charset="0"/>
                <a:cs typeface="Times New Roman" pitchFamily="18" charset="0"/>
              </a:rPr>
              <a:t>Điều</a:t>
            </a:r>
            <a:r>
              <a:rPr lang="en-US" sz="2500" dirty="0">
                <a:latin typeface="Times New Roman" pitchFamily="18" charset="0"/>
                <a:cs typeface="Times New Roman" pitchFamily="18" charset="0"/>
              </a:rPr>
              <a:t> 24 BLDS 2015)</a:t>
            </a:r>
          </a:p>
          <a:p>
            <a:pPr algn="just"/>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nghiện</a:t>
            </a:r>
            <a:r>
              <a:rPr lang="en-US" sz="2500" dirty="0">
                <a:latin typeface="Times New Roman" pitchFamily="18" charset="0"/>
                <a:cs typeface="Times New Roman" pitchFamily="18" charset="0"/>
              </a:rPr>
              <a:t> ma </a:t>
            </a:r>
            <a:r>
              <a:rPr lang="en-US" sz="2500" dirty="0" err="1">
                <a:latin typeface="Times New Roman" pitchFamily="18" charset="0"/>
                <a:cs typeface="Times New Roman" pitchFamily="18" charset="0"/>
              </a:rPr>
              <a:t>túy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nghiện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chất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dẫn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đến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đình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hữu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thể</a:t>
            </a:r>
            <a:r>
              <a:rPr lang="en-US" sz="2500" dirty="0">
                <a:latin typeface="Times New Roman" pitchFamily="18" charset="0"/>
                <a:cs typeface="Times New Roman" pitchFamily="18" charset="0"/>
              </a:rPr>
              <a:t> ra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bố</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này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bị</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chế</a:t>
            </a:r>
            <a:r>
              <a:rPr lang="en-US" sz="2500" dirty="0">
                <a:latin typeface="Times New Roman" pitchFamily="18" charset="0"/>
                <a:cs typeface="Times New Roman" pitchFamily="18" charset="0"/>
              </a:rPr>
              <a:t> NLHVDS.</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Việc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lập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đến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này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đồng</a:t>
            </a:r>
            <a:r>
              <a:rPr lang="en-US" sz="2500" dirty="0">
                <a:latin typeface="Times New Roman" pitchFamily="18" charset="0"/>
                <a:cs typeface="Times New Roman" pitchFamily="18" charset="0"/>
              </a:rPr>
              <a:t> ý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trừ</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nhằm</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phục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vụ</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sinh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hoạt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ngày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còn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căn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cứ</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một</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bị</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chế</a:t>
            </a:r>
            <a:r>
              <a:rPr lang="en-US" sz="2500" dirty="0">
                <a:latin typeface="Times New Roman" pitchFamily="18" charset="0"/>
                <a:cs typeface="Times New Roman" pitchFamily="18" charset="0"/>
              </a:rPr>
              <a:t> NLHVDS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theo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yêu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cầu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chính</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tổ</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chức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hữu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quan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ra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hủy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bỏ</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quyết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tuyên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bố</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chế</a:t>
            </a:r>
            <a:r>
              <a:rPr lang="en-US" sz="2500" dirty="0">
                <a:latin typeface="Times New Roman" pitchFamily="18" charset="0"/>
                <a:cs typeface="Times New Roman" pitchFamily="18" charset="0"/>
              </a:rPr>
              <a:t> NLHVDS.</a:t>
            </a:r>
          </a:p>
        </p:txBody>
      </p:sp>
    </p:spTree>
    <p:extLst>
      <p:ext uri="{BB962C8B-B14F-4D97-AF65-F5344CB8AC3E}">
        <p14:creationId xmlns:p14="http://schemas.microsoft.com/office/powerpoint/2010/main" val="7892621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Tòa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tục</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852559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ck hanging on a wooden surface&#10;&#10;Description automatically generated">
            <a:extLst>
              <a:ext uri="{FF2B5EF4-FFF2-40B4-BE49-F238E27FC236}">
                <a16:creationId xmlns:a16="http://schemas.microsoft.com/office/drawing/2014/main" id="{73D146CC-4FA5-4DF8-AB0B-AF8B1490BA3E}"/>
              </a:ext>
            </a:extLst>
          </p:cNvPr>
          <p:cNvPicPr>
            <a:picLocks noChangeAspect="1"/>
          </p:cNvPicPr>
          <p:nvPr/>
        </p:nvPicPr>
        <p:blipFill rotWithShape="1">
          <a:blip r:embed="rId2"/>
          <a:srcRect l="47738" r="7693" b="-1"/>
          <a:stretch/>
        </p:blipFill>
        <p:spPr>
          <a:xfrm>
            <a:off x="32024" y="10"/>
            <a:ext cx="4578952" cy="6857990"/>
          </a:xfrm>
          <a:prstGeom prst="rect">
            <a:avLst/>
          </a:prstGeom>
        </p:spPr>
      </p:pic>
      <p:sp>
        <p:nvSpPr>
          <p:cNvPr id="2" name="Title 1">
            <a:extLst>
              <a:ext uri="{FF2B5EF4-FFF2-40B4-BE49-F238E27FC236}">
                <a16:creationId xmlns:a16="http://schemas.microsoft.com/office/drawing/2014/main" id="{0E7A52A0-5D97-4714-B44B-8E35B6AB2253}"/>
              </a:ext>
            </a:extLst>
          </p:cNvPr>
          <p:cNvSpPr>
            <a:spLocks noGrp="1"/>
          </p:cNvSpPr>
          <p:nvPr>
            <p:ph type="title"/>
          </p:nvPr>
        </p:nvSpPr>
        <p:spPr>
          <a:xfrm>
            <a:off x="5124206" y="516835"/>
            <a:ext cx="6339840" cy="1666501"/>
          </a:xfrm>
        </p:spPr>
        <p:txBody>
          <a:bodyPr>
            <a:normAutofit/>
          </a:bodyPr>
          <a:lstStyle/>
          <a:p>
            <a:r>
              <a:rPr lang="en-US" sz="4000" b="1" dirty="0" err="1">
                <a:solidFill>
                  <a:srgbClr val="FFFFFF"/>
                </a:solidFill>
                <a:latin typeface="Times New Roman" pitchFamily="18" charset="0"/>
                <a:cs typeface="Times New Roman" pitchFamily="18" charset="0"/>
              </a:rPr>
              <a:t>Điều</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kiện</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về</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mặt</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thời</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gian</a:t>
            </a:r>
            <a:r>
              <a:rPr lang="en-US" sz="4000" b="1" dirty="0">
                <a:solidFill>
                  <a:srgbClr val="FFFFFF"/>
                </a:solidFill>
                <a:latin typeface="Times New Roman" pitchFamily="18" charset="0"/>
                <a:cs typeface="Times New Roman" pitchFamily="18" charset="0"/>
              </a:rPr>
              <a:t> (</a:t>
            </a:r>
            <a:r>
              <a:rPr lang="en-US" sz="4000" b="1" dirty="0" err="1">
                <a:solidFill>
                  <a:srgbClr val="FFFFFF"/>
                </a:solidFill>
                <a:latin typeface="Times New Roman" pitchFamily="18" charset="0"/>
                <a:cs typeface="Times New Roman" pitchFamily="18" charset="0"/>
              </a:rPr>
              <a:t>Điều</a:t>
            </a:r>
            <a:r>
              <a:rPr lang="en-US" sz="4000" b="1" dirty="0">
                <a:solidFill>
                  <a:srgbClr val="FFFFFF"/>
                </a:solidFill>
                <a:latin typeface="Times New Roman" pitchFamily="18" charset="0"/>
                <a:cs typeface="Times New Roman" pitchFamily="18" charset="0"/>
              </a:rPr>
              <a:t> 68 BLDS 2015)</a:t>
            </a:r>
          </a:p>
        </p:txBody>
      </p:sp>
      <p:sp>
        <p:nvSpPr>
          <p:cNvPr id="3" name="Content Placeholder 2">
            <a:extLst>
              <a:ext uri="{FF2B5EF4-FFF2-40B4-BE49-F238E27FC236}">
                <a16:creationId xmlns:a16="http://schemas.microsoft.com/office/drawing/2014/main" id="{7D624A64-7D87-499C-B0F9-FAA6D0430BFB}"/>
              </a:ext>
            </a:extLst>
          </p:cNvPr>
          <p:cNvSpPr>
            <a:spLocks noGrp="1"/>
          </p:cNvSpPr>
          <p:nvPr>
            <p:ph idx="1"/>
          </p:nvPr>
        </p:nvSpPr>
        <p:spPr>
          <a:xfrm>
            <a:off x="5124206" y="2236304"/>
            <a:ext cx="6339840" cy="3652667"/>
          </a:xfrm>
        </p:spPr>
        <p:txBody>
          <a:bodyPr>
            <a:normAutofit/>
          </a:bodyPr>
          <a:lstStyle/>
          <a:p>
            <a:pPr algn="just"/>
            <a:r>
              <a:rPr lang="en-US" sz="3000" dirty="0" err="1">
                <a:solidFill>
                  <a:srgbClr val="FFFFFF"/>
                </a:solidFill>
                <a:latin typeface="Times New Roman" pitchFamily="18" charset="0"/>
                <a:cs typeface="Times New Roman" pitchFamily="18" charset="0"/>
              </a:rPr>
              <a:t>Khi</a:t>
            </a:r>
            <a:r>
              <a:rPr lang="en-US" sz="3000" dirty="0">
                <a:solidFill>
                  <a:srgbClr val="FFFFFF"/>
                </a:solidFill>
                <a:latin typeface="Times New Roman" pitchFamily="18" charset="0"/>
                <a:cs typeface="Times New Roman" pitchFamily="18" charset="0"/>
              </a:rPr>
              <a:t> 1 ng</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ời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biệt</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tích</a:t>
            </a:r>
            <a:r>
              <a:rPr lang="en-US" sz="3000" dirty="0">
                <a:solidFill>
                  <a:srgbClr val="FFFFFF"/>
                </a:solidFill>
                <a:latin typeface="Times New Roman" pitchFamily="18" charset="0"/>
                <a:cs typeface="Times New Roman" pitchFamily="18" charset="0"/>
              </a:rPr>
              <a:t> 02 </a:t>
            </a:r>
            <a:r>
              <a:rPr lang="en-US" sz="3000" dirty="0" err="1">
                <a:solidFill>
                  <a:srgbClr val="FFFFFF"/>
                </a:solidFill>
                <a:latin typeface="Times New Roman" pitchFamily="18" charset="0"/>
                <a:cs typeface="Times New Roman" pitchFamily="18" charset="0"/>
              </a:rPr>
              <a:t>năm</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liền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trở</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lên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mặc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dù</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đã</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áp</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dụng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đầy</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đủ</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các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biện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pháp</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thông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báo</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tìm</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kiếm</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theo</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quy</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định</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nh</a:t>
            </a:r>
            <a:r>
              <a:rPr lang="vi-VN" sz="3000" dirty="0">
                <a:solidFill>
                  <a:srgbClr val="FFFFFF"/>
                </a:solidFill>
                <a:latin typeface="Times New Roman" pitchFamily="18" charset="0"/>
                <a:cs typeface="Times New Roman" pitchFamily="18" charset="0"/>
              </a:rPr>
              <a:t>ư</a:t>
            </a:r>
            <a:r>
              <a:rPr lang="en-US" sz="3000" dirty="0">
                <a:solidFill>
                  <a:srgbClr val="FFFFFF"/>
                </a:solidFill>
                <a:latin typeface="Times New Roman" pitchFamily="18" charset="0"/>
                <a:cs typeface="Times New Roman" pitchFamily="18" charset="0"/>
              </a:rPr>
              <a:t>ng </a:t>
            </a:r>
            <a:r>
              <a:rPr lang="en-US" sz="3000" dirty="0" err="1">
                <a:solidFill>
                  <a:srgbClr val="FFFFFF"/>
                </a:solidFill>
                <a:latin typeface="Times New Roman" pitchFamily="18" charset="0"/>
                <a:cs typeface="Times New Roman" pitchFamily="18" charset="0"/>
              </a:rPr>
              <a:t>vẫn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không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có</a:t>
            </a:r>
            <a:r>
              <a:rPr lang="en-US" sz="3000" dirty="0">
                <a:solidFill>
                  <a:srgbClr val="FFFFFF"/>
                </a:solidFill>
                <a:latin typeface="Times New Roman" pitchFamily="18" charset="0"/>
                <a:cs typeface="Times New Roman" pitchFamily="18" charset="0"/>
              </a:rPr>
              <a:t> tin </a:t>
            </a:r>
            <a:r>
              <a:rPr lang="en-US" sz="3000" dirty="0" err="1">
                <a:solidFill>
                  <a:srgbClr val="FFFFFF"/>
                </a:solidFill>
                <a:latin typeface="Times New Roman" pitchFamily="18" charset="0"/>
                <a:cs typeface="Times New Roman" pitchFamily="18" charset="0"/>
              </a:rPr>
              <a:t>tức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xác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thực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về</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việc</a:t>
            </a:r>
            <a:r>
              <a:rPr lang="en-US" sz="3000" dirty="0">
                <a:solidFill>
                  <a:srgbClr val="FFFFFF"/>
                </a:solidFill>
                <a:latin typeface="Times New Roman" pitchFamily="18" charset="0"/>
                <a:cs typeface="Times New Roman" pitchFamily="18" charset="0"/>
              </a:rPr>
              <a:t> ng</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ời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đó</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còn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sống</a:t>
            </a:r>
            <a:r>
              <a:rPr lang="en-US" sz="3000" dirty="0">
                <a:solidFill>
                  <a:srgbClr val="FFFFFF"/>
                </a:solidFill>
                <a:latin typeface="Times New Roman" pitchFamily="18" charset="0"/>
                <a:cs typeface="Times New Roman" pitchFamily="18" charset="0"/>
              </a:rPr>
              <a:t> hay </a:t>
            </a:r>
            <a:r>
              <a:rPr lang="en-US" sz="3000" dirty="0" err="1">
                <a:solidFill>
                  <a:srgbClr val="FFFFFF"/>
                </a:solidFill>
                <a:latin typeface="Times New Roman" pitchFamily="18" charset="0"/>
                <a:cs typeface="Times New Roman" pitchFamily="18" charset="0"/>
              </a:rPr>
              <a:t>đã</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chết</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thì</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theo</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yêu</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cầu</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của</a:t>
            </a:r>
            <a:r>
              <a:rPr lang="en-US" sz="3000" dirty="0">
                <a:solidFill>
                  <a:srgbClr val="FFFFFF"/>
                </a:solidFill>
                <a:latin typeface="Times New Roman" pitchFamily="18" charset="0"/>
                <a:cs typeface="Times New Roman" pitchFamily="18" charset="0"/>
              </a:rPr>
              <a:t> ng</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ời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có</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quyền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lợi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ích</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liên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quan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Tòa</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án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có</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thể</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tuyên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bố</a:t>
            </a:r>
            <a:r>
              <a:rPr lang="en-US" sz="3000" dirty="0">
                <a:solidFill>
                  <a:srgbClr val="FFFFFF"/>
                </a:solidFill>
                <a:latin typeface="Times New Roman" pitchFamily="18" charset="0"/>
                <a:cs typeface="Times New Roman" pitchFamily="18" charset="0"/>
              </a:rPr>
              <a:t> ng</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ời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đó</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mất</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tích</a:t>
            </a:r>
            <a:r>
              <a:rPr lang="en-US" sz="3000" dirty="0">
                <a:solidFill>
                  <a:srgbClr val="FFFFFF"/>
                </a:solidFill>
                <a:latin typeface="Times New Roman" pitchFamily="18" charset="0"/>
                <a:cs typeface="Times New Roman" pitchFamily="18" charset="0"/>
              </a:rPr>
              <a:t>.</a:t>
            </a:r>
          </a:p>
        </p:txBody>
      </p:sp>
    </p:spTree>
    <p:extLst>
      <p:ext uri="{BB962C8B-B14F-4D97-AF65-F5344CB8AC3E}">
        <p14:creationId xmlns:p14="http://schemas.microsoft.com/office/powerpoint/2010/main" val="3254759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FB90E-7519-4AB0-A47E-D40F3B7293FF}"/>
              </a:ext>
            </a:extLst>
          </p:cNvPr>
          <p:cNvSpPr>
            <a:spLocks noGrp="1"/>
          </p:cNvSpPr>
          <p:nvPr>
            <p:ph type="title"/>
          </p:nvPr>
        </p:nvSpPr>
        <p:spPr>
          <a:xfrm>
            <a:off x="5289754" y="639097"/>
            <a:ext cx="6253317" cy="3686015"/>
          </a:xfrm>
        </p:spPr>
        <p:txBody>
          <a:bodyPr vert="horz" lIns="91440" tIns="45720" rIns="91440" bIns="45720" rtlCol="0" anchor="b">
            <a:normAutofit/>
          </a:bodyPr>
          <a:lstStyle/>
          <a:p>
            <a:r>
              <a:rPr lang="en-US" sz="8000" dirty="0" err="1">
                <a:solidFill>
                  <a:schemeClr val="tx1">
                    <a:lumMod val="85000"/>
                    <a:lumOff val="15000"/>
                  </a:schemeClr>
                </a:solidFill>
                <a:latin typeface="Times New Roman" pitchFamily="18" charset="0"/>
                <a:cs typeface="Times New Roman" pitchFamily="18" charset="0"/>
              </a:rPr>
              <a:t>Về</a:t>
            </a:r>
            <a:r>
              <a:rPr lang="en-US" sz="8000" dirty="0">
                <a:solidFill>
                  <a:schemeClr val="tx1">
                    <a:lumMod val="85000"/>
                    <a:lumOff val="15000"/>
                  </a:schemeClr>
                </a:solidFill>
                <a:latin typeface="Times New Roman" pitchFamily="18" charset="0"/>
                <a:cs typeface="Times New Roman" pitchFamily="18" charset="0"/>
              </a:rPr>
              <a:t> </a:t>
            </a:r>
            <a:r>
              <a:rPr lang="en-US" sz="8000" dirty="0" err="1">
                <a:solidFill>
                  <a:schemeClr val="tx1">
                    <a:lumMod val="85000"/>
                    <a:lumOff val="15000"/>
                  </a:schemeClr>
                </a:solidFill>
                <a:latin typeface="Times New Roman" pitchFamily="18" charset="0"/>
                <a:cs typeface="Times New Roman" pitchFamily="18" charset="0"/>
              </a:rPr>
              <a:t>mặt</a:t>
            </a:r>
            <a:r>
              <a:rPr lang="en-US" sz="8000" dirty="0">
                <a:solidFill>
                  <a:schemeClr val="tx1">
                    <a:lumMod val="85000"/>
                    <a:lumOff val="15000"/>
                  </a:schemeClr>
                </a:solidFill>
                <a:latin typeface="Times New Roman" pitchFamily="18" charset="0"/>
                <a:cs typeface="Times New Roman" pitchFamily="18" charset="0"/>
              </a:rPr>
              <a:t> </a:t>
            </a:r>
            <a:r>
              <a:rPr lang="en-US" sz="8000" dirty="0" err="1">
                <a:solidFill>
                  <a:schemeClr val="tx1">
                    <a:lumMod val="85000"/>
                    <a:lumOff val="15000"/>
                  </a:schemeClr>
                </a:solidFill>
                <a:latin typeface="Times New Roman" pitchFamily="18" charset="0"/>
                <a:cs typeface="Times New Roman" pitchFamily="18" charset="0"/>
              </a:rPr>
              <a:t>thủ</a:t>
            </a:r>
            <a:r>
              <a:rPr lang="en-US" sz="8000" dirty="0">
                <a:solidFill>
                  <a:schemeClr val="tx1">
                    <a:lumMod val="85000"/>
                    <a:lumOff val="15000"/>
                  </a:schemeClr>
                </a:solidFill>
                <a:latin typeface="Times New Roman" pitchFamily="18" charset="0"/>
                <a:cs typeface="Times New Roman" pitchFamily="18" charset="0"/>
              </a:rPr>
              <a:t> </a:t>
            </a:r>
            <a:r>
              <a:rPr lang="en-US" sz="8000" dirty="0" err="1">
                <a:solidFill>
                  <a:schemeClr val="tx1">
                    <a:lumMod val="85000"/>
                    <a:lumOff val="15000"/>
                  </a:schemeClr>
                </a:solidFill>
                <a:latin typeface="Times New Roman" pitchFamily="18" charset="0"/>
                <a:cs typeface="Times New Roman" pitchFamily="18" charset="0"/>
              </a:rPr>
              <a:t>tục</a:t>
            </a:r>
            <a:endParaRPr lang="en-US" sz="8000" dirty="0">
              <a:solidFill>
                <a:schemeClr val="tx1">
                  <a:lumMod val="85000"/>
                  <a:lumOff val="15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3171AA3-00D0-4DD2-BD5F-7CE57738C216}"/>
              </a:ext>
            </a:extLst>
          </p:cNvPr>
          <p:cNvSpPr>
            <a:spLocks noGrp="1"/>
          </p:cNvSpPr>
          <p:nvPr>
            <p:ph idx="1"/>
          </p:nvPr>
        </p:nvSpPr>
        <p:spPr>
          <a:xfrm>
            <a:off x="5289753" y="4455621"/>
            <a:ext cx="6269347" cy="1238616"/>
          </a:xfrm>
        </p:spPr>
        <p:txBody>
          <a:bodyPr vert="horz" lIns="91440" tIns="45720" rIns="91440" bIns="45720" rtlCol="0">
            <a:normAutofit/>
          </a:bodyPr>
          <a:lstStyle/>
          <a:p>
            <a:pPr marL="0" indent="0">
              <a:buNone/>
            </a:pPr>
            <a:r>
              <a:rPr lang="en-US" sz="2400" cap="all" spc="200" dirty="0" err="1">
                <a:solidFill>
                  <a:schemeClr val="tx1">
                    <a:lumMod val="85000"/>
                    <a:lumOff val="15000"/>
                  </a:schemeClr>
                </a:solidFill>
                <a:latin typeface="Times New Roman" pitchFamily="18" charset="0"/>
                <a:cs typeface="Times New Roman" pitchFamily="18" charset="0"/>
              </a:rPr>
              <a:t>Thông</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báo</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tìm</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kiếm</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công</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khai</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trên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các</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phương</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tiện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thông</a:t>
            </a:r>
            <a:r>
              <a:rPr lang="en-US" sz="2400" cap="all" spc="200" dirty="0">
                <a:solidFill>
                  <a:schemeClr val="tx1">
                    <a:lumMod val="85000"/>
                    <a:lumOff val="15000"/>
                  </a:schemeClr>
                </a:solidFill>
                <a:latin typeface="Times New Roman" pitchFamily="18" charset="0"/>
                <a:cs typeface="Times New Roman" pitchFamily="18" charset="0"/>
              </a:rPr>
              <a:t> tin </a:t>
            </a:r>
            <a:r>
              <a:rPr lang="en-US" sz="2400" cap="all" spc="200" dirty="0" err="1">
                <a:solidFill>
                  <a:schemeClr val="tx1">
                    <a:lumMod val="85000"/>
                    <a:lumOff val="15000"/>
                  </a:schemeClr>
                </a:solidFill>
                <a:latin typeface="Times New Roman" pitchFamily="18" charset="0"/>
                <a:cs typeface="Times New Roman" pitchFamily="18" charset="0"/>
              </a:rPr>
              <a:t>đại</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chúng</a:t>
            </a:r>
            <a:endParaRPr lang="en-US" sz="2400" cap="all" spc="200" dirty="0">
              <a:solidFill>
                <a:schemeClr val="tx1">
                  <a:lumMod val="85000"/>
                  <a:lumOff val="15000"/>
                </a:schemeClr>
              </a:solidFill>
              <a:latin typeface="Times New Roman" pitchFamily="18" charset="0"/>
              <a:cs typeface="Times New Roman" pitchFamily="18" charset="0"/>
            </a:endParaRPr>
          </a:p>
        </p:txBody>
      </p:sp>
      <p:pic>
        <p:nvPicPr>
          <p:cNvPr id="5" name="Picture 4" descr="A picture containing indoor&#10;&#10;Description automatically generated">
            <a:extLst>
              <a:ext uri="{FF2B5EF4-FFF2-40B4-BE49-F238E27FC236}">
                <a16:creationId xmlns:a16="http://schemas.microsoft.com/office/drawing/2014/main" id="{51BE5780-24B8-4931-8E04-1D0A681CFF65}"/>
              </a:ext>
            </a:extLst>
          </p:cNvPr>
          <p:cNvPicPr>
            <a:picLocks noChangeAspect="1"/>
          </p:cNvPicPr>
          <p:nvPr/>
        </p:nvPicPr>
        <p:blipFill rotWithShape="1">
          <a:blip r:embed="rId2"/>
          <a:srcRect l="8773" r="1107"/>
          <a:stretch/>
        </p:blipFill>
        <p:spPr>
          <a:xfrm>
            <a:off x="-1" y="10"/>
            <a:ext cx="4635315" cy="6857989"/>
          </a:xfrm>
          <a:prstGeom prst="rect">
            <a:avLst/>
          </a:prstGeom>
        </p:spPr>
      </p:pic>
    </p:spTree>
    <p:extLst>
      <p:ext uri="{BB962C8B-B14F-4D97-AF65-F5344CB8AC3E}">
        <p14:creationId xmlns:p14="http://schemas.microsoft.com/office/powerpoint/2010/main" val="119216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77872-E012-4E53-B491-A510866EC449}"/>
              </a:ext>
            </a:extLst>
          </p:cNvPr>
          <p:cNvSpPr>
            <a:spLocks noGrp="1"/>
          </p:cNvSpPr>
          <p:nvPr>
            <p:ph type="title"/>
          </p:nvPr>
        </p:nvSpPr>
        <p:spPr>
          <a:xfrm>
            <a:off x="6411685" y="634946"/>
            <a:ext cx="5127171" cy="1450757"/>
          </a:xfrm>
        </p:spPr>
        <p:txBody>
          <a:bodyPr>
            <a:normAutofit fontScale="90000"/>
          </a:bodyPr>
          <a:lstStyle/>
          <a:p>
            <a:r>
              <a:rPr lang="en-US" sz="4100" dirty="0" err="1">
                <a:latin typeface="Times New Roman" pitchFamily="18" charset="0"/>
                <a:cs typeface="Times New Roman" pitchFamily="18" charset="0"/>
              </a:rPr>
              <a:t>Có</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yêu</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cầu</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của</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ng</a:t>
            </a:r>
            <a:r>
              <a:rPr lang="vi-VN" sz="4100" dirty="0">
                <a:latin typeface="Times New Roman" pitchFamily="18" charset="0"/>
                <a:cs typeface="Times New Roman" pitchFamily="18" charset="0"/>
              </a:rPr>
              <a:t>ư</a:t>
            </a:r>
            <a:r>
              <a:rPr lang="en-US" sz="4100" dirty="0" err="1">
                <a:latin typeface="Times New Roman" pitchFamily="18" charset="0"/>
                <a:cs typeface="Times New Roman" pitchFamily="18" charset="0"/>
              </a:rPr>
              <a:t>ời</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có</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quyền</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lợi</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ích</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liên</a:t>
            </a:r>
            <a:r>
              <a:rPr lang="en-US" sz="4100" dirty="0">
                <a:latin typeface="Times New Roman" pitchFamily="18" charset="0"/>
                <a:cs typeface="Times New Roman" pitchFamily="18" charset="0"/>
              </a:rPr>
              <a:t> </a:t>
            </a:r>
            <a:r>
              <a:rPr lang="en-US" sz="4100" dirty="0" err="1">
                <a:latin typeface="Times New Roman" pitchFamily="18" charset="0"/>
                <a:cs typeface="Times New Roman" pitchFamily="18" charset="0"/>
              </a:rPr>
              <a:t>quan</a:t>
            </a:r>
            <a:endParaRPr lang="en-US" sz="41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AE8D38B-9CC4-4DBD-AC0E-E9BC69066A32}"/>
              </a:ext>
            </a:extLst>
          </p:cNvPr>
          <p:cNvSpPr>
            <a:spLocks noGrp="1"/>
          </p:cNvSpPr>
          <p:nvPr>
            <p:ph idx="1"/>
          </p:nvPr>
        </p:nvSpPr>
        <p:spPr>
          <a:xfrm>
            <a:off x="6411684" y="2198914"/>
            <a:ext cx="5127172" cy="3670180"/>
          </a:xfrm>
        </p:spPr>
        <p:txBody>
          <a:bodyPr>
            <a:normAutofit/>
          </a:bodyPr>
          <a:lstStyle/>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gửi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a:t>
            </a:r>
          </a:p>
        </p:txBody>
      </p:sp>
      <p:pic>
        <p:nvPicPr>
          <p:cNvPr id="5" name="Picture 4">
            <a:extLst>
              <a:ext uri="{FF2B5EF4-FFF2-40B4-BE49-F238E27FC236}">
                <a16:creationId xmlns:a16="http://schemas.microsoft.com/office/drawing/2014/main" id="{8F4A0D4F-BECB-42CE-A406-7BB1C949EA51}"/>
              </a:ext>
            </a:extLst>
          </p:cNvPr>
          <p:cNvPicPr>
            <a:picLocks noChangeAspect="1"/>
          </p:cNvPicPr>
          <p:nvPr/>
        </p:nvPicPr>
        <p:blipFill>
          <a:blip r:embed="rId2"/>
          <a:stretch>
            <a:fillRect/>
          </a:stretch>
        </p:blipFill>
        <p:spPr>
          <a:xfrm>
            <a:off x="643192" y="1456314"/>
            <a:ext cx="5451627" cy="3625331"/>
          </a:xfrm>
          <a:prstGeom prst="rect">
            <a:avLst/>
          </a:prstGeom>
        </p:spPr>
      </p:pic>
    </p:spTree>
    <p:extLst>
      <p:ext uri="{BB962C8B-B14F-4D97-AF65-F5344CB8AC3E}">
        <p14:creationId xmlns:p14="http://schemas.microsoft.com/office/powerpoint/2010/main" val="35303010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640C-3CBB-4B5F-A582-62F840DD9965}"/>
              </a:ext>
            </a:extLst>
          </p:cNvPr>
          <p:cNvSpPr>
            <a:spLocks noGrp="1"/>
          </p:cNvSpPr>
          <p:nvPr>
            <p:ph type="title"/>
          </p:nvPr>
        </p:nvSpPr>
        <p:spPr/>
        <p:txBody>
          <a:bodyPr>
            <a:normAutofit fontScale="90000"/>
          </a:bodyPr>
          <a:lstStyle/>
          <a:p>
            <a:r>
              <a:rPr lang="en-US" sz="4300" dirty="0" err="1">
                <a:latin typeface="Times New Roman" pitchFamily="18" charset="0"/>
                <a:cs typeface="Times New Roman" pitchFamily="18" charset="0"/>
              </a:rPr>
              <a:t>Nội</a:t>
            </a:r>
            <a:r>
              <a:rPr lang="en-US" sz="4300" dirty="0">
                <a:latin typeface="Times New Roman" pitchFamily="18" charset="0"/>
                <a:cs typeface="Times New Roman" pitchFamily="18" charset="0"/>
              </a:rPr>
              <a:t> dung </a:t>
            </a:r>
            <a:r>
              <a:rPr lang="en-US" sz="4300" dirty="0" err="1">
                <a:latin typeface="Times New Roman" pitchFamily="18" charset="0"/>
                <a:cs typeface="Times New Roman" pitchFamily="18" charset="0"/>
              </a:rPr>
              <a:t>của</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việc</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tuyên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bố</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cá</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nhân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mất</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tích</a:t>
            </a:r>
            <a:endParaRPr lang="en-US" sz="43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60EA3FB3-774B-41F7-9B0C-45188581BCE2}"/>
              </a:ext>
            </a:extLst>
          </p:cNvPr>
          <p:cNvSpPr>
            <a:spLocks noGrp="1"/>
          </p:cNvSpPr>
          <p:nvPr>
            <p:ph idx="1"/>
          </p:nvPr>
        </p:nvSpPr>
        <p:spPr/>
        <p:txBody>
          <a:bodyPr>
            <a:normAutofit fontScale="92500"/>
          </a:bodyPr>
          <a:lstStyle/>
          <a:p>
            <a:pPr algn="just"/>
            <a:r>
              <a:rPr lang="en-US" sz="2500" dirty="0" err="1">
                <a:latin typeface="Times New Roman" pitchFamily="18" charset="0"/>
                <a:cs typeface="Times New Roman" pitchFamily="18" charset="0"/>
              </a:rPr>
              <a:t>Về</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mặt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Điều</a:t>
            </a:r>
            <a:r>
              <a:rPr lang="en-US" sz="2500" dirty="0">
                <a:latin typeface="Times New Roman" pitchFamily="18" charset="0"/>
                <a:cs typeface="Times New Roman" pitchFamily="18" charset="0"/>
              </a:rPr>
              <a:t> 65 BLDS 2015)</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Đối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với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đã</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vắng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mặt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ủy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ủy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quyền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tiếp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tục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Đối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với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chung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do </a:t>
            </a:r>
            <a:r>
              <a:rPr lang="en-US" sz="2500" dirty="0" err="1">
                <a:latin typeface="Times New Roman" pitchFamily="18" charset="0"/>
                <a:cs typeface="Times New Roman" pitchFamily="18" charset="0"/>
              </a:rPr>
              <a:t>chủ</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sở</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hữu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chung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còn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Đối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với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do </a:t>
            </a:r>
            <a:r>
              <a:rPr lang="en-US" sz="2500" dirty="0" err="1">
                <a:latin typeface="Times New Roman" pitchFamily="18" charset="0"/>
                <a:cs typeface="Times New Roman" pitchFamily="18" charset="0"/>
              </a:rPr>
              <a:t>vợ</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chồng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đang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vợ</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chồng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tiếp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tục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con </a:t>
            </a:r>
            <a:r>
              <a:rPr lang="en-US" sz="2500" dirty="0" err="1">
                <a:latin typeface="Times New Roman" pitchFamily="18" charset="0"/>
                <a:cs typeface="Times New Roman" pitchFamily="18" charset="0"/>
              </a:rPr>
              <a:t>thành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niên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cha, </a:t>
            </a:r>
            <a:r>
              <a:rPr lang="en-US" sz="2500" dirty="0" err="1">
                <a:latin typeface="Times New Roman" pitchFamily="18" charset="0"/>
                <a:cs typeface="Times New Roman" pitchFamily="18" charset="0"/>
              </a:rPr>
              <a:t>mẹ</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vắng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mặt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a:t>
            </a:r>
          </a:p>
          <a:p>
            <a:pPr algn="just"/>
            <a:r>
              <a:rPr lang="en-US" sz="2500" dirty="0">
                <a:latin typeface="Times New Roman" pitchFamily="18" charset="0"/>
                <a:cs typeface="Times New Roman" pitchFamily="18" charset="0"/>
              </a:rPr>
              <a:t>- Tr</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hợp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những</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trên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chỉ</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1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trong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số</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những</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than </a:t>
            </a:r>
            <a:r>
              <a:rPr lang="en-US" sz="2500" dirty="0" err="1">
                <a:latin typeface="Times New Roman" pitchFamily="18" charset="0"/>
                <a:cs typeface="Times New Roman" pitchFamily="18" charset="0"/>
              </a:rPr>
              <a:t>thích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vắng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mặt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tại</a:t>
            </a:r>
            <a:r>
              <a:rPr lang="en-US" sz="2500" dirty="0">
                <a:latin typeface="Times New Roman" pitchFamily="18" charset="0"/>
                <a:cs typeface="Times New Roman" pitchFamily="18" charset="0"/>
              </a:rPr>
              <a:t> n</a:t>
            </a:r>
            <a:r>
              <a:rPr lang="vi-VN" sz="2500" dirty="0">
                <a:latin typeface="Times New Roman" pitchFamily="18" charset="0"/>
                <a:cs typeface="Times New Roman" pitchFamily="18" charset="0"/>
              </a:rPr>
              <a:t>ơ</a:t>
            </a:r>
            <a:r>
              <a:rPr lang="en-US" sz="2500" dirty="0" err="1">
                <a:latin typeface="Times New Roman" pitchFamily="18" charset="0"/>
                <a:cs typeface="Times New Roman" pitchFamily="18" charset="0"/>
              </a:rPr>
              <a:t>i</a:t>
            </a:r>
            <a:r>
              <a:rPr lang="en-US" sz="2500" dirty="0">
                <a:latin typeface="Times New Roman" pitchFamily="18" charset="0"/>
                <a:cs typeface="Times New Roman" pitchFamily="18" charset="0"/>
              </a:rPr>
              <a:t> c</a:t>
            </a:r>
            <a:r>
              <a:rPr lang="vi-VN" sz="2500" dirty="0">
                <a:latin typeface="Times New Roman" pitchFamily="18" charset="0"/>
                <a:cs typeface="Times New Roman" pitchFamily="18" charset="0"/>
              </a:rPr>
              <a:t>ư</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trú</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nếu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Tòa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án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chỉ</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quản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lý</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tài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sản</a:t>
            </a:r>
            <a:r>
              <a:rPr lang="en-US" sz="2500" dirty="0">
                <a:latin typeface="Times New Roman" pitchFamily="18" charset="0"/>
                <a:cs typeface="Times New Roman" pitchFamily="18" charset="0"/>
              </a:rPr>
              <a:t>.</a:t>
            </a:r>
          </a:p>
        </p:txBody>
      </p:sp>
    </p:spTree>
    <p:extLst>
      <p:ext uri="{BB962C8B-B14F-4D97-AF65-F5344CB8AC3E}">
        <p14:creationId xmlns:p14="http://schemas.microsoft.com/office/powerpoint/2010/main" val="5226658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F7EA-BC5E-4B6C-8CD0-963C6671498C}"/>
              </a:ext>
            </a:extLst>
          </p:cNvPr>
          <p:cNvSpPr>
            <a:spLocks noGrp="1"/>
          </p:cNvSpPr>
          <p:nvPr>
            <p:ph type="title"/>
          </p:nvPr>
        </p:nvSpPr>
        <p:spPr>
          <a:xfrm>
            <a:off x="4974771" y="634946"/>
            <a:ext cx="6574972" cy="1450757"/>
          </a:xfrm>
        </p:spPr>
        <p:txBody>
          <a:bodyPr>
            <a:normAutofit/>
          </a:bodyPr>
          <a:lstStyle/>
          <a:p>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dung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620B4FF5-5E14-4D98-8229-9BAAFC008294}"/>
              </a:ext>
            </a:extLst>
          </p:cNvPr>
          <p:cNvSpPr>
            <a:spLocks noGrp="1"/>
          </p:cNvSpPr>
          <p:nvPr>
            <p:ph idx="1"/>
          </p:nvPr>
        </p:nvSpPr>
        <p:spPr>
          <a:xfrm>
            <a:off x="4974769" y="2198914"/>
            <a:ext cx="6574973" cy="3670180"/>
          </a:xfrm>
        </p:spPr>
        <p:txBody>
          <a:bodyPr>
            <a:normAutofit/>
          </a:bodyPr>
          <a:lstStyle/>
          <a:p>
            <a:pPr algn="just"/>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mặt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Khoản</a:t>
            </a:r>
            <a:r>
              <a:rPr lang="en-US" sz="3000" dirty="0">
                <a:latin typeface="Times New Roman" pitchFamily="18" charset="0"/>
                <a:cs typeface="Times New Roman" pitchFamily="18" charset="0"/>
              </a:rPr>
              <a:t> 2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68 BLDS 2015)</a:t>
            </a:r>
          </a:p>
          <a:p>
            <a:pPr algn="just"/>
            <a:r>
              <a:rPr lang="en-US" sz="3000" dirty="0">
                <a:latin typeface="Times New Roman" pitchFamily="18" charset="0"/>
                <a:cs typeface="Times New Roman" pitchFamily="18" charset="0"/>
              </a:rPr>
              <a:t>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xin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đình</a:t>
            </a:r>
            <a:r>
              <a:rPr lang="en-US" sz="3000" dirty="0">
                <a:latin typeface="Times New Roman" pitchFamily="18" charset="0"/>
                <a:cs typeface="Times New Roman" pitchFamily="18" charset="0"/>
              </a:rPr>
              <a:t>.</a:t>
            </a:r>
          </a:p>
        </p:txBody>
      </p:sp>
      <p:pic>
        <p:nvPicPr>
          <p:cNvPr id="5" name="Picture 4">
            <a:extLst>
              <a:ext uri="{FF2B5EF4-FFF2-40B4-BE49-F238E27FC236}">
                <a16:creationId xmlns:a16="http://schemas.microsoft.com/office/drawing/2014/main" id="{038A8969-7236-4915-A034-05CCFEA00D4E}"/>
              </a:ext>
            </a:extLst>
          </p:cNvPr>
          <p:cNvPicPr>
            <a:picLocks noChangeAspect="1"/>
          </p:cNvPicPr>
          <p:nvPr/>
        </p:nvPicPr>
        <p:blipFill>
          <a:blip r:embed="rId2"/>
          <a:stretch>
            <a:fillRect/>
          </a:stretch>
        </p:blipFill>
        <p:spPr>
          <a:xfrm>
            <a:off x="633999" y="1796791"/>
            <a:ext cx="4001315" cy="3000986"/>
          </a:xfrm>
          <a:prstGeom prst="rect">
            <a:avLst/>
          </a:prstGeom>
        </p:spPr>
      </p:pic>
    </p:spTree>
    <p:extLst>
      <p:ext uri="{BB962C8B-B14F-4D97-AF65-F5344CB8AC3E}">
        <p14:creationId xmlns:p14="http://schemas.microsoft.com/office/powerpoint/2010/main" val="30376457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B8BD-B9F6-4114-BFDE-D83C122FF610}"/>
              </a:ext>
            </a:extLst>
          </p:cNvPr>
          <p:cNvSpPr>
            <a:spLocks noGrp="1"/>
          </p:cNvSpPr>
          <p:nvPr>
            <p:ph type="title"/>
          </p:nvPr>
        </p:nvSpPr>
        <p:spPr/>
        <p:txBody>
          <a:bodyPr/>
          <a:lstStyle/>
          <a:p>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tích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8D1EDE9-A2FB-46EA-99F2-D48CC1EEF39E}"/>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70 BLDS 2015)</a:t>
            </a:r>
          </a:p>
          <a:p>
            <a:pPr algn="just"/>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tin </a:t>
            </a:r>
            <a:r>
              <a:rPr lang="en-US" sz="3000" dirty="0" err="1">
                <a:latin typeface="Times New Roman" pitchFamily="18" charset="0"/>
                <a:cs typeface="Times New Roman" pitchFamily="18" charset="0"/>
              </a:rPr>
              <a:t>tức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bỏ</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38285693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BF312C-661F-419A-8C4C-AA2E59E15DA2}"/>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thanh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toán</a:t>
            </a:r>
            <a:r>
              <a:rPr lang="en-US" sz="3000" dirty="0">
                <a:latin typeface="Times New Roman" pitchFamily="18" charset="0"/>
                <a:cs typeface="Times New Roman" pitchFamily="18" charset="0"/>
              </a:rPr>
              <a:t> chi </a:t>
            </a:r>
            <a:r>
              <a:rPr lang="en-US" sz="3000" dirty="0" err="1">
                <a:latin typeface="Times New Roman" pitchFamily="18" charset="0"/>
                <a:cs typeface="Times New Roman" pitchFamily="18" charset="0"/>
              </a:rPr>
              <a:t>phí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dù</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tin </a:t>
            </a:r>
            <a:r>
              <a:rPr lang="en-US" sz="3000" dirty="0" err="1">
                <a:latin typeface="Times New Roman" pitchFamily="18" charset="0"/>
                <a:cs typeface="Times New Roman" pitchFamily="18" charset="0"/>
              </a:rPr>
              <a:t>tức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vẫn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37315584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F93B3-92CF-4B76-89EE-F42C75BD8771}"/>
              </a:ext>
            </a:extLst>
          </p:cNvPr>
          <p:cNvSpPr>
            <a:spLocks noGrp="1"/>
          </p:cNvSpPr>
          <p:nvPr>
            <p:ph type="title"/>
          </p:nvPr>
        </p:nvSpPr>
        <p:spPr>
          <a:xfrm>
            <a:off x="4974771" y="634946"/>
            <a:ext cx="6574972" cy="1206733"/>
          </a:xfrm>
        </p:spPr>
        <p:txBody>
          <a:bodyPr>
            <a:normAutofit/>
          </a:bodyPr>
          <a:lstStyle/>
          <a:p>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6D3DFEE-4B81-4135-8E32-3F6E89CB92CD}"/>
              </a:ext>
            </a:extLst>
          </p:cNvPr>
          <p:cNvSpPr>
            <a:spLocks noGrp="1"/>
          </p:cNvSpPr>
          <p:nvPr>
            <p:ph idx="1"/>
          </p:nvPr>
        </p:nvSpPr>
        <p:spPr>
          <a:xfrm>
            <a:off x="4649273" y="2198913"/>
            <a:ext cx="6900469" cy="4008703"/>
          </a:xfrm>
        </p:spPr>
        <p:txBody>
          <a:bodyPr>
            <a:normAutofit fontScale="92500" lnSpcReduction="10000"/>
          </a:bodyPr>
          <a:lstStyle/>
          <a:p>
            <a:pPr algn="just"/>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a:t>
            </a:r>
          </a:p>
          <a:p>
            <a:pPr algn="just"/>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mặt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tục</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endParaRPr lang="en-US" sz="3000" dirty="0">
              <a:latin typeface="Times New Roman" pitchFamily="18" charset="0"/>
              <a:cs typeface="Times New Roman" pitchFamily="18" charset="0"/>
            </a:endParaRPr>
          </a:p>
          <a:p>
            <a:pPr algn="just"/>
            <a:endParaRPr lang="en-US" sz="3000" dirty="0">
              <a:latin typeface="Times New Roman" pitchFamily="18" charset="0"/>
              <a:cs typeface="Times New Roman" pitchFamily="18" charset="0"/>
            </a:endParaRPr>
          </a:p>
        </p:txBody>
      </p:sp>
      <p:pic>
        <p:nvPicPr>
          <p:cNvPr id="5" name="Picture 4" descr="A picture containing object&#10;&#10;Description automatically generated">
            <a:extLst>
              <a:ext uri="{FF2B5EF4-FFF2-40B4-BE49-F238E27FC236}">
                <a16:creationId xmlns:a16="http://schemas.microsoft.com/office/drawing/2014/main" id="{371DB2EC-6B19-49A5-9799-CA866DF3B2E0}"/>
              </a:ext>
            </a:extLst>
          </p:cNvPr>
          <p:cNvPicPr>
            <a:picLocks noChangeAspect="1"/>
          </p:cNvPicPr>
          <p:nvPr/>
        </p:nvPicPr>
        <p:blipFill>
          <a:blip r:embed="rId2"/>
          <a:stretch>
            <a:fillRect/>
          </a:stretch>
        </p:blipFill>
        <p:spPr>
          <a:xfrm>
            <a:off x="389299" y="2444618"/>
            <a:ext cx="4001315" cy="2400789"/>
          </a:xfrm>
          <a:prstGeom prst="rect">
            <a:avLst/>
          </a:prstGeom>
        </p:spPr>
      </p:pic>
    </p:spTree>
    <p:extLst>
      <p:ext uri="{BB962C8B-B14F-4D97-AF65-F5344CB8AC3E}">
        <p14:creationId xmlns:p14="http://schemas.microsoft.com/office/powerpoint/2010/main" val="26386472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AE5-7068-47CD-AC88-C7FB747E572B}"/>
              </a:ext>
            </a:extLst>
          </p:cNvPr>
          <p:cNvSpPr>
            <a:spLocks noGrp="1"/>
          </p:cNvSpPr>
          <p:nvPr>
            <p:ph type="title"/>
          </p:nvPr>
        </p:nvSpPr>
        <p:spPr>
          <a:xfrm>
            <a:off x="1097280" y="4844374"/>
            <a:ext cx="10058400" cy="1188995"/>
          </a:xfrm>
        </p:spPr>
        <p:txBody>
          <a:bodyPr anchor="ctr">
            <a:normAutofit fontScale="90000"/>
          </a:bodyPr>
          <a:lstStyle/>
          <a:p>
            <a:pPr algn="ctr"/>
            <a:r>
              <a:rPr lang="en-US" sz="4400" dirty="0" err="1">
                <a:latin typeface="Times New Roman" pitchFamily="18" charset="0"/>
                <a:cs typeface="Times New Roman" pitchFamily="18" charset="0"/>
              </a:rPr>
              <a:t>Điều</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kiện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về</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thời</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gian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Điều</a:t>
            </a:r>
            <a:r>
              <a:rPr lang="en-US" sz="4400" dirty="0">
                <a:latin typeface="Times New Roman" pitchFamily="18" charset="0"/>
                <a:cs typeface="Times New Roman" pitchFamily="18" charset="0"/>
              </a:rPr>
              <a:t> 71 BLDS 2015)</a:t>
            </a:r>
          </a:p>
        </p:txBody>
      </p:sp>
      <p:graphicFrame>
        <p:nvGraphicFramePr>
          <p:cNvPr id="5" name="Content Placeholder 2">
            <a:extLst>
              <a:ext uri="{FF2B5EF4-FFF2-40B4-BE49-F238E27FC236}">
                <a16:creationId xmlns:a16="http://schemas.microsoft.com/office/drawing/2014/main" id="{796D8BE6-F7D5-42CA-B3D1-8AEC04839138}"/>
              </a:ext>
            </a:extLst>
          </p:cNvPr>
          <p:cNvGraphicFramePr>
            <a:graphicFrameLocks noGrp="1"/>
          </p:cNvGraphicFramePr>
          <p:nvPr>
            <p:ph idx="1"/>
            <p:extLst>
              <p:ext uri="{D42A27DB-BD31-4B8C-83A1-F6EECF244321}">
                <p14:modId xmlns:p14="http://schemas.microsoft.com/office/powerpoint/2010/main" val="461235404"/>
              </p:ext>
            </p:extLst>
          </p:nvPr>
        </p:nvGraphicFramePr>
        <p:xfrm>
          <a:off x="520505" y="-1"/>
          <a:ext cx="11043138" cy="56795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23968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5EE69-8312-4F5B-994A-ED24A2F1433A}"/>
              </a:ext>
            </a:extLst>
          </p:cNvPr>
          <p:cNvSpPr>
            <a:spLocks noGrp="1"/>
          </p:cNvSpPr>
          <p:nvPr>
            <p:ph type="title"/>
          </p:nvPr>
        </p:nvSpPr>
        <p:spPr>
          <a:xfrm>
            <a:off x="492370" y="516835"/>
            <a:ext cx="3084844" cy="2103875"/>
          </a:xfrm>
        </p:spPr>
        <p:txBody>
          <a:bodyPr>
            <a:normAutofit/>
          </a:bodyPr>
          <a:lstStyle/>
          <a:p>
            <a:r>
              <a:rPr lang="en-US" sz="3600" dirty="0" err="1">
                <a:solidFill>
                  <a:srgbClr val="FFFFFF"/>
                </a:solidFill>
                <a:latin typeface="Times New Roman" pitchFamily="18" charset="0"/>
                <a:cs typeface="Times New Roman" pitchFamily="18" charset="0"/>
              </a:rPr>
              <a:t>Về</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mặt</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thủ</a:t>
            </a:r>
            <a:r>
              <a:rPr lang="en-US" sz="3600" dirty="0">
                <a:solidFill>
                  <a:srgbClr val="FFFFFF"/>
                </a:solidFill>
                <a:latin typeface="Times New Roman" pitchFamily="18" charset="0"/>
                <a:cs typeface="Times New Roman" pitchFamily="18" charset="0"/>
              </a:rPr>
              <a:t> </a:t>
            </a:r>
            <a:r>
              <a:rPr lang="en-US" sz="3600" dirty="0" err="1">
                <a:solidFill>
                  <a:srgbClr val="FFFFFF"/>
                </a:solidFill>
                <a:latin typeface="Times New Roman" pitchFamily="18" charset="0"/>
                <a:cs typeface="Times New Roman" pitchFamily="18" charset="0"/>
              </a:rPr>
              <a:t>tục</a:t>
            </a:r>
            <a:endParaRPr lang="en-US" sz="3600" dirty="0">
              <a:solidFill>
                <a:srgbClr val="FFFFFF"/>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CB2A691-30FC-460F-A62B-3E39CB1AD02D}"/>
              </a:ext>
            </a:extLst>
          </p:cNvPr>
          <p:cNvSpPr>
            <a:spLocks noGrp="1"/>
          </p:cNvSpPr>
          <p:nvPr>
            <p:ph idx="1"/>
          </p:nvPr>
        </p:nvSpPr>
        <p:spPr>
          <a:xfrm>
            <a:off x="492371" y="2653800"/>
            <a:ext cx="3084844" cy="3335519"/>
          </a:xfrm>
        </p:spPr>
        <p:txBody>
          <a:bodyPr>
            <a:normAutofit lnSpcReduction="10000"/>
          </a:bodyPr>
          <a:lstStyle/>
          <a:p>
            <a:r>
              <a:rPr lang="en-US" sz="3000" dirty="0">
                <a:solidFill>
                  <a:srgbClr val="FFFFFF"/>
                </a:solidFill>
                <a:latin typeface="Times New Roman" pitchFamily="18" charset="0"/>
                <a:cs typeface="Times New Roman" pitchFamily="18" charset="0"/>
              </a:rPr>
              <a:t>Ng</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ời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yêu</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cầu</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tuyên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bố</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cá</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nhân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chết</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phải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thông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báo</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tìm</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kiếm</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công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khai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trên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các</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ph</a:t>
            </a:r>
            <a:r>
              <a:rPr lang="vi-VN" sz="3000" dirty="0">
                <a:solidFill>
                  <a:srgbClr val="FFFFFF"/>
                </a:solidFill>
                <a:latin typeface="Times New Roman" pitchFamily="18" charset="0"/>
                <a:cs typeface="Times New Roman" pitchFamily="18" charset="0"/>
              </a:rPr>
              <a:t>ư</a:t>
            </a:r>
            <a:r>
              <a:rPr lang="en-US" sz="3000" dirty="0" err="1">
                <a:solidFill>
                  <a:srgbClr val="FFFFFF"/>
                </a:solidFill>
                <a:latin typeface="Times New Roman" pitchFamily="18" charset="0"/>
                <a:cs typeface="Times New Roman" pitchFamily="18" charset="0"/>
              </a:rPr>
              <a:t>ơng</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tiện</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thông</a:t>
            </a:r>
            <a:r>
              <a:rPr lang="en-US" sz="3000" dirty="0">
                <a:solidFill>
                  <a:srgbClr val="FFFFFF"/>
                </a:solidFill>
                <a:latin typeface="Times New Roman" pitchFamily="18" charset="0"/>
                <a:cs typeface="Times New Roman" pitchFamily="18" charset="0"/>
              </a:rPr>
              <a:t> tin </a:t>
            </a:r>
            <a:r>
              <a:rPr lang="en-US" sz="3000" dirty="0" err="1">
                <a:solidFill>
                  <a:srgbClr val="FFFFFF"/>
                </a:solidFill>
                <a:latin typeface="Times New Roman" pitchFamily="18" charset="0"/>
                <a:cs typeface="Times New Roman" pitchFamily="18" charset="0"/>
              </a:rPr>
              <a:t>đại</a:t>
            </a:r>
            <a:r>
              <a:rPr lang="en-US" sz="3000" dirty="0">
                <a:solidFill>
                  <a:srgbClr val="FFFFFF"/>
                </a:solidFill>
                <a:latin typeface="Times New Roman" pitchFamily="18" charset="0"/>
                <a:cs typeface="Times New Roman" pitchFamily="18" charset="0"/>
              </a:rPr>
              <a:t> </a:t>
            </a:r>
            <a:r>
              <a:rPr lang="en-US" sz="3000" dirty="0" err="1">
                <a:solidFill>
                  <a:srgbClr val="FFFFFF"/>
                </a:solidFill>
                <a:latin typeface="Times New Roman" pitchFamily="18" charset="0"/>
                <a:cs typeface="Times New Roman" pitchFamily="18" charset="0"/>
              </a:rPr>
              <a:t>chúng</a:t>
            </a:r>
            <a:r>
              <a:rPr lang="en-US" sz="3000" dirty="0">
                <a:solidFill>
                  <a:srgbClr val="FFFFFF"/>
                </a:solidFill>
                <a:latin typeface="Times New Roman" pitchFamily="18" charset="0"/>
                <a:cs typeface="Times New Roman" pitchFamily="18" charset="0"/>
              </a:rPr>
              <a:t>.</a:t>
            </a:r>
          </a:p>
        </p:txBody>
      </p:sp>
      <p:pic>
        <p:nvPicPr>
          <p:cNvPr id="5" name="Picture 4" descr="A close up of a logo&#10;&#10;Description automatically generated">
            <a:extLst>
              <a:ext uri="{FF2B5EF4-FFF2-40B4-BE49-F238E27FC236}">
                <a16:creationId xmlns:a16="http://schemas.microsoft.com/office/drawing/2014/main" id="{01C2523C-BC54-4DB7-A2A5-260FE082821A}"/>
              </a:ext>
            </a:extLst>
          </p:cNvPr>
          <p:cNvPicPr>
            <a:picLocks noChangeAspect="1"/>
          </p:cNvPicPr>
          <p:nvPr/>
        </p:nvPicPr>
        <p:blipFill>
          <a:blip r:embed="rId2"/>
          <a:stretch>
            <a:fillRect/>
          </a:stretch>
        </p:blipFill>
        <p:spPr>
          <a:xfrm>
            <a:off x="4742017" y="879719"/>
            <a:ext cx="6798082" cy="5098561"/>
          </a:xfrm>
          <a:prstGeom prst="rect">
            <a:avLst/>
          </a:prstGeom>
        </p:spPr>
      </p:pic>
    </p:spTree>
    <p:extLst>
      <p:ext uri="{BB962C8B-B14F-4D97-AF65-F5344CB8AC3E}">
        <p14:creationId xmlns:p14="http://schemas.microsoft.com/office/powerpoint/2010/main" val="359247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390EE-7799-4705-8CB9-C304AB3A0F4A}"/>
              </a:ext>
            </a:extLst>
          </p:cNvPr>
          <p:cNvSpPr>
            <a:spLocks noGrp="1"/>
          </p:cNvSpPr>
          <p:nvPr>
            <p:ph type="title"/>
          </p:nvPr>
        </p:nvSpPr>
        <p:spPr>
          <a:xfrm>
            <a:off x="5289754" y="639097"/>
            <a:ext cx="6253317" cy="3686015"/>
          </a:xfrm>
        </p:spPr>
        <p:txBody>
          <a:bodyPr vert="horz" lIns="91440" tIns="45720" rIns="91440" bIns="45720" rtlCol="0" anchor="b">
            <a:normAutofit fontScale="90000"/>
          </a:bodyPr>
          <a:lstStyle/>
          <a:p>
            <a:r>
              <a:rPr lang="en-US" sz="7400" dirty="0" err="1">
                <a:solidFill>
                  <a:schemeClr val="tx1">
                    <a:lumMod val="85000"/>
                    <a:lumOff val="15000"/>
                  </a:schemeClr>
                </a:solidFill>
                <a:latin typeface="Times New Roman" pitchFamily="18" charset="0"/>
                <a:cs typeface="Times New Roman" pitchFamily="18" charset="0"/>
              </a:rPr>
              <a:t>Có</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yêu</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cầu</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của</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người</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có</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quyền</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lợi</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ích</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liên</a:t>
            </a:r>
            <a:r>
              <a:rPr lang="en-US" sz="7400" dirty="0">
                <a:solidFill>
                  <a:schemeClr val="tx1">
                    <a:lumMod val="85000"/>
                    <a:lumOff val="15000"/>
                  </a:schemeClr>
                </a:solidFill>
                <a:latin typeface="Times New Roman" pitchFamily="18" charset="0"/>
                <a:cs typeface="Times New Roman" pitchFamily="18" charset="0"/>
              </a:rPr>
              <a:t> </a:t>
            </a:r>
            <a:r>
              <a:rPr lang="en-US" sz="7400" dirty="0" err="1">
                <a:solidFill>
                  <a:schemeClr val="tx1">
                    <a:lumMod val="85000"/>
                    <a:lumOff val="15000"/>
                  </a:schemeClr>
                </a:solidFill>
                <a:latin typeface="Times New Roman" pitchFamily="18" charset="0"/>
                <a:cs typeface="Times New Roman" pitchFamily="18" charset="0"/>
              </a:rPr>
              <a:t>quan</a:t>
            </a:r>
            <a:endParaRPr lang="en-US" sz="7400" dirty="0">
              <a:solidFill>
                <a:schemeClr val="tx1">
                  <a:lumMod val="85000"/>
                  <a:lumOff val="15000"/>
                </a:schemeClr>
              </a:solidFill>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37643E1B-6C97-459C-B915-921F225CBD4A}"/>
              </a:ext>
            </a:extLst>
          </p:cNvPr>
          <p:cNvSpPr>
            <a:spLocks noGrp="1"/>
          </p:cNvSpPr>
          <p:nvPr>
            <p:ph idx="1"/>
          </p:nvPr>
        </p:nvSpPr>
        <p:spPr>
          <a:xfrm>
            <a:off x="633999" y="4558652"/>
            <a:ext cx="10925101" cy="1238616"/>
          </a:xfrm>
        </p:spPr>
        <p:txBody>
          <a:bodyPr vert="horz" lIns="91440" tIns="45720" rIns="91440" bIns="45720" rtlCol="0">
            <a:normAutofit/>
          </a:bodyPr>
          <a:lstStyle/>
          <a:p>
            <a:pPr marL="0" indent="0">
              <a:buNone/>
            </a:pPr>
            <a:r>
              <a:rPr lang="en-US" sz="2400" cap="all" spc="200" dirty="0" err="1">
                <a:solidFill>
                  <a:schemeClr val="tx1">
                    <a:lumMod val="85000"/>
                    <a:lumOff val="15000"/>
                  </a:schemeClr>
                </a:solidFill>
                <a:latin typeface="Times New Roman" pitchFamily="18" charset="0"/>
                <a:cs typeface="Times New Roman" pitchFamily="18" charset="0"/>
              </a:rPr>
              <a:t>Người</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có</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quyền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và</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lợi</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ích</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liên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quan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có</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yêu</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cầu</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gửi</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đến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Tòa</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án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yêu</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cầu</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Tòa</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án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tuyên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bố</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cá</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nhân</a:t>
            </a:r>
            <a:r>
              <a:rPr lang="en-US" sz="2400" cap="all" spc="200" dirty="0">
                <a:solidFill>
                  <a:schemeClr val="tx1">
                    <a:lumMod val="85000"/>
                    <a:lumOff val="15000"/>
                  </a:schemeClr>
                </a:solidFill>
                <a:latin typeface="Times New Roman" pitchFamily="18" charset="0"/>
                <a:cs typeface="Times New Roman" pitchFamily="18" charset="0"/>
              </a:rPr>
              <a:t> </a:t>
            </a:r>
            <a:r>
              <a:rPr lang="en-US" sz="2400" cap="all" spc="200" dirty="0" err="1">
                <a:solidFill>
                  <a:schemeClr val="tx1">
                    <a:lumMod val="85000"/>
                    <a:lumOff val="15000"/>
                  </a:schemeClr>
                </a:solidFill>
                <a:latin typeface="Times New Roman" pitchFamily="18" charset="0"/>
                <a:cs typeface="Times New Roman" pitchFamily="18" charset="0"/>
              </a:rPr>
              <a:t>chết</a:t>
            </a:r>
            <a:r>
              <a:rPr lang="en-US" sz="2400" cap="all" spc="200" dirty="0">
                <a:solidFill>
                  <a:schemeClr val="tx1">
                    <a:lumMod val="85000"/>
                    <a:lumOff val="15000"/>
                  </a:schemeClr>
                </a:solidFill>
                <a:latin typeface="Times New Roman" pitchFamily="18" charset="0"/>
                <a:cs typeface="Times New Roman" pitchFamily="18" charset="0"/>
              </a:rPr>
              <a:t>.</a:t>
            </a:r>
          </a:p>
        </p:txBody>
      </p:sp>
      <p:pic>
        <p:nvPicPr>
          <p:cNvPr id="5" name="Picture 4" descr="A close up of a blackboard&#10;&#10;Description automatically generated">
            <a:extLst>
              <a:ext uri="{FF2B5EF4-FFF2-40B4-BE49-F238E27FC236}">
                <a16:creationId xmlns:a16="http://schemas.microsoft.com/office/drawing/2014/main" id="{76FAEC71-D9BB-4150-A140-9B582C0A76A5}"/>
              </a:ext>
            </a:extLst>
          </p:cNvPr>
          <p:cNvPicPr>
            <a:picLocks noChangeAspect="1"/>
          </p:cNvPicPr>
          <p:nvPr/>
        </p:nvPicPr>
        <p:blipFill>
          <a:blip r:embed="rId2"/>
          <a:stretch>
            <a:fillRect/>
          </a:stretch>
        </p:blipFill>
        <p:spPr>
          <a:xfrm>
            <a:off x="633999" y="1567207"/>
            <a:ext cx="4001315" cy="2653045"/>
          </a:xfrm>
          <a:prstGeom prst="rect">
            <a:avLst/>
          </a:prstGeom>
        </p:spPr>
      </p:pic>
    </p:spTree>
    <p:extLst>
      <p:ext uri="{BB962C8B-B14F-4D97-AF65-F5344CB8AC3E}">
        <p14:creationId xmlns:p14="http://schemas.microsoft.com/office/powerpoint/2010/main" val="25090699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D892-F42B-469F-B41E-B06DBF8E26EA}"/>
              </a:ext>
            </a:extLst>
          </p:cNvPr>
          <p:cNvSpPr>
            <a:spLocks noGrp="1"/>
          </p:cNvSpPr>
          <p:nvPr>
            <p:ph type="title"/>
          </p:nvPr>
        </p:nvSpPr>
        <p:spPr/>
        <p:txBody>
          <a:bodyPr/>
          <a:lstStyle/>
          <a:p>
            <a:r>
              <a:rPr lang="en-US" dirty="0" err="1">
                <a:latin typeface="Times New Roman" pitchFamily="18" charset="0"/>
                <a:cs typeface="Times New Roman" pitchFamily="18" charset="0"/>
              </a:rPr>
              <a:t>Nội</a:t>
            </a:r>
            <a:r>
              <a:rPr lang="en-US" dirty="0">
                <a:latin typeface="Times New Roman" pitchFamily="18" charset="0"/>
                <a:cs typeface="Times New Roman" pitchFamily="18" charset="0"/>
              </a:rPr>
              <a:t> dung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E5C90E8-6DB3-42B7-83E1-346235330DB5}"/>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mặt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chia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mặt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tục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40936139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AE1A-DC3D-4335-B24D-E7A1F9323B38}"/>
              </a:ext>
            </a:extLst>
          </p:cNvPr>
          <p:cNvSpPr>
            <a:spLocks noGrp="1"/>
          </p:cNvSpPr>
          <p:nvPr>
            <p:ph type="title"/>
          </p:nvPr>
        </p:nvSpPr>
        <p:spPr/>
        <p:txBody>
          <a:bodyPr/>
          <a:lstStyle/>
          <a:p>
            <a:r>
              <a:rPr lang="en-US" dirty="0" err="1">
                <a:latin typeface="Times New Roman" pitchFamily="18" charset="0"/>
                <a:cs typeface="Times New Roman" pitchFamily="18" charset="0"/>
              </a:rPr>
              <a:t>Hủy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bỏ</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chết</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34E1FDA-6327-45AD-A9D9-FF800E9D7173}"/>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tin </a:t>
            </a:r>
            <a:r>
              <a:rPr lang="en-US" sz="3000" dirty="0" err="1">
                <a:latin typeface="Times New Roman" pitchFamily="18" charset="0"/>
                <a:cs typeface="Times New Roman" pitchFamily="18" charset="0"/>
              </a:rPr>
              <a:t>tức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bỏ</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20649288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2567-AA1E-4C1F-ADE2-1D87D098B5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E1DECB-8426-4F0B-B681-5930F097B9E0}"/>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thân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phục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ra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bỏ</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trừ</a:t>
            </a:r>
            <a:r>
              <a:rPr lang="en-US" sz="3000" dirty="0">
                <a:latin typeface="Times New Roman" pitchFamily="18" charset="0"/>
                <a:cs typeface="Times New Roman" pitchFamily="18" charset="0"/>
              </a:rPr>
              <a:t> 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hôn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4158683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2A34F-9FCC-4ED8-A565-A61E5E56F2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3079DF-0E64-4F85-8041-3625755527D4}"/>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biết</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giấu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giếm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nhằm</a:t>
            </a:r>
            <a:r>
              <a:rPr lang="en-US" sz="3000" dirty="0">
                <a:latin typeface="Times New Roman" pitchFamily="18" charset="0"/>
                <a:cs typeface="Times New Roman" pitchFamily="18" charset="0"/>
              </a:rPr>
              <a:t> h</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ởng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hoàn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toàn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nếu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gây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thiệt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bồi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16627830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55B0B3-D2C4-4FCD-9D34-F078581932A1}"/>
              </a:ext>
            </a:extLst>
          </p:cNvPr>
          <p:cNvSpPr>
            <a:spLocks noGrp="1"/>
          </p:cNvSpPr>
          <p:nvPr>
            <p:ph idx="1"/>
          </p:nvPr>
        </p:nvSpPr>
        <p:spPr>
          <a:xfrm>
            <a:off x="1097280" y="283335"/>
            <a:ext cx="10058400" cy="5585759"/>
          </a:xfrm>
        </p:spPr>
        <p:txBody>
          <a:bodyPr>
            <a:normAutofit/>
          </a:bodyPr>
          <a:lstStyle/>
          <a:p>
            <a:r>
              <a:rPr lang="en-US" sz="3000" dirty="0">
                <a:latin typeface="Times New Roman" pitchFamily="18" charset="0"/>
                <a:cs typeface="Times New Roman" pitchFamily="18" charset="0"/>
              </a:rPr>
              <a:t>Quan </a:t>
            </a:r>
            <a:r>
              <a:rPr lang="en-US" sz="3000" dirty="0" err="1">
                <a:latin typeface="Times New Roman" pitchFamily="18" charset="0"/>
                <a:cs typeface="Times New Roman" pitchFamily="18" charset="0"/>
              </a:rPr>
              <a:t>hệ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BLDS,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HNGĐ.</a:t>
            </a:r>
          </a:p>
        </p:txBody>
      </p:sp>
      <p:pic>
        <p:nvPicPr>
          <p:cNvPr id="5" name="Picture 4" descr="A screenshot of a cell phone&#10;&#10;Description automatically generated">
            <a:extLst>
              <a:ext uri="{FF2B5EF4-FFF2-40B4-BE49-F238E27FC236}">
                <a16:creationId xmlns:a16="http://schemas.microsoft.com/office/drawing/2014/main" id="{A78F83FD-FC05-4C41-AC3E-CB7BB7E2A3A9}"/>
              </a:ext>
            </a:extLst>
          </p:cNvPr>
          <p:cNvPicPr>
            <a:picLocks noChangeAspect="1"/>
          </p:cNvPicPr>
          <p:nvPr/>
        </p:nvPicPr>
        <p:blipFill>
          <a:blip r:embed="rId2"/>
          <a:stretch>
            <a:fillRect/>
          </a:stretch>
        </p:blipFill>
        <p:spPr>
          <a:xfrm>
            <a:off x="312774" y="1390918"/>
            <a:ext cx="5503228" cy="4478176"/>
          </a:xfrm>
          <a:prstGeom prst="rect">
            <a:avLst/>
          </a:prstGeom>
        </p:spPr>
      </p:pic>
      <p:pic>
        <p:nvPicPr>
          <p:cNvPr id="7" name="Picture 6">
            <a:extLst>
              <a:ext uri="{FF2B5EF4-FFF2-40B4-BE49-F238E27FC236}">
                <a16:creationId xmlns:a16="http://schemas.microsoft.com/office/drawing/2014/main" id="{155C38F5-FC10-4312-9D7A-59106D64EB3F}"/>
              </a:ext>
            </a:extLst>
          </p:cNvPr>
          <p:cNvPicPr>
            <a:picLocks noChangeAspect="1"/>
          </p:cNvPicPr>
          <p:nvPr/>
        </p:nvPicPr>
        <p:blipFill>
          <a:blip r:embed="rId3"/>
          <a:stretch>
            <a:fillRect/>
          </a:stretch>
        </p:blipFill>
        <p:spPr>
          <a:xfrm>
            <a:off x="5894289" y="1390918"/>
            <a:ext cx="6158509" cy="4478176"/>
          </a:xfrm>
          <a:prstGeom prst="rect">
            <a:avLst/>
          </a:prstGeom>
        </p:spPr>
      </p:pic>
    </p:spTree>
    <p:extLst>
      <p:ext uri="{BB962C8B-B14F-4D97-AF65-F5344CB8AC3E}">
        <p14:creationId xmlns:p14="http://schemas.microsoft.com/office/powerpoint/2010/main" val="34335757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791F-0645-48A6-8D1E-446849953FF4}"/>
              </a:ext>
            </a:extLst>
          </p:cNvPr>
          <p:cNvSpPr>
            <a:spLocks noGrp="1"/>
          </p:cNvSpPr>
          <p:nvPr>
            <p:ph type="title"/>
          </p:nvPr>
        </p:nvSpPr>
        <p:spPr/>
        <p:txBody>
          <a:bodyPr/>
          <a:lstStyle/>
          <a:p>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E6DFA7D6-A0A7-4BB2-8BCF-34C289263438}"/>
              </a:ext>
            </a:extLst>
          </p:cNvPr>
          <p:cNvSpPr>
            <a:spLocks noGrp="1"/>
          </p:cNvSpPr>
          <p:nvPr>
            <p:ph idx="1"/>
          </p:nvPr>
        </p:nvSpPr>
        <p:spPr/>
        <p:txBody>
          <a:bodyPr/>
          <a:lstStyle/>
          <a:p>
            <a:pPr marL="0" indent="0" algn="just">
              <a:buNone/>
            </a:pPr>
            <a:r>
              <a:rPr lang="en-US" dirty="0"/>
              <a:t> </a:t>
            </a:r>
            <a:r>
              <a:rPr lang="en-US" sz="3000" dirty="0">
                <a:latin typeface="Times New Roman" pitchFamily="18" charset="0"/>
                <a:cs typeface="Times New Roman" pitchFamily="18" charset="0"/>
              </a:rPr>
              <a:t>(</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46 BLDS 2015)</a:t>
            </a:r>
          </a:p>
          <a:p>
            <a:pPr marL="0" indent="0" algn="just">
              <a:buNone/>
            </a:pP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UBND </a:t>
            </a:r>
            <a:r>
              <a:rPr lang="en-US" sz="3000" dirty="0" err="1">
                <a:latin typeface="Times New Roman" pitchFamily="18" charset="0"/>
                <a:cs typeface="Times New Roman" pitchFamily="18" charset="0"/>
              </a:rPr>
              <a:t>cấp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cử</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sóc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NLHVDS,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a:t>
            </a:r>
          </a:p>
          <a:p>
            <a:pPr marL="0" indent="0" algn="just">
              <a:buNone/>
            </a:pP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nhiều</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26552601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8C57-5D9C-466C-A88F-75A60C01B7FA}"/>
              </a:ext>
            </a:extLst>
          </p:cNvPr>
          <p:cNvSpPr>
            <a:spLocks noGrp="1"/>
          </p:cNvSpPr>
          <p:nvPr>
            <p:ph type="title"/>
          </p:nvPr>
        </p:nvSpPr>
        <p:spPr/>
        <p:txBody>
          <a:bodyPr>
            <a:normAutofit fontScale="90000"/>
          </a:bodyPr>
          <a:lstStyle/>
          <a:p>
            <a:r>
              <a:rPr lang="en-US" sz="4600" dirty="0" err="1">
                <a:latin typeface="Times New Roman" pitchFamily="18" charset="0"/>
                <a:cs typeface="Times New Roman" pitchFamily="18" charset="0"/>
              </a:rPr>
              <a:t>Điều</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kiện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của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cá</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nhân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làm</a:t>
            </a:r>
            <a:r>
              <a:rPr lang="en-US" sz="4600" dirty="0">
                <a:latin typeface="Times New Roman" pitchFamily="18" charset="0"/>
                <a:cs typeface="Times New Roman" pitchFamily="18" charset="0"/>
              </a:rPr>
              <a:t> ng</a:t>
            </a:r>
            <a:r>
              <a:rPr lang="vi-VN" sz="4600" dirty="0">
                <a:latin typeface="Times New Roman" pitchFamily="18" charset="0"/>
                <a:cs typeface="Times New Roman" pitchFamily="18" charset="0"/>
              </a:rPr>
              <a:t>ư</a:t>
            </a:r>
            <a:r>
              <a:rPr lang="en-US" sz="4600" dirty="0" err="1">
                <a:latin typeface="Times New Roman" pitchFamily="18" charset="0"/>
                <a:cs typeface="Times New Roman" pitchFamily="18" charset="0"/>
              </a:rPr>
              <a:t>ời</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giám</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hộ</a:t>
            </a:r>
            <a:endParaRPr lang="en-US" sz="46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D7884B5-29B8-4655-9DEB-4299738F5482}"/>
              </a:ext>
            </a:extLst>
          </p:cNvPr>
          <p:cNvSpPr>
            <a:spLocks noGrp="1"/>
          </p:cNvSpPr>
          <p:nvPr>
            <p:ph idx="1"/>
          </p:nvPr>
        </p:nvSpPr>
        <p:spPr/>
        <p:txBody>
          <a:bodyPr>
            <a:no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NLHVDS </a:t>
            </a:r>
            <a:r>
              <a:rPr lang="en-US" sz="3000" dirty="0" err="1">
                <a:latin typeface="Times New Roman" pitchFamily="18" charset="0"/>
                <a:cs typeface="Times New Roman" pitchFamily="18" charset="0"/>
              </a:rPr>
              <a:t>đầy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t</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tốt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đang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cứu</a:t>
            </a:r>
            <a:r>
              <a:rPr lang="en-US" sz="3000" dirty="0">
                <a:latin typeface="Times New Roman" pitchFamily="18" charset="0"/>
                <a:cs typeface="Times New Roman" pitchFamily="18" charset="0"/>
              </a:rPr>
              <a:t> TNHS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ng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a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xóa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tội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cố</a:t>
            </a:r>
            <a:r>
              <a:rPr lang="en-US" sz="3000" dirty="0">
                <a:latin typeface="Times New Roman" pitchFamily="18" charset="0"/>
                <a:cs typeface="Times New Roman" pitchFamily="18" charset="0"/>
              </a:rPr>
              <a:t> ý </a:t>
            </a:r>
            <a:r>
              <a:rPr lang="en-US" sz="3000" dirty="0" err="1">
                <a:latin typeface="Times New Roman" pitchFamily="18" charset="0"/>
                <a:cs typeface="Times New Roman" pitchFamily="18" charset="0"/>
              </a:rPr>
              <a:t>xâm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tính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khỏe</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danh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tuyên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con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17068311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2BE4-015B-43E2-9EC4-6170CD876722}"/>
              </a:ext>
            </a:extLst>
          </p:cNvPr>
          <p:cNvSpPr>
            <a:spLocks noGrp="1"/>
          </p:cNvSpPr>
          <p:nvPr>
            <p:ph type="title"/>
          </p:nvPr>
        </p:nvSpPr>
        <p:spPr/>
        <p:txBody>
          <a:bodyPr>
            <a:normAutofit fontScale="90000"/>
          </a:bodyPr>
          <a:lstStyle/>
          <a:p>
            <a:r>
              <a:rPr lang="en-US" sz="4300" dirty="0" err="1">
                <a:latin typeface="Times New Roman" pitchFamily="18" charset="0"/>
                <a:cs typeface="Times New Roman" pitchFamily="18" charset="0"/>
              </a:rPr>
              <a:t>Điều</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kiện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của</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pháp</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nhân</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làm</a:t>
            </a:r>
            <a:r>
              <a:rPr lang="en-US" sz="4300" dirty="0">
                <a:latin typeface="Times New Roman" pitchFamily="18" charset="0"/>
                <a:cs typeface="Times New Roman" pitchFamily="18" charset="0"/>
              </a:rPr>
              <a:t> ng</a:t>
            </a:r>
            <a:r>
              <a:rPr lang="vi-VN" sz="4300" dirty="0">
                <a:latin typeface="Times New Roman" pitchFamily="18" charset="0"/>
                <a:cs typeface="Times New Roman" pitchFamily="18" charset="0"/>
              </a:rPr>
              <a:t>ư</a:t>
            </a:r>
            <a:r>
              <a:rPr lang="en-US" sz="4300" dirty="0" err="1">
                <a:latin typeface="Times New Roman" pitchFamily="18" charset="0"/>
                <a:cs typeface="Times New Roman" pitchFamily="18" charset="0"/>
              </a:rPr>
              <a:t>ời</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giám</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hộ</a:t>
            </a:r>
            <a:endParaRPr lang="en-US" sz="43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F0BBAE5-5B6C-4BCC-A7DE-758DE0F4677F}"/>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NLPLDS </a:t>
            </a:r>
            <a:r>
              <a:rPr lang="en-US" sz="3000" dirty="0" err="1">
                <a:latin typeface="Times New Roman" pitchFamily="18" charset="0"/>
                <a:cs typeface="Times New Roman" pitchFamily="18" charset="0"/>
              </a:rPr>
              <a:t>phù</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11864237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C491-5133-474F-B464-3D77B1925D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77B51F-2602-4BDE-9BCB-833FE037C7B8}"/>
              </a:ext>
            </a:extLst>
          </p:cNvPr>
          <p:cNvSpPr>
            <a:spLocks noGrp="1"/>
          </p:cNvSpPr>
          <p:nvPr>
            <p:ph idx="1"/>
          </p:nvPr>
        </p:nvSpPr>
        <p:spPr/>
        <p:txBody>
          <a:bodyPr>
            <a:noAutofit/>
          </a:bodyPr>
          <a:lstStyle/>
          <a:p>
            <a:pPr algn="just"/>
            <a:r>
              <a:rPr lang="en-US" sz="3000" dirty="0">
                <a:latin typeface="Times New Roman" pitchFamily="18" charset="0"/>
                <a:cs typeface="Times New Roman" pitchFamily="18" charset="0"/>
              </a:rPr>
              <a:t>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ý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nếu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họ</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ý </a:t>
            </a:r>
            <a:r>
              <a:rPr lang="en-US" sz="3000" dirty="0" err="1">
                <a:latin typeface="Times New Roman" pitchFamily="18" charset="0"/>
                <a:cs typeface="Times New Roman" pitchFamily="18" charset="0"/>
              </a:rPr>
              <a:t>chí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yêu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a:t>
            </a:r>
          </a:p>
          <a:p>
            <a:pPr algn="just"/>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tại</a:t>
            </a:r>
            <a:r>
              <a:rPr lang="en-US" sz="3000" dirty="0">
                <a:latin typeface="Times New Roman" pitchFamily="18" charset="0"/>
                <a:cs typeface="Times New Roman" pitchFamily="18" charset="0"/>
              </a:rPr>
              <a:t> CQNN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về</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tịch</a:t>
            </a:r>
            <a:r>
              <a:rPr lang="en-US" sz="3000" dirty="0">
                <a:latin typeface="Times New Roman" pitchFamily="18" charset="0"/>
                <a:cs typeface="Times New Roman" pitchFamily="18" charset="0"/>
              </a:rPr>
              <a:t>.</a:t>
            </a:r>
          </a:p>
          <a:p>
            <a:pPr algn="just"/>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NLHVDS </a:t>
            </a:r>
            <a:r>
              <a:rPr lang="en-US" sz="3000" dirty="0" err="1">
                <a:latin typeface="Times New Roman" pitchFamily="18" charset="0"/>
                <a:cs typeface="Times New Roman" pitchFamily="18" charset="0"/>
              </a:rPr>
              <a:t>đầy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chọn</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họ</a:t>
            </a:r>
            <a:r>
              <a:rPr lang="en-US" sz="3000" dirty="0">
                <a:latin typeface="Times New Roman" pitchFamily="18" charset="0"/>
                <a:cs typeface="Times New Roman" pitchFamily="18" charset="0"/>
              </a:rPr>
              <a:t> ở </a:t>
            </a:r>
            <a:r>
              <a:rPr lang="en-US" sz="3000" dirty="0" err="1">
                <a:latin typeface="Times New Roman" pitchFamily="18" charset="0"/>
                <a:cs typeface="Times New Roman" pitchFamily="18" charset="0"/>
              </a:rPr>
              <a:t>tình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caafn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chọn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nếu</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ý.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chọn</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chứng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chứng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15022978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2C9B6-6484-4B6A-9372-9F8986DE1F31}"/>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968BC45-E804-45E7-B855-DAE7E8D3857A}"/>
              </a:ext>
            </a:extLst>
          </p:cNvPr>
          <p:cNvSpPr>
            <a:spLocks noGrp="1"/>
          </p:cNvSpPr>
          <p:nvPr>
            <p:ph idx="1"/>
          </p:nvPr>
        </p:nvSpPr>
        <p:spPr/>
        <p:txBody>
          <a:bodyPr>
            <a:normAutofit/>
          </a:bodyPr>
          <a:lstStyle/>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nhiên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7401038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1FB9-CCC4-4D39-A437-4D6BCCC1A31E}"/>
              </a:ext>
            </a:extLst>
          </p:cNvPr>
          <p:cNvSpPr>
            <a:spLocks noGrp="1"/>
          </p:cNvSpPr>
          <p:nvPr>
            <p:ph type="title"/>
          </p:nvPr>
        </p:nvSpPr>
        <p:spPr/>
        <p:txBody>
          <a:bodyPr/>
          <a:lstStyle/>
          <a:p>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C4936AD-98B1-44F2-ADDD-194056273831}"/>
              </a:ext>
            </a:extLst>
          </p:cNvPr>
          <p:cNvSpPr>
            <a:spLocks noGrp="1"/>
          </p:cNvSpPr>
          <p:nvPr>
            <p:ph idx="1"/>
          </p:nvPr>
        </p:nvSpPr>
        <p:spPr/>
        <p:txBody>
          <a:bodyPr>
            <a:normAutofit/>
          </a:bodyPr>
          <a:lstStyle/>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endParaRPr lang="en-US" sz="3000" dirty="0">
              <a:latin typeface="Times New Roman" pitchFamily="18" charset="0"/>
              <a:cs typeface="Times New Roman" pitchFamily="18" charset="0"/>
            </a:endParaRP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NLHVDS</a:t>
            </a:r>
          </a:p>
        </p:txBody>
      </p:sp>
    </p:spTree>
    <p:extLst>
      <p:ext uri="{BB962C8B-B14F-4D97-AF65-F5344CB8AC3E}">
        <p14:creationId xmlns:p14="http://schemas.microsoft.com/office/powerpoint/2010/main" val="12301244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1FDB-2A53-451F-BFAF-5FCC7AD6276D}"/>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chưa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niên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6992EFB-5B93-4857-A373-967BFFC4C644}"/>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Anh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anh </a:t>
            </a:r>
            <a:r>
              <a:rPr lang="en-US" sz="3000" dirty="0" err="1">
                <a:latin typeface="Times New Roman" pitchFamily="18" charset="0"/>
                <a:cs typeface="Times New Roman" pitchFamily="18" charset="0"/>
              </a:rPr>
              <a:t>cả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cả</a:t>
            </a:r>
            <a:r>
              <a:rPr lang="en-US" sz="3000" dirty="0">
                <a:latin typeface="Times New Roman" pitchFamily="18" charset="0"/>
                <a:cs typeface="Times New Roman" pitchFamily="18" charset="0"/>
              </a:rPr>
              <a:t>/Anh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tiếp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/Anh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nội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nội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ngoại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ngoại</a:t>
            </a:r>
            <a:r>
              <a:rPr lang="en-US" sz="3000" dirty="0">
                <a:latin typeface="Times New Roman" pitchFamily="18" charset="0"/>
                <a:cs typeface="Times New Roman" pitchFamily="18" charset="0"/>
              </a:rPr>
              <a:t> </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chú</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cậu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cô</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ruột</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8351638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3885-62B7-4353-A436-7E11F8C567F4}"/>
              </a:ext>
            </a:extLst>
          </p:cNvPr>
          <p:cNvSpPr>
            <a:spLocks noGrp="1"/>
          </p:cNvSpPr>
          <p:nvPr>
            <p:ph type="title"/>
          </p:nvPr>
        </p:nvSpPr>
        <p:spPr/>
        <p:txBody>
          <a:bodyPr/>
          <a:lstStyle/>
          <a:p>
            <a:r>
              <a:rPr lang="en-US" dirty="0">
                <a:latin typeface="Times New Roman" pitchFamily="18" charset="0"/>
                <a:cs typeface="Times New Roman" pitchFamily="18" charset="0"/>
              </a:rPr>
              <a:t>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763A52FF-AF89-45B9-B343-D34A2FC615BC}"/>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Vợ</a:t>
            </a:r>
            <a:r>
              <a:rPr lang="en-US" sz="3000" dirty="0">
                <a:latin typeface="Times New Roman" pitchFamily="18" charset="0"/>
                <a:cs typeface="Times New Roman" pitchFamily="18" charset="0"/>
              </a:rPr>
              <a:t>/</a:t>
            </a:r>
            <a:r>
              <a:rPr lang="en-US" sz="3000" dirty="0" err="1">
                <a:latin typeface="Times New Roman" pitchFamily="18" charset="0"/>
                <a:cs typeface="Times New Roman" pitchFamily="18" charset="0"/>
              </a:rPr>
              <a:t>chồng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NLHVDS</a:t>
            </a:r>
          </a:p>
          <a:p>
            <a:pPr algn="just"/>
            <a:r>
              <a:rPr lang="en-US" sz="3000" dirty="0">
                <a:latin typeface="Times New Roman" pitchFamily="18" charset="0"/>
                <a:cs typeface="Times New Roman" pitchFamily="18" charset="0"/>
              </a:rPr>
              <a:t>- Con </a:t>
            </a:r>
            <a:r>
              <a:rPr lang="en-US" sz="3000" dirty="0" err="1">
                <a:latin typeface="Times New Roman" pitchFamily="18" charset="0"/>
                <a:cs typeface="Times New Roman" pitchFamily="18" charset="0"/>
              </a:rPr>
              <a:t>cả</a:t>
            </a:r>
            <a:r>
              <a:rPr lang="en-US" sz="3000" dirty="0">
                <a:latin typeface="Times New Roman" pitchFamily="18" charset="0"/>
                <a:cs typeface="Times New Roman" pitchFamily="18" charset="0"/>
              </a:rPr>
              <a:t>/con </a:t>
            </a:r>
            <a:r>
              <a:rPr lang="en-US" sz="3000" dirty="0" err="1">
                <a:latin typeface="Times New Roman" pitchFamily="18" charset="0"/>
                <a:cs typeface="Times New Roman" pitchFamily="18" charset="0"/>
              </a:rPr>
              <a:t>tiếp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Cha, </a:t>
            </a:r>
            <a:r>
              <a:rPr lang="en-US" sz="3000" dirty="0" err="1">
                <a:latin typeface="Times New Roman" pitchFamily="18" charset="0"/>
                <a:cs typeface="Times New Roman" pitchFamily="18" charset="0"/>
              </a:rPr>
              <a:t>mẹ</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3333681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EB978-C92D-47D9-9B88-6E476A8D0A6F}"/>
              </a:ext>
            </a:extLst>
          </p:cNvPr>
          <p:cNvSpPr>
            <a:spLocks noGrp="1"/>
          </p:cNvSpPr>
          <p:nvPr>
            <p:ph type="title"/>
          </p:nvPr>
        </p:nvSpPr>
        <p:spPr/>
        <p:txBody>
          <a:bodyPr/>
          <a:lstStyle/>
          <a:p>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chỉ</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định</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2C0F01A-A691-471E-AE85-ED1BA534FEDE}"/>
              </a:ext>
            </a:extLst>
          </p:cNvPr>
          <p:cNvSpPr>
            <a:spLocks noGrp="1"/>
          </p:cNvSpPr>
          <p:nvPr>
            <p:ph idx="1"/>
          </p:nvPr>
        </p:nvSpPr>
        <p:spPr>
          <a:xfrm>
            <a:off x="556591" y="1845734"/>
            <a:ext cx="11171583" cy="4023360"/>
          </a:xfrm>
        </p:spPr>
        <p:txBody>
          <a:bodyPr>
            <a:noAutofit/>
          </a:bodyPr>
          <a:lstStyle/>
          <a:p>
            <a:pPr algn="just"/>
            <a:r>
              <a:rPr lang="en-US" sz="3000" dirty="0">
                <a:latin typeface="Times New Roman" pitchFamily="18" charset="0"/>
                <a:cs typeface="Times New Roman" pitchFamily="18" charset="0"/>
              </a:rPr>
              <a:t>- UBND </a:t>
            </a:r>
            <a:r>
              <a:rPr lang="en-US" sz="3000" dirty="0" err="1">
                <a:latin typeface="Times New Roman" pitchFamily="18" charset="0"/>
                <a:cs typeface="Times New Roman" pitchFamily="18" charset="0"/>
              </a:rPr>
              <a:t>cấp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xã</a:t>
            </a:r>
            <a:r>
              <a:rPr lang="en-US" sz="3000" dirty="0">
                <a:latin typeface="Times New Roman" pitchFamily="18" charset="0"/>
                <a:cs typeface="Times New Roman" pitchFamily="18" charset="0"/>
              </a:rPr>
              <a:t> n</a:t>
            </a:r>
            <a:r>
              <a:rPr lang="vi-VN" sz="3000" dirty="0">
                <a:latin typeface="Times New Roman" pitchFamily="18" charset="0"/>
                <a:cs typeface="Times New Roman" pitchFamily="18" charset="0"/>
              </a:rPr>
              <a:t>ơ</a:t>
            </a:r>
            <a:r>
              <a:rPr lang="en-US" sz="3000" dirty="0" err="1">
                <a:latin typeface="Times New Roman" pitchFamily="18" charset="0"/>
                <a:cs typeface="Times New Roman" pitchFamily="18" charset="0"/>
              </a:rPr>
              <a:t>i</a:t>
            </a:r>
            <a:r>
              <a:rPr lang="en-US" sz="3000" dirty="0">
                <a:latin typeface="Times New Roman" pitchFamily="18" charset="0"/>
                <a:cs typeface="Times New Roman" pitchFamily="18" charset="0"/>
              </a:rPr>
              <a:t> c</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trú</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nhiệm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cử</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đủ</a:t>
            </a:r>
            <a:r>
              <a:rPr lang="en-US" sz="3000" dirty="0">
                <a:latin typeface="Times New Roman" pitchFamily="18" charset="0"/>
                <a:cs typeface="Times New Roman" pitchFamily="18" charset="0"/>
              </a:rPr>
              <a:t> 6 </a:t>
            </a:r>
            <a:r>
              <a:rPr lang="en-US" sz="3000" dirty="0" err="1">
                <a:latin typeface="Times New Roman" pitchFamily="18" charset="0"/>
                <a:cs typeface="Times New Roman" pitchFamily="18" charset="0"/>
              </a:rPr>
              <a:t>tuổi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xem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nguyện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vọng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cử</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khan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a:t>
            </a:r>
          </a:p>
        </p:txBody>
      </p:sp>
    </p:spTree>
    <p:extLst>
      <p:ext uri="{BB962C8B-B14F-4D97-AF65-F5344CB8AC3E}">
        <p14:creationId xmlns:p14="http://schemas.microsoft.com/office/powerpoint/2010/main" val="3310599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87254-3A5E-44F7-AD9C-BD4DB56B4F74}"/>
              </a:ext>
            </a:extLst>
          </p:cNvPr>
          <p:cNvSpPr>
            <a:spLocks noGrp="1"/>
          </p:cNvSpPr>
          <p:nvPr>
            <p:ph type="title"/>
          </p:nvPr>
        </p:nvSpPr>
        <p:spPr/>
        <p:txBody>
          <a:bodyPr/>
          <a:lstStyle/>
          <a:p>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4D470D29-80AF-49A0-B107-35E7AC5C4CCD}"/>
              </a:ext>
            </a:extLst>
          </p:cNvPr>
          <p:cNvSpPr>
            <a:spLocks noGrp="1"/>
          </p:cNvSpPr>
          <p:nvPr>
            <p:ph idx="1"/>
          </p:nvPr>
        </p:nvSpPr>
        <p:spPr/>
        <p:txBody>
          <a:bodyPr>
            <a:normAutofit lnSpcReduction="10000"/>
          </a:bodyPr>
          <a:lstStyle/>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NLHVDS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sau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đây</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dụng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sóc</a:t>
            </a:r>
            <a:r>
              <a:rPr lang="en-US" sz="3000" dirty="0">
                <a:latin typeface="Times New Roman" pitchFamily="18" charset="0"/>
                <a:cs typeface="Times New Roman" pitchFamily="18" charset="0"/>
              </a:rPr>
              <a:t>, chi </a:t>
            </a:r>
            <a:r>
              <a:rPr lang="en-US" sz="3000" dirty="0" err="1">
                <a:latin typeface="Times New Roman" pitchFamily="18" charset="0"/>
                <a:cs typeface="Times New Roman" pitchFamily="18" charset="0"/>
              </a:rPr>
              <a:t>dùng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những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cầu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thiết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yếu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thanh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chi </a:t>
            </a:r>
            <a:r>
              <a:rPr lang="en-US" sz="3000" dirty="0" err="1">
                <a:latin typeface="Times New Roman" pitchFamily="18" charset="0"/>
                <a:cs typeface="Times New Roman" pitchFamily="18" charset="0"/>
              </a:rPr>
              <a:t>phí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36638013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C7B80-299C-43B2-A58E-7AE06C3E9DE0}"/>
              </a:ext>
            </a:extLst>
          </p:cNvPr>
          <p:cNvSpPr>
            <a:spLocks noGrp="1"/>
          </p:cNvSpPr>
          <p:nvPr>
            <p:ph type="title"/>
          </p:nvPr>
        </p:nvSpPr>
        <p:spPr/>
        <p:txBody>
          <a:bodyPr/>
          <a:lstStyle/>
          <a:p>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ng</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ời</a:t>
            </a:r>
            <a:r>
              <a:rPr lang="en-US" dirty="0">
                <a:latin typeface="Times New Roman" pitchFamily="18" charset="0"/>
                <a:cs typeface="Times New Roman" pitchFamily="18" charset="0"/>
              </a:rPr>
              <a:t> đ</a:t>
            </a:r>
            <a:r>
              <a:rPr lang="vi-VN" dirty="0">
                <a:latin typeface="Times New Roman" pitchFamily="18" charset="0"/>
                <a:cs typeface="Times New Roman" pitchFamily="18" charset="0"/>
              </a:rPr>
              <a:t>ư</a:t>
            </a:r>
            <a:r>
              <a:rPr lang="en-US" dirty="0" err="1">
                <a:latin typeface="Times New Roman" pitchFamily="18" charset="0"/>
                <a:cs typeface="Times New Roman" pitchFamily="18" charset="0"/>
              </a:rPr>
              <a:t>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a:t>
            </a:r>
            <a:r>
              <a:rPr lang="vi-VN" dirty="0">
                <a:latin typeface="Times New Roman" pitchFamily="18" charset="0"/>
                <a:cs typeface="Times New Roman" pitchFamily="18" charset="0"/>
              </a:rPr>
              <a:t>ư</a:t>
            </a:r>
            <a:r>
              <a:rPr lang="en-US" dirty="0">
                <a:latin typeface="Times New Roman" pitchFamily="18" charset="0"/>
                <a:cs typeface="Times New Roman" pitchFamily="18" charset="0"/>
              </a:rPr>
              <a:t>a </a:t>
            </a:r>
            <a:r>
              <a:rPr lang="en-US" dirty="0" err="1">
                <a:latin typeface="Times New Roman" pitchFamily="18" charset="0"/>
                <a:cs typeface="Times New Roman" pitchFamily="18" charset="0"/>
              </a:rPr>
              <a:t>đủ</a:t>
            </a:r>
            <a:r>
              <a:rPr lang="en-US" dirty="0">
                <a:latin typeface="Times New Roman" pitchFamily="18" charset="0"/>
                <a:cs typeface="Times New Roman" pitchFamily="18" charset="0"/>
              </a:rPr>
              <a:t> 15 </a:t>
            </a:r>
            <a:r>
              <a:rPr lang="en-US" dirty="0" err="1">
                <a:latin typeface="Times New Roman" pitchFamily="18" charset="0"/>
                <a:cs typeface="Times New Roman" pitchFamily="18" charset="0"/>
              </a:rPr>
              <a:t>tuổi</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479FDD6-763D-4D46-AE85-45DBF602B7A7}"/>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sóc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dục</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ợ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35626910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69E41-6A8E-4445-B384-A70D5B3822F5}"/>
              </a:ext>
            </a:extLst>
          </p:cNvPr>
          <p:cNvSpPr>
            <a:spLocks noGrp="1"/>
          </p:cNvSpPr>
          <p:nvPr>
            <p:ph type="title"/>
          </p:nvPr>
        </p:nvSpPr>
        <p:spPr/>
        <p:txBody>
          <a:bodyPr>
            <a:normAutofit fontScale="90000"/>
          </a:bodyPr>
          <a:lstStyle/>
          <a:p>
            <a:r>
              <a:rPr lang="en-US" sz="4000" dirty="0" err="1">
                <a:latin typeface="Times New Roman" pitchFamily="18" charset="0"/>
                <a:cs typeface="Times New Roman" pitchFamily="18" charset="0"/>
              </a:rPr>
              <a:t>Nghĩa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vụ</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ng</a:t>
            </a:r>
            <a:r>
              <a:rPr lang="vi-VN" sz="4000" dirty="0">
                <a:latin typeface="Times New Roman" pitchFamily="18" charset="0"/>
                <a:cs typeface="Times New Roman" pitchFamily="18" charset="0"/>
              </a:rPr>
              <a:t>ư</a:t>
            </a:r>
            <a:r>
              <a:rPr lang="en-US" sz="4000" dirty="0" err="1">
                <a:latin typeface="Times New Roman" pitchFamily="18" charset="0"/>
                <a:cs typeface="Times New Roman" pitchFamily="18" charset="0"/>
              </a:rPr>
              <a:t>ời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giám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đối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với</a:t>
            </a:r>
            <a:r>
              <a:rPr lang="en-US" sz="4000" dirty="0">
                <a:latin typeface="Times New Roman" pitchFamily="18" charset="0"/>
                <a:cs typeface="Times New Roman" pitchFamily="18" charset="0"/>
              </a:rPr>
              <a:t> ng</a:t>
            </a:r>
            <a:r>
              <a:rPr lang="vi-VN" sz="4000" dirty="0">
                <a:latin typeface="Times New Roman" pitchFamily="18" charset="0"/>
                <a:cs typeface="Times New Roman" pitchFamily="18" charset="0"/>
              </a:rPr>
              <a:t>ư</a:t>
            </a:r>
            <a:r>
              <a:rPr lang="en-US" sz="4000" dirty="0" err="1">
                <a:latin typeface="Times New Roman" pitchFamily="18" charset="0"/>
                <a:cs typeface="Times New Roman" pitchFamily="18" charset="0"/>
              </a:rPr>
              <a:t>ời</a:t>
            </a:r>
            <a:r>
              <a:rPr lang="en-US" sz="4000" dirty="0">
                <a:latin typeface="Times New Roman" pitchFamily="18" charset="0"/>
                <a:cs typeface="Times New Roman" pitchFamily="18" charset="0"/>
              </a:rPr>
              <a:t> đ</a:t>
            </a:r>
            <a:r>
              <a:rPr lang="vi-VN" sz="4000" dirty="0">
                <a:latin typeface="Times New Roman" pitchFamily="18" charset="0"/>
                <a:cs typeface="Times New Roman" pitchFamily="18" charset="0"/>
              </a:rPr>
              <a:t>ư</a:t>
            </a:r>
            <a:r>
              <a:rPr lang="en-US" sz="4000" dirty="0" err="1">
                <a:latin typeface="Times New Roman" pitchFamily="18" charset="0"/>
                <a:cs typeface="Times New Roman" pitchFamily="18" charset="0"/>
              </a:rPr>
              <a:t>ợc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giám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từ</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đủ</a:t>
            </a:r>
            <a:r>
              <a:rPr lang="en-US" sz="4000" dirty="0">
                <a:latin typeface="Times New Roman" pitchFamily="18" charset="0"/>
                <a:cs typeface="Times New Roman" pitchFamily="18" charset="0"/>
              </a:rPr>
              <a:t> 15 </a:t>
            </a:r>
            <a:r>
              <a:rPr lang="en-US" sz="4000" dirty="0" err="1">
                <a:latin typeface="Times New Roman" pitchFamily="18" charset="0"/>
                <a:cs typeface="Times New Roman" pitchFamily="18" charset="0"/>
              </a:rPr>
              <a:t>tuổi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đến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a:t>
            </a:r>
            <a:r>
              <a:rPr lang="vi-VN" sz="4000" dirty="0">
                <a:latin typeface="Times New Roman" pitchFamily="18" charset="0"/>
                <a:cs typeface="Times New Roman" pitchFamily="18" charset="0"/>
              </a:rPr>
              <a:t>ư</a:t>
            </a:r>
            <a:r>
              <a:rPr lang="en-US" sz="4000" dirty="0">
                <a:latin typeface="Times New Roman" pitchFamily="18" charset="0"/>
                <a:cs typeface="Times New Roman" pitchFamily="18" charset="0"/>
              </a:rPr>
              <a:t>a </a:t>
            </a:r>
            <a:r>
              <a:rPr lang="en-US" sz="4000" dirty="0" err="1">
                <a:latin typeface="Times New Roman" pitchFamily="18" charset="0"/>
                <a:cs typeface="Times New Roman" pitchFamily="18" charset="0"/>
              </a:rPr>
              <a:t>đủ</a:t>
            </a:r>
            <a:r>
              <a:rPr lang="en-US" sz="4000" dirty="0">
                <a:latin typeface="Times New Roman" pitchFamily="18" charset="0"/>
                <a:cs typeface="Times New Roman" pitchFamily="18" charset="0"/>
              </a:rPr>
              <a:t> 18 </a:t>
            </a:r>
            <a:r>
              <a:rPr lang="en-US" sz="4000" dirty="0" err="1">
                <a:latin typeface="Times New Roman" pitchFamily="18" charset="0"/>
                <a:cs typeface="Times New Roman" pitchFamily="18" charset="0"/>
              </a:rPr>
              <a:t>tuổi</a:t>
            </a:r>
            <a:endParaRPr lang="en-US" sz="40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0AE3FE0-8E30-4C66-BE71-0C9A575E94FF}"/>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42593623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01689-DF6A-4D8F-BF05-A0F9CEF0CF0F}"/>
              </a:ext>
            </a:extLst>
          </p:cNvPr>
          <p:cNvSpPr>
            <a:spLocks noGrp="1"/>
          </p:cNvSpPr>
          <p:nvPr>
            <p:ph type="title"/>
          </p:nvPr>
        </p:nvSpPr>
        <p:spPr/>
        <p:txBody>
          <a:bodyPr>
            <a:noAutofit/>
          </a:bodyPr>
          <a:lstStyle/>
          <a:p>
            <a:r>
              <a:rPr lang="en-US" sz="3500" dirty="0" err="1">
                <a:latin typeface="Times New Roman" pitchFamily="18" charset="0"/>
                <a:cs typeface="Times New Roman" pitchFamily="18" charset="0"/>
              </a:rPr>
              <a:t>Nghĩa</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vụ</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của</a:t>
            </a:r>
            <a:r>
              <a:rPr lang="en-US" sz="3500" dirty="0">
                <a:latin typeface="Times New Roman" pitchFamily="18" charset="0"/>
                <a:cs typeface="Times New Roman" pitchFamily="18" charset="0"/>
              </a:rPr>
              <a:t> ng</a:t>
            </a:r>
            <a:r>
              <a:rPr lang="vi-VN" sz="3500" dirty="0">
                <a:latin typeface="Times New Roman" pitchFamily="18" charset="0"/>
                <a:cs typeface="Times New Roman" pitchFamily="18" charset="0"/>
              </a:rPr>
              <a:t>ư</a:t>
            </a:r>
            <a:r>
              <a:rPr lang="en-US" sz="3500" dirty="0" err="1">
                <a:latin typeface="Times New Roman" pitchFamily="18" charset="0"/>
                <a:cs typeface="Times New Roman" pitchFamily="18" charset="0"/>
              </a:rPr>
              <a:t>ời</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giám</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hộ</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đối</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với</a:t>
            </a:r>
            <a:r>
              <a:rPr lang="en-US" sz="3500" dirty="0">
                <a:latin typeface="Times New Roman" pitchFamily="18" charset="0"/>
                <a:cs typeface="Times New Roman" pitchFamily="18" charset="0"/>
              </a:rPr>
              <a:t> ng</a:t>
            </a:r>
            <a:r>
              <a:rPr lang="vi-VN" sz="3500" dirty="0">
                <a:latin typeface="Times New Roman" pitchFamily="18" charset="0"/>
                <a:cs typeface="Times New Roman" pitchFamily="18" charset="0"/>
              </a:rPr>
              <a:t>ư</a:t>
            </a:r>
            <a:r>
              <a:rPr lang="en-US" sz="3500" dirty="0" err="1">
                <a:latin typeface="Times New Roman" pitchFamily="18" charset="0"/>
                <a:cs typeface="Times New Roman" pitchFamily="18" charset="0"/>
              </a:rPr>
              <a:t>ời</a:t>
            </a:r>
            <a:r>
              <a:rPr lang="en-US" sz="3500" dirty="0">
                <a:latin typeface="Times New Roman" pitchFamily="18" charset="0"/>
                <a:cs typeface="Times New Roman" pitchFamily="18" charset="0"/>
              </a:rPr>
              <a:t> đ</a:t>
            </a:r>
            <a:r>
              <a:rPr lang="vi-VN" sz="3500" dirty="0">
                <a:latin typeface="Times New Roman" pitchFamily="18" charset="0"/>
                <a:cs typeface="Times New Roman" pitchFamily="18" charset="0"/>
              </a:rPr>
              <a:t>ư</a:t>
            </a:r>
            <a:r>
              <a:rPr lang="en-US" sz="3500" dirty="0" err="1">
                <a:latin typeface="Times New Roman" pitchFamily="18" charset="0"/>
                <a:cs typeface="Times New Roman" pitchFamily="18" charset="0"/>
              </a:rPr>
              <a:t>ợc</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giám</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hộ</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mất</a:t>
            </a:r>
            <a:r>
              <a:rPr lang="en-US" sz="3500" dirty="0">
                <a:latin typeface="Times New Roman" pitchFamily="18" charset="0"/>
                <a:cs typeface="Times New Roman" pitchFamily="18" charset="0"/>
              </a:rPr>
              <a:t> NLHVDS, ng</a:t>
            </a:r>
            <a:r>
              <a:rPr lang="vi-VN" sz="3500" dirty="0">
                <a:latin typeface="Times New Roman" pitchFamily="18" charset="0"/>
                <a:cs typeface="Times New Roman" pitchFamily="18" charset="0"/>
              </a:rPr>
              <a:t>ư</a:t>
            </a:r>
            <a:r>
              <a:rPr lang="en-US" sz="3500" dirty="0" err="1">
                <a:latin typeface="Times New Roman" pitchFamily="18" charset="0"/>
                <a:cs typeface="Times New Roman" pitchFamily="18" charset="0"/>
              </a:rPr>
              <a:t>ời</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có</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khó</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khăn</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trong</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nhận</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thức</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làm</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chủ</a:t>
            </a:r>
            <a:r>
              <a:rPr lang="en-US" sz="3500" dirty="0">
                <a:latin typeface="Times New Roman" pitchFamily="18" charset="0"/>
                <a:cs typeface="Times New Roman" pitchFamily="18" charset="0"/>
              </a:rPr>
              <a:t> </a:t>
            </a:r>
            <a:r>
              <a:rPr lang="en-US" sz="3500" dirty="0" err="1">
                <a:latin typeface="Times New Roman" pitchFamily="18" charset="0"/>
                <a:cs typeface="Times New Roman" pitchFamily="18" charset="0"/>
              </a:rPr>
              <a:t>hành</a:t>
            </a:r>
            <a:r>
              <a:rPr lang="en-US" sz="3500" dirty="0">
                <a:latin typeface="Times New Roman" pitchFamily="18" charset="0"/>
                <a:cs typeface="Times New Roman" pitchFamily="18" charset="0"/>
              </a:rPr>
              <a:t> vi</a:t>
            </a:r>
          </a:p>
        </p:txBody>
      </p:sp>
      <p:sp>
        <p:nvSpPr>
          <p:cNvPr id="3" name="Content Placeholder 2">
            <a:extLst>
              <a:ext uri="{FF2B5EF4-FFF2-40B4-BE49-F238E27FC236}">
                <a16:creationId xmlns:a16="http://schemas.microsoft.com/office/drawing/2014/main" id="{EBF63FEB-9BDB-417A-9928-FCE9BC4FE455}"/>
              </a:ext>
            </a:extLst>
          </p:cNvPr>
          <p:cNvSpPr>
            <a:spLocks noGrp="1"/>
          </p:cNvSpPr>
          <p:nvPr>
            <p:ph idx="1"/>
          </p:nvPr>
        </p:nvSpPr>
        <p:spPr>
          <a:xfrm>
            <a:off x="1097280" y="1845734"/>
            <a:ext cx="10519464" cy="4023360"/>
          </a:xfrm>
        </p:spPr>
        <p:txBody>
          <a:bodyPr>
            <a:normAutofit/>
          </a:bodyPr>
          <a:lstStyle/>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mất</a:t>
            </a:r>
            <a:r>
              <a:rPr lang="en-US" sz="3000" dirty="0">
                <a:latin typeface="Times New Roman" pitchFamily="18" charset="0"/>
                <a:cs typeface="Times New Roman" pitchFamily="18" charset="0"/>
              </a:rPr>
              <a:t> NLHVDS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sau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đây</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sóc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đảm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bệnh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Bảo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ích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17810668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6F7B-4ACA-4E8D-A130-0B594F5EFA9D}"/>
              </a:ext>
            </a:extLst>
          </p:cNvPr>
          <p:cNvSpPr>
            <a:spLocks noGrp="1"/>
          </p:cNvSpPr>
          <p:nvPr>
            <p:ph type="title"/>
          </p:nvPr>
        </p:nvSpPr>
        <p:spPr/>
        <p:txBody>
          <a:bodyPr>
            <a:normAutofit fontScale="90000"/>
          </a:bodyPr>
          <a:lstStyle/>
          <a:p>
            <a:r>
              <a:rPr lang="en-US" sz="4000" b="1" dirty="0">
                <a:latin typeface="Times New Roman" pitchFamily="18" charset="0"/>
                <a:cs typeface="Times New Roman" pitchFamily="18" charset="0"/>
              </a:rPr>
              <a:t>IV. PHÁP NHÂN VÀ CÁC CHỦ THỂ KHÁC TRONG QUAN HỆ PHÁP LUẬT DÂN SỰ</a:t>
            </a:r>
          </a:p>
        </p:txBody>
      </p:sp>
      <p:sp>
        <p:nvSpPr>
          <p:cNvPr id="3" name="Content Placeholder 2">
            <a:extLst>
              <a:ext uri="{FF2B5EF4-FFF2-40B4-BE49-F238E27FC236}">
                <a16:creationId xmlns:a16="http://schemas.microsoft.com/office/drawing/2014/main" id="{1B5D3C10-8CEB-4B34-BFA8-68B086119754}"/>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Theo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học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Bộ</a:t>
            </a:r>
            <a:r>
              <a:rPr lang="en-US" sz="3000" dirty="0">
                <a:latin typeface="Times New Roman" pitchFamily="18" charset="0"/>
                <a:cs typeface="Times New Roman" pitchFamily="18" charset="0"/>
              </a:rPr>
              <a:t> T</a:t>
            </a:r>
            <a:r>
              <a:rPr lang="vi-VN" sz="3000" dirty="0">
                <a:latin typeface="Times New Roman" pitchFamily="18" charset="0"/>
                <a:cs typeface="Times New Roman" pitchFamily="18" charset="0"/>
              </a:rPr>
              <a:t>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hội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đủ</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điều</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kiện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cần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đủ</a:t>
            </a:r>
            <a:r>
              <a:rPr lang="en-US" sz="3000" i="1" dirty="0">
                <a:latin typeface="Times New Roman" pitchFamily="18" charset="0"/>
                <a:cs typeface="Times New Roman" pitchFamily="18" charset="0"/>
              </a:rPr>
              <a:t> do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luật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quy</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định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chủ</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thể</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của</a:t>
            </a:r>
            <a:r>
              <a:rPr lang="en-US" sz="3000" i="1" dirty="0">
                <a:latin typeface="Times New Roman" pitchFamily="18" charset="0"/>
                <a:cs typeface="Times New Roman" pitchFamily="18" charset="0"/>
              </a:rPr>
              <a:t> QHPLDS; </a:t>
            </a:r>
            <a:r>
              <a:rPr lang="en-US" sz="3000" i="1" dirty="0" err="1">
                <a:latin typeface="Times New Roman" pitchFamily="18" charset="0"/>
                <a:cs typeface="Times New Roman" pitchFamily="18" charset="0"/>
              </a:rPr>
              <a:t>khác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với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con ng</a:t>
            </a:r>
            <a:r>
              <a:rPr lang="vi-VN" sz="3000" i="1" dirty="0">
                <a:latin typeface="Times New Roman" pitchFamily="18" charset="0"/>
                <a:cs typeface="Times New Roman" pitchFamily="18" charset="0"/>
              </a:rPr>
              <a:t>ư</a:t>
            </a:r>
            <a:r>
              <a:rPr lang="en-US" sz="3000" i="1" dirty="0" err="1">
                <a:latin typeface="Times New Roman" pitchFamily="18" charset="0"/>
                <a:cs typeface="Times New Roman" pitchFamily="18" charset="0"/>
              </a:rPr>
              <a:t>ời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riêng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biệt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nhưng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không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phải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bất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kỳ</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chỉ</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những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có</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đủ</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điều</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kiện</a:t>
            </a:r>
            <a:r>
              <a:rPr lang="en-US" sz="3000" i="1" dirty="0">
                <a:latin typeface="Times New Roman" pitchFamily="18" charset="0"/>
                <a:cs typeface="Times New Roman" pitchFamily="18" charset="0"/>
              </a:rPr>
              <a:t> do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luật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quy</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định</a:t>
            </a:r>
            <a:r>
              <a:rPr lang="en-US" sz="3000" i="1" dirty="0">
                <a:latin typeface="Times New Roman" pitchFamily="18" charset="0"/>
                <a:cs typeface="Times New Roman" pitchFamily="18" charset="0"/>
              </a:rPr>
              <a:t>.</a:t>
            </a:r>
          </a:p>
        </p:txBody>
      </p:sp>
    </p:spTree>
    <p:extLst>
      <p:ext uri="{BB962C8B-B14F-4D97-AF65-F5344CB8AC3E}">
        <p14:creationId xmlns:p14="http://schemas.microsoft.com/office/powerpoint/2010/main" val="22357141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F2BE2-A4CC-43D6-9CC9-ACBB4A0D81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13FBAA-5CC2-4887-B512-3529C65EB820}"/>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Theo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đ</a:t>
            </a:r>
            <a:r>
              <a:rPr lang="vi-VN" sz="3000" i="1" dirty="0">
                <a:latin typeface="Times New Roman" pitchFamily="18" charset="0"/>
                <a:cs typeface="Times New Roman" pitchFamily="18" charset="0"/>
              </a:rPr>
              <a:t>ư</a:t>
            </a:r>
            <a:r>
              <a:rPr lang="en-US" sz="3000" i="1" dirty="0" err="1">
                <a:latin typeface="Times New Roman" pitchFamily="18" charset="0"/>
                <a:cs typeface="Times New Roman" pitchFamily="18" charset="0"/>
              </a:rPr>
              <a:t>ợc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thành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lập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hợp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có</a:t>
            </a:r>
            <a:r>
              <a:rPr lang="en-US" sz="3000" i="1" dirty="0">
                <a:latin typeface="Times New Roman" pitchFamily="18" charset="0"/>
                <a:cs typeface="Times New Roman" pitchFamily="18" charset="0"/>
              </a:rPr>
              <a:t> c</a:t>
            </a:r>
            <a:r>
              <a:rPr lang="vi-VN" sz="3000" i="1" dirty="0">
                <a:latin typeface="Times New Roman" pitchFamily="18" charset="0"/>
                <a:cs typeface="Times New Roman" pitchFamily="18" charset="0"/>
              </a:rPr>
              <a:t>ơ</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cấu</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tổ</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chức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chặt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chẽ</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có</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tài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sản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độc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lập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danh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mình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tham</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gia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vào</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quan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hệ</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luật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một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độc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lập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chịu</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trách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nhiệm</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độc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lập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bằng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tài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sản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của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mình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khi</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tham</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gia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vào</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quan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hệ</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đó</a:t>
            </a:r>
            <a:r>
              <a:rPr lang="en-US" sz="3000" i="1" dirty="0">
                <a:latin typeface="Times New Roman" pitchFamily="18" charset="0"/>
                <a:cs typeface="Times New Roman" pitchFamily="18" charset="0"/>
              </a:rPr>
              <a:t>.</a:t>
            </a:r>
          </a:p>
        </p:txBody>
      </p:sp>
    </p:spTree>
    <p:extLst>
      <p:ext uri="{BB962C8B-B14F-4D97-AF65-F5344CB8AC3E}">
        <p14:creationId xmlns:p14="http://schemas.microsoft.com/office/powerpoint/2010/main" val="23094496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FD1C4-A28C-45D7-B047-6320628BC813}"/>
              </a:ext>
            </a:extLst>
          </p:cNvPr>
          <p:cNvSpPr>
            <a:spLocks noGrp="1"/>
          </p:cNvSpPr>
          <p:nvPr>
            <p:ph type="title"/>
          </p:nvPr>
        </p:nvSpPr>
        <p:spPr/>
        <p:txBody>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21CAD1C-14D8-4776-BBB3-A0C6A8969F1F}"/>
              </a:ext>
            </a:extLst>
          </p:cNvPr>
          <p:cNvSpPr>
            <a:spLocks noGrp="1"/>
          </p:cNvSpPr>
          <p:nvPr>
            <p:ph idx="1"/>
          </p:nvPr>
        </p:nvSpPr>
        <p:spPr/>
        <p:txBody>
          <a:bodyPr>
            <a:normAutofit/>
          </a:bodyPr>
          <a:lstStyle/>
          <a:p>
            <a:r>
              <a:rPr lang="en-US" sz="3000" dirty="0" err="1">
                <a:latin typeface="Times New Roman" pitchFamily="18" charset="0"/>
                <a:cs typeface="Times New Roman" pitchFamily="18" charset="0"/>
              </a:rPr>
              <a:t>Phân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loại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BLDS 2015:</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75 BLDS 2015)</a:t>
            </a:r>
          </a:p>
          <a:p>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phi </a:t>
            </a:r>
            <a:r>
              <a:rPr lang="en-US" sz="3000" dirty="0" err="1">
                <a:latin typeface="Times New Roman" pitchFamily="18" charset="0"/>
                <a:cs typeface="Times New Roman" pitchFamily="18" charset="0"/>
              </a:rPr>
              <a:t>th</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76 BLDS 2015)</a:t>
            </a:r>
          </a:p>
        </p:txBody>
      </p:sp>
    </p:spTree>
    <p:extLst>
      <p:ext uri="{BB962C8B-B14F-4D97-AF65-F5344CB8AC3E}">
        <p14:creationId xmlns:p14="http://schemas.microsoft.com/office/powerpoint/2010/main" val="39681987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DBBC86-3966-4244-8384-150B49A3E6C2}"/>
              </a:ext>
            </a:extLst>
          </p:cNvPr>
          <p:cNvSpPr>
            <a:spLocks noGrp="1"/>
          </p:cNvSpPr>
          <p:nvPr>
            <p:ph idx="1"/>
          </p:nvPr>
        </p:nvSpPr>
        <p:spPr>
          <a:xfrm>
            <a:off x="1097280" y="1845734"/>
            <a:ext cx="10058400" cy="4276770"/>
          </a:xfrm>
        </p:spPr>
        <p:txBody>
          <a:bodyPr>
            <a:normAutofit/>
          </a:bodyPr>
          <a:lstStyle/>
          <a:p>
            <a:pPr algn="just"/>
            <a:r>
              <a:rPr lang="vi-VN" sz="3000" dirty="0">
                <a:latin typeface="+mj-lt"/>
              </a:rPr>
              <a:t>Điều 75. Pháp nhân thương mại</a:t>
            </a:r>
          </a:p>
          <a:p>
            <a:pPr algn="just"/>
            <a:r>
              <a:rPr lang="vi-VN" sz="3000" dirty="0">
                <a:latin typeface="+mj-lt"/>
              </a:rPr>
              <a:t>1. Pháp nhân thương mại là pháp nhân có mục tiêu chính là tìm kiếm lợi nhuận và lợi nhuận được chia cho các thành viên.</a:t>
            </a:r>
          </a:p>
          <a:p>
            <a:pPr algn="just"/>
            <a:r>
              <a:rPr lang="vi-VN" sz="3000" dirty="0">
                <a:latin typeface="+mj-lt"/>
              </a:rPr>
              <a:t>2. Pháp nhân thương mại bao gồm doanh nghiệp và các tổ chức kinh tế khác.</a:t>
            </a:r>
          </a:p>
          <a:p>
            <a:pPr algn="just"/>
            <a:r>
              <a:rPr lang="vi-VN" sz="3000" dirty="0">
                <a:latin typeface="+mj-lt"/>
              </a:rPr>
              <a:t>3. Việc thành lập, hoạt động và chấm dứt pháp nhân thương mại được thực hiện theo quy định của Bộ luật này, Luật doanh nghiệp và quy định khác của pháp luật có liên quan</a:t>
            </a:r>
          </a:p>
          <a:p>
            <a:endParaRPr lang="en-US" dirty="0"/>
          </a:p>
        </p:txBody>
      </p:sp>
    </p:spTree>
    <p:extLst>
      <p:ext uri="{BB962C8B-B14F-4D97-AF65-F5344CB8AC3E}">
        <p14:creationId xmlns:p14="http://schemas.microsoft.com/office/powerpoint/2010/main" val="38646792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4C1258-C3CB-4F2A-955C-E0CF4E4EC565}"/>
              </a:ext>
            </a:extLst>
          </p:cNvPr>
          <p:cNvSpPr>
            <a:spLocks noGrp="1"/>
          </p:cNvSpPr>
          <p:nvPr>
            <p:ph idx="1"/>
          </p:nvPr>
        </p:nvSpPr>
        <p:spPr>
          <a:xfrm>
            <a:off x="1097280" y="1845734"/>
            <a:ext cx="10058400" cy="4382788"/>
          </a:xfrm>
        </p:spPr>
        <p:txBody>
          <a:bodyPr>
            <a:normAutofit/>
          </a:bodyPr>
          <a:lstStyle/>
          <a:p>
            <a:pPr algn="just"/>
            <a:r>
              <a:rPr lang="vi-VN" sz="2500" dirty="0">
                <a:latin typeface="+mj-lt"/>
              </a:rPr>
              <a:t>Điều 76. Pháp nhân phi thương mại</a:t>
            </a:r>
          </a:p>
          <a:p>
            <a:pPr algn="just"/>
            <a:r>
              <a:rPr lang="vi-VN" sz="2500" dirty="0">
                <a:latin typeface="+mj-lt"/>
              </a:rPr>
              <a:t>1. Pháp nhân phi thương mại là pháp nhân không có mục tiêu chính là tìm kiếm lợi nhuận; nếu có lợi nhuận thì cũng không được phân chia cho các thành viên.</a:t>
            </a:r>
          </a:p>
          <a:p>
            <a:pPr algn="just"/>
            <a:r>
              <a:rPr lang="vi-VN" sz="2500" dirty="0">
                <a:latin typeface="+mj-lt"/>
              </a:rPr>
              <a:t>2. Pháp nhân phi thương mại bao gồm cơ quan nhà nước, đơn vị vũ trang nhân dân, tổ chức chính trị, tổ chức chính trị - xã hội, tổ chức chính trị xã hội - nghề nghiệp, tổ chức xã hội, tổ chức xã hội - nghề nghiệp, quỹ xã hội, quỹ từ thiện, doanh nghiệp xã hội và các tổ chức phi thương mại khác.</a:t>
            </a:r>
          </a:p>
          <a:p>
            <a:pPr algn="just"/>
            <a:r>
              <a:rPr lang="vi-VN" sz="2500" dirty="0">
                <a:latin typeface="+mj-lt"/>
              </a:rPr>
              <a:t>3. Việc thành lập, hoạt động và chấm dứt pháp nhân phi thương mại được thực hiện theo quy định của Bộ luật này, các luật về tổ chức bộ máy nhà nước và quy định khác của pháp luật có liên quan.</a:t>
            </a:r>
          </a:p>
          <a:p>
            <a:endParaRPr lang="en-US" dirty="0"/>
          </a:p>
        </p:txBody>
      </p:sp>
    </p:spTree>
    <p:extLst>
      <p:ext uri="{BB962C8B-B14F-4D97-AF65-F5344CB8AC3E}">
        <p14:creationId xmlns:p14="http://schemas.microsoft.com/office/powerpoint/2010/main" val="34006010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được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74 BLDS 2015)</a:t>
            </a:r>
          </a:p>
        </p:txBody>
      </p:sp>
      <p:sp>
        <p:nvSpPr>
          <p:cNvPr id="3" name="Content Placeholder 2"/>
          <p:cNvSpPr>
            <a:spLocks noGrp="1"/>
          </p:cNvSpPr>
          <p:nvPr>
            <p:ph idx="1"/>
          </p:nvPr>
        </p:nvSpPr>
        <p:spPr/>
        <p:txBody>
          <a:bodyPr/>
          <a:lstStyle/>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BLDS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BLDS</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chịu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tài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endParaRPr lang="en-US"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44943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67DB5-E92C-47DA-B584-69AA334612AE}"/>
              </a:ext>
            </a:extLst>
          </p:cNvPr>
          <p:cNvSpPr>
            <a:spLocks noGrp="1"/>
          </p:cNvSpPr>
          <p:nvPr>
            <p:ph type="title"/>
          </p:nvPr>
        </p:nvSpPr>
        <p:spPr/>
        <p:txBody>
          <a:bodyPr/>
          <a:lstStyle/>
          <a:p>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yếu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64EDEDB5-0261-4376-9522-F3A98AFC0097}"/>
              </a:ext>
            </a:extLst>
          </p:cNvPr>
          <p:cNvSpPr>
            <a:spLocks noGrp="1"/>
          </p:cNvSpPr>
          <p:nvPr>
            <p:ph idx="1"/>
          </p:nvPr>
        </p:nvSpPr>
        <p:spPr>
          <a:xfrm>
            <a:off x="1097280" y="1858986"/>
            <a:ext cx="10058400" cy="4023360"/>
          </a:xfrm>
        </p:spPr>
        <p:txBody>
          <a:bodyPr>
            <a:normAutofit/>
          </a:bodyPr>
          <a:lstStyle/>
          <a:p>
            <a:pPr algn="just"/>
            <a:r>
              <a:rPr lang="en-US" sz="3000" i="1" dirty="0" err="1">
                <a:latin typeface="Times New Roman" pitchFamily="18" charset="0"/>
                <a:cs typeface="Times New Roman" pitchFamily="18" charset="0"/>
              </a:rPr>
              <a:t>Năng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lực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chủ</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thể</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của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khả</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năng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của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có</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quyền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nghĩa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vụ</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theo</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quy</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định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của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luật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khả</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năng</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thực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tế</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để</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nhân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tham</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gia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vào</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quan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hệ</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pháp</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luật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thực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hiện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quyền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và</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nghĩa</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vụ</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dân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sự</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phát</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sinh</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từ</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các</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quan</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hệ</a:t>
            </a:r>
            <a:r>
              <a:rPr lang="en-US" sz="3000" i="1" dirty="0">
                <a:latin typeface="Times New Roman" pitchFamily="18" charset="0"/>
                <a:cs typeface="Times New Roman" pitchFamily="18" charset="0"/>
              </a:rPr>
              <a:t> </a:t>
            </a:r>
            <a:r>
              <a:rPr lang="en-US" sz="3000" i="1" dirty="0" err="1">
                <a:latin typeface="Times New Roman" pitchFamily="18" charset="0"/>
                <a:cs typeface="Times New Roman" pitchFamily="18" charset="0"/>
              </a:rPr>
              <a:t>đó</a:t>
            </a:r>
            <a:r>
              <a:rPr lang="en-US" sz="3000" i="1" dirty="0">
                <a:latin typeface="Times New Roman" pitchFamily="18" charset="0"/>
                <a:cs typeface="Times New Roman" pitchFamily="18" charset="0"/>
              </a:rPr>
              <a:t>.</a:t>
            </a:r>
          </a:p>
          <a:p>
            <a:pPr marL="0" indent="0">
              <a:buNone/>
            </a:pPr>
            <a:endParaRPr lang="en-US" sz="3000" i="1" dirty="0"/>
          </a:p>
        </p:txBody>
      </p:sp>
    </p:spTree>
    <p:extLst>
      <p:ext uri="{BB962C8B-B14F-4D97-AF65-F5344CB8AC3E}">
        <p14:creationId xmlns:p14="http://schemas.microsoft.com/office/powerpoint/2010/main" val="40062299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68F8-A733-4AD6-9547-E1E6B770892D}"/>
              </a:ext>
            </a:extLst>
          </p:cNvPr>
          <p:cNvSpPr>
            <a:spLocks noGrp="1"/>
          </p:cNvSpPr>
          <p:nvPr>
            <p:ph type="title"/>
          </p:nvPr>
        </p:nvSpPr>
        <p:spPr>
          <a:xfrm>
            <a:off x="680321" y="753228"/>
            <a:ext cx="9767823" cy="1080938"/>
          </a:xfrm>
        </p:spPr>
        <p:txBody>
          <a:bodyPr/>
          <a:lstStyle/>
          <a:p>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EA05BA7-D453-4B78-921A-F22F0DB48335}"/>
              </a:ext>
            </a:extLst>
          </p:cNvPr>
          <p:cNvSpPr>
            <a:spLocks noGrp="1"/>
          </p:cNvSpPr>
          <p:nvPr>
            <p:ph idx="1"/>
          </p:nvPr>
        </p:nvSpPr>
        <p:spPr>
          <a:xfrm>
            <a:off x="680321" y="2336873"/>
            <a:ext cx="11131928" cy="3599316"/>
          </a:xfrm>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bao </a:t>
            </a:r>
            <a:r>
              <a:rPr lang="en-US" sz="3000" dirty="0" err="1">
                <a:latin typeface="Times New Roman" pitchFamily="18" charset="0"/>
                <a:cs typeface="Times New Roman" pitchFamily="18" charset="0"/>
              </a:rPr>
              <a:t>gồm</a:t>
            </a:r>
            <a:r>
              <a:rPr lang="en-US" sz="3000" dirty="0">
                <a:latin typeface="Times New Roman" pitchFamily="18" charset="0"/>
                <a:cs typeface="Times New Roman" pitchFamily="18" charset="0"/>
              </a:rPr>
              <a:t> 2 </a:t>
            </a:r>
            <a:r>
              <a:rPr lang="en-US" sz="3000" dirty="0" err="1">
                <a:latin typeface="Times New Roman" pitchFamily="18" charset="0"/>
                <a:cs typeface="Times New Roman" pitchFamily="18" charset="0"/>
              </a:rPr>
              <a:t>mặt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tư</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tổ</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phải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ứng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được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cùng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xuất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đồng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chấm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dứt</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4158249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7FEC-3AF1-4BDF-926C-7BD8BE61F7DE}"/>
              </a:ext>
            </a:extLst>
          </p:cNvPr>
          <p:cNvSpPr>
            <a:spLocks noGrp="1"/>
          </p:cNvSpPr>
          <p:nvPr>
            <p:ph type="title"/>
          </p:nvPr>
        </p:nvSpPr>
        <p:spPr/>
        <p:txBody>
          <a:bodyPr/>
          <a:lstStyle/>
          <a:p>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9086394-5458-4F49-8323-F022D2250820}"/>
              </a:ext>
            </a:extLst>
          </p:cNvPr>
          <p:cNvSpPr>
            <a:spLocks noGrp="1"/>
          </p:cNvSpPr>
          <p:nvPr>
            <p:ph idx="1"/>
          </p:nvPr>
        </p:nvSpPr>
        <p:spPr>
          <a:xfrm>
            <a:off x="932388" y="2460330"/>
            <a:ext cx="10058400" cy="4220215"/>
          </a:xfrm>
        </p:spPr>
        <p:txBody>
          <a:bodyPr>
            <a:normAutofit lnSpcReduction="10000"/>
          </a:bodyPr>
          <a:lstStyle/>
          <a:p>
            <a:pPr algn="just"/>
            <a:r>
              <a:rPr lang="vi-VN" sz="2400" dirty="0">
                <a:latin typeface="+mj-lt"/>
              </a:rPr>
              <a:t>Điều 86. Năng lực pháp luật dân sự của pháp nhân</a:t>
            </a:r>
          </a:p>
          <a:p>
            <a:pPr algn="just"/>
            <a:r>
              <a:rPr lang="vi-VN" sz="2400" dirty="0">
                <a:latin typeface="+mj-lt"/>
              </a:rPr>
              <a:t>1. Năng lực pháp luật dân sự của pháp nhân là khả năng của pháp nhân có các quyền, nghĩa vụ dân sự.</a:t>
            </a:r>
          </a:p>
          <a:p>
            <a:pPr algn="just"/>
            <a:r>
              <a:rPr lang="vi-VN" sz="2400" dirty="0">
                <a:latin typeface="+mj-lt"/>
              </a:rPr>
              <a:t>Năng lực pháp luật dân sự của pháp nhân không bị hạn chế, trừ trường hợp Bộ luật này, luật khác có liên quan quy định khác.</a:t>
            </a:r>
          </a:p>
          <a:p>
            <a:pPr algn="just"/>
            <a:r>
              <a:rPr lang="vi-VN" sz="2400" dirty="0">
                <a:latin typeface="+mj-lt"/>
              </a:rPr>
              <a:t>2. Năng lực pháp luật dân sự của pháp nhân phát sinh từ thời điểm được cơ quan nhà nước có thẩm quyền thành lập hoặc cho phép thành lập; nếu pháp nhân phải đăng ký hoạt động thì năng lực pháp luật dân sự của pháp nhân phát sinh từ thời điểm ghi vào sổ đăng ký.</a:t>
            </a:r>
          </a:p>
          <a:p>
            <a:pPr algn="just"/>
            <a:r>
              <a:rPr lang="vi-VN" sz="2400" dirty="0">
                <a:latin typeface="+mj-lt"/>
              </a:rPr>
              <a:t>3. Năng lực pháp luật dân sự của pháp nhân chấm dứt kể từ thời điểm chấm dứt pháp nhâ</a:t>
            </a:r>
            <a:r>
              <a:rPr lang="en-US" sz="2400" dirty="0">
                <a:latin typeface="Times New Roman" pitchFamily="18" charset="0"/>
                <a:cs typeface="Times New Roman" pitchFamily="18" charset="0"/>
              </a:rPr>
              <a:t>n</a:t>
            </a:r>
            <a:endParaRPr lang="vi-VN" sz="24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3976976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F423-C766-47AC-9301-17482A07D6F0}"/>
              </a:ext>
            </a:extLst>
          </p:cNvPr>
          <p:cNvSpPr>
            <a:spLocks noGrp="1"/>
          </p:cNvSpPr>
          <p:nvPr>
            <p:ph type="title"/>
          </p:nvPr>
        </p:nvSpPr>
        <p:spPr/>
        <p:txBody>
          <a:bodyPr/>
          <a:lstStyle/>
          <a:p>
            <a:r>
              <a:rPr lang="en-US" dirty="0" err="1">
                <a:latin typeface="Times New Roman" pitchFamily="18" charset="0"/>
                <a:cs typeface="Times New Roman" pitchFamily="18" charset="0"/>
              </a:rPr>
              <a:t>Năng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63BB442-38F5-4500-960F-ABB87442038D}"/>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thông</a:t>
            </a:r>
            <a:r>
              <a:rPr lang="en-US" sz="3000" dirty="0">
                <a:latin typeface="Times New Roman" pitchFamily="18" charset="0"/>
                <a:cs typeface="Times New Roman" pitchFamily="18" charset="0"/>
              </a:rPr>
              <a:t> qua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lập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nghĩa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311334752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1714-A305-4E4B-B6B1-FD4D680EAA79}"/>
              </a:ext>
            </a:extLst>
          </p:cNvPr>
          <p:cNvSpPr>
            <a:spLocks noGrp="1"/>
          </p:cNvSpPr>
          <p:nvPr>
            <p:ph type="title"/>
          </p:nvPr>
        </p:nvSpPr>
        <p:spPr/>
        <p:txBody>
          <a:bodyPr/>
          <a:lstStyle/>
          <a:p>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AABA165-2674-4874-8D0A-33A09645BFA3}"/>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thực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động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thông</a:t>
            </a:r>
            <a:r>
              <a:rPr lang="en-US" sz="3000" dirty="0">
                <a:latin typeface="Times New Roman" pitchFamily="18" charset="0"/>
                <a:cs typeface="Times New Roman" pitchFamily="18" charset="0"/>
              </a:rPr>
              <a:t> qua </a:t>
            </a:r>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a:t>
            </a:r>
          </a:p>
          <a:p>
            <a:pPr algn="just"/>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thông</a:t>
            </a:r>
            <a:r>
              <a:rPr lang="en-US" sz="3000" dirty="0">
                <a:latin typeface="Times New Roman" pitchFamily="18" charset="0"/>
                <a:cs typeface="Times New Roman" pitchFamily="18" charset="0"/>
              </a:rPr>
              <a:t> qua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thông</a:t>
            </a:r>
            <a:r>
              <a:rPr lang="en-US" sz="3000" dirty="0">
                <a:latin typeface="Times New Roman" pitchFamily="18" charset="0"/>
                <a:cs typeface="Times New Roman" pitchFamily="18" charset="0"/>
              </a:rPr>
              <a:t> qua </a:t>
            </a:r>
            <a:r>
              <a:rPr lang="en-US" sz="3000" dirty="0" err="1">
                <a:latin typeface="Times New Roman" pitchFamily="18" charset="0"/>
                <a:cs typeface="Times New Roman" pitchFamily="18" charset="0"/>
              </a:rPr>
              <a:t>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16893990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7AE9-56F6-4CB9-8AA1-963F4BC5984C}"/>
              </a:ext>
            </a:extLst>
          </p:cNvPr>
          <p:cNvSpPr>
            <a:spLocks noGrp="1"/>
          </p:cNvSpPr>
          <p:nvPr>
            <p:ph type="title"/>
          </p:nvPr>
        </p:nvSpPr>
        <p:spPr/>
        <p:txBody>
          <a:bodyPr/>
          <a:lstStyle/>
          <a:p>
            <a:r>
              <a:rPr lang="en-US" dirty="0" err="1">
                <a:latin typeface="Times New Roman" pitchFamily="18" charset="0"/>
                <a:cs typeface="Times New Roman" pitchFamily="18" charset="0"/>
              </a:rPr>
              <a:t>Người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hay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B0ADD1E1-9ABB-4E78-8C27-7DE1D3E8272E}"/>
              </a:ext>
            </a:extLst>
          </p:cNvPr>
          <p:cNvSpPr>
            <a:spLocks noGrp="1"/>
          </p:cNvSpPr>
          <p:nvPr>
            <p:ph idx="1"/>
          </p:nvPr>
        </p:nvSpPr>
        <p:spPr/>
        <p:txBody>
          <a:bodyPr/>
          <a:lstStyle/>
          <a:p>
            <a:pPr algn="just"/>
            <a:r>
              <a:rPr lang="vi-VN" sz="2400" dirty="0">
                <a:latin typeface="+mj-lt"/>
              </a:rPr>
              <a:t>Điều 137. Đại diện theo pháp luật của pháp nhân</a:t>
            </a:r>
          </a:p>
          <a:p>
            <a:pPr algn="just"/>
            <a:r>
              <a:rPr lang="vi-VN" sz="2400" dirty="0">
                <a:latin typeface="+mj-lt"/>
              </a:rPr>
              <a:t>1. Người đại diện theo pháp luật của pháp nhân bao gồm:</a:t>
            </a:r>
          </a:p>
          <a:p>
            <a:pPr algn="just"/>
            <a:r>
              <a:rPr lang="vi-VN" sz="2400" dirty="0">
                <a:latin typeface="+mj-lt"/>
              </a:rPr>
              <a:t>a) Người được pháp nhân chỉ định theo điều lệ;</a:t>
            </a:r>
          </a:p>
          <a:p>
            <a:pPr algn="just"/>
            <a:r>
              <a:rPr lang="vi-VN" sz="2400" dirty="0">
                <a:latin typeface="+mj-lt"/>
              </a:rPr>
              <a:t>b) Người có thẩm quyền đại diện theo quy định của pháp luật;</a:t>
            </a:r>
          </a:p>
          <a:p>
            <a:pPr algn="just"/>
            <a:r>
              <a:rPr lang="vi-VN" sz="2400" dirty="0">
                <a:latin typeface="+mj-lt"/>
              </a:rPr>
              <a:t>c) Người do Tòa án chỉ định trong quá trình tố tụng tại Tòa án.</a:t>
            </a:r>
          </a:p>
          <a:p>
            <a:pPr algn="just"/>
            <a:r>
              <a:rPr lang="vi-VN" sz="2400" dirty="0">
                <a:latin typeface="+mj-lt"/>
              </a:rPr>
              <a:t>2. Một pháp nhân có thể có nhiều người đại diện theo pháp luật và mỗi người đại diện có quyền đại diện cho pháp nhân theo quy định tại Điều 140 và Điều 141 của Bộ luật này.</a:t>
            </a:r>
          </a:p>
          <a:p>
            <a:endParaRPr lang="en-US" dirty="0"/>
          </a:p>
        </p:txBody>
      </p:sp>
    </p:spTree>
    <p:extLst>
      <p:ext uri="{BB962C8B-B14F-4D97-AF65-F5344CB8AC3E}">
        <p14:creationId xmlns:p14="http://schemas.microsoft.com/office/powerpoint/2010/main" val="9148483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DD569-773E-4A0F-89BE-52286D02DB5B}"/>
              </a:ext>
            </a:extLst>
          </p:cNvPr>
          <p:cNvSpPr>
            <a:spLocks noGrp="1"/>
          </p:cNvSpPr>
          <p:nvPr>
            <p:ph type="title"/>
          </p:nvPr>
        </p:nvSpPr>
        <p:spPr/>
        <p:txBody>
          <a:bodyPr>
            <a:normAutofit fontScale="90000"/>
          </a:bodyPr>
          <a:lstStyle/>
          <a:p>
            <a:r>
              <a:rPr lang="en-US" sz="4400" dirty="0" err="1">
                <a:latin typeface="Times New Roman" pitchFamily="18" charset="0"/>
                <a:cs typeface="Times New Roman" pitchFamily="18" charset="0"/>
              </a:rPr>
              <a:t>Người</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đại</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diện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theo</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ủy</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quyền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của</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pháp</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nhân</a:t>
            </a:r>
            <a:endParaRPr lang="en-US" sz="44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7C26174-7E54-49CA-A61E-CBB0C4F4EFD8}"/>
              </a:ext>
            </a:extLst>
          </p:cNvPr>
          <p:cNvSpPr>
            <a:spLocks noGrp="1"/>
          </p:cNvSpPr>
          <p:nvPr>
            <p:ph idx="1"/>
          </p:nvPr>
        </p:nvSpPr>
        <p:spPr/>
        <p:txBody>
          <a:bodyPr>
            <a:normAutofit fontScale="92500"/>
          </a:bodyPr>
          <a:lstStyle/>
          <a:p>
            <a:pPr algn="just"/>
            <a:r>
              <a:rPr lang="vi-VN" sz="2400" dirty="0">
                <a:latin typeface="+mj-lt"/>
              </a:rPr>
              <a:t>Điều 138. Đại diện theo ủy quyền</a:t>
            </a:r>
          </a:p>
          <a:p>
            <a:pPr algn="just"/>
            <a:r>
              <a:rPr lang="vi-VN" sz="2400" dirty="0">
                <a:latin typeface="+mj-lt"/>
              </a:rPr>
              <a:t>1. Cá nhân, pháp nhân có thể uỷ quyền cho cá nhân, pháp nhân khác xác lập, thực hiện giao dịch dân sự.</a:t>
            </a:r>
          </a:p>
          <a:p>
            <a:pPr algn="just"/>
            <a:r>
              <a:rPr lang="vi-VN" sz="2400" dirty="0">
                <a:latin typeface="+mj-lt"/>
              </a:rPr>
              <a:t>2. Các thành viên hộ gia đình, tổ hợp tác, tổ chức khác không có tư cách pháp nhân có thể thỏa thuận cử cá nhân, pháp nhân khác đại diện theo ủy quyền xác lập, thực hiện giao dịch dân sự liên quan đến tài sản chung của các thành viên hộ gia đình, tổ hợp tác, tổ chức khác không có tư cách pháp nhân.</a:t>
            </a:r>
          </a:p>
          <a:p>
            <a:pPr algn="just"/>
            <a:r>
              <a:rPr lang="vi-VN" sz="2400" dirty="0">
                <a:latin typeface="+mj-lt"/>
              </a:rPr>
              <a:t>3. Người từ đủ mười lăm tuổi đến chưa đủ mười tám tuổi có thể là người đại diện theo uỷ quyền, trừ trường hợp pháp luật quy định giao dịch dân sự phải do người từ đủ mười tám tuổi trở lên xác lập, thực hiện.</a:t>
            </a:r>
          </a:p>
          <a:p>
            <a:endParaRPr lang="en-US" dirty="0"/>
          </a:p>
        </p:txBody>
      </p:sp>
    </p:spTree>
    <p:extLst>
      <p:ext uri="{BB962C8B-B14F-4D97-AF65-F5344CB8AC3E}">
        <p14:creationId xmlns:p14="http://schemas.microsoft.com/office/powerpoint/2010/main" val="35001904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góp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siêu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cửa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xe</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8441238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5C89-4935-4318-88E3-561A91E0B584}"/>
              </a:ext>
            </a:extLst>
          </p:cNvPr>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yếu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FBE1885-6D97-424E-9F94-BB5424E6014A}"/>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Tên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gọi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Quốc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C</a:t>
            </a:r>
            <a:r>
              <a:rPr lang="vi-VN" sz="3000" dirty="0">
                <a:latin typeface="Times New Roman" pitchFamily="18" charset="0"/>
                <a:cs typeface="Times New Roman" pitchFamily="18" charset="0"/>
              </a:rPr>
              <a:t>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Trụ</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sở</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Chi </a:t>
            </a:r>
            <a:r>
              <a:rPr lang="en-US" sz="3000" dirty="0" err="1">
                <a:latin typeface="Times New Roman" pitchFamily="18" charset="0"/>
                <a:cs typeface="Times New Roman" pitchFamily="18" charset="0"/>
              </a:rPr>
              <a:t>nhánh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phòng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28480442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A938-CB72-4AE8-AC51-681E4FB5A13A}"/>
              </a:ext>
            </a:extLst>
          </p:cNvPr>
          <p:cNvSpPr>
            <a:spLocks noGrp="1"/>
          </p:cNvSpPr>
          <p:nvPr>
            <p:ph type="title"/>
          </p:nvPr>
        </p:nvSpPr>
        <p:spPr/>
        <p:txBody>
          <a:bodyPr/>
          <a:lstStyle/>
          <a:p>
            <a:r>
              <a:rPr lang="en-US" dirty="0" err="1">
                <a:latin typeface="Times New Roman" pitchFamily="18" charset="0"/>
                <a:cs typeface="Times New Roman" pitchFamily="18" charset="0"/>
              </a:rPr>
              <a:t>Tên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gọi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4F4FE43-8C8A-4E5D-A2B7-BBF353298B50}"/>
              </a:ext>
            </a:extLst>
          </p:cNvPr>
          <p:cNvSpPr>
            <a:spLocks noGrp="1"/>
          </p:cNvSpPr>
          <p:nvPr>
            <p:ph idx="1"/>
          </p:nvPr>
        </p:nvSpPr>
        <p:spPr/>
        <p:txBody>
          <a:bodyPr>
            <a:normAutofit lnSpcReduction="10000"/>
          </a:bodyPr>
          <a:lstStyle/>
          <a:p>
            <a:pPr algn="just"/>
            <a:r>
              <a:rPr lang="vi-VN" sz="2800" dirty="0">
                <a:latin typeface="+mj-lt"/>
              </a:rPr>
              <a:t>Điều 78. Tên gọi của pháp nhân</a:t>
            </a:r>
          </a:p>
          <a:p>
            <a:pPr algn="just"/>
            <a:r>
              <a:rPr lang="vi-VN" sz="2800" dirty="0">
                <a:latin typeface="+mj-lt"/>
              </a:rPr>
              <a:t>1. Pháp nhân phải có tên gọi bằng tiếng Việt.</a:t>
            </a:r>
          </a:p>
          <a:p>
            <a:pPr algn="just"/>
            <a:r>
              <a:rPr lang="vi-VN" sz="2800" dirty="0">
                <a:latin typeface="+mj-lt"/>
              </a:rPr>
              <a:t>2. Tên gọi của pháp nhân phải thể hiện rõ loại hình tổ chức của pháp nhân và phân biệt với các pháp nhân khác trong cùng một lĩnh vực hoạt động.</a:t>
            </a:r>
          </a:p>
          <a:p>
            <a:pPr algn="just"/>
            <a:r>
              <a:rPr lang="vi-VN" sz="2800" dirty="0">
                <a:latin typeface="+mj-lt"/>
              </a:rPr>
              <a:t>3. Pháp nhân phải sử dụng tên gọi của mình trong giao dịch dân sự.</a:t>
            </a:r>
          </a:p>
          <a:p>
            <a:pPr algn="just"/>
            <a:r>
              <a:rPr lang="vi-VN" sz="2800" dirty="0">
                <a:latin typeface="+mj-lt"/>
              </a:rPr>
              <a:t>4. Tên gọi của pháp nhân được pháp luật công nhận và bảo vệ.</a:t>
            </a:r>
          </a:p>
          <a:p>
            <a:endParaRPr lang="en-US" dirty="0"/>
          </a:p>
        </p:txBody>
      </p:sp>
    </p:spTree>
    <p:extLst>
      <p:ext uri="{BB962C8B-B14F-4D97-AF65-F5344CB8AC3E}">
        <p14:creationId xmlns:p14="http://schemas.microsoft.com/office/powerpoint/2010/main" val="201413038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5165-EDDD-4AA3-9F29-A77227041A88}"/>
              </a:ext>
            </a:extLst>
          </p:cNvPr>
          <p:cNvSpPr>
            <a:spLocks noGrp="1"/>
          </p:cNvSpPr>
          <p:nvPr>
            <p:ph type="title"/>
          </p:nvPr>
        </p:nvSpPr>
        <p:spPr/>
        <p:txBody>
          <a:bodyPr/>
          <a:lstStyle/>
          <a:p>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C727B6D9-66AD-4D91-85F3-D24BEE8AD8E4}"/>
              </a:ext>
            </a:extLst>
          </p:cNvPr>
          <p:cNvSpPr>
            <a:spLocks noGrp="1"/>
          </p:cNvSpPr>
          <p:nvPr>
            <p:ph idx="1"/>
          </p:nvPr>
        </p:nvSpPr>
        <p:spPr/>
        <p:txBody>
          <a:bodyPr/>
          <a:lstStyle/>
          <a:p>
            <a:pPr algn="just"/>
            <a:r>
              <a:rPr lang="vi-VN" sz="3000" dirty="0">
                <a:latin typeface="+mj-lt"/>
              </a:rPr>
              <a:t>Điều 80. Quốc tịch của pháp nhân</a:t>
            </a:r>
          </a:p>
          <a:p>
            <a:pPr algn="just"/>
            <a:r>
              <a:rPr lang="vi-VN" sz="3000" dirty="0">
                <a:latin typeface="+mj-lt"/>
              </a:rPr>
              <a:t>Pháp nhân được thành lập theo pháp luật Việt Nam là pháp nhân Việt Nam.</a:t>
            </a:r>
          </a:p>
          <a:p>
            <a:endParaRPr lang="en-US" dirty="0"/>
          </a:p>
        </p:txBody>
      </p:sp>
    </p:spTree>
    <p:extLst>
      <p:ext uri="{BB962C8B-B14F-4D97-AF65-F5344CB8AC3E}">
        <p14:creationId xmlns:p14="http://schemas.microsoft.com/office/powerpoint/2010/main" val="32168062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A24C2-4612-4C39-8EA6-3D850620ED96}"/>
              </a:ext>
            </a:extLst>
          </p:cNvPr>
          <p:cNvSpPr>
            <a:spLocks noGrp="1"/>
          </p:cNvSpPr>
          <p:nvPr>
            <p:ph type="title"/>
          </p:nvPr>
        </p:nvSpPr>
        <p:spPr/>
        <p:txBody>
          <a:bodyPr/>
          <a:lstStyle/>
          <a:p>
            <a:r>
              <a:rPr lang="en-US" dirty="0">
                <a:latin typeface="Times New Roman" pitchFamily="18" charset="0"/>
                <a:cs typeface="Times New Roman" pitchFamily="18" charset="0"/>
              </a:rPr>
              <a:t>C</a:t>
            </a:r>
            <a:r>
              <a:rPr lang="vi-VN" dirty="0">
                <a:latin typeface="Times New Roman" pitchFamily="18" charset="0"/>
                <a:cs typeface="Times New Roman" pitchFamily="18" charset="0"/>
              </a:rPr>
              <a:t>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4B68C1-1116-4F64-AF7B-2B0FBA8E4329}"/>
              </a:ext>
            </a:extLst>
          </p:cNvPr>
          <p:cNvSpPr>
            <a:spLocks noGrp="1"/>
          </p:cNvSpPr>
          <p:nvPr>
            <p:ph idx="1"/>
          </p:nvPr>
        </p:nvSpPr>
        <p:spPr/>
        <p:txBody>
          <a:bodyPr/>
          <a:lstStyle/>
          <a:p>
            <a:pPr algn="just"/>
            <a:r>
              <a:rPr lang="vi-VN" sz="3000" dirty="0">
                <a:latin typeface="+mj-lt"/>
              </a:rPr>
              <a:t>Điều 83. Cơ cấu tổ chức của pháp nhân</a:t>
            </a:r>
          </a:p>
          <a:p>
            <a:pPr algn="just"/>
            <a:r>
              <a:rPr lang="vi-VN" sz="3000" dirty="0">
                <a:latin typeface="+mj-lt"/>
              </a:rPr>
              <a:t>1. Pháp nhân phải có cơ quan điều hành. Tổ chức, nhiệm vụ và quyền hạn của cơ quan điều hành của pháp nhân được quy định trong điều lệ của pháp nhân hoặc trong quyết định thành lập pháp nhân.</a:t>
            </a:r>
          </a:p>
          <a:p>
            <a:pPr algn="just"/>
            <a:r>
              <a:rPr lang="vi-VN" sz="3000" dirty="0">
                <a:latin typeface="+mj-lt"/>
              </a:rPr>
              <a:t>2. Pháp nhân có cơ quan khác theo quyết định của pháp nhân hoặc theo quy định của pháp luật.</a:t>
            </a:r>
          </a:p>
          <a:p>
            <a:endParaRPr lang="en-US" dirty="0"/>
          </a:p>
        </p:txBody>
      </p:sp>
    </p:spTree>
    <p:extLst>
      <p:ext uri="{BB962C8B-B14F-4D97-AF65-F5344CB8AC3E}">
        <p14:creationId xmlns:p14="http://schemas.microsoft.com/office/powerpoint/2010/main" val="5281563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B0C3-5BD8-401C-888D-47EBE10A2A02}"/>
              </a:ext>
            </a:extLst>
          </p:cNvPr>
          <p:cNvSpPr>
            <a:spLocks noGrp="1"/>
          </p:cNvSpPr>
          <p:nvPr>
            <p:ph type="title"/>
          </p:nvPr>
        </p:nvSpPr>
        <p:spPr/>
        <p:txBody>
          <a:bodyPr/>
          <a:lstStyle/>
          <a:p>
            <a:r>
              <a:rPr lang="en-US" dirty="0" err="1">
                <a:latin typeface="Times New Roman" pitchFamily="18" charset="0"/>
                <a:cs typeface="Times New Roman" pitchFamily="18" charset="0"/>
              </a:rPr>
              <a:t>Trụ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sở</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ECF1118E-10F6-46AE-9EA7-6F8214FBB9D0}"/>
              </a:ext>
            </a:extLst>
          </p:cNvPr>
          <p:cNvSpPr>
            <a:spLocks noGrp="1"/>
          </p:cNvSpPr>
          <p:nvPr>
            <p:ph idx="1"/>
          </p:nvPr>
        </p:nvSpPr>
        <p:spPr/>
        <p:txBody>
          <a:bodyPr>
            <a:normAutofit/>
          </a:bodyPr>
          <a:lstStyle/>
          <a:p>
            <a:pPr algn="just"/>
            <a:r>
              <a:rPr lang="vi-VN" sz="2800" dirty="0">
                <a:latin typeface="+mj-lt"/>
              </a:rPr>
              <a:t>Điều 79. Trụ sở của pháp nhân</a:t>
            </a:r>
          </a:p>
          <a:p>
            <a:pPr algn="just"/>
            <a:r>
              <a:rPr lang="vi-VN" sz="2800" dirty="0">
                <a:latin typeface="+mj-lt"/>
              </a:rPr>
              <a:t>1. Trụ sở của pháp nhân là nơi đặt cơ quan điều hành của pháp nhân.</a:t>
            </a:r>
          </a:p>
          <a:p>
            <a:pPr algn="just"/>
            <a:r>
              <a:rPr lang="vi-VN" sz="2800" dirty="0">
                <a:latin typeface="+mj-lt"/>
              </a:rPr>
              <a:t>Trường hợp thay đổi trụ sở thì pháp nhân phải công bố công khai.</a:t>
            </a:r>
          </a:p>
          <a:p>
            <a:pPr algn="just"/>
            <a:r>
              <a:rPr lang="vi-VN" sz="2800" dirty="0">
                <a:latin typeface="+mj-lt"/>
              </a:rPr>
              <a:t>2. Địa chỉ liên lạc của pháp nhân là địa chỉ trụ sở của pháp nhân. Pháp nhân có thể chọn nơi khác làm địa chỉ liên lạc.</a:t>
            </a:r>
          </a:p>
          <a:p>
            <a:pPr algn="just"/>
            <a:endParaRPr lang="en-US" sz="2800" dirty="0">
              <a:latin typeface="+mj-lt"/>
            </a:endParaRPr>
          </a:p>
        </p:txBody>
      </p:sp>
    </p:spTree>
    <p:extLst>
      <p:ext uri="{BB962C8B-B14F-4D97-AF65-F5344CB8AC3E}">
        <p14:creationId xmlns:p14="http://schemas.microsoft.com/office/powerpoint/2010/main" val="4098690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A4C6-DE34-487C-A755-D41F8A09A433}"/>
              </a:ext>
            </a:extLst>
          </p:cNvPr>
          <p:cNvSpPr>
            <a:spLocks noGrp="1"/>
          </p:cNvSpPr>
          <p:nvPr>
            <p:ph type="title"/>
          </p:nvPr>
        </p:nvSpPr>
        <p:spPr/>
        <p:txBody>
          <a:bodyPr/>
          <a:lstStyle/>
          <a:p>
            <a:r>
              <a:rPr lang="en-US" dirty="0">
                <a:latin typeface="Times New Roman" pitchFamily="18" charset="0"/>
                <a:cs typeface="Times New Roman" pitchFamily="18" charset="0"/>
              </a:rPr>
              <a:t>Chi </a:t>
            </a:r>
            <a:r>
              <a:rPr lang="en-US" dirty="0" err="1">
                <a:latin typeface="Times New Roman" pitchFamily="18" charset="0"/>
                <a:cs typeface="Times New Roman" pitchFamily="18" charset="0"/>
              </a:rPr>
              <a:t>nhánh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phòng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FBEEDB6-46E9-401F-AD72-DC94DB48FCC4}"/>
              </a:ext>
            </a:extLst>
          </p:cNvPr>
          <p:cNvSpPr>
            <a:spLocks noGrp="1"/>
          </p:cNvSpPr>
          <p:nvPr>
            <p:ph idx="1"/>
          </p:nvPr>
        </p:nvSpPr>
        <p:spPr>
          <a:xfrm>
            <a:off x="384313" y="1845733"/>
            <a:ext cx="11171583" cy="4303275"/>
          </a:xfrm>
        </p:spPr>
        <p:txBody>
          <a:bodyPr>
            <a:normAutofit/>
          </a:bodyPr>
          <a:lstStyle/>
          <a:p>
            <a:pPr algn="just"/>
            <a:r>
              <a:rPr lang="vi-VN" sz="2200" dirty="0">
                <a:latin typeface="+mj-lt"/>
              </a:rPr>
              <a:t>Điều 84. Chi nhánh, văn phòng đại diện của pháp nhân</a:t>
            </a:r>
          </a:p>
          <a:p>
            <a:pPr algn="just"/>
            <a:r>
              <a:rPr lang="vi-VN" sz="2200" dirty="0">
                <a:latin typeface="+mj-lt"/>
              </a:rPr>
              <a:t>1. Chi nhánh, văn phòng đại diện là đơn vị phụ thuộc của pháp nhân, không phải là pháp nhân.</a:t>
            </a:r>
          </a:p>
          <a:p>
            <a:pPr algn="just"/>
            <a:r>
              <a:rPr lang="vi-VN" sz="2200" dirty="0">
                <a:latin typeface="+mj-lt"/>
              </a:rPr>
              <a:t>2. Chi nhánh có nhiệm vụ thực hiện toàn bộ hoặc một phần chức năng của pháp nhân.</a:t>
            </a:r>
          </a:p>
          <a:p>
            <a:pPr algn="just"/>
            <a:r>
              <a:rPr lang="vi-VN" sz="2200" dirty="0">
                <a:latin typeface="+mj-lt"/>
              </a:rPr>
              <a:t>3. Văn phòng đại diện có nhiệm vụ đại diện trong phạm vi do pháp nhân giao, bảo vệ lợi ích của pháp nhân.</a:t>
            </a:r>
          </a:p>
          <a:p>
            <a:pPr algn="just"/>
            <a:r>
              <a:rPr lang="vi-VN" sz="2200" dirty="0">
                <a:latin typeface="+mj-lt"/>
              </a:rPr>
              <a:t>4. Việc thành lập, chấm dứt chi nhánh, văn phòng đại diện của pháp nhân phải được đăng ký theo quy định của pháp luật và công bố công khai.</a:t>
            </a:r>
          </a:p>
          <a:p>
            <a:pPr algn="just"/>
            <a:r>
              <a:rPr lang="vi-VN" sz="2200" dirty="0">
                <a:latin typeface="+mj-lt"/>
              </a:rPr>
              <a:t>5. Người đứng đầu chi nhánh, văn phòng đại diện thực hiện nhiệm vụ theo uỷ quyền của pháp nhân trong phạm vi và thời hạn được uỷ quyền.</a:t>
            </a:r>
          </a:p>
          <a:p>
            <a:pPr algn="just"/>
            <a:r>
              <a:rPr lang="vi-VN" sz="2200" dirty="0">
                <a:latin typeface="+mj-lt"/>
              </a:rPr>
              <a:t>6. Pháp nhân có quyền, nghĩa vụ dân sự phát sinh từ giao dịch dân sự do chi nhánh, văn phòng đại diện xác lập, thực hiện.</a:t>
            </a:r>
          </a:p>
          <a:p>
            <a:endParaRPr lang="en-US" dirty="0"/>
          </a:p>
        </p:txBody>
      </p:sp>
    </p:spTree>
    <p:extLst>
      <p:ext uri="{BB962C8B-B14F-4D97-AF65-F5344CB8AC3E}">
        <p14:creationId xmlns:p14="http://schemas.microsoft.com/office/powerpoint/2010/main" val="303526231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D957A-6199-4758-AD66-7CF1111D65F7}"/>
              </a:ext>
            </a:extLst>
          </p:cNvPr>
          <p:cNvSpPr>
            <a:spLocks noGrp="1"/>
          </p:cNvSpPr>
          <p:nvPr>
            <p:ph type="title"/>
          </p:nvPr>
        </p:nvSpPr>
        <p:spPr/>
        <p:txBody>
          <a:bodyPr/>
          <a:lstStyle/>
          <a:p>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DE26934F-EDA2-411A-9191-FAE561EDD73E}"/>
              </a:ext>
            </a:extLst>
          </p:cNvPr>
          <p:cNvSpPr>
            <a:spLocks noGrp="1"/>
          </p:cNvSpPr>
          <p:nvPr>
            <p:ph idx="1"/>
          </p:nvPr>
        </p:nvSpPr>
        <p:spPr>
          <a:xfrm>
            <a:off x="1097280" y="1845733"/>
            <a:ext cx="10058400" cy="4356284"/>
          </a:xfrm>
        </p:spPr>
        <p:txBody>
          <a:bodyPr>
            <a:normAutofit/>
          </a:bodyPr>
          <a:lstStyle/>
          <a:p>
            <a:pPr algn="just"/>
            <a:r>
              <a:rPr lang="vi-VN" sz="2500" dirty="0">
                <a:latin typeface="+mj-lt"/>
              </a:rPr>
              <a:t>Điều 77. Điều lệ của pháp nhân</a:t>
            </a:r>
          </a:p>
          <a:p>
            <a:pPr algn="just"/>
            <a:r>
              <a:rPr lang="vi-VN" sz="2500" dirty="0">
                <a:latin typeface="+mj-lt"/>
              </a:rPr>
              <a:t>1. Pháp nhân phải có điều lệ trong trường hợp pháp luật có quy định.</a:t>
            </a:r>
          </a:p>
          <a:p>
            <a:pPr algn="just"/>
            <a:r>
              <a:rPr lang="vi-VN" sz="2500" dirty="0">
                <a:latin typeface="+mj-lt"/>
              </a:rPr>
              <a:t>2. Điều lệ của pháp nhân có những nội dung chủ yếu sau đây:</a:t>
            </a:r>
          </a:p>
          <a:p>
            <a:pPr algn="just"/>
            <a:r>
              <a:rPr lang="vi-VN" sz="2500" dirty="0">
                <a:latin typeface="+mj-lt"/>
              </a:rPr>
              <a:t>a) Tên gọi của pháp nhân;</a:t>
            </a:r>
          </a:p>
          <a:p>
            <a:pPr algn="just"/>
            <a:r>
              <a:rPr lang="vi-VN" sz="2500" dirty="0">
                <a:latin typeface="+mj-lt"/>
              </a:rPr>
              <a:t>b) Mục đích và phạm vi hoạt động của pháp nhân;</a:t>
            </a:r>
          </a:p>
          <a:p>
            <a:pPr algn="just"/>
            <a:r>
              <a:rPr lang="vi-VN" sz="2500" dirty="0">
                <a:latin typeface="+mj-lt"/>
              </a:rPr>
              <a:t>c) Trụ sở chính; chi nhánh, văn phòng đại diện, nếu có;</a:t>
            </a:r>
          </a:p>
          <a:p>
            <a:pPr algn="just"/>
            <a:r>
              <a:rPr lang="vi-VN" sz="2500" dirty="0">
                <a:latin typeface="+mj-lt"/>
              </a:rPr>
              <a:t>d) Vốn điều lệ, nếu có;</a:t>
            </a:r>
          </a:p>
          <a:p>
            <a:pPr algn="just"/>
            <a:r>
              <a:rPr lang="vi-VN" sz="2500" dirty="0">
                <a:latin typeface="+mj-lt"/>
              </a:rPr>
              <a:t>đ) Đại diện theo pháp luật của pháp nhân;</a:t>
            </a:r>
          </a:p>
          <a:p>
            <a:pPr marL="0" indent="0">
              <a:buNone/>
            </a:pPr>
            <a:endParaRPr lang="en-US" dirty="0"/>
          </a:p>
        </p:txBody>
      </p:sp>
    </p:spTree>
    <p:extLst>
      <p:ext uri="{BB962C8B-B14F-4D97-AF65-F5344CB8AC3E}">
        <p14:creationId xmlns:p14="http://schemas.microsoft.com/office/powerpoint/2010/main" val="402021781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F2654C-CDEA-4A25-AE19-80B408B8A963}"/>
              </a:ext>
            </a:extLst>
          </p:cNvPr>
          <p:cNvSpPr>
            <a:spLocks noGrp="1"/>
          </p:cNvSpPr>
          <p:nvPr>
            <p:ph idx="1"/>
          </p:nvPr>
        </p:nvSpPr>
        <p:spPr>
          <a:xfrm>
            <a:off x="1066799" y="2280448"/>
            <a:ext cx="10520597" cy="4303275"/>
          </a:xfrm>
        </p:spPr>
        <p:txBody>
          <a:bodyPr>
            <a:normAutofit/>
          </a:bodyPr>
          <a:lstStyle/>
          <a:p>
            <a:pPr algn="just"/>
            <a:r>
              <a:rPr lang="vi-VN" sz="2300" dirty="0">
                <a:latin typeface="+mj-lt"/>
              </a:rPr>
              <a:t>e) Cơ cấu tổ chức; thể thức cử, bầu, bổ nhiệm, miễn nhiệm, cách chức, nhiệm vụ và quyền hạn của các chức danh của cơ quan điều hành và các cơ quan khác;</a:t>
            </a:r>
          </a:p>
          <a:p>
            <a:pPr algn="just"/>
            <a:r>
              <a:rPr lang="vi-VN" sz="2300" dirty="0">
                <a:latin typeface="+mj-lt"/>
              </a:rPr>
              <a:t>g) Điều kiện trở thành thành viên hoặc không còn là thành viên của pháp nhân, nếu là pháp nhân có thành viên;</a:t>
            </a:r>
          </a:p>
          <a:p>
            <a:pPr algn="just"/>
            <a:r>
              <a:rPr lang="vi-VN" sz="2300" dirty="0">
                <a:latin typeface="+mj-lt"/>
              </a:rPr>
              <a:t>h) Quyền, nghĩa vụ của các thành viên, nếu là pháp nhân có thành viên;</a:t>
            </a:r>
          </a:p>
          <a:p>
            <a:pPr algn="just"/>
            <a:r>
              <a:rPr lang="vi-VN" sz="2300" dirty="0">
                <a:latin typeface="+mj-lt"/>
              </a:rPr>
              <a:t>i) Thể thức thông qua quyết định của pháp nhân; nguyên tắc giải quyết tranh chấp nội bộ;</a:t>
            </a:r>
          </a:p>
          <a:p>
            <a:pPr algn="just"/>
            <a:r>
              <a:rPr lang="vi-VN" sz="2300" dirty="0">
                <a:latin typeface="+mj-lt"/>
              </a:rPr>
              <a:t>k) Thể thức sửa đổi, bổ sung điều lệ;</a:t>
            </a:r>
          </a:p>
          <a:p>
            <a:pPr algn="just"/>
            <a:r>
              <a:rPr lang="vi-VN" sz="2300" dirty="0">
                <a:latin typeface="+mj-lt"/>
              </a:rPr>
              <a:t>l) Ðiều kiện hợp nhất, sáp nhập, chia, tách, chuyển đổi hình thức, giải thể pháp nhân.</a:t>
            </a:r>
          </a:p>
          <a:p>
            <a:endParaRPr lang="en-US" dirty="0"/>
          </a:p>
        </p:txBody>
      </p:sp>
    </p:spTree>
    <p:extLst>
      <p:ext uri="{BB962C8B-B14F-4D97-AF65-F5344CB8AC3E}">
        <p14:creationId xmlns:p14="http://schemas.microsoft.com/office/powerpoint/2010/main" val="22456013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E696-E102-4447-8E7E-97C9A0DC8281}"/>
              </a:ext>
            </a:extLst>
          </p:cNvPr>
          <p:cNvSpPr>
            <a:spLocks noGrp="1"/>
          </p:cNvSpPr>
          <p:nvPr>
            <p:ph type="title"/>
          </p:nvPr>
        </p:nvSpPr>
        <p:spPr/>
        <p:txBody>
          <a:bodyPr/>
          <a:lstStyle/>
          <a:p>
            <a:r>
              <a:rPr lang="en-US" dirty="0" err="1">
                <a:latin typeface="Times New Roman" pitchFamily="18" charset="0"/>
                <a:cs typeface="Times New Roman" pitchFamily="18" charset="0"/>
              </a:rPr>
              <a:t>Thành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84DF9DB-5BB0-46CE-AB85-CE641D9F5E15}"/>
              </a:ext>
            </a:extLst>
          </p:cNvPr>
          <p:cNvSpPr>
            <a:spLocks noGrp="1"/>
          </p:cNvSpPr>
          <p:nvPr>
            <p:ph idx="1"/>
          </p:nvPr>
        </p:nvSpPr>
        <p:spPr>
          <a:xfrm>
            <a:off x="680321" y="2547790"/>
            <a:ext cx="5200489" cy="4023360"/>
          </a:xfrm>
        </p:spPr>
        <p:txBody>
          <a:bodyPr>
            <a:normAutofit/>
          </a:bodyPr>
          <a:lstStyle/>
          <a:p>
            <a:pPr algn="just"/>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thẩm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4136" y="0"/>
            <a:ext cx="4543164" cy="6858000"/>
          </a:xfrm>
          <a:prstGeom prst="rect">
            <a:avLst/>
          </a:prstGeom>
        </p:spPr>
      </p:pic>
    </p:spTree>
    <p:extLst>
      <p:ext uri="{BB962C8B-B14F-4D97-AF65-F5344CB8AC3E}">
        <p14:creationId xmlns:p14="http://schemas.microsoft.com/office/powerpoint/2010/main" val="17429669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tổ</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p:cNvSpPr>
            <a:spLocks noGrp="1"/>
          </p:cNvSpPr>
          <p:nvPr>
            <p:ph sz="half" idx="1"/>
          </p:nvPr>
        </p:nvSpPr>
        <p:spPr>
          <a:xfrm>
            <a:off x="1097279" y="1845734"/>
            <a:ext cx="3384569" cy="4023360"/>
          </a:xfrm>
        </p:spPr>
        <p:txBody>
          <a:bodyPr>
            <a:normAutofit/>
          </a:bodyPr>
          <a:lstStyle/>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Chia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Chuyển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đổi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endParaRPr lang="en-US" sz="2400" dirty="0">
              <a:latin typeface="Times New Roman" pitchFamily="18" charset="0"/>
              <a:cs typeface="Times New Roman" pitchFamily="18" charset="0"/>
            </a:endParaRPr>
          </a:p>
        </p:txBody>
      </p:sp>
      <p:sp>
        <p:nvSpPr>
          <p:cNvPr id="4" name="Content Placeholder 3"/>
          <p:cNvSpPr>
            <a:spLocks noGrp="1"/>
          </p:cNvSpPr>
          <p:nvPr>
            <p:ph sz="half" idx="2"/>
          </p:nvPr>
        </p:nvSpPr>
        <p:spPr>
          <a:xfrm>
            <a:off x="4353059" y="1845735"/>
            <a:ext cx="6802621" cy="4023360"/>
          </a:xfrm>
        </p:spPr>
        <p:txBody>
          <a:bodyPr>
            <a:normAutofit/>
          </a:bodyPr>
          <a:lstStyle/>
          <a:p>
            <a:r>
              <a:rPr lang="en-US" sz="2400" dirty="0">
                <a:latin typeface="Times New Roman" pitchFamily="18" charset="0"/>
                <a:cs typeface="Times New Roman" pitchFamily="18" charset="0"/>
              </a:rPr>
              <a:t>A + B + … = C</a:t>
            </a:r>
          </a:p>
          <a:p>
            <a:r>
              <a:rPr lang="en-US" sz="2400" dirty="0">
                <a:latin typeface="Times New Roman" pitchFamily="18" charset="0"/>
                <a:cs typeface="Times New Roman" pitchFamily="18" charset="0"/>
              </a:rPr>
              <a:t>A + B = A </a:t>
            </a:r>
            <a:r>
              <a:rPr lang="en-US" sz="2400" dirty="0" err="1">
                <a:latin typeface="Times New Roman" pitchFamily="18" charset="0"/>
                <a:cs typeface="Times New Roman" pitchFamily="18" charset="0"/>
              </a:rPr>
              <a:t>hoặc</a:t>
            </a:r>
            <a:r>
              <a:rPr lang="en-US" sz="2400" dirty="0">
                <a:latin typeface="Times New Roman" pitchFamily="18" charset="0"/>
                <a:cs typeface="Times New Roman" pitchFamily="18" charset="0"/>
              </a:rPr>
              <a:t> A + B = B</a:t>
            </a:r>
          </a:p>
          <a:p>
            <a:r>
              <a:rPr lang="en-US" sz="2400" dirty="0">
                <a:latin typeface="Times New Roman" pitchFamily="18" charset="0"/>
                <a:cs typeface="Times New Roman" pitchFamily="18" charset="0"/>
              </a:rPr>
              <a:t>X =&gt; A + B + C + …</a:t>
            </a:r>
          </a:p>
          <a:p>
            <a:r>
              <a:rPr lang="en-US" sz="2400" dirty="0">
                <a:latin typeface="Times New Roman" pitchFamily="18" charset="0"/>
                <a:cs typeface="Times New Roman" pitchFamily="18" charset="0"/>
              </a:rPr>
              <a:t>X =&gt; X + A + B + C + …</a:t>
            </a:r>
          </a:p>
        </p:txBody>
      </p:sp>
    </p:spTree>
    <p:extLst>
      <p:ext uri="{BB962C8B-B14F-4D97-AF65-F5344CB8AC3E}">
        <p14:creationId xmlns:p14="http://schemas.microsoft.com/office/powerpoint/2010/main" val="16244660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Chấm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dứt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dứt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cứ</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a:t>
            </a: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tổ</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trường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nhất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chia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chuyển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đổi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a:t>
            </a: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endParaRPr lang="en-US" sz="2600" dirty="0">
              <a:latin typeface="Times New Roman" pitchFamily="18" charset="0"/>
              <a:cs typeface="Times New Roman" pitchFamily="18" charset="0"/>
            </a:endParaRP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Tuyên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bố</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1583459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thể</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khác</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CHXHCN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trung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ương</a:t>
            </a:r>
            <a:r>
              <a:rPr lang="en-US" sz="2800" dirty="0">
                <a:latin typeface="Times New Roman" pitchFamily="18" charset="0"/>
                <a:cs typeface="Times New Roman" pitchFamily="18" charset="0"/>
              </a:rPr>
              <a:t>, ở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7124564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800" dirty="0" err="1">
                <a:latin typeface="Times New Roman" pitchFamily="18" charset="0"/>
                <a:cs typeface="Times New Roman" pitchFamily="18" charset="0"/>
              </a:rPr>
              <a:t>Nhà</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nước</a:t>
            </a:r>
            <a:r>
              <a:rPr lang="en-US" sz="3800" dirty="0">
                <a:latin typeface="Times New Roman" pitchFamily="18" charset="0"/>
                <a:cs typeface="Times New Roman" pitchFamily="18" charset="0"/>
              </a:rPr>
              <a:t> CHXHCN </a:t>
            </a:r>
            <a:r>
              <a:rPr lang="en-US" sz="3800" dirty="0" err="1">
                <a:latin typeface="Times New Roman" pitchFamily="18" charset="0"/>
                <a:cs typeface="Times New Roman" pitchFamily="18" charset="0"/>
              </a:rPr>
              <a:t>Việt</a:t>
            </a:r>
            <a:r>
              <a:rPr lang="en-US" sz="3800" dirty="0">
                <a:latin typeface="Times New Roman" pitchFamily="18" charset="0"/>
                <a:cs typeface="Times New Roman" pitchFamily="18" charset="0"/>
              </a:rPr>
              <a:t> Nam, </a:t>
            </a:r>
            <a:r>
              <a:rPr lang="en-US" sz="3800" dirty="0" err="1">
                <a:latin typeface="Times New Roman" pitchFamily="18" charset="0"/>
                <a:cs typeface="Times New Roman" pitchFamily="18" charset="0"/>
              </a:rPr>
              <a:t>cơ</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quan</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nhà</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nước</a:t>
            </a:r>
            <a:r>
              <a:rPr lang="en-US" sz="3800" dirty="0">
                <a:latin typeface="Times New Roman" pitchFamily="18" charset="0"/>
                <a:cs typeface="Times New Roman" pitchFamily="18" charset="0"/>
              </a:rPr>
              <a:t> ở </a:t>
            </a:r>
            <a:r>
              <a:rPr lang="en-US" sz="3800" dirty="0" err="1">
                <a:latin typeface="Times New Roman" pitchFamily="18" charset="0"/>
                <a:cs typeface="Times New Roman" pitchFamily="18" charset="0"/>
              </a:rPr>
              <a:t>trung</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ương</a:t>
            </a:r>
            <a:r>
              <a:rPr lang="en-US" sz="3800" dirty="0">
                <a:latin typeface="Times New Roman" pitchFamily="18" charset="0"/>
                <a:cs typeface="Times New Roman" pitchFamily="18" charset="0"/>
              </a:rPr>
              <a:t>, ở </a:t>
            </a:r>
            <a:r>
              <a:rPr lang="en-US" sz="3800" dirty="0" err="1">
                <a:latin typeface="Times New Roman" pitchFamily="18" charset="0"/>
                <a:cs typeface="Times New Roman" pitchFamily="18" charset="0"/>
              </a:rPr>
              <a:t>địa</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phương</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trong</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quan</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hệ</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dân</a:t>
            </a: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sự</a:t>
            </a:r>
            <a:endParaRPr lang="en-US" sz="3800" dirty="0"/>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coi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biệt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qua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73044821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85CA0-FB8C-4F09-BEE9-1C4878FAC99C}"/>
              </a:ext>
            </a:extLst>
          </p:cNvPr>
          <p:cNvSpPr>
            <a:spLocks noGrp="1"/>
          </p:cNvSpPr>
          <p:nvPr>
            <p:ph type="title"/>
          </p:nvPr>
        </p:nvSpPr>
        <p:spPr/>
        <p:txBody>
          <a:bodyPr>
            <a:normAutofit fontScale="90000"/>
          </a:bodyPr>
          <a:lstStyle/>
          <a:p>
            <a:r>
              <a:rPr lang="en-US" sz="4000" dirty="0" err="1">
                <a:latin typeface="Times New Roman" pitchFamily="18" charset="0"/>
                <a:cs typeface="Times New Roman" pitchFamily="18" charset="0"/>
              </a:rPr>
              <a:t>Hộ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đình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tổ</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hợp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tổ</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không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có</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trong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hệ</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sự</a:t>
            </a:r>
            <a:endParaRPr lang="en-US" sz="40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73B5A892-A04A-4338-98F9-A153082E90AD}"/>
              </a:ext>
            </a:extLst>
          </p:cNvPr>
          <p:cNvSpPr>
            <a:spLocks noGrp="1"/>
          </p:cNvSpPr>
          <p:nvPr>
            <p:ph idx="1"/>
          </p:nvPr>
        </p:nvSpPr>
        <p:spPr>
          <a:xfrm>
            <a:off x="569843" y="2475321"/>
            <a:ext cx="11452268" cy="2681296"/>
          </a:xfrm>
        </p:spPr>
        <p:txBody>
          <a:bodyPr>
            <a:normAutofit/>
          </a:bodyPr>
          <a:lstStyle/>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qua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endParaRPr lang="en-US"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5231235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B2141-4128-456E-B2C4-3D006944A70A}"/>
              </a:ext>
            </a:extLst>
          </p:cNvPr>
          <p:cNvSpPr>
            <a:spLocks noGrp="1"/>
          </p:cNvSpPr>
          <p:nvPr>
            <p:ph type="title"/>
          </p:nvPr>
        </p:nvSpPr>
        <p:spPr>
          <a:xfrm>
            <a:off x="515155" y="286603"/>
            <a:ext cx="11101589" cy="1450757"/>
          </a:xfrm>
        </p:spPr>
        <p:txBody>
          <a:bodyPr>
            <a:noAutofit/>
          </a:bodyPr>
          <a:lstStyle/>
          <a:p>
            <a:r>
              <a:rPr lang="vi-VN" sz="3600" dirty="0"/>
              <a:t>Điều 102. Tài sản chung của các thành viên hộ gia đình, tổ hợp tác, tổ chức khác không có tư cách pháp nhân</a:t>
            </a:r>
            <a:endParaRPr lang="en-US" sz="3600" dirty="0"/>
          </a:p>
        </p:txBody>
      </p:sp>
      <p:sp>
        <p:nvSpPr>
          <p:cNvPr id="3" name="Content Placeholder 2">
            <a:extLst>
              <a:ext uri="{FF2B5EF4-FFF2-40B4-BE49-F238E27FC236}">
                <a16:creationId xmlns:a16="http://schemas.microsoft.com/office/drawing/2014/main" id="{C40B30EE-1FD5-418F-A883-2C86B6554B6D}"/>
              </a:ext>
            </a:extLst>
          </p:cNvPr>
          <p:cNvSpPr>
            <a:spLocks noGrp="1"/>
          </p:cNvSpPr>
          <p:nvPr>
            <p:ph idx="1"/>
          </p:nvPr>
        </p:nvSpPr>
        <p:spPr>
          <a:xfrm>
            <a:off x="618185" y="1845734"/>
            <a:ext cx="10676587" cy="4023360"/>
          </a:xfrm>
        </p:spPr>
        <p:txBody>
          <a:bodyPr>
            <a:normAutofit/>
          </a:bodyPr>
          <a:lstStyle/>
          <a:p>
            <a:pPr algn="just"/>
            <a:r>
              <a:rPr lang="vi-VN" sz="2600" dirty="0">
                <a:latin typeface="+mj-lt"/>
              </a:rPr>
              <a:t>1. Việc xác định tài sản chung của các thành viên hộ gia đình, quyền, nghĩa vụ đối với tài sản này được xác định theo quy định tại Điều 212 của Bộ luật này.</a:t>
            </a:r>
          </a:p>
          <a:p>
            <a:pPr algn="just"/>
            <a:r>
              <a:rPr lang="vi-VN" sz="2600" dirty="0">
                <a:latin typeface="+mj-lt"/>
              </a:rPr>
              <a:t>2. Việc xác định tài sản chung của các thành viên tổ hợp tác, quyền, nghĩa vụ đối với tài sản này được xác định theo quy định tại Điều 506 của Bộ luật này.</a:t>
            </a:r>
          </a:p>
          <a:p>
            <a:pPr algn="just"/>
            <a:r>
              <a:rPr lang="vi-VN" sz="2600" dirty="0">
                <a:latin typeface="+mj-lt"/>
              </a:rPr>
              <a:t>3. Việc xác định tài sản chung của các thành viên của tổ chức khác không có tư cách pháp nhân, quyền, nghĩa vụ đối với tài sản này được xác định theo thỏa thuận của các thành viên, trừ trường hợp pháp luật có quy định khác.</a:t>
            </a:r>
          </a:p>
          <a:p>
            <a:pPr marL="0" indent="0">
              <a:buNone/>
            </a:pPr>
            <a:endParaRPr lang="en-US" dirty="0"/>
          </a:p>
        </p:txBody>
      </p:sp>
    </p:spTree>
    <p:extLst>
      <p:ext uri="{BB962C8B-B14F-4D97-AF65-F5344CB8AC3E}">
        <p14:creationId xmlns:p14="http://schemas.microsoft.com/office/powerpoint/2010/main" val="28383554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2566-D35C-425C-AEEA-36D2D2998FE0}"/>
              </a:ext>
            </a:extLst>
          </p:cNvPr>
          <p:cNvSpPr>
            <a:spLocks noGrp="1"/>
          </p:cNvSpPr>
          <p:nvPr>
            <p:ph type="title"/>
          </p:nvPr>
        </p:nvSpPr>
        <p:spPr>
          <a:xfrm>
            <a:off x="0" y="616386"/>
            <a:ext cx="11050073" cy="1450757"/>
          </a:xfrm>
        </p:spPr>
        <p:txBody>
          <a:bodyPr>
            <a:noAutofit/>
          </a:bodyPr>
          <a:lstStyle/>
          <a:p>
            <a:r>
              <a:rPr lang="vi-VN" dirty="0"/>
              <a:t>Điều 103. Trách nhiệm dân sự của thành viên hộ gia đình, tổ hợp tác, tổ chức khác không có tư cách pháp nhân</a:t>
            </a:r>
            <a:endParaRPr lang="en-US" dirty="0"/>
          </a:p>
        </p:txBody>
      </p:sp>
      <p:sp>
        <p:nvSpPr>
          <p:cNvPr id="3" name="Content Placeholder 2">
            <a:extLst>
              <a:ext uri="{FF2B5EF4-FFF2-40B4-BE49-F238E27FC236}">
                <a16:creationId xmlns:a16="http://schemas.microsoft.com/office/drawing/2014/main" id="{8942F425-7112-4F6D-AD15-3FE09DCC17BC}"/>
              </a:ext>
            </a:extLst>
          </p:cNvPr>
          <p:cNvSpPr>
            <a:spLocks noGrp="1"/>
          </p:cNvSpPr>
          <p:nvPr>
            <p:ph idx="1"/>
          </p:nvPr>
        </p:nvSpPr>
        <p:spPr>
          <a:xfrm>
            <a:off x="291329" y="2475320"/>
            <a:ext cx="11520920" cy="4608076"/>
          </a:xfrm>
        </p:spPr>
        <p:txBody>
          <a:bodyPr/>
          <a:lstStyle/>
          <a:p>
            <a:pPr algn="just"/>
            <a:r>
              <a:rPr lang="vi-VN" sz="2600" dirty="0">
                <a:latin typeface="+mj-lt"/>
              </a:rPr>
              <a:t>1. Nghĩa vụ dân sự phát sinh từ việc tham gia quan hệ dân sự của hộ gia đình, tổ hợp tác, tổ chức khác không có tư cách pháp nhân được bảo đảm thực hiện bằng tài sản chung của các thành viên.</a:t>
            </a:r>
          </a:p>
          <a:p>
            <a:pPr algn="just"/>
            <a:r>
              <a:rPr lang="vi-VN" sz="2600" dirty="0">
                <a:latin typeface="+mj-lt"/>
              </a:rPr>
              <a:t>2. Trường hợp các thành viên không có hoặc không đủ tài sản chung để thực hiện nghĩa vụ chung thì người có quyền có thể yêu cầu các thành viên thực hiện nghĩa vụ theo quy định tại Điều 288 của Bộ luật này.</a:t>
            </a:r>
          </a:p>
          <a:p>
            <a:pPr algn="just"/>
            <a:r>
              <a:rPr lang="vi-VN" sz="2600" dirty="0">
                <a:latin typeface="+mj-lt"/>
              </a:rPr>
              <a:t>3. Trường hợp các bên không có thỏa thuận, hợp đồng hợp tác hoặc luật không có quy định khác thì các thành viên chịu trách nhiệm dân sự quy định tại khoản 1 và khoản 2 Điều này theo phần tương ứng với phần đóng góp tài sản của mình, nếu không xác định được theo phần tương ứng thì xác định theo phần bằng nhau.</a:t>
            </a:r>
          </a:p>
          <a:p>
            <a:endParaRPr lang="en-US" dirty="0"/>
          </a:p>
        </p:txBody>
      </p:sp>
    </p:spTree>
    <p:extLst>
      <p:ext uri="{BB962C8B-B14F-4D97-AF65-F5344CB8AC3E}">
        <p14:creationId xmlns:p14="http://schemas.microsoft.com/office/powerpoint/2010/main" val="3844275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841CB-351F-45A8-BD40-8DD868625628}"/>
              </a:ext>
            </a:extLst>
          </p:cNvPr>
          <p:cNvSpPr>
            <a:spLocks noGrp="1"/>
          </p:cNvSpPr>
          <p:nvPr>
            <p:ph type="title"/>
          </p:nvPr>
        </p:nvSpPr>
        <p:spPr/>
        <p:txBody>
          <a:bodyPr/>
          <a:lstStyle/>
          <a:p>
            <a:r>
              <a:rPr lang="en-US" b="1" dirty="0">
                <a:latin typeface="Times New Roman" pitchFamily="18" charset="0"/>
                <a:cs typeface="Times New Roman" pitchFamily="18" charset="0"/>
              </a:rPr>
              <a:t>V. ĐẠI DIỆN</a:t>
            </a:r>
          </a:p>
        </p:txBody>
      </p:sp>
      <p:sp>
        <p:nvSpPr>
          <p:cNvPr id="3" name="Content Placeholder 2">
            <a:extLst>
              <a:ext uri="{FF2B5EF4-FFF2-40B4-BE49-F238E27FC236}">
                <a16:creationId xmlns:a16="http://schemas.microsoft.com/office/drawing/2014/main" id="{0742D888-AB8F-42EA-AEF2-30DE5C447BFB}"/>
              </a:ext>
            </a:extLst>
          </p:cNvPr>
          <p:cNvSpPr>
            <a:spLocks noGrp="1"/>
          </p:cNvSpPr>
          <p:nvPr>
            <p:ph idx="1"/>
          </p:nvPr>
        </p:nvSpPr>
        <p:spPr/>
        <p:txBody>
          <a:bodyPr>
            <a:noAutofit/>
          </a:bodyPr>
          <a:lstStyle/>
          <a:p>
            <a:pPr algn="just"/>
            <a:r>
              <a:rPr lang="en-US" sz="2500" dirty="0" err="1">
                <a:latin typeface="Times New Roman" pitchFamily="18" charset="0"/>
                <a:cs typeface="Times New Roman" pitchFamily="18" charset="0"/>
              </a:rPr>
              <a:t>Điều</a:t>
            </a:r>
            <a:r>
              <a:rPr lang="en-US" sz="2500" dirty="0">
                <a:latin typeface="Times New Roman" pitchFamily="18" charset="0"/>
                <a:cs typeface="Times New Roman" pitchFamily="18" charset="0"/>
              </a:rPr>
              <a:t> 134 BLDS 2015:</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việc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sau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đây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gọi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chung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danh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và</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vì</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ích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của</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hoặc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sau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đây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gọi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chung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là</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lập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a:t>
            </a:r>
          </a:p>
          <a:p>
            <a:pPr algn="just"/>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thể</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lập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thông</a:t>
            </a:r>
            <a:r>
              <a:rPr lang="en-US" sz="2500" dirty="0">
                <a:latin typeface="Times New Roman" pitchFamily="18" charset="0"/>
                <a:cs typeface="Times New Roman" pitchFamily="18" charset="0"/>
              </a:rPr>
              <a:t> qua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Cá</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nhân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không</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để</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khác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cho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mình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nếu</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họ</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mình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lập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đó</a:t>
            </a:r>
            <a:r>
              <a:rPr lang="en-US" sz="2500" dirty="0">
                <a:latin typeface="Times New Roman" pitchFamily="18" charset="0"/>
                <a:cs typeface="Times New Roman" pitchFamily="18" charset="0"/>
              </a:rPr>
              <a:t>.</a:t>
            </a:r>
          </a:p>
          <a:p>
            <a:pPr algn="just"/>
            <a:r>
              <a:rPr lang="en-US" sz="2500" dirty="0">
                <a:latin typeface="Times New Roman" pitchFamily="18" charset="0"/>
                <a:cs typeface="Times New Roman" pitchFamily="18" charset="0"/>
              </a:rPr>
              <a:t>- Tr</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hợp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quy</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định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thì</a:t>
            </a:r>
            <a:r>
              <a:rPr lang="en-US" sz="2500" dirty="0">
                <a:latin typeface="Times New Roman" pitchFamily="18" charset="0"/>
                <a:cs typeface="Times New Roman" pitchFamily="18" charset="0"/>
              </a:rPr>
              <a:t> ng</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ời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đại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diện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phải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có</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năng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pháp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luật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năng</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hành</a:t>
            </a:r>
            <a:r>
              <a:rPr lang="en-US" sz="2500" dirty="0">
                <a:latin typeface="Times New Roman" pitchFamily="18" charset="0"/>
                <a:cs typeface="Times New Roman" pitchFamily="18" charset="0"/>
              </a:rPr>
              <a:t> vi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phù</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hợp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với</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giao</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dịch</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dân</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sự</a:t>
            </a:r>
            <a:r>
              <a:rPr lang="en-US" sz="2500" dirty="0">
                <a:latin typeface="Times New Roman" pitchFamily="18" charset="0"/>
                <a:cs typeface="Times New Roman" pitchFamily="18" charset="0"/>
              </a:rPr>
              <a:t> đ</a:t>
            </a:r>
            <a:r>
              <a:rPr lang="vi-VN" sz="2500" dirty="0">
                <a:latin typeface="Times New Roman" pitchFamily="18" charset="0"/>
                <a:cs typeface="Times New Roman" pitchFamily="18" charset="0"/>
              </a:rPr>
              <a:t>ư</a:t>
            </a:r>
            <a:r>
              <a:rPr lang="en-US" sz="2500" dirty="0" err="1">
                <a:latin typeface="Times New Roman" pitchFamily="18" charset="0"/>
                <a:cs typeface="Times New Roman" pitchFamily="18" charset="0"/>
              </a:rPr>
              <a:t>ợc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xác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lập</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thực</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hiện</a:t>
            </a:r>
            <a:r>
              <a:rPr lang="en-US" sz="2500" dirty="0">
                <a:latin typeface="Times New Roman" pitchFamily="18" charset="0"/>
                <a:cs typeface="Times New Roman" pitchFamily="18" charset="0"/>
              </a:rPr>
              <a:t>.</a:t>
            </a:r>
          </a:p>
        </p:txBody>
      </p:sp>
    </p:spTree>
    <p:extLst>
      <p:ext uri="{BB962C8B-B14F-4D97-AF65-F5344CB8AC3E}">
        <p14:creationId xmlns:p14="http://schemas.microsoft.com/office/powerpoint/2010/main" val="139127311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9FD88-A35B-40E9-AFCF-54A623FA7D38}"/>
              </a:ext>
            </a:extLst>
          </p:cNvPr>
          <p:cNvSpPr>
            <a:spLocks noGrp="1"/>
          </p:cNvSpPr>
          <p:nvPr>
            <p:ph type="title"/>
          </p:nvPr>
        </p:nvSpPr>
        <p:spPr/>
        <p:txBody>
          <a:bodyPr/>
          <a:lstStyle/>
          <a:p>
            <a:r>
              <a:rPr lang="en-US" dirty="0" err="1">
                <a:latin typeface="Times New Roman" pitchFamily="18" charset="0"/>
                <a:cs typeface="Times New Roman" pitchFamily="18" charset="0"/>
              </a:rPr>
              <a:t>Căn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cứ</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B1E6C8F-9D9B-4E45-9DA7-BFEBB2ADFAF5}"/>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Theo </a:t>
            </a:r>
            <a:r>
              <a:rPr lang="en-US" sz="3000" dirty="0" err="1">
                <a:latin typeface="Times New Roman" pitchFamily="18" charset="0"/>
                <a:cs typeface="Times New Roman" pitchFamily="18" charset="0"/>
              </a:rPr>
              <a:t>ủy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giữa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Theo </a:t>
            </a:r>
            <a:r>
              <a:rPr lang="en-US" sz="3000" dirty="0" err="1">
                <a:latin typeface="Times New Roman" pitchFamily="18" charset="0"/>
                <a:cs typeface="Times New Roman" pitchFamily="18" charset="0"/>
              </a:rPr>
              <a:t>quyết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c</a:t>
            </a:r>
            <a:r>
              <a:rPr lang="vi-VN" sz="3000" dirty="0">
                <a:latin typeface="Times New Roman" pitchFamily="18" charset="0"/>
                <a:cs typeface="Times New Roman" pitchFamily="18" charset="0"/>
              </a:rPr>
              <a:t>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quan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nhà</a:t>
            </a:r>
            <a:r>
              <a:rPr lang="en-US" sz="3000" dirty="0">
                <a:latin typeface="Times New Roman" pitchFamily="18" charset="0"/>
                <a:cs typeface="Times New Roman" pitchFamily="18" charset="0"/>
              </a:rPr>
              <a:t> n</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ớc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Theo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lệ</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Theo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p>
        </p:txBody>
      </p:sp>
    </p:spTree>
    <p:extLst>
      <p:ext uri="{BB962C8B-B14F-4D97-AF65-F5344CB8AC3E}">
        <p14:creationId xmlns:p14="http://schemas.microsoft.com/office/powerpoint/2010/main" val="7549033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0A643-EF8D-4159-BA42-B99D481BF936}"/>
              </a:ext>
            </a:extLst>
          </p:cNvPr>
          <p:cNvSpPr>
            <a:spLocks noGrp="1"/>
          </p:cNvSpPr>
          <p:nvPr>
            <p:ph type="title"/>
          </p:nvPr>
        </p:nvSpPr>
        <p:spPr/>
        <p:txBody>
          <a:bodyPr/>
          <a:lstStyle/>
          <a:p>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F8D7B0D1-4CD2-48BD-B3AE-D766B9F82ED8}"/>
              </a:ext>
            </a:extLst>
          </p:cNvPr>
          <p:cNvSpPr>
            <a:spLocks noGrp="1"/>
          </p:cNvSpPr>
          <p:nvPr>
            <p:ph idx="1"/>
          </p:nvPr>
        </p:nvSpPr>
        <p:spPr/>
        <p:txBody>
          <a:bodyPr>
            <a:normAutofit fontScale="92500" lnSpcReduction="10000"/>
          </a:bodyPr>
          <a:lstStyle/>
          <a:p>
            <a:pPr algn="just"/>
            <a:r>
              <a:rPr lang="en-US" sz="3000" dirty="0">
                <a:latin typeface="Times New Roman" pitchFamily="18" charset="0"/>
                <a:cs typeface="Times New Roman" pitchFamily="18" charset="0"/>
              </a:rPr>
              <a:t>1. Cha, </a:t>
            </a:r>
            <a:r>
              <a:rPr lang="en-US" sz="3000" dirty="0" err="1">
                <a:latin typeface="Times New Roman" pitchFamily="18" charset="0"/>
                <a:cs typeface="Times New Roman" pitchFamily="18" charset="0"/>
              </a:rPr>
              <a:t>mẹ</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con </a:t>
            </a:r>
            <a:r>
              <a:rPr lang="en-US" sz="3000" dirty="0" err="1">
                <a:latin typeface="Times New Roman" pitchFamily="18" charset="0"/>
                <a:cs typeface="Times New Roman" pitchFamily="18" charset="0"/>
              </a:rPr>
              <a:t>chưa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thành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niên</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2.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giám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hộ</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khó</a:t>
            </a:r>
            <a:r>
              <a:rPr lang="en-US" sz="3000" dirty="0">
                <a:latin typeface="Times New Roman" pitchFamily="18" charset="0"/>
                <a:cs typeface="Times New Roman" pitchFamily="18" charset="0"/>
              </a:rPr>
              <a:t> khan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nhận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thức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hành</a:t>
            </a:r>
            <a:r>
              <a:rPr lang="en-US" sz="3000" dirty="0">
                <a:latin typeface="Times New Roman" pitchFamily="18" charset="0"/>
                <a:cs typeface="Times New Roman" pitchFamily="18" charset="0"/>
              </a:rPr>
              <a:t> vi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nếu</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a:t>
            </a:r>
          </a:p>
          <a:p>
            <a:pPr algn="just"/>
            <a:r>
              <a:rPr lang="en-US" sz="3000" dirty="0">
                <a:latin typeface="Times New Roman" pitchFamily="18" charset="0"/>
                <a:cs typeface="Times New Roman" pitchFamily="18" charset="0"/>
              </a:rPr>
              <a:t>3.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hợp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khoản</a:t>
            </a:r>
            <a:r>
              <a:rPr lang="en-US" sz="3000" dirty="0">
                <a:latin typeface="Times New Roman" pitchFamily="18" charset="0"/>
                <a:cs typeface="Times New Roman" pitchFamily="18" charset="0"/>
              </a:rPr>
              <a:t> 1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khoản</a:t>
            </a:r>
            <a:r>
              <a:rPr lang="en-US" sz="3000" dirty="0">
                <a:latin typeface="Times New Roman" pitchFamily="18" charset="0"/>
                <a:cs typeface="Times New Roman" pitchFamily="18" charset="0"/>
              </a:rPr>
              <a:t> 2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136 BLDS 2015.</a:t>
            </a:r>
          </a:p>
          <a:p>
            <a:pPr algn="just"/>
            <a:r>
              <a:rPr lang="en-US" sz="3000" dirty="0">
                <a:latin typeface="Times New Roman" pitchFamily="18" charset="0"/>
                <a:cs typeface="Times New Roman" pitchFamily="18" charset="0"/>
              </a:rPr>
              <a:t>4.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a:t>
            </a:r>
            <a:r>
              <a:rPr lang="en-US" sz="3000" dirty="0">
                <a:latin typeface="Times New Roman" pitchFamily="18" charset="0"/>
                <a:cs typeface="Times New Roman" pitchFamily="18" charset="0"/>
              </a:rPr>
              <a:t> NLHVDS.</a:t>
            </a:r>
          </a:p>
        </p:txBody>
      </p:sp>
    </p:spTree>
    <p:extLst>
      <p:ext uri="{BB962C8B-B14F-4D97-AF65-F5344CB8AC3E}">
        <p14:creationId xmlns:p14="http://schemas.microsoft.com/office/powerpoint/2010/main" val="39138528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CDAE-3F8C-4495-960C-D70B9F58BD47}"/>
              </a:ext>
            </a:extLst>
          </p:cNvPr>
          <p:cNvSpPr>
            <a:spLocks noGrp="1"/>
          </p:cNvSpPr>
          <p:nvPr>
            <p:ph type="title"/>
          </p:nvPr>
        </p:nvSpPr>
        <p:spPr/>
        <p:txBody>
          <a:bodyPr/>
          <a:lstStyle/>
          <a:p>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luật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90066E93-FE60-47C1-8441-2751C87966E0}"/>
              </a:ext>
            </a:extLst>
          </p:cNvPr>
          <p:cNvSpPr>
            <a:spLocks noGrp="1"/>
          </p:cNvSpPr>
          <p:nvPr>
            <p:ph idx="1"/>
          </p:nvPr>
        </p:nvSpPr>
        <p:spPr/>
        <p:txBody>
          <a:bodyPr>
            <a:normAutofit/>
          </a:bodyPr>
          <a:lstStyle/>
          <a:p>
            <a:pPr algn="just"/>
            <a:r>
              <a:rPr lang="en-US" sz="3000" dirty="0">
                <a:latin typeface="Times New Roman" pitchFamily="18" charset="0"/>
                <a:cs typeface="Times New Roman" pitchFamily="18" charset="0"/>
              </a:rPr>
              <a:t>1.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lệ</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2.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thẩm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quyền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endParaRPr lang="en-US" sz="3000" dirty="0">
              <a:latin typeface="Times New Roman" pitchFamily="18" charset="0"/>
              <a:cs typeface="Times New Roman" pitchFamily="18" charset="0"/>
            </a:endParaRPr>
          </a:p>
          <a:p>
            <a:pPr algn="just"/>
            <a:r>
              <a:rPr lang="en-US" sz="3000" dirty="0">
                <a:latin typeface="Times New Roman" pitchFamily="18" charset="0"/>
                <a:cs typeface="Times New Roman" pitchFamily="18" charset="0"/>
              </a:rPr>
              <a:t>3.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quá</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trình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tụng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Tòa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án</a:t>
            </a:r>
            <a:endParaRPr lang="en-US" sz="3000" dirty="0">
              <a:latin typeface="Times New Roman" pitchFamily="18" charset="0"/>
              <a:cs typeface="Times New Roman" pitchFamily="18" charset="0"/>
            </a:endParaRPr>
          </a:p>
          <a:p>
            <a:pPr algn="just"/>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nhân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nhiều</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đại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a:t>
            </a:r>
          </a:p>
        </p:txBody>
      </p:sp>
    </p:spTree>
    <p:extLst>
      <p:ext uri="{BB962C8B-B14F-4D97-AF65-F5344CB8AC3E}">
        <p14:creationId xmlns:p14="http://schemas.microsoft.com/office/powerpoint/2010/main" val="8975189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ủy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quyền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cá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97987712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Phạm</a:t>
            </a:r>
            <a:r>
              <a:rPr lang="en-US" dirty="0">
                <a:latin typeface="Times New Roman" pitchFamily="18" charset="0"/>
                <a:cs typeface="Times New Roman" pitchFamily="18" charset="0"/>
              </a:rPr>
              <a:t> vi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a:t>
            </a:r>
            <a:r>
              <a:rPr lang="en-US" sz="2800" dirty="0">
                <a:latin typeface="Times New Roman" pitchFamily="18" charset="0"/>
                <a:cs typeface="Times New Roman" pitchFamily="18" charset="0"/>
              </a:rPr>
              <a:t>.</a:t>
            </a:r>
          </a:p>
          <a:p>
            <a:pPr algn="just"/>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đại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thẩm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Nội</a:t>
            </a:r>
            <a:r>
              <a:rPr lang="en-US" sz="2800" dirty="0">
                <a:latin typeface="Times New Roman" pitchFamily="18" charset="0"/>
                <a:cs typeface="Times New Roman" pitchFamily="18" charset="0"/>
              </a:rPr>
              <a:t> dung </a:t>
            </a:r>
            <a:r>
              <a:rPr lang="en-US" sz="2800" dirty="0" err="1">
                <a:latin typeface="Times New Roman" pitchFamily="18" charset="0"/>
                <a:cs typeface="Times New Roman" pitchFamily="18" charset="0"/>
              </a:rPr>
              <a:t>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1290785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6445C-8E5C-4E37-821B-0C32B815D631}"/>
              </a:ext>
            </a:extLst>
          </p:cNvPr>
          <p:cNvSpPr>
            <a:spLocks noGrp="1"/>
          </p:cNvSpPr>
          <p:nvPr>
            <p:ph type="title"/>
          </p:nvPr>
        </p:nvSpPr>
        <p:spPr/>
        <p:txBody>
          <a:bodyPr/>
          <a:lstStyle/>
          <a:p>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diện</a:t>
            </a:r>
            <a:endParaRPr lang="en-US"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E724B2AA-BAF2-4BC2-BAC4-893FD7EFF42A}"/>
              </a:ext>
            </a:extLst>
          </p:cNvPr>
          <p:cNvSpPr>
            <a:spLocks noGrp="1"/>
          </p:cNvSpPr>
          <p:nvPr>
            <p:ph idx="1"/>
          </p:nvPr>
        </p:nvSpPr>
        <p:spPr/>
        <p:txBody>
          <a:bodyPr>
            <a:noAutofit/>
          </a:bodyPr>
          <a:lstStyle/>
          <a:p>
            <a:pPr algn="just"/>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ủy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quyết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c</a:t>
            </a:r>
            <a:r>
              <a:rPr lang="vi-VN" sz="2600" dirty="0">
                <a:latin typeface="Times New Roman" pitchFamily="18" charset="0"/>
                <a:cs typeface="Times New Roman" pitchFamily="18" charset="0"/>
              </a:rPr>
              <a:t>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thẩm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lệ</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hoặc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a:t>
            </a:r>
          </a:p>
          <a:p>
            <a:pPr algn="just"/>
            <a:r>
              <a:rPr lang="en-US" sz="2600" dirty="0">
                <a:latin typeface="Times New Roman" pitchFamily="18" charset="0"/>
                <a:cs typeface="Times New Roman" pitchFamily="18" charset="0"/>
              </a:rPr>
              <a:t>Tr</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ờng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hợp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a:t>
            </a:r>
            <a:r>
              <a:rPr lang="vi-VN" sz="2600" dirty="0">
                <a:latin typeface="Times New Roman" pitchFamily="18" charset="0"/>
                <a:cs typeface="Times New Roman" pitchFamily="18" charset="0"/>
              </a:rPr>
              <a:t>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sau</a:t>
            </a:r>
            <a:r>
              <a:rPr lang="en-US" sz="2600" dirty="0">
                <a:latin typeface="Times New Roman" pitchFamily="18" charset="0"/>
                <a:cs typeface="Times New Roman" pitchFamily="18" charset="0"/>
              </a:rPr>
              <a:t>:</a:t>
            </a: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Nếu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theo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dịch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dứt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dịch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đó</a:t>
            </a:r>
            <a:r>
              <a:rPr lang="en-US" sz="2600" dirty="0">
                <a:latin typeface="Times New Roman" pitchFamily="18" charset="0"/>
                <a:cs typeface="Times New Roman" pitchFamily="18" charset="0"/>
              </a:rPr>
              <a:t>.</a:t>
            </a:r>
          </a:p>
          <a:p>
            <a:pPr algn="just"/>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Nếu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đ</a:t>
            </a:r>
            <a:r>
              <a:rPr lang="vi-VN" sz="2600" dirty="0">
                <a:latin typeface="Times New Roman" pitchFamily="18" charset="0"/>
                <a:cs typeface="Times New Roman" pitchFamily="18" charset="0"/>
              </a:rPr>
              <a:t>ư</a:t>
            </a:r>
            <a:r>
              <a:rPr lang="en-US" sz="2600" dirty="0" err="1">
                <a:latin typeface="Times New Roman" pitchFamily="18" charset="0"/>
                <a:cs typeface="Times New Roman" pitchFamily="18" charset="0"/>
              </a:rPr>
              <a:t>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giao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dịch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cụ</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thì</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a:t>
            </a:r>
            <a:r>
              <a:rPr lang="en-US" sz="2600" dirty="0">
                <a:latin typeface="Times New Roman" pitchFamily="18" charset="0"/>
                <a:cs typeface="Times New Roman" pitchFamily="18" charset="0"/>
              </a:rPr>
              <a:t> 01 </a:t>
            </a:r>
            <a:r>
              <a:rPr lang="en-US" sz="2600" dirty="0" err="1">
                <a:latin typeface="Times New Roman" pitchFamily="18" charset="0"/>
                <a:cs typeface="Times New Roman" pitchFamily="18" charset="0"/>
              </a:rPr>
              <a:t>năm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từ</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diện</a:t>
            </a:r>
            <a:r>
              <a:rPr lang="en-US" sz="2600" dirty="0">
                <a:latin typeface="Times New Roman" pitchFamily="18" charset="0"/>
                <a:cs typeface="Times New Roman" pitchFamily="18" charset="0"/>
              </a:rPr>
              <a:t>.</a:t>
            </a:r>
          </a:p>
        </p:txBody>
      </p:sp>
    </p:spTree>
    <p:extLst>
      <p:ext uri="{BB962C8B-B14F-4D97-AF65-F5344CB8AC3E}">
        <p14:creationId xmlns:p14="http://schemas.microsoft.com/office/powerpoint/2010/main" val="38723314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VI. GIAO DỊCH DÂN SỰ</a:t>
            </a: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4213062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Phân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loại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đồng</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79420873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98550"/>
            <a:ext cx="10058400" cy="4022725"/>
          </a:xfrm>
        </p:spPr>
        <p:txBody>
          <a:bodyPr/>
          <a:lstStyle/>
          <a:p>
            <a:pPr algn="just"/>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chí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7830847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47750"/>
            <a:ext cx="10058400" cy="4022725"/>
          </a:xfrm>
        </p:spPr>
        <p:txBody>
          <a:bodyPr>
            <a:normAutofit/>
          </a:bodyPr>
          <a:lstStyle/>
          <a:p>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hậu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đổi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dứt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nghĩa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7635630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176338"/>
            <a:ext cx="10058400" cy="4022725"/>
          </a:xfrm>
        </p:spPr>
        <p:txBody>
          <a:bodyPr>
            <a:normAutofit/>
          </a:bodyPr>
          <a:lstStyle/>
          <a:p>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nói</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29333673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Giao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có</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kiện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thỏa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thuận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xảy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hoặc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hủy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bỏ</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2592008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600" dirty="0" err="1">
                <a:latin typeface="Times New Roman" pitchFamily="18" charset="0"/>
                <a:cs typeface="Times New Roman" pitchFamily="18" charset="0"/>
              </a:rPr>
              <a:t>Điều</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kiện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có</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hiệu</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lực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của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giao</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dịch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dân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sự</a:t>
            </a:r>
            <a:endParaRPr lang="en-US" sz="46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đây</a:t>
            </a:r>
            <a:r>
              <a:rPr lang="en-US" sz="2800" dirty="0">
                <a:latin typeface="Times New Roman" pitchFamily="18" charset="0"/>
                <a:cs typeface="Times New Roman" pitchFamily="18" charset="0"/>
              </a:rPr>
              <a:t>:</a:t>
            </a: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phù</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nguyện</a:t>
            </a:r>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nội</a:t>
            </a:r>
            <a:r>
              <a:rPr lang="en-US" sz="2800" dirty="0">
                <a:latin typeface="Times New Roman" pitchFamily="18" charset="0"/>
                <a:cs typeface="Times New Roman" pitchFamily="18" charset="0"/>
              </a:rPr>
              <a:t> dung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a:p>
            <a:pPr algn="just"/>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0976355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Giao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7302320" y="1845734"/>
            <a:ext cx="3853359" cy="4023360"/>
          </a:xfrm>
        </p:spPr>
        <p:txBody>
          <a:bodyPr>
            <a:normAutofit/>
          </a:bodyPr>
          <a:lstStyle/>
          <a:p>
            <a:pPr algn="just"/>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dịch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trừ</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BLDS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759" y="1999579"/>
            <a:ext cx="5715000" cy="3219450"/>
          </a:xfrm>
          <a:prstGeom prst="rect">
            <a:avLst/>
          </a:prstGeom>
        </p:spPr>
      </p:pic>
    </p:spTree>
    <p:extLst>
      <p:ext uri="{BB962C8B-B14F-4D97-AF65-F5344CB8AC3E}">
        <p14:creationId xmlns:p14="http://schemas.microsoft.com/office/powerpoint/2010/main" val="29154391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itchFamily="18" charset="0"/>
                <a:cs typeface="Times New Roman" pitchFamily="18" charset="0"/>
              </a:rPr>
              <a:t>Các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trường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hợp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dịch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sự</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vô</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buFontTx/>
              <a:buChar char="-"/>
            </a:pPr>
            <a:r>
              <a:rPr lang="en-US" sz="2600" dirty="0">
                <a:latin typeface="Times New Roman" pitchFamily="18" charset="0"/>
                <a:cs typeface="Times New Roman" pitchFamily="18" charset="0"/>
              </a:rPr>
              <a:t>Do vi </a:t>
            </a:r>
            <a:r>
              <a:rPr lang="en-US" sz="2600" dirty="0" err="1">
                <a:latin typeface="Times New Roman" pitchFamily="18" charset="0"/>
                <a:cs typeface="Times New Roman" pitchFamily="18" charset="0"/>
              </a:rPr>
              <a:t>phạm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điều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cấm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luật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hội</a:t>
            </a:r>
            <a:endParaRPr lang="en-US" sz="2600" dirty="0">
              <a:latin typeface="Times New Roman" pitchFamily="18" charset="0"/>
              <a:cs typeface="Times New Roman" pitchFamily="18" charset="0"/>
            </a:endParaRPr>
          </a:p>
          <a:p>
            <a:pPr algn="just">
              <a:buFontTx/>
              <a:buChar char="-"/>
            </a:pPr>
            <a:r>
              <a:rPr lang="en-US" sz="2600" dirty="0">
                <a:latin typeface="Times New Roman" pitchFamily="18" charset="0"/>
                <a:cs typeface="Times New Roman" pitchFamily="18" charset="0"/>
              </a:rPr>
              <a:t> Do </a:t>
            </a:r>
            <a:r>
              <a:rPr lang="en-US" sz="2600" dirty="0" err="1">
                <a:latin typeface="Times New Roman" pitchFamily="18" charset="0"/>
                <a:cs typeface="Times New Roman" pitchFamily="18" charset="0"/>
              </a:rPr>
              <a:t>giả</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endParaRPr lang="en-US" sz="2600" dirty="0">
              <a:latin typeface="Times New Roman" pitchFamily="18" charset="0"/>
              <a:cs typeface="Times New Roman" pitchFamily="18" charset="0"/>
            </a:endParaRPr>
          </a:p>
          <a:p>
            <a:pPr algn="just">
              <a:buFontTx/>
              <a:buChar char="-"/>
            </a:pPr>
            <a:r>
              <a:rPr lang="en-US" sz="2600" dirty="0">
                <a:latin typeface="Times New Roman" pitchFamily="18" charset="0"/>
                <a:cs typeface="Times New Roman" pitchFamily="18" charset="0"/>
              </a:rPr>
              <a:t>Do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chưa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thành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niên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mất</a:t>
            </a:r>
            <a:r>
              <a:rPr lang="en-US" sz="2600" dirty="0">
                <a:latin typeface="Times New Roman" pitchFamily="18" charset="0"/>
                <a:cs typeface="Times New Roman" pitchFamily="18" charset="0"/>
              </a:rPr>
              <a:t> NLHVDS,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khăn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nhận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NLHVDS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hiện</a:t>
            </a:r>
            <a:endParaRPr lang="en-US" sz="2600" dirty="0">
              <a:latin typeface="Times New Roman" pitchFamily="18" charset="0"/>
              <a:cs typeface="Times New Roman" pitchFamily="18" charset="0"/>
            </a:endParaRPr>
          </a:p>
          <a:p>
            <a:pPr algn="just">
              <a:buFontTx/>
              <a:buChar char="-"/>
            </a:pPr>
            <a:r>
              <a:rPr lang="en-US" sz="2600" dirty="0">
                <a:latin typeface="Times New Roman" pitchFamily="18" charset="0"/>
                <a:cs typeface="Times New Roman" pitchFamily="18" charset="0"/>
              </a:rPr>
              <a:t>Do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nhầm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lẫn</a:t>
            </a:r>
            <a:endParaRPr lang="en-US" sz="2600" dirty="0">
              <a:latin typeface="Times New Roman" pitchFamily="18" charset="0"/>
              <a:cs typeface="Times New Roman" pitchFamily="18" charset="0"/>
            </a:endParaRPr>
          </a:p>
          <a:p>
            <a:pPr algn="just">
              <a:buFontTx/>
              <a:buChar char="-"/>
            </a:pPr>
            <a:r>
              <a:rPr lang="en-US" sz="2600" dirty="0">
                <a:latin typeface="Times New Roman" pitchFamily="18" charset="0"/>
                <a:cs typeface="Times New Roman" pitchFamily="18" charset="0"/>
              </a:rPr>
              <a:t>Do </a:t>
            </a:r>
            <a:r>
              <a:rPr lang="en-US" sz="2600" dirty="0" err="1">
                <a:latin typeface="Times New Roman" pitchFamily="18" charset="0"/>
                <a:cs typeface="Times New Roman" pitchFamily="18" charset="0"/>
              </a:rPr>
              <a:t>bị</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lừa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dối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đe</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dọa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cưỡng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ép</a:t>
            </a:r>
            <a:endParaRPr lang="en-US" sz="2600" dirty="0">
              <a:latin typeface="Times New Roman" pitchFamily="18" charset="0"/>
              <a:cs typeface="Times New Roman" pitchFamily="18" charset="0"/>
            </a:endParaRPr>
          </a:p>
          <a:p>
            <a:pPr algn="just">
              <a:buFontTx/>
              <a:buChar char="-"/>
            </a:pPr>
            <a:r>
              <a:rPr lang="en-US" sz="2600" dirty="0">
                <a:latin typeface="Times New Roman" pitchFamily="18" charset="0"/>
                <a:cs typeface="Times New Roman" pitchFamily="18" charset="0"/>
              </a:rPr>
              <a:t>Do </a:t>
            </a:r>
            <a:r>
              <a:rPr lang="en-US" sz="2600" dirty="0" err="1">
                <a:latin typeface="Times New Roman" pitchFamily="18" charset="0"/>
                <a:cs typeface="Times New Roman" pitchFamily="18" charset="0"/>
              </a:rPr>
              <a:t>người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xác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lập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nhận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thức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làm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được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hành</a:t>
            </a:r>
            <a:r>
              <a:rPr lang="en-US" sz="2600" dirty="0">
                <a:latin typeface="Times New Roman" pitchFamily="18" charset="0"/>
                <a:cs typeface="Times New Roman" pitchFamily="18" charset="0"/>
              </a:rPr>
              <a:t> vi</a:t>
            </a:r>
          </a:p>
          <a:p>
            <a:pPr algn="just">
              <a:buFontTx/>
              <a:buChar char="-"/>
            </a:pPr>
            <a:r>
              <a:rPr lang="en-US" sz="2600" dirty="0">
                <a:latin typeface="Times New Roman" pitchFamily="18" charset="0"/>
                <a:cs typeface="Times New Roman" pitchFamily="18" charset="0"/>
              </a:rPr>
              <a:t>Do </a:t>
            </a:r>
            <a:r>
              <a:rPr lang="en-US" sz="2600" dirty="0" err="1">
                <a:latin typeface="Times New Roman" pitchFamily="18" charset="0"/>
                <a:cs typeface="Times New Roman" pitchFamily="18" charset="0"/>
              </a:rPr>
              <a:t>không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tuân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tủ</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định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về</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thức</a:t>
            </a: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123067084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982A-4DA8-47F5-B73F-A3A814E9379C}"/>
              </a:ext>
            </a:extLst>
          </p:cNvPr>
          <p:cNvSpPr>
            <a:spLocks noGrp="1"/>
          </p:cNvSpPr>
          <p:nvPr>
            <p:ph type="title"/>
          </p:nvPr>
        </p:nvSpPr>
        <p:spPr/>
        <p:txBody>
          <a:bodyPr/>
          <a:lstStyle/>
          <a:p>
            <a:r>
              <a:rPr lang="en-US" b="1" dirty="0">
                <a:latin typeface="Times New Roman" pitchFamily="18" charset="0"/>
                <a:cs typeface="Times New Roman" pitchFamily="18" charset="0"/>
              </a:rPr>
              <a:t>VII. THỜI HẠN VÀ THỜI HIỆU</a:t>
            </a:r>
          </a:p>
        </p:txBody>
      </p:sp>
      <p:sp>
        <p:nvSpPr>
          <p:cNvPr id="3" name="Content Placeholder 2">
            <a:extLst>
              <a:ext uri="{FF2B5EF4-FFF2-40B4-BE49-F238E27FC236}">
                <a16:creationId xmlns:a16="http://schemas.microsoft.com/office/drawing/2014/main" id="{9A1DCE1A-8C67-474D-A48D-35C5483129C9}"/>
              </a:ext>
            </a:extLst>
          </p:cNvPr>
          <p:cNvSpPr>
            <a:spLocks noGrp="1"/>
          </p:cNvSpPr>
          <p:nvPr>
            <p:ph idx="1"/>
          </p:nvPr>
        </p:nvSpPr>
        <p:spPr/>
        <p:txBody>
          <a:bodyPr>
            <a:normAutofit/>
          </a:bodyPr>
          <a:lstStyle/>
          <a:p>
            <a:pPr algn="just"/>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khoảng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gian</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từ</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đến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khác</a:t>
            </a:r>
            <a:endParaRPr lang="en-US" sz="3000" dirty="0">
              <a:latin typeface="Times New Roman" pitchFamily="18" charset="0"/>
              <a:cs typeface="Times New Roman" pitchFamily="18" charset="0"/>
            </a:endParaRPr>
          </a:p>
          <a:p>
            <a:pPr algn="just"/>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xác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bằng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phút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giờ</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ngày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tuần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tháng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năm</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bằng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một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sự</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xảy</a:t>
            </a:r>
            <a:r>
              <a:rPr lang="en-US" sz="3000" dirty="0">
                <a:latin typeface="Times New Roman" pitchFamily="18" charset="0"/>
                <a:cs typeface="Times New Roman" pitchFamily="18" charset="0"/>
              </a:rPr>
              <a:t> ra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6676" y="3889419"/>
            <a:ext cx="5165324" cy="2968577"/>
          </a:xfrm>
          <a:prstGeom prst="rect">
            <a:avLst/>
          </a:prstGeom>
        </p:spPr>
      </p:pic>
    </p:spTree>
    <p:extLst>
      <p:ext uri="{BB962C8B-B14F-4D97-AF65-F5344CB8AC3E}">
        <p14:creationId xmlns:p14="http://schemas.microsoft.com/office/powerpoint/2010/main" val="74575774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7C6FB-34D6-4679-8A87-6BDA2EBDC201}"/>
              </a:ext>
            </a:extLst>
          </p:cNvPr>
          <p:cNvSpPr>
            <a:spLocks noGrp="1"/>
          </p:cNvSpPr>
          <p:nvPr>
            <p:ph idx="4294967295"/>
          </p:nvPr>
        </p:nvSpPr>
        <p:spPr>
          <a:xfrm>
            <a:off x="0" y="803275"/>
            <a:ext cx="10058400" cy="4022725"/>
          </a:xfrm>
        </p:spPr>
        <p:txBody>
          <a:bodyPr/>
          <a:lstStyle/>
          <a:p>
            <a:pPr algn="just"/>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hiệu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thúc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thì</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sinh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hậu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quả</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đối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với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chủ</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thể</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điều</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kiện</a:t>
            </a:r>
            <a:r>
              <a:rPr lang="en-US" sz="3000" dirty="0">
                <a:latin typeface="Times New Roman" pitchFamily="18" charset="0"/>
                <a:cs typeface="Times New Roman" pitchFamily="18" charset="0"/>
              </a:rPr>
              <a:t> do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endParaRPr lang="en-US" sz="3000" dirty="0">
              <a:latin typeface="Times New Roman" pitchFamily="18" charset="0"/>
              <a:cs typeface="Times New Roman" pitchFamily="18" charset="0"/>
            </a:endParaRP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5018" y="2377494"/>
            <a:ext cx="7124700" cy="3295650"/>
          </a:xfrm>
          <a:prstGeom prst="rect">
            <a:avLst/>
          </a:prstGeom>
        </p:spPr>
      </p:pic>
    </p:spTree>
    <p:extLst>
      <p:ext uri="{BB962C8B-B14F-4D97-AF65-F5344CB8AC3E}">
        <p14:creationId xmlns:p14="http://schemas.microsoft.com/office/powerpoint/2010/main" val="56284676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5C96-60E8-E963-6A12-C560750B4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F90CB-DEF1-FC4A-0CD9-BF20C02C5B10}"/>
              </a:ext>
            </a:extLst>
          </p:cNvPr>
          <p:cNvSpPr>
            <a:spLocks noGrp="1"/>
          </p:cNvSpPr>
          <p:nvPr>
            <p:ph type="title"/>
          </p:nvPr>
        </p:nvSpPr>
        <p:spPr/>
        <p:txBody>
          <a:bodyPr/>
          <a:lstStyle/>
          <a:p>
            <a:r>
              <a:rPr lang="en-US" b="1" dirty="0">
                <a:latin typeface="Times New Roman" pitchFamily="18" charset="0"/>
                <a:cs typeface="Times New Roman" pitchFamily="18" charset="0"/>
              </a:rPr>
              <a:t>VIII. THỪA KẾ</a:t>
            </a:r>
          </a:p>
        </p:txBody>
      </p:sp>
      <p:sp>
        <p:nvSpPr>
          <p:cNvPr id="7" name="Content Placeholder 2">
            <a:extLst>
              <a:ext uri="{FF2B5EF4-FFF2-40B4-BE49-F238E27FC236}">
                <a16:creationId xmlns:a16="http://schemas.microsoft.com/office/drawing/2014/main" id="{5471DD5D-B1A4-2194-1F54-BC09610F5E8C}"/>
              </a:ext>
            </a:extLst>
          </p:cNvPr>
          <p:cNvSpPr txBox="1">
            <a:spLocks/>
          </p:cNvSpPr>
          <p:nvPr/>
        </p:nvSpPr>
        <p:spPr>
          <a:xfrm>
            <a:off x="458051" y="2082048"/>
            <a:ext cx="10058400" cy="13469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algn="just"/>
            <a:r>
              <a:rPr lang="en-US" sz="3000" dirty="0" err="1">
                <a:latin typeface="Times New Roman" pitchFamily="18" charset="0"/>
                <a:cs typeface="Times New Roman" pitchFamily="18" charset="0"/>
              </a:rPr>
              <a:t>Thừa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kế</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việc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dịch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chuyển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tài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sản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r>
              <a:rPr lang="en-US" sz="3000" dirty="0">
                <a:latin typeface="Times New Roman" pitchFamily="18" charset="0"/>
                <a:cs typeface="Times New Roman" pitchFamily="18" charset="0"/>
              </a:rPr>
              <a:t> sang </a:t>
            </a:r>
            <a:r>
              <a:rPr lang="en-US" sz="3000" dirty="0" err="1">
                <a:latin typeface="Times New Roman" pitchFamily="18" charset="0"/>
                <a:cs typeface="Times New Roman" pitchFamily="18" charset="0"/>
              </a:rPr>
              <a:t>cho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còn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định</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pháp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luật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theo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chí</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người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chết</a:t>
            </a:r>
            <a:endParaRPr lang="en-US" sz="30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396313769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6D0F06-2565-2F87-EAF8-932F5063CCC2}"/>
              </a:ext>
            </a:extLst>
          </p:cNvPr>
          <p:cNvSpPr>
            <a:spLocks noGrp="1"/>
          </p:cNvSpPr>
          <p:nvPr>
            <p:ph type="title"/>
          </p:nvPr>
        </p:nvSpPr>
        <p:spPr>
          <a:xfrm>
            <a:off x="680321" y="753228"/>
            <a:ext cx="9613861" cy="1080938"/>
          </a:xfrm>
        </p:spPr>
        <p:txBody>
          <a:bodyPr/>
          <a:lstStyle/>
          <a:p>
            <a:r>
              <a:rPr lang="en-US" b="1" i="1" dirty="0" err="1">
                <a:latin typeface="Times New Roman" pitchFamily="18" charset="0"/>
                <a:cs typeface="Times New Roman" pitchFamily="18" charset="0"/>
              </a:rPr>
              <a:t>Đặc</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điểm</a:t>
            </a:r>
            <a:endParaRPr lang="en-US" b="1" i="1" dirty="0">
              <a:latin typeface="Times New Roman" pitchFamily="18" charset="0"/>
              <a:cs typeface="Times New Roman" pitchFamily="18" charset="0"/>
            </a:endParaRPr>
          </a:p>
        </p:txBody>
      </p:sp>
      <p:graphicFrame>
        <p:nvGraphicFramePr>
          <p:cNvPr id="6" name="Diagram 5">
            <a:extLst>
              <a:ext uri="{FF2B5EF4-FFF2-40B4-BE49-F238E27FC236}">
                <a16:creationId xmlns:a16="http://schemas.microsoft.com/office/drawing/2014/main" id="{20E53DCE-AF9E-F1DA-C899-771DBD4082D8}"/>
              </a:ext>
            </a:extLst>
          </p:cNvPr>
          <p:cNvGraphicFramePr/>
          <p:nvPr>
            <p:extLst>
              <p:ext uri="{D42A27DB-BD31-4B8C-83A1-F6EECF244321}">
                <p14:modId xmlns:p14="http://schemas.microsoft.com/office/powerpoint/2010/main" val="307559600"/>
              </p:ext>
            </p:extLst>
          </p:nvPr>
        </p:nvGraphicFramePr>
        <p:xfrm>
          <a:off x="1897818"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405733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EC0D51-C8CF-AA94-1261-C7DF505DD0AC}"/>
              </a:ext>
            </a:extLst>
          </p:cNvPr>
          <p:cNvSpPr>
            <a:spLocks noGrp="1"/>
          </p:cNvSpPr>
          <p:nvPr>
            <p:ph type="title"/>
          </p:nvPr>
        </p:nvSpPr>
        <p:spPr>
          <a:xfrm>
            <a:off x="680321" y="753228"/>
            <a:ext cx="9613861" cy="1080938"/>
          </a:xfrm>
        </p:spPr>
        <p:txBody>
          <a:bodyPr/>
          <a:lstStyle/>
          <a:p>
            <a:r>
              <a:rPr lang="en-US" b="1" i="1" dirty="0" err="1">
                <a:latin typeface="Times New Roman" pitchFamily="18" charset="0"/>
                <a:cs typeface="Times New Roman" pitchFamily="18" charset="0"/>
              </a:rPr>
              <a:t>Ý</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nghĩa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của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chế</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định</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thừa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kế</a:t>
            </a:r>
            <a:endParaRPr lang="en-US" b="1" i="1"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2A5AEE3A-F79E-209B-8B72-E640412BC8DD}"/>
              </a:ext>
            </a:extLst>
          </p:cNvPr>
          <p:cNvSpPr txBox="1">
            <a:spLocks/>
          </p:cNvSpPr>
          <p:nvPr/>
        </p:nvSpPr>
        <p:spPr>
          <a:xfrm>
            <a:off x="680320" y="2227715"/>
            <a:ext cx="11236859"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vi-VN" dirty="0"/>
              <a:t>Bảo đảm quyền sở hữu, quyền định đoạt tài sản của cá nhân</a:t>
            </a:r>
            <a:endParaRPr lang="en-US" dirty="0">
              <a:latin typeface="Times New Roman" pitchFamily="18" charset="0"/>
              <a:cs typeface="Times New Roman" pitchFamily="18" charset="0"/>
            </a:endParaRPr>
          </a:p>
        </p:txBody>
      </p:sp>
      <p:sp>
        <p:nvSpPr>
          <p:cNvPr id="7" name="Title 1">
            <a:extLst>
              <a:ext uri="{FF2B5EF4-FFF2-40B4-BE49-F238E27FC236}">
                <a16:creationId xmlns:a16="http://schemas.microsoft.com/office/drawing/2014/main" id="{031CCBC0-CE69-3CD9-DD96-AC4D8EFF7317}"/>
              </a:ext>
            </a:extLst>
          </p:cNvPr>
          <p:cNvSpPr txBox="1">
            <a:spLocks/>
          </p:cNvSpPr>
          <p:nvPr/>
        </p:nvSpPr>
        <p:spPr>
          <a:xfrm>
            <a:off x="787751" y="3702202"/>
            <a:ext cx="10260000"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vi-VN" dirty="0"/>
              <a:t>Bảo vệ lợi ích của người thân thích và người liên quan</a:t>
            </a:r>
            <a:endParaRPr lang="en-US" dirty="0">
              <a:latin typeface="Times New Roman" pitchFamily="18" charset="0"/>
              <a:cs typeface="Times New Roman" pitchFamily="18" charset="0"/>
            </a:endParaRPr>
          </a:p>
        </p:txBody>
      </p:sp>
      <p:sp>
        <p:nvSpPr>
          <p:cNvPr id="8" name="Title 1">
            <a:extLst>
              <a:ext uri="{FF2B5EF4-FFF2-40B4-BE49-F238E27FC236}">
                <a16:creationId xmlns:a16="http://schemas.microsoft.com/office/drawing/2014/main" id="{0FD93F3B-F258-022C-9C70-04459CA866A6}"/>
              </a:ext>
            </a:extLst>
          </p:cNvPr>
          <p:cNvSpPr txBox="1">
            <a:spLocks/>
          </p:cNvSpPr>
          <p:nvPr/>
        </p:nvSpPr>
        <p:spPr>
          <a:xfrm>
            <a:off x="680320" y="5329543"/>
            <a:ext cx="1048735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vi-VN" dirty="0"/>
              <a:t>Góp phần duy trì và ổn định quan hệ gia đình và xã hội</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5640149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2C27F2-C282-35E8-80F1-D7DF0195C892}"/>
              </a:ext>
            </a:extLst>
          </p:cNvPr>
          <p:cNvSpPr>
            <a:spLocks noGrp="1"/>
          </p:cNvSpPr>
          <p:nvPr>
            <p:ph type="title"/>
          </p:nvPr>
        </p:nvSpPr>
        <p:spPr>
          <a:xfrm>
            <a:off x="680321" y="753228"/>
            <a:ext cx="9613861" cy="1080938"/>
          </a:xfrm>
        </p:spPr>
        <p:txBody>
          <a:bodyPr/>
          <a:lstStyle/>
          <a:p>
            <a:r>
              <a:rPr lang="en-US" b="1" i="1" dirty="0" err="1">
                <a:latin typeface="Times New Roman" pitchFamily="18" charset="0"/>
                <a:cs typeface="Times New Roman" pitchFamily="18" charset="0"/>
              </a:rPr>
              <a:t>Thời</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điểm</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mở</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thừa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kế</a:t>
            </a:r>
            <a:endParaRPr lang="en-US" b="1" i="1"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D359BF17-5E55-82B5-DA71-1F14399E13E6}"/>
              </a:ext>
            </a:extLst>
          </p:cNvPr>
          <p:cNvSpPr txBox="1">
            <a:spLocks/>
          </p:cNvSpPr>
          <p:nvPr/>
        </p:nvSpPr>
        <p:spPr>
          <a:xfrm>
            <a:off x="680321" y="2074861"/>
            <a:ext cx="9613861"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vi-VN" dirty="0"/>
              <a:t>Thời điểm người có tài sản chết (Điều 611 BLDS)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073898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D982E7-4A83-153C-1CE5-5BE1FFE0410E}"/>
              </a:ext>
            </a:extLst>
          </p:cNvPr>
          <p:cNvSpPr>
            <a:spLocks noGrp="1"/>
          </p:cNvSpPr>
          <p:nvPr>
            <p:ph type="title"/>
          </p:nvPr>
        </p:nvSpPr>
        <p:spPr>
          <a:xfrm>
            <a:off x="680321" y="753228"/>
            <a:ext cx="9613861" cy="1080938"/>
          </a:xfrm>
        </p:spPr>
        <p:txBody>
          <a:bodyPr/>
          <a:lstStyle/>
          <a:p>
            <a:r>
              <a:rPr lang="en-US" b="1" i="1" dirty="0" err="1">
                <a:latin typeface="Times New Roman" pitchFamily="18" charset="0"/>
                <a:cs typeface="Times New Roman" pitchFamily="18" charset="0"/>
              </a:rPr>
              <a:t>Địa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điểm</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mở</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thừa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kế</a:t>
            </a:r>
            <a:endParaRPr lang="en-US" b="1" i="1" dirty="0">
              <a:latin typeface="Times New Roman" pitchFamily="18" charset="0"/>
              <a:cs typeface="Times New Roman" pitchFamily="18" charset="0"/>
            </a:endParaRPr>
          </a:p>
        </p:txBody>
      </p:sp>
      <p:sp>
        <p:nvSpPr>
          <p:cNvPr id="7" name="Title 1">
            <a:extLst>
              <a:ext uri="{FF2B5EF4-FFF2-40B4-BE49-F238E27FC236}">
                <a16:creationId xmlns:a16="http://schemas.microsoft.com/office/drawing/2014/main" id="{495FAF0F-1512-E179-0325-7C5A6941288E}"/>
              </a:ext>
            </a:extLst>
          </p:cNvPr>
          <p:cNvSpPr txBox="1">
            <a:spLocks/>
          </p:cNvSpPr>
          <p:nvPr/>
        </p:nvSpPr>
        <p:spPr>
          <a:xfrm>
            <a:off x="680321" y="2074861"/>
            <a:ext cx="9613861" cy="1080938"/>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vi-VN" dirty="0"/>
              <a:t>Nơi cư trú cuối cùng của người để lại di sản; nếu không xác định được thì là nơi có toàn bộ hoặc phần lớn di sản.</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00053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054BAE2-D9BA-DDD9-C4EC-B66FC31537A9}"/>
              </a:ext>
            </a:extLst>
          </p:cNvPr>
          <p:cNvSpPr>
            <a:spLocks noGrp="1"/>
          </p:cNvSpPr>
          <p:nvPr>
            <p:ph type="title"/>
          </p:nvPr>
        </p:nvSpPr>
        <p:spPr>
          <a:xfrm>
            <a:off x="680321" y="753228"/>
            <a:ext cx="9613861" cy="1080938"/>
          </a:xfrm>
        </p:spPr>
        <p:txBody>
          <a:bodyPr/>
          <a:lstStyle/>
          <a:p>
            <a:r>
              <a:rPr lang="en-US" b="1" i="1" dirty="0">
                <a:latin typeface="Times New Roman" pitchFamily="18" charset="0"/>
                <a:cs typeface="Times New Roman" pitchFamily="18" charset="0"/>
              </a:rPr>
              <a:t>Các </a:t>
            </a:r>
            <a:r>
              <a:rPr lang="en-US" b="1" i="1" dirty="0" err="1">
                <a:latin typeface="Times New Roman" pitchFamily="18" charset="0"/>
                <a:cs typeface="Times New Roman" pitchFamily="18" charset="0"/>
              </a:rPr>
              <a:t>hình</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thức</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thừa</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kế</a:t>
            </a:r>
            <a:endParaRPr lang="en-US" b="1" i="1" dirty="0">
              <a:latin typeface="Times New Roman" pitchFamily="18" charset="0"/>
              <a:cs typeface="Times New Roman" pitchFamily="18" charset="0"/>
            </a:endParaRPr>
          </a:p>
        </p:txBody>
      </p:sp>
      <p:graphicFrame>
        <p:nvGraphicFramePr>
          <p:cNvPr id="9" name="Diagram 8">
            <a:extLst>
              <a:ext uri="{FF2B5EF4-FFF2-40B4-BE49-F238E27FC236}">
                <a16:creationId xmlns:a16="http://schemas.microsoft.com/office/drawing/2014/main" id="{4ADAC9BB-F856-A820-305A-DAC45D887447}"/>
              </a:ext>
            </a:extLst>
          </p:cNvPr>
          <p:cNvGraphicFramePr/>
          <p:nvPr>
            <p:extLst>
              <p:ext uri="{D42A27DB-BD31-4B8C-83A1-F6EECF244321}">
                <p14:modId xmlns:p14="http://schemas.microsoft.com/office/powerpoint/2010/main" val="600610424"/>
              </p:ext>
            </p:extLst>
          </p:nvPr>
        </p:nvGraphicFramePr>
        <p:xfrm>
          <a:off x="1897818" y="1709017"/>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ounded Rectangle 9">
            <a:extLst>
              <a:ext uri="{FF2B5EF4-FFF2-40B4-BE49-F238E27FC236}">
                <a16:creationId xmlns:a16="http://schemas.microsoft.com/office/drawing/2014/main" id="{6966892C-743D-E8D3-DA46-BC9B5B2C31AA}"/>
              </a:ext>
            </a:extLst>
          </p:cNvPr>
          <p:cNvSpPr/>
          <p:nvPr/>
        </p:nvSpPr>
        <p:spPr>
          <a:xfrm>
            <a:off x="299804" y="3642610"/>
            <a:ext cx="2548328" cy="1663908"/>
          </a:xfrm>
          <a:prstGeom prst="roundRect">
            <a:avLst/>
          </a:prstGeom>
          <a:pattFill prst="pct5">
            <a:fgClr>
              <a:schemeClr val="accent1"/>
            </a:fgClr>
            <a:bgClr>
              <a:schemeClr val="accent2">
                <a:lumMod val="40000"/>
                <a:lumOff val="60000"/>
              </a:schemeClr>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3600" dirty="0">
                <a:solidFill>
                  <a:schemeClr val="bg1"/>
                </a:solidFill>
                <a:latin typeface="Times New Roman" panose="02020603050405020304" pitchFamily="18" charset="0"/>
                <a:cs typeface="Times New Roman" panose="02020603050405020304" pitchFamily="18" charset="0"/>
              </a:rPr>
              <a:t>Thừa kế theo di chúc</a:t>
            </a:r>
          </a:p>
        </p:txBody>
      </p:sp>
    </p:spTree>
    <p:extLst>
      <p:ext uri="{BB962C8B-B14F-4D97-AF65-F5344CB8AC3E}">
        <p14:creationId xmlns:p14="http://schemas.microsoft.com/office/powerpoint/2010/main" val="236061639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884CE9BD-C62D-80D4-C4AE-9FE6D15ED5BC}"/>
              </a:ext>
            </a:extLst>
          </p:cNvPr>
          <p:cNvGraphicFramePr/>
          <p:nvPr>
            <p:extLst>
              <p:ext uri="{D42A27DB-BD31-4B8C-83A1-F6EECF244321}">
                <p14:modId xmlns:p14="http://schemas.microsoft.com/office/powerpoint/2010/main" val="2840829608"/>
              </p:ext>
            </p:extLst>
          </p:nvPr>
        </p:nvGraphicFramePr>
        <p:xfrm>
          <a:off x="1897818" y="1709017"/>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ounded Rectangle 7">
            <a:extLst>
              <a:ext uri="{FF2B5EF4-FFF2-40B4-BE49-F238E27FC236}">
                <a16:creationId xmlns:a16="http://schemas.microsoft.com/office/drawing/2014/main" id="{68DC53B5-CD17-920B-F12E-A6D6623A7F8D}"/>
              </a:ext>
            </a:extLst>
          </p:cNvPr>
          <p:cNvSpPr/>
          <p:nvPr/>
        </p:nvSpPr>
        <p:spPr>
          <a:xfrm>
            <a:off x="299804" y="3642610"/>
            <a:ext cx="2548328" cy="1663908"/>
          </a:xfrm>
          <a:prstGeom prst="roundRect">
            <a:avLst/>
          </a:prstGeom>
          <a:pattFill prst="pct5">
            <a:fgClr>
              <a:schemeClr val="accent1"/>
            </a:fgClr>
            <a:bgClr>
              <a:schemeClr val="accent2">
                <a:lumMod val="40000"/>
                <a:lumOff val="60000"/>
              </a:schemeClr>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3600" dirty="0">
                <a:solidFill>
                  <a:schemeClr val="bg1"/>
                </a:solidFill>
                <a:latin typeface="Times New Roman" panose="02020603050405020304" pitchFamily="18" charset="0"/>
                <a:cs typeface="Times New Roman" panose="02020603050405020304" pitchFamily="18" charset="0"/>
              </a:rPr>
              <a:t>Thừa kế theo pháp luật</a:t>
            </a:r>
          </a:p>
        </p:txBody>
      </p:sp>
    </p:spTree>
    <p:extLst>
      <p:ext uri="{BB962C8B-B14F-4D97-AF65-F5344CB8AC3E}">
        <p14:creationId xmlns:p14="http://schemas.microsoft.com/office/powerpoint/2010/main" val="413911056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3583F2-165D-ABB8-1BBF-F4D66F058C55}"/>
              </a:ext>
            </a:extLst>
          </p:cNvPr>
          <p:cNvSpPr>
            <a:spLocks noGrp="1"/>
          </p:cNvSpPr>
          <p:nvPr>
            <p:ph type="title"/>
          </p:nvPr>
        </p:nvSpPr>
        <p:spPr>
          <a:xfrm>
            <a:off x="680321" y="753228"/>
            <a:ext cx="9613861" cy="1080938"/>
          </a:xfrm>
        </p:spPr>
        <p:txBody>
          <a:bodyPr/>
          <a:lstStyle/>
          <a:p>
            <a:r>
              <a:rPr lang="en-US" b="1" i="1" dirty="0">
                <a:latin typeface="Times New Roman" pitchFamily="18" charset="0"/>
                <a:cs typeface="Times New Roman" pitchFamily="18" charset="0"/>
              </a:rPr>
              <a:t>Các </a:t>
            </a:r>
            <a:r>
              <a:rPr lang="en-US" b="1" i="1" dirty="0" err="1">
                <a:latin typeface="Times New Roman" pitchFamily="18" charset="0"/>
                <a:cs typeface="Times New Roman" pitchFamily="18" charset="0"/>
              </a:rPr>
              <a:t>trường</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hợp</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đặc</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biệt</a:t>
            </a:r>
            <a:endParaRPr lang="en-US" b="1" i="1" dirty="0">
              <a:latin typeface="Times New Roman" pitchFamily="18" charset="0"/>
              <a:cs typeface="Times New Roman" pitchFamily="18" charset="0"/>
            </a:endParaRPr>
          </a:p>
        </p:txBody>
      </p:sp>
      <p:graphicFrame>
        <p:nvGraphicFramePr>
          <p:cNvPr id="5" name="Diagram 4">
            <a:extLst>
              <a:ext uri="{FF2B5EF4-FFF2-40B4-BE49-F238E27FC236}">
                <a16:creationId xmlns:a16="http://schemas.microsoft.com/office/drawing/2014/main" id="{BB247716-B808-9815-E6A6-2186C928A8DD}"/>
              </a:ext>
            </a:extLst>
          </p:cNvPr>
          <p:cNvGraphicFramePr/>
          <p:nvPr>
            <p:extLst>
              <p:ext uri="{D42A27DB-BD31-4B8C-83A1-F6EECF244321}">
                <p14:modId xmlns:p14="http://schemas.microsoft.com/office/powerpoint/2010/main" val="1276229740"/>
              </p:ext>
            </p:extLst>
          </p:nvPr>
        </p:nvGraphicFramePr>
        <p:xfrm>
          <a:off x="1897818" y="1709017"/>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348360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772</TotalTime>
  <Words>10348</Words>
  <Application>Microsoft Macintosh PowerPoint</Application>
  <PresentationFormat>Widescreen</PresentationFormat>
  <Paragraphs>559</Paragraphs>
  <Slides>140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140</vt:i4>
      </vt:variant>
    </vt:vector>
  </HeadingPairs>
  <TitlesOfParts>
    <vt:vector size="144" baseType="lpstr">
      <vt:lpstr>Arial</vt:lpstr>
      <vt:lpstr>Times New Roman</vt:lpstr>
      <vt:lpstr>Trebuchet MS</vt:lpstr>
      <vt:lpstr>Berlin</vt:lpstr>
      <vt:lpstr>Bài 6: LUẬT DÂN SỰ  VIỆT NAM</vt:lpstr>
      <vt:lpstr>I. KHÁI NIỆM LUẬT DÂN SỰ</vt:lpstr>
      <vt:lpstr>1.1. Đối tượng điều chỉnh của pháp luật dân sự Việt Nam</vt:lpstr>
      <vt:lpstr>PowerPoint Presentation</vt:lpstr>
      <vt:lpstr>Các nhóm quan hệ tài sản do Luật Dân sự điều chỉnh :</vt:lpstr>
      <vt:lpstr>PowerPoint Presentation</vt:lpstr>
      <vt:lpstr>Các quan hệ nhân thân do Luật Dân sự điều chỉnh:</vt:lpstr>
      <vt:lpstr>PowerPoint Presentation</vt:lpstr>
      <vt:lpstr>Đặc điểm của phương pháp điều chỉnh</vt:lpstr>
      <vt:lpstr>1.3. Nguyên tắc cơ bản của pháp luật dân sự</vt:lpstr>
      <vt:lpstr>Các nguyên tắc: (Điều 3 BLDS 2015)</vt:lpstr>
      <vt:lpstr>Nguyên tắc bình đẳng</vt:lpstr>
      <vt:lpstr>Nguyên tắc tự do cam kết, thỏa thuận</vt:lpstr>
      <vt:lpstr>Nguyên tắc thiện chí,    trung thực</vt:lpstr>
      <vt:lpstr>Nguyên tắc tôn trọng lợi ích hợp pháp của người khác</vt:lpstr>
      <vt:lpstr>Nguyên tắc tự chịu trách nhiệm</vt:lpstr>
      <vt:lpstr>1.4. Nguồn điều chỉnh của pháp luật dân sự      </vt:lpstr>
      <vt:lpstr>II. KHÁI QUÁT QUAN HỆ PHÁP LUẬT DÂN SỰ</vt:lpstr>
      <vt:lpstr>Khái niệm quan hệ pháp luật dân sự</vt:lpstr>
      <vt:lpstr>Tính chất của quan hệ pháp luật dân sự</vt:lpstr>
      <vt:lpstr>Đặc điểm quan hệ pháp luật dân sự</vt:lpstr>
      <vt:lpstr>Các thành phần của quan hệ pháp luật dân sự</vt:lpstr>
      <vt:lpstr>Chủ thể QHPLDS</vt:lpstr>
      <vt:lpstr>Khách thể QHPLDS</vt:lpstr>
      <vt:lpstr>Nội dung QHPLDS  </vt:lpstr>
      <vt:lpstr>Quyền dân sự</vt:lpstr>
      <vt:lpstr>Nội dung quyền dân sự</vt:lpstr>
      <vt:lpstr>Điều 8. Căn cứ xác lập quyền dân sự</vt:lpstr>
      <vt:lpstr>Bảo vệ quyền dân sự</vt:lpstr>
      <vt:lpstr>Nghĩa vụ</vt:lpstr>
      <vt:lpstr>Nội dung nghĩa vụ</vt:lpstr>
      <vt:lpstr>Phân loại quan hệ pháp luật dân sự</vt:lpstr>
      <vt:lpstr>PowerPoint Presentation</vt:lpstr>
      <vt:lpstr>PowerPoint Presentation</vt:lpstr>
      <vt:lpstr>PowerPoint Presentation</vt:lpstr>
      <vt:lpstr>Khái niệm sự kiện pháp lý</vt:lpstr>
      <vt:lpstr>Phân loại sự kiện pháp lý</vt:lpstr>
      <vt:lpstr>PowerPoint Presentation</vt:lpstr>
      <vt:lpstr>Sự biến pháp lý</vt:lpstr>
      <vt:lpstr>Hành vi pháp lý</vt:lpstr>
      <vt:lpstr>Xử sự pháp lý</vt:lpstr>
      <vt:lpstr>Thời hạn và thời hiệu</vt:lpstr>
      <vt:lpstr>Bản án, quyết định của Tòa án hoặc cơ quan nhà nước có thẩm quyền</vt:lpstr>
      <vt:lpstr>III. CÁ NHÂN – CHỦ THỂ CỦA QUAN HỆ PHÁP LUẬT DÂN SỰ</vt:lpstr>
      <vt:lpstr>Đặc điểm năng lực pháp luật dân sự của cá nhân</vt:lpstr>
      <vt:lpstr>Nội dung năng lực pháp luật dân sự của cá nhân</vt:lpstr>
      <vt:lpstr>Một số quyền nhân thân cơ bản</vt:lpstr>
      <vt:lpstr>Năng lực hành vi dân sự của cá nhân</vt:lpstr>
      <vt:lpstr>Các mức độ năng lực hành vi dân sự của cá nhân</vt:lpstr>
      <vt:lpstr>Năng lực hành vi dân sự của người thành niên</vt:lpstr>
      <vt:lpstr>Năng lực hành vi dân sự của người chưa thành niên</vt:lpstr>
      <vt:lpstr>Cá nhân bị mất năng lực hành vi dân sự</vt:lpstr>
      <vt:lpstr>Người có khó khăn trong nhận thức, làm chủ hành vi</vt:lpstr>
      <vt:lpstr>Cá nhân bị hạn chế năng lực hành vi dân sự</vt:lpstr>
      <vt:lpstr>Tuyên bố cá nhân mất tích, tuyên bố cá nhân chết</vt:lpstr>
      <vt:lpstr>Điều kiện về mặt thời gian (Điều 68 BLDS 2015)</vt:lpstr>
      <vt:lpstr>Về mặt thủ tục</vt:lpstr>
      <vt:lpstr>Có yêu cầu của người có quyền, lợi ích liên quan</vt:lpstr>
      <vt:lpstr>Nội dung của việc tuyên bố cá nhân mất tích</vt:lpstr>
      <vt:lpstr>Nội dung của việc tuyên bố cá nhân mất tích</vt:lpstr>
      <vt:lpstr>Hủy bỏ quyết định tuyên bố mất tích</vt:lpstr>
      <vt:lpstr>PowerPoint Presentation</vt:lpstr>
      <vt:lpstr>Tuyên bố cá nhân chết</vt:lpstr>
      <vt:lpstr>Điều kiện về thời gian (Điều 71 BLDS 2015)</vt:lpstr>
      <vt:lpstr>Về mặt thủ tục</vt:lpstr>
      <vt:lpstr>Có yêu cầu của người có quyền, lợi ích liên quan</vt:lpstr>
      <vt:lpstr>Nội dung của việc tuyên bố cá nhân chết</vt:lpstr>
      <vt:lpstr>Hủy bỏ quyết định tuyên bố chết</vt:lpstr>
      <vt:lpstr>PowerPoint Presentation</vt:lpstr>
      <vt:lpstr>PowerPoint Presentation</vt:lpstr>
      <vt:lpstr>PowerPoint Presentation</vt:lpstr>
      <vt:lpstr>Giám hộ</vt:lpstr>
      <vt:lpstr>Điều kiện của cá nhân làm người giám hộ</vt:lpstr>
      <vt:lpstr>Điều kiện của pháp nhân làm người giám hộ</vt:lpstr>
      <vt:lpstr>PowerPoint Presentation</vt:lpstr>
      <vt:lpstr>Các hình thức giám hộ</vt:lpstr>
      <vt:lpstr>Giám hộ đương nhiên</vt:lpstr>
      <vt:lpstr>Người giám hộ đương nhiên của người chưa thành niên</vt:lpstr>
      <vt:lpstr>Người giám hộ đương nhiên của người mất năng lực hành vi dân sự</vt:lpstr>
      <vt:lpstr>Giám hộ cử, chỉ định</vt:lpstr>
      <vt:lpstr>Quyền của người giám hộ</vt:lpstr>
      <vt:lpstr>Nghĩa vụ của người giám hộ đối với người được giám hộ chưa đủ 15 tuổi</vt:lpstr>
      <vt:lpstr>Nghĩa vụ của người giám hộ đối với người được giám hộ từ đủ 15 tuổi đến chưa đủ 18 tuổi</vt:lpstr>
      <vt:lpstr>Nghĩa vụ của người giám hộ đối với người được giám hộ mất NLHVDS, người có khó khăn trong nhận thức, làm chủ hành vi</vt:lpstr>
      <vt:lpstr>IV. PHÁP NHÂN VÀ CÁC CHỦ THỂ KHÁC TRONG QUAN HỆ PHÁP LUẬT DÂN SỰ</vt:lpstr>
      <vt:lpstr>PowerPoint Presentation</vt:lpstr>
      <vt:lpstr>Phân loại pháp nhân</vt:lpstr>
      <vt:lpstr>PowerPoint Presentation</vt:lpstr>
      <vt:lpstr>PowerPoint Presentation</vt:lpstr>
      <vt:lpstr>Các điều kiện để tổ chức được công nhận là pháp nhân (Điều 74 BLDS 2015)</vt:lpstr>
      <vt:lpstr>Năng lực chủ thể, đại diện và các yếu tố lí lịch của pháp nhân</vt:lpstr>
      <vt:lpstr>Đặc điểm năng lực chủ thể của pháp nhân</vt:lpstr>
      <vt:lpstr>Năng lực pháp luật dân sự của pháp nhân</vt:lpstr>
      <vt:lpstr>Năng lực hành vi dân sự của pháp nhân</vt:lpstr>
      <vt:lpstr>Đại diện của pháp nhân</vt:lpstr>
      <vt:lpstr>Người đại diện theo pháp luật hay đại diện đương nhiên của pháp nhân</vt:lpstr>
      <vt:lpstr>Người đại diện theo ủy quyền của pháp nhân</vt:lpstr>
      <vt:lpstr>PowerPoint Presentation</vt:lpstr>
      <vt:lpstr>Các yếu tố lí lịch của pháp nhân</vt:lpstr>
      <vt:lpstr>Tên gọi của pháp nhân</vt:lpstr>
      <vt:lpstr>Quốc tịch của pháp nhân</vt:lpstr>
      <vt:lpstr>Cơ quan điều hành của pháp nhân</vt:lpstr>
      <vt:lpstr>Trụ sở của pháp nhân</vt:lpstr>
      <vt:lpstr>Chi nhánh và văn phòng đại diện của pháp nhân</vt:lpstr>
      <vt:lpstr>Điều lệ của pháp nhân</vt:lpstr>
      <vt:lpstr>PowerPoint Presentation</vt:lpstr>
      <vt:lpstr>Thành lập pháp nhân</vt:lpstr>
      <vt:lpstr>Cải tổ pháp nhân</vt:lpstr>
      <vt:lpstr>Chấm dứt pháp nhân</vt:lpstr>
      <vt:lpstr>Các chủ thể khác</vt:lpstr>
      <vt:lpstr>Nhà nước CHXHCN Việt Nam, cơ quan nhà nước ở trung ương, ở địa phương trong quan hệ dân sự</vt:lpstr>
      <vt:lpstr>Hộ gia đình, tổ hợp tác và các tổ chức khác không có tư cách pháp nhân trong quan hệ dân sự</vt:lpstr>
      <vt:lpstr>Điều 102. Tài sản chung của các thành viên hộ gia đình, tổ hợp tác, tổ chức khác không có tư cách pháp nhân</vt:lpstr>
      <vt:lpstr>Điều 103. Trách nhiệm dân sự của thành viên hộ gia đình, tổ hợp tác, tổ chức khác không có tư cách pháp nhân</vt:lpstr>
      <vt:lpstr>V. ĐẠI DIỆN</vt:lpstr>
      <vt:lpstr>Căn cứ xác lập quyền đại diện</vt:lpstr>
      <vt:lpstr>Đại diện theo pháp luật của cá nhân</vt:lpstr>
      <vt:lpstr>Đại diện theo pháp luật của pháp nhân</vt:lpstr>
      <vt:lpstr>Đại diện theo ủy quyền</vt:lpstr>
      <vt:lpstr>Phạm vi đại diện</vt:lpstr>
      <vt:lpstr>Thời hạn đại diện</vt:lpstr>
      <vt:lpstr>VI. GIAO DỊCH DÂN SỰ</vt:lpstr>
      <vt:lpstr>Phân loại giao dịch dân sự</vt:lpstr>
      <vt:lpstr>PowerPoint Presentation</vt:lpstr>
      <vt:lpstr>PowerPoint Presentation</vt:lpstr>
      <vt:lpstr>PowerPoint Presentation</vt:lpstr>
      <vt:lpstr>Giao dịch dân sự có điều kiện</vt:lpstr>
      <vt:lpstr>Điều kiện có hiệu lực của giao dịch dân sự</vt:lpstr>
      <vt:lpstr>Giao dịch dân sự vô hiệu</vt:lpstr>
      <vt:lpstr>Các trường hợp giao dịch dân sự vô hiệu</vt:lpstr>
      <vt:lpstr>VII. THỜI HẠN VÀ THỜI HIỆU</vt:lpstr>
      <vt:lpstr>PowerPoint Presentation</vt:lpstr>
      <vt:lpstr>VIII. THỪA KẾ</vt:lpstr>
      <vt:lpstr>Đặc điểm</vt:lpstr>
      <vt:lpstr>Ý nghĩa của chế định thừa kế</vt:lpstr>
      <vt:lpstr>Thời điểm mở thừa kế</vt:lpstr>
      <vt:lpstr>Địa điểm mở thừa kế</vt:lpstr>
      <vt:lpstr>Các hình thức thừa kế</vt:lpstr>
      <vt:lpstr>PowerPoint Presentation</vt:lpstr>
      <vt:lpstr>Các trường hợp đặc biệt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5: LUẬT DÂN SỰ  VIỆT NAM</dc:title>
  <dc:creator>quoc anh</dc:creator>
  <cp:lastModifiedBy>Liên Nguyễn</cp:lastModifiedBy>
  <cp:revision>61</cp:revision>
  <dcterms:created xsi:type="dcterms:W3CDTF">2019-01-01T13:43:30Z</dcterms:created>
  <dcterms:modified xsi:type="dcterms:W3CDTF">2025-09-23T03:23:43Z</dcterms:modified>
</cp:coreProperties>
</file>