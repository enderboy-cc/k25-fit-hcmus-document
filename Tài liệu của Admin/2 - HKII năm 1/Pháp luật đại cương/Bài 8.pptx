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429" r:id="rId7"/>
    <p:sldId id="261" r:id="rId8"/>
    <p:sldId id="262" r:id="rId9"/>
    <p:sldId id="263" r:id="rId10"/>
    <p:sldId id="405" r:id="rId11"/>
    <p:sldId id="406" r:id="rId12"/>
    <p:sldId id="407" r:id="rId13"/>
    <p:sldId id="408" r:id="rId14"/>
    <p:sldId id="431" r:id="rId15"/>
    <p:sldId id="432" r:id="rId16"/>
    <p:sldId id="409" r:id="rId17"/>
    <p:sldId id="264" r:id="rId18"/>
    <p:sldId id="430" r:id="rId19"/>
    <p:sldId id="269" r:id="rId20"/>
    <p:sldId id="270" r:id="rId21"/>
    <p:sldId id="271" r:id="rId22"/>
    <p:sldId id="272" r:id="rId23"/>
    <p:sldId id="273" r:id="rId24"/>
    <p:sldId id="274" r:id="rId25"/>
    <p:sldId id="275" r:id="rId26"/>
    <p:sldId id="277" r:id="rId27"/>
    <p:sldId id="410" r:id="rId28"/>
    <p:sldId id="411" r:id="rId29"/>
    <p:sldId id="278" r:id="rId30"/>
    <p:sldId id="279" r:id="rId31"/>
    <p:sldId id="280" r:id="rId32"/>
    <p:sldId id="281" r:id="rId33"/>
    <p:sldId id="282" r:id="rId34"/>
    <p:sldId id="283" r:id="rId35"/>
    <p:sldId id="284" r:id="rId36"/>
    <p:sldId id="433" r:id="rId37"/>
    <p:sldId id="434" r:id="rId38"/>
    <p:sldId id="285" r:id="rId39"/>
    <p:sldId id="286" r:id="rId40"/>
    <p:sldId id="287" r:id="rId41"/>
    <p:sldId id="435" r:id="rId42"/>
    <p:sldId id="436" r:id="rId43"/>
    <p:sldId id="289" r:id="rId44"/>
    <p:sldId id="290" r:id="rId45"/>
    <p:sldId id="291" r:id="rId46"/>
    <p:sldId id="292" r:id="rId47"/>
    <p:sldId id="293" r:id="rId48"/>
    <p:sldId id="437" r:id="rId49"/>
    <p:sldId id="294" r:id="rId50"/>
    <p:sldId id="295" r:id="rId51"/>
    <p:sldId id="296" r:id="rId52"/>
    <p:sldId id="297" r:id="rId53"/>
    <p:sldId id="298" r:id="rId54"/>
    <p:sldId id="299" r:id="rId55"/>
    <p:sldId id="300" r:id="rId56"/>
    <p:sldId id="304" r:id="rId57"/>
    <p:sldId id="305" r:id="rId58"/>
    <p:sldId id="306" r:id="rId59"/>
    <p:sldId id="307" r:id="rId60"/>
    <p:sldId id="308" r:id="rId61"/>
    <p:sldId id="309" r:id="rId62"/>
    <p:sldId id="310" r:id="rId63"/>
    <p:sldId id="311" r:id="rId64"/>
    <p:sldId id="312" r:id="rId65"/>
    <p:sldId id="313" r:id="rId66"/>
    <p:sldId id="314" r:id="rId67"/>
    <p:sldId id="412" r:id="rId68"/>
    <p:sldId id="413" r:id="rId69"/>
    <p:sldId id="315" r:id="rId70"/>
    <p:sldId id="316" r:id="rId71"/>
    <p:sldId id="317" r:id="rId72"/>
    <p:sldId id="318" r:id="rId73"/>
    <p:sldId id="414" r:id="rId74"/>
    <p:sldId id="321" r:id="rId75"/>
    <p:sldId id="322" r:id="rId76"/>
    <p:sldId id="323" r:id="rId77"/>
    <p:sldId id="324" r:id="rId78"/>
    <p:sldId id="438" r:id="rId79"/>
    <p:sldId id="439" r:id="rId80"/>
    <p:sldId id="440" r:id="rId81"/>
    <p:sldId id="441" r:id="rId82"/>
    <p:sldId id="442" r:id="rId83"/>
    <p:sldId id="325" r:id="rId84"/>
    <p:sldId id="326" r:id="rId85"/>
    <p:sldId id="327" r:id="rId86"/>
    <p:sldId id="328" r:id="rId87"/>
    <p:sldId id="443" r:id="rId88"/>
    <p:sldId id="444" r:id="rId89"/>
    <p:sldId id="445" r:id="rId90"/>
    <p:sldId id="446" r:id="rId91"/>
    <p:sldId id="329" r:id="rId92"/>
    <p:sldId id="330" r:id="rId93"/>
    <p:sldId id="331" r:id="rId94"/>
    <p:sldId id="332" r:id="rId95"/>
    <p:sldId id="333" r:id="rId96"/>
    <p:sldId id="448" r:id="rId97"/>
    <p:sldId id="334" r:id="rId98"/>
    <p:sldId id="335" r:id="rId99"/>
    <p:sldId id="336" r:id="rId100"/>
    <p:sldId id="337" r:id="rId101"/>
    <p:sldId id="338" r:id="rId102"/>
    <p:sldId id="447" r:id="rId103"/>
    <p:sldId id="339" r:id="rId104"/>
    <p:sldId id="340" r:id="rId105"/>
    <p:sldId id="450" r:id="rId106"/>
    <p:sldId id="341" r:id="rId107"/>
    <p:sldId id="342" r:id="rId108"/>
    <p:sldId id="343" r:id="rId109"/>
    <p:sldId id="344" r:id="rId110"/>
    <p:sldId id="345" r:id="rId111"/>
    <p:sldId id="346" r:id="rId112"/>
    <p:sldId id="347" r:id="rId113"/>
    <p:sldId id="348" r:id="rId114"/>
    <p:sldId id="349" r:id="rId115"/>
    <p:sldId id="350" r:id="rId116"/>
    <p:sldId id="351" r:id="rId117"/>
    <p:sldId id="352" r:id="rId118"/>
    <p:sldId id="449" r:id="rId119"/>
    <p:sldId id="353" r:id="rId120"/>
    <p:sldId id="354" r:id="rId121"/>
    <p:sldId id="355" r:id="rId122"/>
    <p:sldId id="356" r:id="rId123"/>
    <p:sldId id="357" r:id="rId124"/>
    <p:sldId id="451" r:id="rId125"/>
    <p:sldId id="358" r:id="rId126"/>
    <p:sldId id="415" r:id="rId127"/>
    <p:sldId id="360" r:id="rId128"/>
    <p:sldId id="363" r:id="rId129"/>
    <p:sldId id="364" r:id="rId130"/>
    <p:sldId id="365" r:id="rId131"/>
    <p:sldId id="366" r:id="rId132"/>
    <p:sldId id="367" r:id="rId133"/>
    <p:sldId id="368" r:id="rId134"/>
    <p:sldId id="369" r:id="rId135"/>
    <p:sldId id="370" r:id="rId136"/>
    <p:sldId id="371" r:id="rId137"/>
    <p:sldId id="372" r:id="rId138"/>
    <p:sldId id="373" r:id="rId139"/>
    <p:sldId id="374" r:id="rId140"/>
    <p:sldId id="375" r:id="rId141"/>
    <p:sldId id="376" r:id="rId142"/>
    <p:sldId id="377" r:id="rId143"/>
    <p:sldId id="378" r:id="rId144"/>
    <p:sldId id="379" r:id="rId145"/>
    <p:sldId id="380" r:id="rId146"/>
    <p:sldId id="381" r:id="rId147"/>
    <p:sldId id="382" r:id="rId148"/>
    <p:sldId id="383" r:id="rId149"/>
    <p:sldId id="384" r:id="rId150"/>
    <p:sldId id="385" r:id="rId151"/>
    <p:sldId id="416" r:id="rId152"/>
    <p:sldId id="417" r:id="rId153"/>
    <p:sldId id="418" r:id="rId154"/>
    <p:sldId id="419" r:id="rId155"/>
    <p:sldId id="420" r:id="rId156"/>
    <p:sldId id="452" r:id="rId157"/>
    <p:sldId id="421" r:id="rId158"/>
    <p:sldId id="422" r:id="rId159"/>
    <p:sldId id="423" r:id="rId160"/>
    <p:sldId id="424" r:id="rId161"/>
    <p:sldId id="425" r:id="rId162"/>
    <p:sldId id="426" r:id="rId163"/>
    <p:sldId id="427" r:id="rId164"/>
    <p:sldId id="428" r:id="rId1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18" autoAdjust="0"/>
    <p:restoredTop sz="94660"/>
  </p:normalViewPr>
  <p:slideViewPr>
    <p:cSldViewPr snapToGrid="0">
      <p:cViewPr varScale="1">
        <p:scale>
          <a:sx n="66" d="100"/>
          <a:sy n="66" d="100"/>
        </p:scale>
        <p:origin x="73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FDB4C8-3FA8-4FE7-BA91-8D5C5D4C0292}" type="doc">
      <dgm:prSet loTypeId="urn:microsoft.com/office/officeart/2005/8/layout/list1" loCatId="list" qsTypeId="urn:microsoft.com/office/officeart/2005/8/quickstyle/simple4" qsCatId="simple" csTypeId="urn:microsoft.com/office/officeart/2005/8/colors/accent0_3" csCatId="mainScheme" phldr="1"/>
      <dgm:spPr/>
      <dgm:t>
        <a:bodyPr/>
        <a:lstStyle/>
        <a:p>
          <a:endParaRPr lang="en-US"/>
        </a:p>
      </dgm:t>
    </dgm:pt>
    <dgm:pt modelId="{45C3C83E-6BC0-4456-8F32-4CA20EF549BA}">
      <dgm:prSet/>
      <dgm:spPr/>
      <dgm:t>
        <a:bodyPr/>
        <a:lstStyle/>
        <a:p>
          <a:r>
            <a:rPr lang="en-US" b="1" dirty="0" smtClean="0">
              <a:latin typeface="Times New Roman" pitchFamily="18" charset="0"/>
              <a:cs typeface="Times New Roman" pitchFamily="18" charset="0"/>
            </a:rPr>
            <a:t>CÁC NGUYÊN TẮC CỦA LUẬT HÌNH SỰ</a:t>
          </a:r>
          <a:endParaRPr lang="en-US" dirty="0">
            <a:latin typeface="Times New Roman" pitchFamily="18" charset="0"/>
            <a:cs typeface="Times New Roman" pitchFamily="18" charset="0"/>
          </a:endParaRPr>
        </a:p>
      </dgm:t>
    </dgm:pt>
    <dgm:pt modelId="{10A88241-E1E6-4E8A-9A02-2AF1CC742E58}" type="parTrans" cxnId="{8CE86E70-21FD-48C5-A788-FB634D700D74}">
      <dgm:prSet/>
      <dgm:spPr/>
      <dgm:t>
        <a:bodyPr/>
        <a:lstStyle/>
        <a:p>
          <a:endParaRPr lang="en-US"/>
        </a:p>
      </dgm:t>
    </dgm:pt>
    <dgm:pt modelId="{34F01D3C-3966-4929-8CE0-098D8A6E90E7}" type="sibTrans" cxnId="{8CE86E70-21FD-48C5-A788-FB634D700D74}">
      <dgm:prSet/>
      <dgm:spPr/>
      <dgm:t>
        <a:bodyPr/>
        <a:lstStyle/>
        <a:p>
          <a:endParaRPr lang="en-US"/>
        </a:p>
      </dgm:t>
    </dgm:pt>
    <dgm:pt modelId="{C74F71FA-229B-49CF-A24F-DB618F5DA4FD}">
      <dgm:prSet/>
      <dgm:spPr/>
      <dgm:t>
        <a:bodyPr/>
        <a:lstStyle/>
        <a:p>
          <a:r>
            <a:rPr lang="en-US" dirty="0" err="1">
              <a:latin typeface="Times New Roman" pitchFamily="18" charset="0"/>
              <a:cs typeface="Times New Roman" pitchFamily="18" charset="0"/>
            </a:rPr>
            <a:t>Nguyên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tắc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nghĩa</a:t>
          </a:r>
          <a:endParaRPr lang="en-US" dirty="0">
            <a:latin typeface="Times New Roman" pitchFamily="18" charset="0"/>
            <a:cs typeface="Times New Roman" pitchFamily="18" charset="0"/>
          </a:endParaRPr>
        </a:p>
      </dgm:t>
    </dgm:pt>
    <dgm:pt modelId="{9BCD9432-67AE-45C7-B8AD-B544269B0A82}" type="parTrans" cxnId="{10DFC598-E54B-44BB-BED9-2932ED27EF0F}">
      <dgm:prSet/>
      <dgm:spPr/>
      <dgm:t>
        <a:bodyPr/>
        <a:lstStyle/>
        <a:p>
          <a:endParaRPr lang="en-US"/>
        </a:p>
      </dgm:t>
    </dgm:pt>
    <dgm:pt modelId="{11D7E8D9-F01D-461B-9220-07A94B833A0A}" type="sibTrans" cxnId="{10DFC598-E54B-44BB-BED9-2932ED27EF0F}">
      <dgm:prSet/>
      <dgm:spPr/>
      <dgm:t>
        <a:bodyPr/>
        <a:lstStyle/>
        <a:p>
          <a:endParaRPr lang="en-US"/>
        </a:p>
      </dgm:t>
    </dgm:pt>
    <dgm:pt modelId="{2573B581-AD7C-41B9-8073-AA8F26BEE1CC}">
      <dgm:prSet/>
      <dgm:spPr/>
      <dgm:t>
        <a:bodyPr/>
        <a:lstStyle/>
        <a:p>
          <a:r>
            <a:rPr lang="en-US" dirty="0" err="1">
              <a:latin typeface="Times New Roman" pitchFamily="18" charset="0"/>
              <a:cs typeface="Times New Roman" pitchFamily="18" charset="0"/>
            </a:rPr>
            <a:t>Nguyên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tắc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nghĩa</a:t>
          </a:r>
          <a:endParaRPr lang="en-US" dirty="0">
            <a:latin typeface="Times New Roman" pitchFamily="18" charset="0"/>
            <a:cs typeface="Times New Roman" pitchFamily="18" charset="0"/>
          </a:endParaRPr>
        </a:p>
      </dgm:t>
    </dgm:pt>
    <dgm:pt modelId="{36C7E07B-4BEE-4FB5-A8C4-0DDB3074739D}" type="parTrans" cxnId="{3FE8FF20-185A-4FA8-A45D-E45754A97FB4}">
      <dgm:prSet/>
      <dgm:spPr/>
      <dgm:t>
        <a:bodyPr/>
        <a:lstStyle/>
        <a:p>
          <a:endParaRPr lang="en-US"/>
        </a:p>
      </dgm:t>
    </dgm:pt>
    <dgm:pt modelId="{D353C36C-C99A-4768-8D75-96FF3583668F}" type="sibTrans" cxnId="{3FE8FF20-185A-4FA8-A45D-E45754A97FB4}">
      <dgm:prSet/>
      <dgm:spPr/>
      <dgm:t>
        <a:bodyPr/>
        <a:lstStyle/>
        <a:p>
          <a:endParaRPr lang="en-US"/>
        </a:p>
      </dgm:t>
    </dgm:pt>
    <dgm:pt modelId="{EEC2A90D-D9FF-4A23-B299-EC61C1C588EA}">
      <dgm:prSet/>
      <dgm:spPr/>
      <dgm:t>
        <a:bodyPr/>
        <a:lstStyle/>
        <a:p>
          <a:r>
            <a:rPr lang="en-US" dirty="0" err="1">
              <a:latin typeface="Times New Roman" pitchFamily="18" charset="0"/>
              <a:cs typeface="Times New Roman" pitchFamily="18" charset="0"/>
            </a:rPr>
            <a:t>Nguyên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tắc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nghĩa</a:t>
          </a:r>
          <a:endParaRPr lang="en-US" dirty="0">
            <a:latin typeface="Times New Roman" pitchFamily="18" charset="0"/>
            <a:cs typeface="Times New Roman" pitchFamily="18" charset="0"/>
          </a:endParaRPr>
        </a:p>
      </dgm:t>
    </dgm:pt>
    <dgm:pt modelId="{55DC2DCA-C160-4B40-9A1B-C8CFAF67BE4F}" type="parTrans" cxnId="{CDAA8839-DD55-421F-80DA-7BF830DC565E}">
      <dgm:prSet/>
      <dgm:spPr/>
      <dgm:t>
        <a:bodyPr/>
        <a:lstStyle/>
        <a:p>
          <a:endParaRPr lang="en-US"/>
        </a:p>
      </dgm:t>
    </dgm:pt>
    <dgm:pt modelId="{767BA5AB-5028-4BE2-88CA-FB67A8353292}" type="sibTrans" cxnId="{CDAA8839-DD55-421F-80DA-7BF830DC565E}">
      <dgm:prSet/>
      <dgm:spPr/>
      <dgm:t>
        <a:bodyPr/>
        <a:lstStyle/>
        <a:p>
          <a:endParaRPr lang="en-US"/>
        </a:p>
      </dgm:t>
    </dgm:pt>
    <dgm:pt modelId="{8F664B41-65C6-4019-9D1A-E5F98BF21C77}">
      <dgm:prSet/>
      <dgm:spPr/>
      <dgm:t>
        <a:bodyPr/>
        <a:lstStyle/>
        <a:p>
          <a:r>
            <a:rPr lang="en-US" dirty="0" err="1">
              <a:latin typeface="Times New Roman" pitchFamily="18" charset="0"/>
              <a:cs typeface="Times New Roman" pitchFamily="18" charset="0"/>
            </a:rPr>
            <a:t>Nguyên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tắc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hòa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nghĩa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yêu</a:t>
          </a:r>
          <a:r>
            <a:rPr lang="en-US" dirty="0">
              <a:latin typeface="Times New Roman" pitchFamily="18" charset="0"/>
              <a:cs typeface="Times New Roman" pitchFamily="18" charset="0"/>
            </a:rPr>
            <a:t> n</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endParaRPr lang="en-US" dirty="0">
            <a:latin typeface="Times New Roman" pitchFamily="18" charset="0"/>
            <a:cs typeface="Times New Roman" pitchFamily="18" charset="0"/>
          </a:endParaRPr>
        </a:p>
      </dgm:t>
    </dgm:pt>
    <dgm:pt modelId="{47D36169-B37D-424D-A95A-F62F2BE9FAEE}" type="parTrans" cxnId="{44E8ECF6-0D4B-41DF-AC5A-D1E06FBD5420}">
      <dgm:prSet/>
      <dgm:spPr/>
      <dgm:t>
        <a:bodyPr/>
        <a:lstStyle/>
        <a:p>
          <a:endParaRPr lang="en-US"/>
        </a:p>
      </dgm:t>
    </dgm:pt>
    <dgm:pt modelId="{4C79A098-3DF1-4FA1-9AFA-9E9819AB96D0}" type="sibTrans" cxnId="{44E8ECF6-0D4B-41DF-AC5A-D1E06FBD5420}">
      <dgm:prSet/>
      <dgm:spPr/>
      <dgm:t>
        <a:bodyPr/>
        <a:lstStyle/>
        <a:p>
          <a:endParaRPr lang="en-US"/>
        </a:p>
      </dgm:t>
    </dgm:pt>
    <dgm:pt modelId="{CE880728-5A5F-4080-A427-924489F8A2B1}">
      <dgm:prSet/>
      <dgm:spPr/>
      <dgm:t>
        <a:bodyPr/>
        <a:lstStyle/>
        <a:p>
          <a:endParaRPr lang="en-US" dirty="0"/>
        </a:p>
      </dgm:t>
    </dgm:pt>
    <dgm:pt modelId="{61E41DA8-6772-4B37-9DAF-B999A4D22252}" type="parTrans" cxnId="{2EF1E539-D038-4CED-A950-F65601CC3555}">
      <dgm:prSet/>
      <dgm:spPr/>
      <dgm:t>
        <a:bodyPr/>
        <a:lstStyle/>
        <a:p>
          <a:endParaRPr lang="en-US"/>
        </a:p>
      </dgm:t>
    </dgm:pt>
    <dgm:pt modelId="{A2567F02-3F30-4CAD-B71C-8AA0B9C2A4F6}" type="sibTrans" cxnId="{2EF1E539-D038-4CED-A950-F65601CC3555}">
      <dgm:prSet/>
      <dgm:spPr/>
      <dgm:t>
        <a:bodyPr/>
        <a:lstStyle/>
        <a:p>
          <a:endParaRPr lang="en-US"/>
        </a:p>
      </dgm:t>
    </dgm:pt>
    <dgm:pt modelId="{9D2598D1-FC58-42A4-AA04-7B41A6E496C9}">
      <dgm:prSet/>
      <dgm:spPr/>
      <dgm:t>
        <a:bodyPr/>
        <a:lstStyle/>
        <a:p>
          <a:r>
            <a:rPr lang="en-US" dirty="0" err="1" smtClean="0">
              <a:latin typeface="Times New Roman" pitchFamily="18" charset="0"/>
              <a:cs typeface="Times New Roman" pitchFamily="18" charset="0"/>
            </a:rPr>
            <a:t>Nguyên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tắc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hành</a:t>
          </a:r>
          <a:r>
            <a:rPr lang="en-US" dirty="0" smtClean="0">
              <a:latin typeface="Times New Roman" pitchFamily="18" charset="0"/>
              <a:cs typeface="Times New Roman" pitchFamily="18" charset="0"/>
            </a:rPr>
            <a:t> vi (</a:t>
          </a:r>
          <a:r>
            <a:rPr lang="en-US" dirty="0" err="1" smtClean="0">
              <a:latin typeface="Times New Roman" pitchFamily="18" charset="0"/>
              <a:cs typeface="Times New Roman" pitchFamily="18" charset="0"/>
            </a:rPr>
            <a:t>nguyên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tắc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chịu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chỉ</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với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hành</a:t>
          </a:r>
          <a:r>
            <a:rPr lang="en-US" dirty="0" smtClean="0">
              <a:latin typeface="Times New Roman" pitchFamily="18" charset="0"/>
              <a:cs typeface="Times New Roman" pitchFamily="18" charset="0"/>
            </a:rPr>
            <a:t> vi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cụ</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thể</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dgm:t>
    </dgm:pt>
    <dgm:pt modelId="{A91F6FCD-D838-41B6-9D0B-444D5C069A7C}" type="parTrans" cxnId="{9A5726B1-A278-4F04-A92A-84CEA7E4F8B1}">
      <dgm:prSet/>
      <dgm:spPr/>
      <dgm:t>
        <a:bodyPr/>
        <a:lstStyle/>
        <a:p>
          <a:endParaRPr lang="en-US"/>
        </a:p>
      </dgm:t>
    </dgm:pt>
    <dgm:pt modelId="{DF61C4CB-81D5-4715-B730-01F31D0C543D}" type="sibTrans" cxnId="{9A5726B1-A278-4F04-A92A-84CEA7E4F8B1}">
      <dgm:prSet/>
      <dgm:spPr/>
      <dgm:t>
        <a:bodyPr/>
        <a:lstStyle/>
        <a:p>
          <a:endParaRPr lang="en-US"/>
        </a:p>
      </dgm:t>
    </dgm:pt>
    <dgm:pt modelId="{0A0A0DBB-F8C6-4CE7-8B9E-BFBAD763A96D}">
      <dgm:prSet/>
      <dgm:spPr/>
      <dgm:t>
        <a:bodyPr/>
        <a:lstStyle/>
        <a:p>
          <a:r>
            <a:rPr lang="en-US" dirty="0" err="1" smtClean="0">
              <a:latin typeface="Times New Roman" pitchFamily="18" charset="0"/>
              <a:cs typeface="Times New Roman" pitchFamily="18" charset="0"/>
            </a:rPr>
            <a:t>Nguyên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tắc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lỗi</a:t>
          </a:r>
          <a:endParaRPr lang="en-US" dirty="0">
            <a:latin typeface="Times New Roman" pitchFamily="18" charset="0"/>
            <a:cs typeface="Times New Roman" pitchFamily="18" charset="0"/>
          </a:endParaRPr>
        </a:p>
      </dgm:t>
    </dgm:pt>
    <dgm:pt modelId="{F6F0D712-23D7-4FFD-8906-D3CB9583D350}" type="parTrans" cxnId="{420164BD-FD71-4CCC-A4CF-AB35E2781AEB}">
      <dgm:prSet/>
      <dgm:spPr/>
    </dgm:pt>
    <dgm:pt modelId="{9743988B-0951-4E25-983C-4C892DEA2633}" type="sibTrans" cxnId="{420164BD-FD71-4CCC-A4CF-AB35E2781AEB}">
      <dgm:prSet/>
      <dgm:spPr/>
    </dgm:pt>
    <dgm:pt modelId="{CE8574BC-12AD-4178-ADD1-8074BA2F7FC5}">
      <dgm:prSet/>
      <dgm:spPr/>
      <dgm:t>
        <a:bodyPr/>
        <a:lstStyle/>
        <a:p>
          <a:r>
            <a:rPr lang="en-US" dirty="0" err="1" smtClean="0">
              <a:latin typeface="Times New Roman" pitchFamily="18" charset="0"/>
              <a:cs typeface="Times New Roman" pitchFamily="18" charset="0"/>
            </a:rPr>
            <a:t>Nguyên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tắc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phân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hóa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sự</a:t>
          </a:r>
          <a:endParaRPr lang="en-US" dirty="0">
            <a:latin typeface="Times New Roman" pitchFamily="18" charset="0"/>
            <a:cs typeface="Times New Roman" pitchFamily="18" charset="0"/>
          </a:endParaRPr>
        </a:p>
      </dgm:t>
    </dgm:pt>
    <dgm:pt modelId="{F13F66DE-FD93-4F03-8DD6-FEC22510FD0A}" type="parTrans" cxnId="{A4C8BC28-7164-4A78-8EBA-D0BEA3FE55C0}">
      <dgm:prSet/>
      <dgm:spPr/>
    </dgm:pt>
    <dgm:pt modelId="{BA679810-8E86-4345-AEB3-1C11A5BB0680}" type="sibTrans" cxnId="{A4C8BC28-7164-4A78-8EBA-D0BEA3FE55C0}">
      <dgm:prSet/>
      <dgm:spPr/>
    </dgm:pt>
    <dgm:pt modelId="{2A0AB179-974E-451B-9171-5CD0EC011BEA}">
      <dgm:prSet/>
      <dgm:spPr/>
      <dgm:t>
        <a:bodyPr/>
        <a:lstStyle/>
        <a:p>
          <a:r>
            <a:rPr lang="en-US" dirty="0" err="1" smtClean="0">
              <a:latin typeface="Times New Roman" pitchFamily="18" charset="0"/>
              <a:cs typeface="Times New Roman" pitchFamily="18" charset="0"/>
            </a:rPr>
            <a:t>Nguyên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tắc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hóa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sự</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phạt</a:t>
          </a:r>
          <a:endParaRPr lang="en-US" dirty="0">
            <a:latin typeface="Times New Roman" pitchFamily="18" charset="0"/>
            <a:cs typeface="Times New Roman" pitchFamily="18" charset="0"/>
          </a:endParaRPr>
        </a:p>
      </dgm:t>
    </dgm:pt>
    <dgm:pt modelId="{81C012F3-7453-4E43-BC88-3944FD5C2E66}" type="parTrans" cxnId="{558AD9DF-6D77-405B-AEAA-5492044E53E7}">
      <dgm:prSet/>
      <dgm:spPr/>
    </dgm:pt>
    <dgm:pt modelId="{6BC8D085-2CAE-43D6-A131-050F86EBC846}" type="sibTrans" cxnId="{558AD9DF-6D77-405B-AEAA-5492044E53E7}">
      <dgm:prSet/>
      <dgm:spPr/>
    </dgm:pt>
    <dgm:pt modelId="{51FF9440-17FE-4EDD-A56C-93EBCEDF9FD5}" type="pres">
      <dgm:prSet presAssocID="{A9FDB4C8-3FA8-4FE7-BA91-8D5C5D4C0292}" presName="linear" presStyleCnt="0">
        <dgm:presLayoutVars>
          <dgm:dir/>
          <dgm:animLvl val="lvl"/>
          <dgm:resizeHandles val="exact"/>
        </dgm:presLayoutVars>
      </dgm:prSet>
      <dgm:spPr/>
      <dgm:t>
        <a:bodyPr/>
        <a:lstStyle/>
        <a:p>
          <a:endParaRPr lang="en-US"/>
        </a:p>
      </dgm:t>
    </dgm:pt>
    <dgm:pt modelId="{17EB6D83-E542-4B6B-B1B2-66C9F86BFBCB}" type="pres">
      <dgm:prSet presAssocID="{45C3C83E-6BC0-4456-8F32-4CA20EF549BA}" presName="parentLin" presStyleCnt="0"/>
      <dgm:spPr/>
    </dgm:pt>
    <dgm:pt modelId="{46DC29A0-EAF6-4422-A154-215943263631}" type="pres">
      <dgm:prSet presAssocID="{45C3C83E-6BC0-4456-8F32-4CA20EF549BA}" presName="parentLeftMargin" presStyleLbl="node1" presStyleIdx="0" presStyleCnt="1"/>
      <dgm:spPr/>
      <dgm:t>
        <a:bodyPr/>
        <a:lstStyle/>
        <a:p>
          <a:endParaRPr lang="en-US"/>
        </a:p>
      </dgm:t>
    </dgm:pt>
    <dgm:pt modelId="{EB7E908C-CBC4-4D37-93A3-0B35D77FC1FF}" type="pres">
      <dgm:prSet presAssocID="{45C3C83E-6BC0-4456-8F32-4CA20EF549BA}" presName="parentText" presStyleLbl="node1" presStyleIdx="0" presStyleCnt="1" custScaleX="113136">
        <dgm:presLayoutVars>
          <dgm:chMax val="0"/>
          <dgm:bulletEnabled val="1"/>
        </dgm:presLayoutVars>
      </dgm:prSet>
      <dgm:spPr/>
      <dgm:t>
        <a:bodyPr/>
        <a:lstStyle/>
        <a:p>
          <a:endParaRPr lang="en-US"/>
        </a:p>
      </dgm:t>
    </dgm:pt>
    <dgm:pt modelId="{EDE70E72-3AB4-416B-A43C-C7966ECF935D}" type="pres">
      <dgm:prSet presAssocID="{45C3C83E-6BC0-4456-8F32-4CA20EF549BA}" presName="negativeSpace" presStyleCnt="0"/>
      <dgm:spPr/>
    </dgm:pt>
    <dgm:pt modelId="{115BE834-0EB0-414B-9618-294FF02C13B7}" type="pres">
      <dgm:prSet presAssocID="{45C3C83E-6BC0-4456-8F32-4CA20EF549BA}" presName="childText" presStyleLbl="conFgAcc1" presStyleIdx="0" presStyleCnt="1">
        <dgm:presLayoutVars>
          <dgm:bulletEnabled val="1"/>
        </dgm:presLayoutVars>
      </dgm:prSet>
      <dgm:spPr/>
      <dgm:t>
        <a:bodyPr/>
        <a:lstStyle/>
        <a:p>
          <a:endParaRPr lang="en-US"/>
        </a:p>
      </dgm:t>
    </dgm:pt>
  </dgm:ptLst>
  <dgm:cxnLst>
    <dgm:cxn modelId="{F6C6471D-E43D-410D-A154-24763494AB8F}" type="presOf" srcId="{45C3C83E-6BC0-4456-8F32-4CA20EF549BA}" destId="{46DC29A0-EAF6-4422-A154-215943263631}" srcOrd="0" destOrd="0" presId="urn:microsoft.com/office/officeart/2005/8/layout/list1"/>
    <dgm:cxn modelId="{8CE86E70-21FD-48C5-A788-FB634D700D74}" srcId="{A9FDB4C8-3FA8-4FE7-BA91-8D5C5D4C0292}" destId="{45C3C83E-6BC0-4456-8F32-4CA20EF549BA}" srcOrd="0" destOrd="0" parTransId="{10A88241-E1E6-4E8A-9A02-2AF1CC742E58}" sibTransId="{34F01D3C-3966-4929-8CE0-098D8A6E90E7}"/>
    <dgm:cxn modelId="{09718160-4803-4256-9BCA-EFA4236CA7CB}" type="presOf" srcId="{C74F71FA-229B-49CF-A24F-DB618F5DA4FD}" destId="{115BE834-0EB0-414B-9618-294FF02C13B7}" srcOrd="0" destOrd="0" presId="urn:microsoft.com/office/officeart/2005/8/layout/list1"/>
    <dgm:cxn modelId="{9D8EF414-5F77-4020-8890-5689CABDE0FC}" type="presOf" srcId="{A9FDB4C8-3FA8-4FE7-BA91-8D5C5D4C0292}" destId="{51FF9440-17FE-4EDD-A56C-93EBCEDF9FD5}" srcOrd="0" destOrd="0" presId="urn:microsoft.com/office/officeart/2005/8/layout/list1"/>
    <dgm:cxn modelId="{558AD9DF-6D77-405B-AEAA-5492044E53E7}" srcId="{45C3C83E-6BC0-4456-8F32-4CA20EF549BA}" destId="{2A0AB179-974E-451B-9171-5CD0EC011BEA}" srcOrd="7" destOrd="0" parTransId="{81C012F3-7453-4E43-BC88-3944FD5C2E66}" sibTransId="{6BC8D085-2CAE-43D6-A131-050F86EBC846}"/>
    <dgm:cxn modelId="{10DFC598-E54B-44BB-BED9-2932ED27EF0F}" srcId="{45C3C83E-6BC0-4456-8F32-4CA20EF549BA}" destId="{C74F71FA-229B-49CF-A24F-DB618F5DA4FD}" srcOrd="0" destOrd="0" parTransId="{9BCD9432-67AE-45C7-B8AD-B544269B0A82}" sibTransId="{11D7E8D9-F01D-461B-9220-07A94B833A0A}"/>
    <dgm:cxn modelId="{A4C8BC28-7164-4A78-8EBA-D0BEA3FE55C0}" srcId="{45C3C83E-6BC0-4456-8F32-4CA20EF549BA}" destId="{CE8574BC-12AD-4178-ADD1-8074BA2F7FC5}" srcOrd="6" destOrd="0" parTransId="{F13F66DE-FD93-4F03-8DD6-FEC22510FD0A}" sibTransId="{BA679810-8E86-4345-AEB3-1C11A5BB0680}"/>
    <dgm:cxn modelId="{0022E578-2D93-4F29-AD8A-9EF5E140096E}" type="presOf" srcId="{45C3C83E-6BC0-4456-8F32-4CA20EF549BA}" destId="{EB7E908C-CBC4-4D37-93A3-0B35D77FC1FF}" srcOrd="1" destOrd="0" presId="urn:microsoft.com/office/officeart/2005/8/layout/list1"/>
    <dgm:cxn modelId="{4D7ED37B-54EB-4C1C-A800-61C3BC04C8CE}" type="presOf" srcId="{CE8574BC-12AD-4178-ADD1-8074BA2F7FC5}" destId="{115BE834-0EB0-414B-9618-294FF02C13B7}" srcOrd="0" destOrd="6" presId="urn:microsoft.com/office/officeart/2005/8/layout/list1"/>
    <dgm:cxn modelId="{DBCACA24-3B89-4F59-8E11-285AC6349D00}" type="presOf" srcId="{EEC2A90D-D9FF-4A23-B299-EC61C1C588EA}" destId="{115BE834-0EB0-414B-9618-294FF02C13B7}" srcOrd="0" destOrd="2" presId="urn:microsoft.com/office/officeart/2005/8/layout/list1"/>
    <dgm:cxn modelId="{2EF1E539-D038-4CED-A950-F65601CC3555}" srcId="{45C3C83E-6BC0-4456-8F32-4CA20EF549BA}" destId="{CE880728-5A5F-4080-A427-924489F8A2B1}" srcOrd="8" destOrd="0" parTransId="{61E41DA8-6772-4B37-9DAF-B999A4D22252}" sibTransId="{A2567F02-3F30-4CAD-B71C-8AA0B9C2A4F6}"/>
    <dgm:cxn modelId="{420164BD-FD71-4CCC-A4CF-AB35E2781AEB}" srcId="{45C3C83E-6BC0-4456-8F32-4CA20EF549BA}" destId="{0A0A0DBB-F8C6-4CE7-8B9E-BFBAD763A96D}" srcOrd="5" destOrd="0" parTransId="{F6F0D712-23D7-4FFD-8906-D3CB9583D350}" sibTransId="{9743988B-0951-4E25-983C-4C892DEA2633}"/>
    <dgm:cxn modelId="{341C57CE-F83F-4F39-8EED-178AC0665F9B}" type="presOf" srcId="{2A0AB179-974E-451B-9171-5CD0EC011BEA}" destId="{115BE834-0EB0-414B-9618-294FF02C13B7}" srcOrd="0" destOrd="7" presId="urn:microsoft.com/office/officeart/2005/8/layout/list1"/>
    <dgm:cxn modelId="{44E8ECF6-0D4B-41DF-AC5A-D1E06FBD5420}" srcId="{45C3C83E-6BC0-4456-8F32-4CA20EF549BA}" destId="{8F664B41-65C6-4019-9D1A-E5F98BF21C77}" srcOrd="3" destOrd="0" parTransId="{47D36169-B37D-424D-A95A-F62F2BE9FAEE}" sibTransId="{4C79A098-3DF1-4FA1-9AFA-9E9819AB96D0}"/>
    <dgm:cxn modelId="{11B17981-3530-4AF8-A460-CAF6E7532DA6}" type="presOf" srcId="{2573B581-AD7C-41B9-8073-AA8F26BEE1CC}" destId="{115BE834-0EB0-414B-9618-294FF02C13B7}" srcOrd="0" destOrd="1" presId="urn:microsoft.com/office/officeart/2005/8/layout/list1"/>
    <dgm:cxn modelId="{CDAA8839-DD55-421F-80DA-7BF830DC565E}" srcId="{45C3C83E-6BC0-4456-8F32-4CA20EF549BA}" destId="{EEC2A90D-D9FF-4A23-B299-EC61C1C588EA}" srcOrd="2" destOrd="0" parTransId="{55DC2DCA-C160-4B40-9A1B-C8CFAF67BE4F}" sibTransId="{767BA5AB-5028-4BE2-88CA-FB67A8353292}"/>
    <dgm:cxn modelId="{C9CFFE47-309F-4EE1-AE37-44AA452F69F7}" type="presOf" srcId="{CE880728-5A5F-4080-A427-924489F8A2B1}" destId="{115BE834-0EB0-414B-9618-294FF02C13B7}" srcOrd="0" destOrd="8" presId="urn:microsoft.com/office/officeart/2005/8/layout/list1"/>
    <dgm:cxn modelId="{7864941C-0FE1-4C44-BB05-B11EDA32B91F}" type="presOf" srcId="{9D2598D1-FC58-42A4-AA04-7B41A6E496C9}" destId="{115BE834-0EB0-414B-9618-294FF02C13B7}" srcOrd="0" destOrd="4" presId="urn:microsoft.com/office/officeart/2005/8/layout/list1"/>
    <dgm:cxn modelId="{3FE8FF20-185A-4FA8-A45D-E45754A97FB4}" srcId="{45C3C83E-6BC0-4456-8F32-4CA20EF549BA}" destId="{2573B581-AD7C-41B9-8073-AA8F26BEE1CC}" srcOrd="1" destOrd="0" parTransId="{36C7E07B-4BEE-4FB5-A8C4-0DDB3074739D}" sibTransId="{D353C36C-C99A-4768-8D75-96FF3583668F}"/>
    <dgm:cxn modelId="{9A5726B1-A278-4F04-A92A-84CEA7E4F8B1}" srcId="{45C3C83E-6BC0-4456-8F32-4CA20EF549BA}" destId="{9D2598D1-FC58-42A4-AA04-7B41A6E496C9}" srcOrd="4" destOrd="0" parTransId="{A91F6FCD-D838-41B6-9D0B-444D5C069A7C}" sibTransId="{DF61C4CB-81D5-4715-B730-01F31D0C543D}"/>
    <dgm:cxn modelId="{BBA63317-8403-42F2-BF3C-17090891E82E}" type="presOf" srcId="{0A0A0DBB-F8C6-4CE7-8B9E-BFBAD763A96D}" destId="{115BE834-0EB0-414B-9618-294FF02C13B7}" srcOrd="0" destOrd="5" presId="urn:microsoft.com/office/officeart/2005/8/layout/list1"/>
    <dgm:cxn modelId="{2EEEDAEC-B709-4E3E-81BD-07FE312C45F0}" type="presOf" srcId="{8F664B41-65C6-4019-9D1A-E5F98BF21C77}" destId="{115BE834-0EB0-414B-9618-294FF02C13B7}" srcOrd="0" destOrd="3" presId="urn:microsoft.com/office/officeart/2005/8/layout/list1"/>
    <dgm:cxn modelId="{084777D2-2117-4FCB-8673-78BBEC9FCE16}" type="presParOf" srcId="{51FF9440-17FE-4EDD-A56C-93EBCEDF9FD5}" destId="{17EB6D83-E542-4B6B-B1B2-66C9F86BFBCB}" srcOrd="0" destOrd="0" presId="urn:microsoft.com/office/officeart/2005/8/layout/list1"/>
    <dgm:cxn modelId="{E2E210C5-9F46-42EE-8F39-E36583C23F13}" type="presParOf" srcId="{17EB6D83-E542-4B6B-B1B2-66C9F86BFBCB}" destId="{46DC29A0-EAF6-4422-A154-215943263631}" srcOrd="0" destOrd="0" presId="urn:microsoft.com/office/officeart/2005/8/layout/list1"/>
    <dgm:cxn modelId="{2ABBB375-D1D7-45CD-9A2A-643FAB299AEE}" type="presParOf" srcId="{17EB6D83-E542-4B6B-B1B2-66C9F86BFBCB}" destId="{EB7E908C-CBC4-4D37-93A3-0B35D77FC1FF}" srcOrd="1" destOrd="0" presId="urn:microsoft.com/office/officeart/2005/8/layout/list1"/>
    <dgm:cxn modelId="{7B9D4B99-F5FD-4621-8AE8-86F35C8CA572}" type="presParOf" srcId="{51FF9440-17FE-4EDD-A56C-93EBCEDF9FD5}" destId="{EDE70E72-3AB4-416B-A43C-C7966ECF935D}" srcOrd="1" destOrd="0" presId="urn:microsoft.com/office/officeart/2005/8/layout/list1"/>
    <dgm:cxn modelId="{0DFB7C60-744E-413A-8D49-BD85B73A8348}" type="presParOf" srcId="{51FF9440-17FE-4EDD-A56C-93EBCEDF9FD5}" destId="{115BE834-0EB0-414B-9618-294FF02C13B7}"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787240-BB04-46AF-9F45-622221D87FC3}" type="doc">
      <dgm:prSet loTypeId="urn:microsoft.com/office/officeart/2005/8/layout/hierarchy3" loCatId="hierarchy" qsTypeId="urn:microsoft.com/office/officeart/2005/8/quickstyle/simple2" qsCatId="simple" csTypeId="urn:microsoft.com/office/officeart/2005/8/colors/colorful2" csCatId="colorful" phldr="1"/>
      <dgm:spPr/>
      <dgm:t>
        <a:bodyPr/>
        <a:lstStyle/>
        <a:p>
          <a:endParaRPr lang="en-US"/>
        </a:p>
      </dgm:t>
    </dgm:pt>
    <dgm:pt modelId="{87311551-E82B-4FE1-92DF-791BAC1BDCD2}">
      <dgm:prSet/>
      <dgm:spPr/>
      <dgm:t>
        <a:bodyPr/>
        <a:lstStyle/>
        <a:p>
          <a:r>
            <a:rPr lang="en-US" b="1" dirty="0" err="1" smtClean="0">
              <a:solidFill>
                <a:schemeClr val="bg1"/>
              </a:solidFill>
              <a:latin typeface="Times New Roman" pitchFamily="18" charset="0"/>
              <a:cs typeface="Times New Roman" pitchFamily="18" charset="0"/>
            </a:rPr>
            <a:t>Cấu</a:t>
          </a:r>
          <a:r>
            <a:rPr lang="en-US" b="1" dirty="0" smtClean="0">
              <a:solidFill>
                <a:schemeClr val="bg1"/>
              </a:solidFill>
              <a:latin typeface="Times New Roman" pitchFamily="18" charset="0"/>
              <a:cs typeface="Times New Roman" pitchFamily="18" charset="0"/>
            </a:rPr>
            <a:t> </a:t>
          </a:r>
          <a:r>
            <a:rPr lang="en-US" b="1" dirty="0" err="1">
              <a:solidFill>
                <a:schemeClr val="bg1"/>
              </a:solidFill>
              <a:latin typeface="Times New Roman" pitchFamily="18" charset="0"/>
              <a:cs typeface="Times New Roman" pitchFamily="18" charset="0"/>
            </a:rPr>
            <a:t>tạo</a:t>
          </a:r>
          <a:r>
            <a:rPr lang="en-US" b="1" dirty="0">
              <a:solidFill>
                <a:schemeClr val="bg1"/>
              </a:solidFill>
              <a:latin typeface="Times New Roman" pitchFamily="18" charset="0"/>
              <a:cs typeface="Times New Roman" pitchFamily="18" charset="0"/>
            </a:rPr>
            <a:t> </a:t>
          </a:r>
          <a:r>
            <a:rPr lang="en-US" b="1" dirty="0" err="1">
              <a:solidFill>
                <a:schemeClr val="bg1"/>
              </a:solidFill>
              <a:latin typeface="Times New Roman" pitchFamily="18" charset="0"/>
              <a:cs typeface="Times New Roman" pitchFamily="18" charset="0"/>
            </a:rPr>
            <a:t>của</a:t>
          </a:r>
          <a:r>
            <a:rPr lang="en-US" b="1" dirty="0">
              <a:solidFill>
                <a:schemeClr val="bg1"/>
              </a:solidFill>
              <a:latin typeface="Times New Roman" pitchFamily="18" charset="0"/>
              <a:cs typeface="Times New Roman" pitchFamily="18" charset="0"/>
            </a:rPr>
            <a:t> BLHS </a:t>
          </a:r>
          <a:r>
            <a:rPr lang="en-US" b="1" dirty="0" err="1">
              <a:solidFill>
                <a:schemeClr val="bg1"/>
              </a:solidFill>
              <a:latin typeface="Times New Roman" pitchFamily="18" charset="0"/>
              <a:cs typeface="Times New Roman" pitchFamily="18" charset="0"/>
            </a:rPr>
            <a:t>Việt</a:t>
          </a:r>
          <a:r>
            <a:rPr lang="en-US" b="1" dirty="0">
              <a:solidFill>
                <a:schemeClr val="bg1"/>
              </a:solidFill>
              <a:latin typeface="Times New Roman" pitchFamily="18" charset="0"/>
              <a:cs typeface="Times New Roman" pitchFamily="18" charset="0"/>
            </a:rPr>
            <a:t> Nam</a:t>
          </a:r>
          <a:endParaRPr lang="en-US" dirty="0">
            <a:solidFill>
              <a:schemeClr val="bg1"/>
            </a:solidFill>
            <a:latin typeface="Times New Roman" pitchFamily="18" charset="0"/>
            <a:cs typeface="Times New Roman" pitchFamily="18" charset="0"/>
          </a:endParaRPr>
        </a:p>
      </dgm:t>
    </dgm:pt>
    <dgm:pt modelId="{ABBF4B6B-1F60-4BCC-BDAB-F641F8EA8707}" type="parTrans" cxnId="{587A9BB9-38C4-438C-AE9B-EA7348EC01FC}">
      <dgm:prSet/>
      <dgm:spPr/>
      <dgm:t>
        <a:bodyPr/>
        <a:lstStyle/>
        <a:p>
          <a:endParaRPr lang="en-US"/>
        </a:p>
      </dgm:t>
    </dgm:pt>
    <dgm:pt modelId="{D99E92A4-0BB3-4D3E-8555-0239202F4A0B}" type="sibTrans" cxnId="{587A9BB9-38C4-438C-AE9B-EA7348EC01FC}">
      <dgm:prSet/>
      <dgm:spPr/>
      <dgm:t>
        <a:bodyPr/>
        <a:lstStyle/>
        <a:p>
          <a:endParaRPr lang="en-US"/>
        </a:p>
      </dgm:t>
    </dgm:pt>
    <dgm:pt modelId="{A0D179D1-6294-4F57-8580-D2E7BA255C40}">
      <dgm:prSet/>
      <dgm:spPr/>
      <dgm:t>
        <a:bodyPr/>
        <a:lstStyle/>
        <a:p>
          <a:r>
            <a:rPr lang="en-US" dirty="0" err="1">
              <a:latin typeface="Times New Roman" pitchFamily="18" charset="0"/>
              <a:cs typeface="Times New Roman" pitchFamily="18" charset="0"/>
            </a:rPr>
            <a:t>Phần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chung</a:t>
          </a:r>
          <a:endParaRPr lang="en-US" dirty="0">
            <a:latin typeface="Times New Roman" pitchFamily="18" charset="0"/>
            <a:cs typeface="Times New Roman" pitchFamily="18" charset="0"/>
          </a:endParaRPr>
        </a:p>
      </dgm:t>
    </dgm:pt>
    <dgm:pt modelId="{5ECE1917-84FC-4EA5-BEBA-476221B59880}" type="parTrans" cxnId="{E3EFFD9A-476D-4B84-85BA-A19919000BB8}">
      <dgm:prSet/>
      <dgm:spPr/>
      <dgm:t>
        <a:bodyPr/>
        <a:lstStyle/>
        <a:p>
          <a:endParaRPr lang="en-US"/>
        </a:p>
      </dgm:t>
    </dgm:pt>
    <dgm:pt modelId="{38AE18AE-68E0-4D6F-AE63-D5ADCC52E3DF}" type="sibTrans" cxnId="{E3EFFD9A-476D-4B84-85BA-A19919000BB8}">
      <dgm:prSet/>
      <dgm:spPr/>
      <dgm:t>
        <a:bodyPr/>
        <a:lstStyle/>
        <a:p>
          <a:endParaRPr lang="en-US"/>
        </a:p>
      </dgm:t>
    </dgm:pt>
    <dgm:pt modelId="{DCEACA12-8165-45C0-8086-C8077F9419E8}">
      <dgm:prSet/>
      <dgm:spPr/>
      <dgm:t>
        <a:bodyPr/>
        <a:lstStyle/>
        <a:p>
          <a:r>
            <a:rPr lang="en-US" dirty="0" err="1">
              <a:latin typeface="Times New Roman" pitchFamily="18" charset="0"/>
              <a:cs typeface="Times New Roman" pitchFamily="18" charset="0"/>
            </a:rPr>
            <a:t>Phần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endParaRPr lang="en-US" dirty="0">
            <a:latin typeface="Times New Roman" pitchFamily="18" charset="0"/>
            <a:cs typeface="Times New Roman" pitchFamily="18" charset="0"/>
          </a:endParaRPr>
        </a:p>
      </dgm:t>
    </dgm:pt>
    <dgm:pt modelId="{3ABC1DF5-C316-4291-9C0B-AFE4C23D7BC4}" type="parTrans" cxnId="{53F5B0CC-2772-400D-9A01-DACEEA8A580B}">
      <dgm:prSet/>
      <dgm:spPr/>
      <dgm:t>
        <a:bodyPr/>
        <a:lstStyle/>
        <a:p>
          <a:endParaRPr lang="en-US"/>
        </a:p>
      </dgm:t>
    </dgm:pt>
    <dgm:pt modelId="{D931B7D1-71C5-4F81-9A22-63E0DFA89CAC}" type="sibTrans" cxnId="{53F5B0CC-2772-400D-9A01-DACEEA8A580B}">
      <dgm:prSet/>
      <dgm:spPr/>
      <dgm:t>
        <a:bodyPr/>
        <a:lstStyle/>
        <a:p>
          <a:endParaRPr lang="en-US"/>
        </a:p>
      </dgm:t>
    </dgm:pt>
    <dgm:pt modelId="{A004AA84-AC95-453F-8CA7-F7C9ACCF43B1}">
      <dgm:prSet/>
      <dgm:spPr/>
      <dgm:t>
        <a:bodyPr/>
        <a:lstStyle/>
        <a:p>
          <a:r>
            <a:rPr lang="en-US" dirty="0" err="1">
              <a:latin typeface="Times New Roman" pitchFamily="18" charset="0"/>
              <a:cs typeface="Times New Roman" pitchFamily="18" charset="0"/>
            </a:rPr>
            <a:t>Phần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khoản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endParaRPr lang="en-US" dirty="0">
            <a:latin typeface="Times New Roman" pitchFamily="18" charset="0"/>
            <a:cs typeface="Times New Roman" pitchFamily="18" charset="0"/>
          </a:endParaRPr>
        </a:p>
      </dgm:t>
    </dgm:pt>
    <dgm:pt modelId="{0699B62C-521A-4D27-B07F-200839D55BE5}" type="parTrans" cxnId="{D0D07EB8-47BF-4E94-9C3C-98876536EE24}">
      <dgm:prSet/>
      <dgm:spPr/>
      <dgm:t>
        <a:bodyPr/>
        <a:lstStyle/>
        <a:p>
          <a:endParaRPr lang="en-US"/>
        </a:p>
      </dgm:t>
    </dgm:pt>
    <dgm:pt modelId="{9A8D333D-2D27-4D24-8AB7-F4956C82E3F0}" type="sibTrans" cxnId="{D0D07EB8-47BF-4E94-9C3C-98876536EE24}">
      <dgm:prSet/>
      <dgm:spPr/>
      <dgm:t>
        <a:bodyPr/>
        <a:lstStyle/>
        <a:p>
          <a:endParaRPr lang="en-US"/>
        </a:p>
      </dgm:t>
    </dgm:pt>
    <dgm:pt modelId="{50ABE730-C601-4BE3-803A-74B8A08B8F72}" type="pres">
      <dgm:prSet presAssocID="{D4787240-BB04-46AF-9F45-622221D87FC3}" presName="diagram" presStyleCnt="0">
        <dgm:presLayoutVars>
          <dgm:chPref val="1"/>
          <dgm:dir/>
          <dgm:animOne val="branch"/>
          <dgm:animLvl val="lvl"/>
          <dgm:resizeHandles/>
        </dgm:presLayoutVars>
      </dgm:prSet>
      <dgm:spPr/>
      <dgm:t>
        <a:bodyPr/>
        <a:lstStyle/>
        <a:p>
          <a:endParaRPr lang="en-US"/>
        </a:p>
      </dgm:t>
    </dgm:pt>
    <dgm:pt modelId="{D39953AD-DDB2-4355-8592-A54E69291B74}" type="pres">
      <dgm:prSet presAssocID="{87311551-E82B-4FE1-92DF-791BAC1BDCD2}" presName="root" presStyleCnt="0"/>
      <dgm:spPr/>
    </dgm:pt>
    <dgm:pt modelId="{E7EB351D-E72B-4DB8-A142-12597ADD08BA}" type="pres">
      <dgm:prSet presAssocID="{87311551-E82B-4FE1-92DF-791BAC1BDCD2}" presName="rootComposite" presStyleCnt="0"/>
      <dgm:spPr/>
    </dgm:pt>
    <dgm:pt modelId="{081F6ACC-0DB6-4505-AA57-39ADF6944A27}" type="pres">
      <dgm:prSet presAssocID="{87311551-E82B-4FE1-92DF-791BAC1BDCD2}" presName="rootText" presStyleLbl="node1" presStyleIdx="0" presStyleCnt="1" custScaleX="342902"/>
      <dgm:spPr/>
      <dgm:t>
        <a:bodyPr/>
        <a:lstStyle/>
        <a:p>
          <a:endParaRPr lang="en-US"/>
        </a:p>
      </dgm:t>
    </dgm:pt>
    <dgm:pt modelId="{8CA03B59-FACA-49E8-B361-C4A784D6E7A3}" type="pres">
      <dgm:prSet presAssocID="{87311551-E82B-4FE1-92DF-791BAC1BDCD2}" presName="rootConnector" presStyleLbl="node1" presStyleIdx="0" presStyleCnt="1"/>
      <dgm:spPr/>
      <dgm:t>
        <a:bodyPr/>
        <a:lstStyle/>
        <a:p>
          <a:endParaRPr lang="en-US"/>
        </a:p>
      </dgm:t>
    </dgm:pt>
    <dgm:pt modelId="{E4BC56B4-52FA-4277-BD33-85EE88F47E89}" type="pres">
      <dgm:prSet presAssocID="{87311551-E82B-4FE1-92DF-791BAC1BDCD2}" presName="childShape" presStyleCnt="0"/>
      <dgm:spPr/>
    </dgm:pt>
    <dgm:pt modelId="{A7B0EA7D-1D78-4EF8-9DD5-5EDAB97B17BA}" type="pres">
      <dgm:prSet presAssocID="{5ECE1917-84FC-4EA5-BEBA-476221B59880}" presName="Name13" presStyleLbl="parChTrans1D2" presStyleIdx="0" presStyleCnt="3"/>
      <dgm:spPr/>
      <dgm:t>
        <a:bodyPr/>
        <a:lstStyle/>
        <a:p>
          <a:endParaRPr lang="en-US"/>
        </a:p>
      </dgm:t>
    </dgm:pt>
    <dgm:pt modelId="{9589D2FA-AE1B-4F88-9067-2182FE3FB11B}" type="pres">
      <dgm:prSet presAssocID="{A0D179D1-6294-4F57-8580-D2E7BA255C40}" presName="childText" presStyleLbl="bgAcc1" presStyleIdx="0" presStyleCnt="3" custScaleX="309285">
        <dgm:presLayoutVars>
          <dgm:bulletEnabled val="1"/>
        </dgm:presLayoutVars>
      </dgm:prSet>
      <dgm:spPr/>
      <dgm:t>
        <a:bodyPr/>
        <a:lstStyle/>
        <a:p>
          <a:endParaRPr lang="en-US"/>
        </a:p>
      </dgm:t>
    </dgm:pt>
    <dgm:pt modelId="{8A8CB412-A8F4-47BD-8AEC-E14D3F233DD9}" type="pres">
      <dgm:prSet presAssocID="{3ABC1DF5-C316-4291-9C0B-AFE4C23D7BC4}" presName="Name13" presStyleLbl="parChTrans1D2" presStyleIdx="1" presStyleCnt="3"/>
      <dgm:spPr/>
      <dgm:t>
        <a:bodyPr/>
        <a:lstStyle/>
        <a:p>
          <a:endParaRPr lang="en-US"/>
        </a:p>
      </dgm:t>
    </dgm:pt>
    <dgm:pt modelId="{39453B9D-514E-445B-8B6C-E4A9D023CE24}" type="pres">
      <dgm:prSet presAssocID="{DCEACA12-8165-45C0-8086-C8077F9419E8}" presName="childText" presStyleLbl="bgAcc1" presStyleIdx="1" presStyleCnt="3" custScaleX="310443">
        <dgm:presLayoutVars>
          <dgm:bulletEnabled val="1"/>
        </dgm:presLayoutVars>
      </dgm:prSet>
      <dgm:spPr/>
      <dgm:t>
        <a:bodyPr/>
        <a:lstStyle/>
        <a:p>
          <a:endParaRPr lang="en-US"/>
        </a:p>
      </dgm:t>
    </dgm:pt>
    <dgm:pt modelId="{48BCF99A-67B4-4A95-B5AE-57F8ACE65776}" type="pres">
      <dgm:prSet presAssocID="{0699B62C-521A-4D27-B07F-200839D55BE5}" presName="Name13" presStyleLbl="parChTrans1D2" presStyleIdx="2" presStyleCnt="3"/>
      <dgm:spPr/>
      <dgm:t>
        <a:bodyPr/>
        <a:lstStyle/>
        <a:p>
          <a:endParaRPr lang="en-US"/>
        </a:p>
      </dgm:t>
    </dgm:pt>
    <dgm:pt modelId="{DD9D463F-E71E-4303-9C74-42B1D482C646}" type="pres">
      <dgm:prSet presAssocID="{A004AA84-AC95-453F-8CA7-F7C9ACCF43B1}" presName="childText" presStyleLbl="bgAcc1" presStyleIdx="2" presStyleCnt="3" custScaleX="311109">
        <dgm:presLayoutVars>
          <dgm:bulletEnabled val="1"/>
        </dgm:presLayoutVars>
      </dgm:prSet>
      <dgm:spPr/>
      <dgm:t>
        <a:bodyPr/>
        <a:lstStyle/>
        <a:p>
          <a:endParaRPr lang="en-US"/>
        </a:p>
      </dgm:t>
    </dgm:pt>
  </dgm:ptLst>
  <dgm:cxnLst>
    <dgm:cxn modelId="{694C459F-C44F-4D69-B973-12C5B810F2B9}" type="presOf" srcId="{0699B62C-521A-4D27-B07F-200839D55BE5}" destId="{48BCF99A-67B4-4A95-B5AE-57F8ACE65776}" srcOrd="0" destOrd="0" presId="urn:microsoft.com/office/officeart/2005/8/layout/hierarchy3"/>
    <dgm:cxn modelId="{3BDAEECE-467B-4956-B20A-FA076A66A4BC}" type="presOf" srcId="{D4787240-BB04-46AF-9F45-622221D87FC3}" destId="{50ABE730-C601-4BE3-803A-74B8A08B8F72}" srcOrd="0" destOrd="0" presId="urn:microsoft.com/office/officeart/2005/8/layout/hierarchy3"/>
    <dgm:cxn modelId="{587A9BB9-38C4-438C-AE9B-EA7348EC01FC}" srcId="{D4787240-BB04-46AF-9F45-622221D87FC3}" destId="{87311551-E82B-4FE1-92DF-791BAC1BDCD2}" srcOrd="0" destOrd="0" parTransId="{ABBF4B6B-1F60-4BCC-BDAB-F641F8EA8707}" sibTransId="{D99E92A4-0BB3-4D3E-8555-0239202F4A0B}"/>
    <dgm:cxn modelId="{D0D07EB8-47BF-4E94-9C3C-98876536EE24}" srcId="{87311551-E82B-4FE1-92DF-791BAC1BDCD2}" destId="{A004AA84-AC95-453F-8CA7-F7C9ACCF43B1}" srcOrd="2" destOrd="0" parTransId="{0699B62C-521A-4D27-B07F-200839D55BE5}" sibTransId="{9A8D333D-2D27-4D24-8AB7-F4956C82E3F0}"/>
    <dgm:cxn modelId="{AA3BD70D-A9C8-4666-B849-2A5326E669EE}" type="presOf" srcId="{87311551-E82B-4FE1-92DF-791BAC1BDCD2}" destId="{8CA03B59-FACA-49E8-B361-C4A784D6E7A3}" srcOrd="1" destOrd="0" presId="urn:microsoft.com/office/officeart/2005/8/layout/hierarchy3"/>
    <dgm:cxn modelId="{BF058E57-FF06-4F80-94A6-51CF2EECC45A}" type="presOf" srcId="{A004AA84-AC95-453F-8CA7-F7C9ACCF43B1}" destId="{DD9D463F-E71E-4303-9C74-42B1D482C646}" srcOrd="0" destOrd="0" presId="urn:microsoft.com/office/officeart/2005/8/layout/hierarchy3"/>
    <dgm:cxn modelId="{ECEB6DC4-37E5-4960-8C40-5FF4955AFEC5}" type="presOf" srcId="{5ECE1917-84FC-4EA5-BEBA-476221B59880}" destId="{A7B0EA7D-1D78-4EF8-9DD5-5EDAB97B17BA}" srcOrd="0" destOrd="0" presId="urn:microsoft.com/office/officeart/2005/8/layout/hierarchy3"/>
    <dgm:cxn modelId="{EECC3436-4BFA-41AC-BC94-88A9CF591F2C}" type="presOf" srcId="{87311551-E82B-4FE1-92DF-791BAC1BDCD2}" destId="{081F6ACC-0DB6-4505-AA57-39ADF6944A27}" srcOrd="0" destOrd="0" presId="urn:microsoft.com/office/officeart/2005/8/layout/hierarchy3"/>
    <dgm:cxn modelId="{E3EFFD9A-476D-4B84-85BA-A19919000BB8}" srcId="{87311551-E82B-4FE1-92DF-791BAC1BDCD2}" destId="{A0D179D1-6294-4F57-8580-D2E7BA255C40}" srcOrd="0" destOrd="0" parTransId="{5ECE1917-84FC-4EA5-BEBA-476221B59880}" sibTransId="{38AE18AE-68E0-4D6F-AE63-D5ADCC52E3DF}"/>
    <dgm:cxn modelId="{DCD13FE1-7C2F-4673-A84D-90470B9DDF59}" type="presOf" srcId="{DCEACA12-8165-45C0-8086-C8077F9419E8}" destId="{39453B9D-514E-445B-8B6C-E4A9D023CE24}" srcOrd="0" destOrd="0" presId="urn:microsoft.com/office/officeart/2005/8/layout/hierarchy3"/>
    <dgm:cxn modelId="{97C93447-15E1-44A6-8F17-855530BF86B8}" type="presOf" srcId="{3ABC1DF5-C316-4291-9C0B-AFE4C23D7BC4}" destId="{8A8CB412-A8F4-47BD-8AEC-E14D3F233DD9}" srcOrd="0" destOrd="0" presId="urn:microsoft.com/office/officeart/2005/8/layout/hierarchy3"/>
    <dgm:cxn modelId="{339F05A5-54C1-47C1-B48E-EE9D33D490A7}" type="presOf" srcId="{A0D179D1-6294-4F57-8580-D2E7BA255C40}" destId="{9589D2FA-AE1B-4F88-9067-2182FE3FB11B}" srcOrd="0" destOrd="0" presId="urn:microsoft.com/office/officeart/2005/8/layout/hierarchy3"/>
    <dgm:cxn modelId="{53F5B0CC-2772-400D-9A01-DACEEA8A580B}" srcId="{87311551-E82B-4FE1-92DF-791BAC1BDCD2}" destId="{DCEACA12-8165-45C0-8086-C8077F9419E8}" srcOrd="1" destOrd="0" parTransId="{3ABC1DF5-C316-4291-9C0B-AFE4C23D7BC4}" sibTransId="{D931B7D1-71C5-4F81-9A22-63E0DFA89CAC}"/>
    <dgm:cxn modelId="{17D1AC58-B011-40B1-947F-BFEBF7C935DC}" type="presParOf" srcId="{50ABE730-C601-4BE3-803A-74B8A08B8F72}" destId="{D39953AD-DDB2-4355-8592-A54E69291B74}" srcOrd="0" destOrd="0" presId="urn:microsoft.com/office/officeart/2005/8/layout/hierarchy3"/>
    <dgm:cxn modelId="{DB230999-BC50-4366-99A9-4AE31A8EE163}" type="presParOf" srcId="{D39953AD-DDB2-4355-8592-A54E69291B74}" destId="{E7EB351D-E72B-4DB8-A142-12597ADD08BA}" srcOrd="0" destOrd="0" presId="urn:microsoft.com/office/officeart/2005/8/layout/hierarchy3"/>
    <dgm:cxn modelId="{3B087B85-258E-42FE-B412-437130B72594}" type="presParOf" srcId="{E7EB351D-E72B-4DB8-A142-12597ADD08BA}" destId="{081F6ACC-0DB6-4505-AA57-39ADF6944A27}" srcOrd="0" destOrd="0" presId="urn:microsoft.com/office/officeart/2005/8/layout/hierarchy3"/>
    <dgm:cxn modelId="{AE613989-458E-402D-B225-111A1B6A60BA}" type="presParOf" srcId="{E7EB351D-E72B-4DB8-A142-12597ADD08BA}" destId="{8CA03B59-FACA-49E8-B361-C4A784D6E7A3}" srcOrd="1" destOrd="0" presId="urn:microsoft.com/office/officeart/2005/8/layout/hierarchy3"/>
    <dgm:cxn modelId="{B6416ED7-C692-4A54-83DC-912E7C46DD18}" type="presParOf" srcId="{D39953AD-DDB2-4355-8592-A54E69291B74}" destId="{E4BC56B4-52FA-4277-BD33-85EE88F47E89}" srcOrd="1" destOrd="0" presId="urn:microsoft.com/office/officeart/2005/8/layout/hierarchy3"/>
    <dgm:cxn modelId="{45753E82-9997-40BB-AE75-3F1E07EDD0DF}" type="presParOf" srcId="{E4BC56B4-52FA-4277-BD33-85EE88F47E89}" destId="{A7B0EA7D-1D78-4EF8-9DD5-5EDAB97B17BA}" srcOrd="0" destOrd="0" presId="urn:microsoft.com/office/officeart/2005/8/layout/hierarchy3"/>
    <dgm:cxn modelId="{73ACA4E2-E0EB-444F-B9A7-D97D09FE0F86}" type="presParOf" srcId="{E4BC56B4-52FA-4277-BD33-85EE88F47E89}" destId="{9589D2FA-AE1B-4F88-9067-2182FE3FB11B}" srcOrd="1" destOrd="0" presId="urn:microsoft.com/office/officeart/2005/8/layout/hierarchy3"/>
    <dgm:cxn modelId="{8F5314E9-04BF-4D85-839A-085BF1DC961C}" type="presParOf" srcId="{E4BC56B4-52FA-4277-BD33-85EE88F47E89}" destId="{8A8CB412-A8F4-47BD-8AEC-E14D3F233DD9}" srcOrd="2" destOrd="0" presId="urn:microsoft.com/office/officeart/2005/8/layout/hierarchy3"/>
    <dgm:cxn modelId="{7DC1AB8D-667C-488D-B986-0D5773E43C01}" type="presParOf" srcId="{E4BC56B4-52FA-4277-BD33-85EE88F47E89}" destId="{39453B9D-514E-445B-8B6C-E4A9D023CE24}" srcOrd="3" destOrd="0" presId="urn:microsoft.com/office/officeart/2005/8/layout/hierarchy3"/>
    <dgm:cxn modelId="{675A1EE2-A9D8-42D3-944C-47DABEFCF3F9}" type="presParOf" srcId="{E4BC56B4-52FA-4277-BD33-85EE88F47E89}" destId="{48BCF99A-67B4-4A95-B5AE-57F8ACE65776}" srcOrd="4" destOrd="0" presId="urn:microsoft.com/office/officeart/2005/8/layout/hierarchy3"/>
    <dgm:cxn modelId="{314009ED-4BD0-4A82-957B-6482BA0649A2}" type="presParOf" srcId="{E4BC56B4-52FA-4277-BD33-85EE88F47E89}" destId="{DD9D463F-E71E-4303-9C74-42B1D482C646}"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EE17DC-A2FD-4F73-8A23-30174E7FF17D}" type="doc">
      <dgm:prSet loTypeId="urn:microsoft.com/office/officeart/2016/7/layout/BasicProcessNew" loCatId="process" qsTypeId="urn:microsoft.com/office/officeart/2005/8/quickstyle/simple1" qsCatId="simple" csTypeId="urn:microsoft.com/office/officeart/2005/8/colors/colorful1" csCatId="colorful" phldr="1"/>
      <dgm:spPr/>
      <dgm:t>
        <a:bodyPr/>
        <a:lstStyle/>
        <a:p>
          <a:endParaRPr lang="en-US"/>
        </a:p>
      </dgm:t>
    </dgm:pt>
    <dgm:pt modelId="{EF3182FD-33C3-4DE9-8DCA-5C101FE9A4D5}">
      <dgm:prSet/>
      <dgm:spPr/>
      <dgm:t>
        <a:bodyPr/>
        <a:lstStyle/>
        <a:p>
          <a:r>
            <a:rPr lang="en-US" dirty="0" err="1">
              <a:solidFill>
                <a:schemeClr val="bg1"/>
              </a:solidFill>
              <a:latin typeface="Times New Roman" pitchFamily="18" charset="0"/>
              <a:cs typeface="Times New Roman" pitchFamily="18" charset="0"/>
            </a:rPr>
            <a:t>Các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dấu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hiệu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trong</a:t>
          </a:r>
          <a:r>
            <a:rPr lang="en-US" dirty="0">
              <a:solidFill>
                <a:schemeClr val="bg1"/>
              </a:solidFill>
              <a:latin typeface="Times New Roman" pitchFamily="18" charset="0"/>
              <a:cs typeface="Times New Roman" pitchFamily="18" charset="0"/>
            </a:rPr>
            <a:t> CTTP </a:t>
          </a:r>
          <a:r>
            <a:rPr lang="en-US" dirty="0" err="1">
              <a:solidFill>
                <a:schemeClr val="bg1"/>
              </a:solidFill>
              <a:latin typeface="Times New Roman" pitchFamily="18" charset="0"/>
              <a:cs typeface="Times New Roman" pitchFamily="18" charset="0"/>
            </a:rPr>
            <a:t>đều</a:t>
          </a:r>
          <a:r>
            <a:rPr lang="en-US" dirty="0">
              <a:solidFill>
                <a:schemeClr val="bg1"/>
              </a:solidFill>
              <a:latin typeface="Times New Roman" pitchFamily="18" charset="0"/>
              <a:cs typeface="Times New Roman" pitchFamily="18" charset="0"/>
            </a:rPr>
            <a:t> do </a:t>
          </a:r>
          <a:r>
            <a:rPr lang="en-US" dirty="0" err="1">
              <a:solidFill>
                <a:schemeClr val="bg1"/>
              </a:solidFill>
              <a:latin typeface="Times New Roman" pitchFamily="18" charset="0"/>
              <a:cs typeface="Times New Roman" pitchFamily="18" charset="0"/>
            </a:rPr>
            <a:t>luật</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định</a:t>
          </a:r>
          <a:r>
            <a:rPr lang="en-US" dirty="0">
              <a:solidFill>
                <a:schemeClr val="bg1"/>
              </a:solidFill>
              <a:latin typeface="Times New Roman" pitchFamily="18" charset="0"/>
              <a:cs typeface="Times New Roman" pitchFamily="18" charset="0"/>
            </a:rPr>
            <a:t>.</a:t>
          </a:r>
        </a:p>
      </dgm:t>
    </dgm:pt>
    <dgm:pt modelId="{E8717E1E-C748-4842-A324-5A143F55A543}" type="parTrans" cxnId="{CF37076F-1678-401D-B8C9-4E2B89591D72}">
      <dgm:prSet/>
      <dgm:spPr/>
      <dgm:t>
        <a:bodyPr/>
        <a:lstStyle/>
        <a:p>
          <a:endParaRPr lang="en-US"/>
        </a:p>
      </dgm:t>
    </dgm:pt>
    <dgm:pt modelId="{98D1C00D-4754-4A90-88DF-1EA2A0D5598E}" type="sibTrans" cxnId="{CF37076F-1678-401D-B8C9-4E2B89591D72}">
      <dgm:prSet/>
      <dgm:spPr/>
      <dgm:t>
        <a:bodyPr/>
        <a:lstStyle/>
        <a:p>
          <a:endParaRPr lang="en-US"/>
        </a:p>
      </dgm:t>
    </dgm:pt>
    <dgm:pt modelId="{B5C9CDC7-071A-4734-861F-A33637F63306}">
      <dgm:prSet/>
      <dgm:spPr/>
      <dgm:t>
        <a:bodyPr/>
        <a:lstStyle/>
        <a:p>
          <a:r>
            <a:rPr lang="en-US" dirty="0" err="1">
              <a:solidFill>
                <a:schemeClr val="bg1"/>
              </a:solidFill>
              <a:latin typeface="Times New Roman" pitchFamily="18" charset="0"/>
              <a:cs typeface="Times New Roman" pitchFamily="18" charset="0"/>
            </a:rPr>
            <a:t>Các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dấu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hiệu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trong</a:t>
          </a:r>
          <a:r>
            <a:rPr lang="en-US" dirty="0">
              <a:solidFill>
                <a:schemeClr val="bg1"/>
              </a:solidFill>
              <a:latin typeface="Times New Roman" pitchFamily="18" charset="0"/>
              <a:cs typeface="Times New Roman" pitchFamily="18" charset="0"/>
            </a:rPr>
            <a:t> CTTP </a:t>
          </a:r>
          <a:r>
            <a:rPr lang="en-US" dirty="0" err="1">
              <a:solidFill>
                <a:schemeClr val="bg1"/>
              </a:solidFill>
              <a:latin typeface="Times New Roman" pitchFamily="18" charset="0"/>
              <a:cs typeface="Times New Roman" pitchFamily="18" charset="0"/>
            </a:rPr>
            <a:t>có</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tính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đặc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trưng</a:t>
          </a:r>
          <a:r>
            <a:rPr lang="en-US" dirty="0">
              <a:solidFill>
                <a:schemeClr val="bg1"/>
              </a:solidFill>
              <a:latin typeface="Times New Roman" pitchFamily="18" charset="0"/>
              <a:cs typeface="Times New Roman" pitchFamily="18" charset="0"/>
            </a:rPr>
            <a:t>.</a:t>
          </a:r>
        </a:p>
      </dgm:t>
    </dgm:pt>
    <dgm:pt modelId="{AFE7145B-C5CE-4907-8F62-191A4C1BD32A}" type="parTrans" cxnId="{9D9F1BD3-4987-415F-A09F-207C7F660117}">
      <dgm:prSet/>
      <dgm:spPr/>
      <dgm:t>
        <a:bodyPr/>
        <a:lstStyle/>
        <a:p>
          <a:endParaRPr lang="en-US"/>
        </a:p>
      </dgm:t>
    </dgm:pt>
    <dgm:pt modelId="{C612AB27-A986-4AF8-88F1-662740244A7E}" type="sibTrans" cxnId="{9D9F1BD3-4987-415F-A09F-207C7F660117}">
      <dgm:prSet/>
      <dgm:spPr/>
      <dgm:t>
        <a:bodyPr/>
        <a:lstStyle/>
        <a:p>
          <a:endParaRPr lang="en-US"/>
        </a:p>
      </dgm:t>
    </dgm:pt>
    <dgm:pt modelId="{16412D6B-0032-422B-BABF-E646E67C500D}">
      <dgm:prSet/>
      <dgm:spPr/>
      <dgm:t>
        <a:bodyPr/>
        <a:lstStyle/>
        <a:p>
          <a:r>
            <a:rPr lang="en-US" dirty="0" err="1">
              <a:solidFill>
                <a:schemeClr val="bg1"/>
              </a:solidFill>
              <a:latin typeface="Times New Roman" pitchFamily="18" charset="0"/>
              <a:cs typeface="Times New Roman" pitchFamily="18" charset="0"/>
            </a:rPr>
            <a:t>Các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dấu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hiệu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trong</a:t>
          </a:r>
          <a:r>
            <a:rPr lang="en-US" dirty="0">
              <a:solidFill>
                <a:schemeClr val="bg1"/>
              </a:solidFill>
              <a:latin typeface="Times New Roman" pitchFamily="18" charset="0"/>
              <a:cs typeface="Times New Roman" pitchFamily="18" charset="0"/>
            </a:rPr>
            <a:t> CTTP </a:t>
          </a:r>
          <a:r>
            <a:rPr lang="en-US" dirty="0" err="1">
              <a:solidFill>
                <a:schemeClr val="bg1"/>
              </a:solidFill>
              <a:latin typeface="Times New Roman" pitchFamily="18" charset="0"/>
              <a:cs typeface="Times New Roman" pitchFamily="18" charset="0"/>
            </a:rPr>
            <a:t>có</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tính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bắt</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buộc</a:t>
          </a:r>
          <a:r>
            <a:rPr lang="en-US" dirty="0">
              <a:solidFill>
                <a:schemeClr val="bg1"/>
              </a:solidFill>
              <a:latin typeface="Times New Roman" pitchFamily="18" charset="0"/>
              <a:cs typeface="Times New Roman" pitchFamily="18" charset="0"/>
            </a:rPr>
            <a:t>.</a:t>
          </a:r>
        </a:p>
      </dgm:t>
    </dgm:pt>
    <dgm:pt modelId="{D308BDCE-3642-40C5-A230-C835EF7A9E98}" type="parTrans" cxnId="{E55D94F9-4BF0-4787-97AE-5EA1C4131123}">
      <dgm:prSet/>
      <dgm:spPr/>
      <dgm:t>
        <a:bodyPr/>
        <a:lstStyle/>
        <a:p>
          <a:endParaRPr lang="en-US"/>
        </a:p>
      </dgm:t>
    </dgm:pt>
    <dgm:pt modelId="{FF0D6993-C2C9-4F56-8271-187CCC9AACF6}" type="sibTrans" cxnId="{E55D94F9-4BF0-4787-97AE-5EA1C4131123}">
      <dgm:prSet/>
      <dgm:spPr/>
      <dgm:t>
        <a:bodyPr/>
        <a:lstStyle/>
        <a:p>
          <a:endParaRPr lang="en-US"/>
        </a:p>
      </dgm:t>
    </dgm:pt>
    <dgm:pt modelId="{C3055B97-909C-4885-ADD7-CA3889661270}" type="pres">
      <dgm:prSet presAssocID="{A4EE17DC-A2FD-4F73-8A23-30174E7FF17D}" presName="Name0" presStyleCnt="0">
        <dgm:presLayoutVars>
          <dgm:dir/>
          <dgm:resizeHandles val="exact"/>
        </dgm:presLayoutVars>
      </dgm:prSet>
      <dgm:spPr/>
      <dgm:t>
        <a:bodyPr/>
        <a:lstStyle/>
        <a:p>
          <a:endParaRPr lang="en-US"/>
        </a:p>
      </dgm:t>
    </dgm:pt>
    <dgm:pt modelId="{8814BA05-F0C4-48F6-93CC-E1A8DE485AE2}" type="pres">
      <dgm:prSet presAssocID="{EF3182FD-33C3-4DE9-8DCA-5C101FE9A4D5}" presName="node" presStyleLbl="node1" presStyleIdx="0" presStyleCnt="5">
        <dgm:presLayoutVars>
          <dgm:bulletEnabled val="1"/>
        </dgm:presLayoutVars>
      </dgm:prSet>
      <dgm:spPr/>
      <dgm:t>
        <a:bodyPr/>
        <a:lstStyle/>
        <a:p>
          <a:endParaRPr lang="en-US"/>
        </a:p>
      </dgm:t>
    </dgm:pt>
    <dgm:pt modelId="{254FA959-1061-46D2-AFC5-C50BEF3D0B1A}" type="pres">
      <dgm:prSet presAssocID="{98D1C00D-4754-4A90-88DF-1EA2A0D5598E}" presName="sibTransSpacerBeforeConnector" presStyleCnt="0"/>
      <dgm:spPr/>
    </dgm:pt>
    <dgm:pt modelId="{02468630-E32B-4BDF-82A3-8D78D4837EB6}" type="pres">
      <dgm:prSet presAssocID="{98D1C00D-4754-4A90-88DF-1EA2A0D5598E}" presName="sibTrans" presStyleLbl="node1" presStyleIdx="1" presStyleCnt="5"/>
      <dgm:spPr/>
      <dgm:t>
        <a:bodyPr/>
        <a:lstStyle/>
        <a:p>
          <a:endParaRPr lang="en-US"/>
        </a:p>
      </dgm:t>
    </dgm:pt>
    <dgm:pt modelId="{7B6F6792-08C9-498B-9AF7-FE4B531A4A87}" type="pres">
      <dgm:prSet presAssocID="{98D1C00D-4754-4A90-88DF-1EA2A0D5598E}" presName="sibTransSpacerAfterConnector" presStyleCnt="0"/>
      <dgm:spPr/>
    </dgm:pt>
    <dgm:pt modelId="{5A9EC287-B44E-4202-BE9C-8F5E21FF8567}" type="pres">
      <dgm:prSet presAssocID="{B5C9CDC7-071A-4734-861F-A33637F63306}" presName="node" presStyleLbl="node1" presStyleIdx="2" presStyleCnt="5">
        <dgm:presLayoutVars>
          <dgm:bulletEnabled val="1"/>
        </dgm:presLayoutVars>
      </dgm:prSet>
      <dgm:spPr/>
      <dgm:t>
        <a:bodyPr/>
        <a:lstStyle/>
        <a:p>
          <a:endParaRPr lang="en-US"/>
        </a:p>
      </dgm:t>
    </dgm:pt>
    <dgm:pt modelId="{278DB3A2-BEDB-43C3-80DE-168791C97E06}" type="pres">
      <dgm:prSet presAssocID="{C612AB27-A986-4AF8-88F1-662740244A7E}" presName="sibTransSpacerBeforeConnector" presStyleCnt="0"/>
      <dgm:spPr/>
    </dgm:pt>
    <dgm:pt modelId="{82C89590-6486-4648-8498-186A58CE0E23}" type="pres">
      <dgm:prSet presAssocID="{C612AB27-A986-4AF8-88F1-662740244A7E}" presName="sibTrans" presStyleLbl="node1" presStyleIdx="3" presStyleCnt="5"/>
      <dgm:spPr/>
      <dgm:t>
        <a:bodyPr/>
        <a:lstStyle/>
        <a:p>
          <a:endParaRPr lang="en-US"/>
        </a:p>
      </dgm:t>
    </dgm:pt>
    <dgm:pt modelId="{FD540E72-854F-48E4-8EDD-E862641B9234}" type="pres">
      <dgm:prSet presAssocID="{C612AB27-A986-4AF8-88F1-662740244A7E}" presName="sibTransSpacerAfterConnector" presStyleCnt="0"/>
      <dgm:spPr/>
    </dgm:pt>
    <dgm:pt modelId="{02D3D982-9AC1-4E96-A74F-471A2016A21B}" type="pres">
      <dgm:prSet presAssocID="{16412D6B-0032-422B-BABF-E646E67C500D}" presName="node" presStyleLbl="node1" presStyleIdx="4" presStyleCnt="5">
        <dgm:presLayoutVars>
          <dgm:bulletEnabled val="1"/>
        </dgm:presLayoutVars>
      </dgm:prSet>
      <dgm:spPr/>
      <dgm:t>
        <a:bodyPr/>
        <a:lstStyle/>
        <a:p>
          <a:endParaRPr lang="en-US"/>
        </a:p>
      </dgm:t>
    </dgm:pt>
  </dgm:ptLst>
  <dgm:cxnLst>
    <dgm:cxn modelId="{0340D631-D01A-4BEB-95EB-F30834C02DBA}" type="presOf" srcId="{16412D6B-0032-422B-BABF-E646E67C500D}" destId="{02D3D982-9AC1-4E96-A74F-471A2016A21B}" srcOrd="0" destOrd="0" presId="urn:microsoft.com/office/officeart/2016/7/layout/BasicProcessNew"/>
    <dgm:cxn modelId="{A5E01703-E649-401E-BE7B-08F663E8DDFD}" type="presOf" srcId="{B5C9CDC7-071A-4734-861F-A33637F63306}" destId="{5A9EC287-B44E-4202-BE9C-8F5E21FF8567}" srcOrd="0" destOrd="0" presId="urn:microsoft.com/office/officeart/2016/7/layout/BasicProcessNew"/>
    <dgm:cxn modelId="{93B417D9-8570-4471-9A7F-C01C5F57A7DC}" type="presOf" srcId="{A4EE17DC-A2FD-4F73-8A23-30174E7FF17D}" destId="{C3055B97-909C-4885-ADD7-CA3889661270}" srcOrd="0" destOrd="0" presId="urn:microsoft.com/office/officeart/2016/7/layout/BasicProcessNew"/>
    <dgm:cxn modelId="{A383CD20-EE55-4C66-9E70-C77B17953071}" type="presOf" srcId="{C612AB27-A986-4AF8-88F1-662740244A7E}" destId="{82C89590-6486-4648-8498-186A58CE0E23}" srcOrd="0" destOrd="0" presId="urn:microsoft.com/office/officeart/2016/7/layout/BasicProcessNew"/>
    <dgm:cxn modelId="{E55D94F9-4BF0-4787-97AE-5EA1C4131123}" srcId="{A4EE17DC-A2FD-4F73-8A23-30174E7FF17D}" destId="{16412D6B-0032-422B-BABF-E646E67C500D}" srcOrd="2" destOrd="0" parTransId="{D308BDCE-3642-40C5-A230-C835EF7A9E98}" sibTransId="{FF0D6993-C2C9-4F56-8271-187CCC9AACF6}"/>
    <dgm:cxn modelId="{50CEDF20-E0AF-4808-86DD-F0307A203BE1}" type="presOf" srcId="{98D1C00D-4754-4A90-88DF-1EA2A0D5598E}" destId="{02468630-E32B-4BDF-82A3-8D78D4837EB6}" srcOrd="0" destOrd="0" presId="urn:microsoft.com/office/officeart/2016/7/layout/BasicProcessNew"/>
    <dgm:cxn modelId="{CF37076F-1678-401D-B8C9-4E2B89591D72}" srcId="{A4EE17DC-A2FD-4F73-8A23-30174E7FF17D}" destId="{EF3182FD-33C3-4DE9-8DCA-5C101FE9A4D5}" srcOrd="0" destOrd="0" parTransId="{E8717E1E-C748-4842-A324-5A143F55A543}" sibTransId="{98D1C00D-4754-4A90-88DF-1EA2A0D5598E}"/>
    <dgm:cxn modelId="{7B4624CB-F90D-4C4C-9FA5-0BD8950E1EE7}" type="presOf" srcId="{EF3182FD-33C3-4DE9-8DCA-5C101FE9A4D5}" destId="{8814BA05-F0C4-48F6-93CC-E1A8DE485AE2}" srcOrd="0" destOrd="0" presId="urn:microsoft.com/office/officeart/2016/7/layout/BasicProcessNew"/>
    <dgm:cxn modelId="{9D9F1BD3-4987-415F-A09F-207C7F660117}" srcId="{A4EE17DC-A2FD-4F73-8A23-30174E7FF17D}" destId="{B5C9CDC7-071A-4734-861F-A33637F63306}" srcOrd="1" destOrd="0" parTransId="{AFE7145B-C5CE-4907-8F62-191A4C1BD32A}" sibTransId="{C612AB27-A986-4AF8-88F1-662740244A7E}"/>
    <dgm:cxn modelId="{A2CBC530-C65A-4E9B-90F3-A01D5199D2F5}" type="presParOf" srcId="{C3055B97-909C-4885-ADD7-CA3889661270}" destId="{8814BA05-F0C4-48F6-93CC-E1A8DE485AE2}" srcOrd="0" destOrd="0" presId="urn:microsoft.com/office/officeart/2016/7/layout/BasicProcessNew"/>
    <dgm:cxn modelId="{E1E5D4B2-420C-4D2D-BE01-D084A006572E}" type="presParOf" srcId="{C3055B97-909C-4885-ADD7-CA3889661270}" destId="{254FA959-1061-46D2-AFC5-C50BEF3D0B1A}" srcOrd="1" destOrd="0" presId="urn:microsoft.com/office/officeart/2016/7/layout/BasicProcessNew"/>
    <dgm:cxn modelId="{F2564839-22F8-48DC-A820-222E640C1F7B}" type="presParOf" srcId="{C3055B97-909C-4885-ADD7-CA3889661270}" destId="{02468630-E32B-4BDF-82A3-8D78D4837EB6}" srcOrd="2" destOrd="0" presId="urn:microsoft.com/office/officeart/2016/7/layout/BasicProcessNew"/>
    <dgm:cxn modelId="{30659521-4CA7-44D3-A8A1-A0516AB909B2}" type="presParOf" srcId="{C3055B97-909C-4885-ADD7-CA3889661270}" destId="{7B6F6792-08C9-498B-9AF7-FE4B531A4A87}" srcOrd="3" destOrd="0" presId="urn:microsoft.com/office/officeart/2016/7/layout/BasicProcessNew"/>
    <dgm:cxn modelId="{4C37C6EE-811A-46E5-8035-A6A4D904744D}" type="presParOf" srcId="{C3055B97-909C-4885-ADD7-CA3889661270}" destId="{5A9EC287-B44E-4202-BE9C-8F5E21FF8567}" srcOrd="4" destOrd="0" presId="urn:microsoft.com/office/officeart/2016/7/layout/BasicProcessNew"/>
    <dgm:cxn modelId="{4DB5FBD7-736B-42B6-BE64-BB18452EA312}" type="presParOf" srcId="{C3055B97-909C-4885-ADD7-CA3889661270}" destId="{278DB3A2-BEDB-43C3-80DE-168791C97E06}" srcOrd="5" destOrd="0" presId="urn:microsoft.com/office/officeart/2016/7/layout/BasicProcessNew"/>
    <dgm:cxn modelId="{431F8B52-C6BE-47E4-B51A-82A14E16A6CD}" type="presParOf" srcId="{C3055B97-909C-4885-ADD7-CA3889661270}" destId="{82C89590-6486-4648-8498-186A58CE0E23}" srcOrd="6" destOrd="0" presId="urn:microsoft.com/office/officeart/2016/7/layout/BasicProcessNew"/>
    <dgm:cxn modelId="{352278C2-8E30-4CDE-A91E-1D81EC572780}" type="presParOf" srcId="{C3055B97-909C-4885-ADD7-CA3889661270}" destId="{FD540E72-854F-48E4-8EDD-E862641B9234}" srcOrd="7" destOrd="0" presId="urn:microsoft.com/office/officeart/2016/7/layout/BasicProcessNew"/>
    <dgm:cxn modelId="{E3A0E756-C44E-4793-AE93-24B82A01C866}" type="presParOf" srcId="{C3055B97-909C-4885-ADD7-CA3889661270}" destId="{02D3D982-9AC1-4E96-A74F-471A2016A21B}" srcOrd="8" destOrd="0" presId="urn:microsoft.com/office/officeart/2016/7/layout/Basic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4FE67CA-5DAC-4388-B70C-0D2D845C66E0}" type="doc">
      <dgm:prSet loTypeId="urn:microsoft.com/office/officeart/2005/8/layout/orgChart1" loCatId="hierarchy" qsTypeId="urn:microsoft.com/office/officeart/2005/8/quickstyle/simple2" qsCatId="simple" csTypeId="urn:microsoft.com/office/officeart/2005/8/colors/accent1_2" csCatId="accent1" phldr="1"/>
      <dgm:spPr/>
      <dgm:t>
        <a:bodyPr/>
        <a:lstStyle/>
        <a:p>
          <a:endParaRPr lang="en-US"/>
        </a:p>
      </dgm:t>
    </dgm:pt>
    <dgm:pt modelId="{F333FFAC-CD65-48FE-BB20-10F4A7100703}">
      <dgm:prSet/>
      <dgm:spPr/>
      <dgm:t>
        <a:bodyPr/>
        <a:lstStyle/>
        <a:p>
          <a:r>
            <a:rPr lang="en-US" dirty="0" smtClean="0">
              <a:solidFill>
                <a:schemeClr val="bg1"/>
              </a:solidFill>
              <a:latin typeface="Times New Roman" pitchFamily="18" charset="0"/>
              <a:cs typeface="Times New Roman" pitchFamily="18" charset="0"/>
            </a:rPr>
            <a:t>Theo </a:t>
          </a:r>
          <a:r>
            <a:rPr lang="en-US" dirty="0" err="1" smtClean="0">
              <a:solidFill>
                <a:schemeClr val="bg1"/>
              </a:solidFill>
              <a:latin typeface="Times New Roman" pitchFamily="18" charset="0"/>
              <a:cs typeface="Times New Roman" pitchFamily="18" charset="0"/>
            </a:rPr>
            <a:t>đặc</a:t>
          </a:r>
          <a:r>
            <a:rPr lang="en-US" dirty="0" smtClean="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điểm</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cấu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trúc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của</a:t>
          </a:r>
          <a:r>
            <a:rPr lang="en-US" dirty="0">
              <a:solidFill>
                <a:schemeClr val="bg1"/>
              </a:solidFill>
              <a:latin typeface="Times New Roman" pitchFamily="18" charset="0"/>
              <a:cs typeface="Times New Roman" pitchFamily="18" charset="0"/>
            </a:rPr>
            <a:t> </a:t>
          </a:r>
          <a:r>
            <a:rPr lang="en-US" dirty="0" smtClean="0">
              <a:solidFill>
                <a:schemeClr val="bg1"/>
              </a:solidFill>
              <a:latin typeface="Times New Roman" pitchFamily="18" charset="0"/>
              <a:cs typeface="Times New Roman" pitchFamily="18" charset="0"/>
            </a:rPr>
            <a:t>CTTP</a:t>
          </a:r>
          <a:endParaRPr lang="en-US" dirty="0">
            <a:solidFill>
              <a:schemeClr val="bg1"/>
            </a:solidFill>
            <a:latin typeface="Times New Roman" pitchFamily="18" charset="0"/>
            <a:cs typeface="Times New Roman" pitchFamily="18" charset="0"/>
          </a:endParaRPr>
        </a:p>
      </dgm:t>
    </dgm:pt>
    <dgm:pt modelId="{236064A1-8727-4B89-8BF8-D4778171CC89}" type="parTrans" cxnId="{622F8174-1A12-42AA-AA1D-2D61BFE145EB}">
      <dgm:prSet/>
      <dgm:spPr/>
      <dgm:t>
        <a:bodyPr/>
        <a:lstStyle/>
        <a:p>
          <a:endParaRPr lang="en-US"/>
        </a:p>
      </dgm:t>
    </dgm:pt>
    <dgm:pt modelId="{57B29D9C-4E13-46DB-A993-C7245A6AE774}" type="sibTrans" cxnId="{622F8174-1A12-42AA-AA1D-2D61BFE145EB}">
      <dgm:prSet/>
      <dgm:spPr/>
      <dgm:t>
        <a:bodyPr/>
        <a:lstStyle/>
        <a:p>
          <a:endParaRPr lang="en-US"/>
        </a:p>
      </dgm:t>
    </dgm:pt>
    <dgm:pt modelId="{A4D347D4-FE94-48E2-812F-0F76CE397015}">
      <dgm:prSet/>
      <dgm:spPr/>
      <dgm:t>
        <a:bodyPr/>
        <a:lstStyle/>
        <a:p>
          <a:r>
            <a:rPr lang="en-US" dirty="0">
              <a:solidFill>
                <a:schemeClr val="bg1"/>
              </a:solidFill>
              <a:latin typeface="Times New Roman" pitchFamily="18" charset="0"/>
              <a:cs typeface="Times New Roman" pitchFamily="18" charset="0"/>
            </a:rPr>
            <a:t>CTTP </a:t>
          </a:r>
          <a:r>
            <a:rPr lang="en-US" dirty="0" err="1">
              <a:solidFill>
                <a:schemeClr val="bg1"/>
              </a:solidFill>
              <a:latin typeface="Times New Roman" pitchFamily="18" charset="0"/>
              <a:cs typeface="Times New Roman" pitchFamily="18" charset="0"/>
            </a:rPr>
            <a:t>vật</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chất</a:t>
          </a:r>
          <a:endParaRPr lang="en-US" dirty="0">
            <a:solidFill>
              <a:schemeClr val="bg1"/>
            </a:solidFill>
            <a:latin typeface="Times New Roman" pitchFamily="18" charset="0"/>
            <a:cs typeface="Times New Roman" pitchFamily="18" charset="0"/>
          </a:endParaRPr>
        </a:p>
      </dgm:t>
    </dgm:pt>
    <dgm:pt modelId="{79DF03EA-3A5F-4A61-B841-C1EFFF5086F2}" type="parTrans" cxnId="{547A6D56-1293-43D6-82EF-ADF2BA49E693}">
      <dgm:prSet/>
      <dgm:spPr/>
      <dgm:t>
        <a:bodyPr/>
        <a:lstStyle/>
        <a:p>
          <a:endParaRPr lang="en-US"/>
        </a:p>
      </dgm:t>
    </dgm:pt>
    <dgm:pt modelId="{F244578C-AC24-485B-BECA-03A7453FF9E1}" type="sibTrans" cxnId="{547A6D56-1293-43D6-82EF-ADF2BA49E693}">
      <dgm:prSet/>
      <dgm:spPr/>
      <dgm:t>
        <a:bodyPr/>
        <a:lstStyle/>
        <a:p>
          <a:endParaRPr lang="en-US"/>
        </a:p>
      </dgm:t>
    </dgm:pt>
    <dgm:pt modelId="{CE98539A-E963-4441-A1CE-413DA2167B6C}">
      <dgm:prSet/>
      <dgm:spPr/>
      <dgm:t>
        <a:bodyPr/>
        <a:lstStyle/>
        <a:p>
          <a:r>
            <a:rPr lang="en-US" dirty="0">
              <a:solidFill>
                <a:schemeClr val="bg1"/>
              </a:solidFill>
              <a:latin typeface="Times New Roman" pitchFamily="18" charset="0"/>
              <a:cs typeface="Times New Roman" pitchFamily="18" charset="0"/>
            </a:rPr>
            <a:t>CTTP </a:t>
          </a:r>
          <a:r>
            <a:rPr lang="en-US" dirty="0" err="1">
              <a:solidFill>
                <a:schemeClr val="bg1"/>
              </a:solidFill>
              <a:latin typeface="Times New Roman" pitchFamily="18" charset="0"/>
              <a:cs typeface="Times New Roman" pitchFamily="18" charset="0"/>
            </a:rPr>
            <a:t>hình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thức</a:t>
          </a:r>
          <a:endParaRPr lang="en-US" dirty="0">
            <a:solidFill>
              <a:schemeClr val="bg1"/>
            </a:solidFill>
            <a:latin typeface="Times New Roman" pitchFamily="18" charset="0"/>
            <a:cs typeface="Times New Roman" pitchFamily="18" charset="0"/>
          </a:endParaRPr>
        </a:p>
      </dgm:t>
    </dgm:pt>
    <dgm:pt modelId="{B827AA49-3911-4B52-B2CF-1F8BE1A6087D}" type="parTrans" cxnId="{443F44DB-DCCD-44F2-B8B6-5A10A05143C0}">
      <dgm:prSet/>
      <dgm:spPr/>
      <dgm:t>
        <a:bodyPr/>
        <a:lstStyle/>
        <a:p>
          <a:endParaRPr lang="en-US"/>
        </a:p>
      </dgm:t>
    </dgm:pt>
    <dgm:pt modelId="{20C03286-F57B-4C65-B196-2D700BEBF6E3}" type="sibTrans" cxnId="{443F44DB-DCCD-44F2-B8B6-5A10A05143C0}">
      <dgm:prSet/>
      <dgm:spPr/>
      <dgm:t>
        <a:bodyPr/>
        <a:lstStyle/>
        <a:p>
          <a:endParaRPr lang="en-US"/>
        </a:p>
      </dgm:t>
    </dgm:pt>
    <dgm:pt modelId="{53029615-4BCE-4393-B49E-65CB2360B608}">
      <dgm:prSet/>
      <dgm:spPr/>
      <dgm:t>
        <a:bodyPr/>
        <a:lstStyle/>
        <a:p>
          <a:r>
            <a:rPr lang="en-US" dirty="0">
              <a:solidFill>
                <a:schemeClr val="bg1"/>
              </a:solidFill>
              <a:latin typeface="Times New Roman" pitchFamily="18" charset="0"/>
              <a:cs typeface="Times New Roman" pitchFamily="18" charset="0"/>
            </a:rPr>
            <a:t>CTTP </a:t>
          </a:r>
          <a:r>
            <a:rPr lang="en-US" dirty="0" err="1">
              <a:solidFill>
                <a:schemeClr val="bg1"/>
              </a:solidFill>
              <a:latin typeface="Times New Roman" pitchFamily="18" charset="0"/>
              <a:cs typeface="Times New Roman" pitchFamily="18" charset="0"/>
            </a:rPr>
            <a:t>cắt</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xén</a:t>
          </a:r>
          <a:endParaRPr lang="en-US" dirty="0">
            <a:solidFill>
              <a:schemeClr val="bg1"/>
            </a:solidFill>
            <a:latin typeface="Times New Roman" pitchFamily="18" charset="0"/>
            <a:cs typeface="Times New Roman" pitchFamily="18" charset="0"/>
          </a:endParaRPr>
        </a:p>
      </dgm:t>
    </dgm:pt>
    <dgm:pt modelId="{71E9C866-766A-42D1-8240-1E4CE2634026}" type="parTrans" cxnId="{F3026CF4-57CD-4C34-A311-DCF14A304321}">
      <dgm:prSet/>
      <dgm:spPr/>
      <dgm:t>
        <a:bodyPr/>
        <a:lstStyle/>
        <a:p>
          <a:endParaRPr lang="en-US"/>
        </a:p>
      </dgm:t>
    </dgm:pt>
    <dgm:pt modelId="{C2C53AFD-2829-4DA8-A09A-82067D806E24}" type="sibTrans" cxnId="{F3026CF4-57CD-4C34-A311-DCF14A304321}">
      <dgm:prSet/>
      <dgm:spPr/>
      <dgm:t>
        <a:bodyPr/>
        <a:lstStyle/>
        <a:p>
          <a:endParaRPr lang="en-US"/>
        </a:p>
      </dgm:t>
    </dgm:pt>
    <dgm:pt modelId="{C08ED268-EA83-4AE2-B558-866B00B97AAD}" type="pres">
      <dgm:prSet presAssocID="{E4FE67CA-5DAC-4388-B70C-0D2D845C66E0}" presName="hierChild1" presStyleCnt="0">
        <dgm:presLayoutVars>
          <dgm:orgChart val="1"/>
          <dgm:chPref val="1"/>
          <dgm:dir/>
          <dgm:animOne val="branch"/>
          <dgm:animLvl val="lvl"/>
          <dgm:resizeHandles/>
        </dgm:presLayoutVars>
      </dgm:prSet>
      <dgm:spPr/>
      <dgm:t>
        <a:bodyPr/>
        <a:lstStyle/>
        <a:p>
          <a:endParaRPr lang="en-US"/>
        </a:p>
      </dgm:t>
    </dgm:pt>
    <dgm:pt modelId="{7A8170FF-2D6A-414F-8DCF-274D87BCA646}" type="pres">
      <dgm:prSet presAssocID="{F333FFAC-CD65-48FE-BB20-10F4A7100703}" presName="hierRoot1" presStyleCnt="0">
        <dgm:presLayoutVars>
          <dgm:hierBranch val="init"/>
        </dgm:presLayoutVars>
      </dgm:prSet>
      <dgm:spPr/>
    </dgm:pt>
    <dgm:pt modelId="{41C7E95A-B07B-4D79-B26F-6FFB367BD426}" type="pres">
      <dgm:prSet presAssocID="{F333FFAC-CD65-48FE-BB20-10F4A7100703}" presName="rootComposite1" presStyleCnt="0"/>
      <dgm:spPr/>
    </dgm:pt>
    <dgm:pt modelId="{6398CBFF-DE6C-49B6-8561-41067891A691}" type="pres">
      <dgm:prSet presAssocID="{F333FFAC-CD65-48FE-BB20-10F4A7100703}" presName="rootText1" presStyleLbl="node0" presStyleIdx="0" presStyleCnt="1">
        <dgm:presLayoutVars>
          <dgm:chPref val="3"/>
        </dgm:presLayoutVars>
      </dgm:prSet>
      <dgm:spPr/>
      <dgm:t>
        <a:bodyPr/>
        <a:lstStyle/>
        <a:p>
          <a:endParaRPr lang="en-US"/>
        </a:p>
      </dgm:t>
    </dgm:pt>
    <dgm:pt modelId="{8F0D1C9B-FAF0-4C0E-B1B5-CAFA5D62212C}" type="pres">
      <dgm:prSet presAssocID="{F333FFAC-CD65-48FE-BB20-10F4A7100703}" presName="rootConnector1" presStyleLbl="node1" presStyleIdx="0" presStyleCnt="0"/>
      <dgm:spPr/>
      <dgm:t>
        <a:bodyPr/>
        <a:lstStyle/>
        <a:p>
          <a:endParaRPr lang="en-US"/>
        </a:p>
      </dgm:t>
    </dgm:pt>
    <dgm:pt modelId="{BED1FE0F-8253-410F-A6C4-1545FE82B312}" type="pres">
      <dgm:prSet presAssocID="{F333FFAC-CD65-48FE-BB20-10F4A7100703}" presName="hierChild2" presStyleCnt="0"/>
      <dgm:spPr/>
    </dgm:pt>
    <dgm:pt modelId="{489421F8-1182-466A-B215-E741E2BF6CAD}" type="pres">
      <dgm:prSet presAssocID="{79DF03EA-3A5F-4A61-B841-C1EFFF5086F2}" presName="Name37" presStyleLbl="parChTrans1D2" presStyleIdx="0" presStyleCnt="3"/>
      <dgm:spPr/>
      <dgm:t>
        <a:bodyPr/>
        <a:lstStyle/>
        <a:p>
          <a:endParaRPr lang="en-US"/>
        </a:p>
      </dgm:t>
    </dgm:pt>
    <dgm:pt modelId="{8E0BA02A-F9CB-4412-A8B7-9C6BFD1185FE}" type="pres">
      <dgm:prSet presAssocID="{A4D347D4-FE94-48E2-812F-0F76CE397015}" presName="hierRoot2" presStyleCnt="0">
        <dgm:presLayoutVars>
          <dgm:hierBranch val="init"/>
        </dgm:presLayoutVars>
      </dgm:prSet>
      <dgm:spPr/>
    </dgm:pt>
    <dgm:pt modelId="{5E307247-8AEB-4A7B-A464-91B821389A5F}" type="pres">
      <dgm:prSet presAssocID="{A4D347D4-FE94-48E2-812F-0F76CE397015}" presName="rootComposite" presStyleCnt="0"/>
      <dgm:spPr/>
    </dgm:pt>
    <dgm:pt modelId="{0DE7E53E-D8D8-4902-8DF0-C82449797CBB}" type="pres">
      <dgm:prSet presAssocID="{A4D347D4-FE94-48E2-812F-0F76CE397015}" presName="rootText" presStyleLbl="node2" presStyleIdx="0" presStyleCnt="3">
        <dgm:presLayoutVars>
          <dgm:chPref val="3"/>
        </dgm:presLayoutVars>
      </dgm:prSet>
      <dgm:spPr/>
      <dgm:t>
        <a:bodyPr/>
        <a:lstStyle/>
        <a:p>
          <a:endParaRPr lang="en-US"/>
        </a:p>
      </dgm:t>
    </dgm:pt>
    <dgm:pt modelId="{63F82A48-A162-4BC6-8963-99B311BB1A67}" type="pres">
      <dgm:prSet presAssocID="{A4D347D4-FE94-48E2-812F-0F76CE397015}" presName="rootConnector" presStyleLbl="node2" presStyleIdx="0" presStyleCnt="3"/>
      <dgm:spPr/>
      <dgm:t>
        <a:bodyPr/>
        <a:lstStyle/>
        <a:p>
          <a:endParaRPr lang="en-US"/>
        </a:p>
      </dgm:t>
    </dgm:pt>
    <dgm:pt modelId="{842FF01B-7A91-42C8-9308-77B43E4FA6FB}" type="pres">
      <dgm:prSet presAssocID="{A4D347D4-FE94-48E2-812F-0F76CE397015}" presName="hierChild4" presStyleCnt="0"/>
      <dgm:spPr/>
    </dgm:pt>
    <dgm:pt modelId="{12E3B301-DB0C-47F9-82D5-8D0092CA925F}" type="pres">
      <dgm:prSet presAssocID="{A4D347D4-FE94-48E2-812F-0F76CE397015}" presName="hierChild5" presStyleCnt="0"/>
      <dgm:spPr/>
    </dgm:pt>
    <dgm:pt modelId="{D80EE970-2626-45F8-8772-5F0CD2B40264}" type="pres">
      <dgm:prSet presAssocID="{B827AA49-3911-4B52-B2CF-1F8BE1A6087D}" presName="Name37" presStyleLbl="parChTrans1D2" presStyleIdx="1" presStyleCnt="3"/>
      <dgm:spPr/>
      <dgm:t>
        <a:bodyPr/>
        <a:lstStyle/>
        <a:p>
          <a:endParaRPr lang="en-US"/>
        </a:p>
      </dgm:t>
    </dgm:pt>
    <dgm:pt modelId="{4FE33CEC-6088-4631-9313-F74E7D8679C0}" type="pres">
      <dgm:prSet presAssocID="{CE98539A-E963-4441-A1CE-413DA2167B6C}" presName="hierRoot2" presStyleCnt="0">
        <dgm:presLayoutVars>
          <dgm:hierBranch val="init"/>
        </dgm:presLayoutVars>
      </dgm:prSet>
      <dgm:spPr/>
    </dgm:pt>
    <dgm:pt modelId="{594733A4-7F72-4566-810C-7430ACE684EC}" type="pres">
      <dgm:prSet presAssocID="{CE98539A-E963-4441-A1CE-413DA2167B6C}" presName="rootComposite" presStyleCnt="0"/>
      <dgm:spPr/>
    </dgm:pt>
    <dgm:pt modelId="{5F9FAABB-E401-4A34-A02B-50DDC886901C}" type="pres">
      <dgm:prSet presAssocID="{CE98539A-E963-4441-A1CE-413DA2167B6C}" presName="rootText" presStyleLbl="node2" presStyleIdx="1" presStyleCnt="3">
        <dgm:presLayoutVars>
          <dgm:chPref val="3"/>
        </dgm:presLayoutVars>
      </dgm:prSet>
      <dgm:spPr/>
      <dgm:t>
        <a:bodyPr/>
        <a:lstStyle/>
        <a:p>
          <a:endParaRPr lang="en-US"/>
        </a:p>
      </dgm:t>
    </dgm:pt>
    <dgm:pt modelId="{730CA3CD-E569-425B-A90F-3B0D1FFA40DB}" type="pres">
      <dgm:prSet presAssocID="{CE98539A-E963-4441-A1CE-413DA2167B6C}" presName="rootConnector" presStyleLbl="node2" presStyleIdx="1" presStyleCnt="3"/>
      <dgm:spPr/>
      <dgm:t>
        <a:bodyPr/>
        <a:lstStyle/>
        <a:p>
          <a:endParaRPr lang="en-US"/>
        </a:p>
      </dgm:t>
    </dgm:pt>
    <dgm:pt modelId="{F8D0D94C-1893-44F1-AE08-EE020DD2D6DD}" type="pres">
      <dgm:prSet presAssocID="{CE98539A-E963-4441-A1CE-413DA2167B6C}" presName="hierChild4" presStyleCnt="0"/>
      <dgm:spPr/>
    </dgm:pt>
    <dgm:pt modelId="{5A64B2E1-11FB-4C11-BCC1-0C019A6AC4EA}" type="pres">
      <dgm:prSet presAssocID="{CE98539A-E963-4441-A1CE-413DA2167B6C}" presName="hierChild5" presStyleCnt="0"/>
      <dgm:spPr/>
    </dgm:pt>
    <dgm:pt modelId="{3940FAFD-8E16-403D-8387-D7E147BDE704}" type="pres">
      <dgm:prSet presAssocID="{71E9C866-766A-42D1-8240-1E4CE2634026}" presName="Name37" presStyleLbl="parChTrans1D2" presStyleIdx="2" presStyleCnt="3"/>
      <dgm:spPr/>
      <dgm:t>
        <a:bodyPr/>
        <a:lstStyle/>
        <a:p>
          <a:endParaRPr lang="en-US"/>
        </a:p>
      </dgm:t>
    </dgm:pt>
    <dgm:pt modelId="{3226A0F2-54B1-424B-90C2-126FB683E32D}" type="pres">
      <dgm:prSet presAssocID="{53029615-4BCE-4393-B49E-65CB2360B608}" presName="hierRoot2" presStyleCnt="0">
        <dgm:presLayoutVars>
          <dgm:hierBranch val="init"/>
        </dgm:presLayoutVars>
      </dgm:prSet>
      <dgm:spPr/>
    </dgm:pt>
    <dgm:pt modelId="{BEF41867-FF31-4738-A746-8E36951B2B8A}" type="pres">
      <dgm:prSet presAssocID="{53029615-4BCE-4393-B49E-65CB2360B608}" presName="rootComposite" presStyleCnt="0"/>
      <dgm:spPr/>
    </dgm:pt>
    <dgm:pt modelId="{FE8B6194-123B-4611-972C-18C4C7EEDD6A}" type="pres">
      <dgm:prSet presAssocID="{53029615-4BCE-4393-B49E-65CB2360B608}" presName="rootText" presStyleLbl="node2" presStyleIdx="2" presStyleCnt="3">
        <dgm:presLayoutVars>
          <dgm:chPref val="3"/>
        </dgm:presLayoutVars>
      </dgm:prSet>
      <dgm:spPr/>
      <dgm:t>
        <a:bodyPr/>
        <a:lstStyle/>
        <a:p>
          <a:endParaRPr lang="en-US"/>
        </a:p>
      </dgm:t>
    </dgm:pt>
    <dgm:pt modelId="{97EEB30F-7EE7-4C43-9DEF-FE4240272F68}" type="pres">
      <dgm:prSet presAssocID="{53029615-4BCE-4393-B49E-65CB2360B608}" presName="rootConnector" presStyleLbl="node2" presStyleIdx="2" presStyleCnt="3"/>
      <dgm:spPr/>
      <dgm:t>
        <a:bodyPr/>
        <a:lstStyle/>
        <a:p>
          <a:endParaRPr lang="en-US"/>
        </a:p>
      </dgm:t>
    </dgm:pt>
    <dgm:pt modelId="{31648406-F2F5-41C7-9665-7EC70B789973}" type="pres">
      <dgm:prSet presAssocID="{53029615-4BCE-4393-B49E-65CB2360B608}" presName="hierChild4" presStyleCnt="0"/>
      <dgm:spPr/>
    </dgm:pt>
    <dgm:pt modelId="{3DB00506-D64C-485D-9A97-EAA0ABB5A996}" type="pres">
      <dgm:prSet presAssocID="{53029615-4BCE-4393-B49E-65CB2360B608}" presName="hierChild5" presStyleCnt="0"/>
      <dgm:spPr/>
    </dgm:pt>
    <dgm:pt modelId="{B4DCD16F-9DD8-44B6-9AAE-A61B7C5070F4}" type="pres">
      <dgm:prSet presAssocID="{F333FFAC-CD65-48FE-BB20-10F4A7100703}" presName="hierChild3" presStyleCnt="0"/>
      <dgm:spPr/>
    </dgm:pt>
  </dgm:ptLst>
  <dgm:cxnLst>
    <dgm:cxn modelId="{F7A26E57-6A91-469E-91A7-6285906F1511}" type="presOf" srcId="{71E9C866-766A-42D1-8240-1E4CE2634026}" destId="{3940FAFD-8E16-403D-8387-D7E147BDE704}" srcOrd="0" destOrd="0" presId="urn:microsoft.com/office/officeart/2005/8/layout/orgChart1"/>
    <dgm:cxn modelId="{443F44DB-DCCD-44F2-B8B6-5A10A05143C0}" srcId="{F333FFAC-CD65-48FE-BB20-10F4A7100703}" destId="{CE98539A-E963-4441-A1CE-413DA2167B6C}" srcOrd="1" destOrd="0" parTransId="{B827AA49-3911-4B52-B2CF-1F8BE1A6087D}" sibTransId="{20C03286-F57B-4C65-B196-2D700BEBF6E3}"/>
    <dgm:cxn modelId="{FAFBBA00-3AE4-4768-B239-1ECDF7E17312}" type="presOf" srcId="{F333FFAC-CD65-48FE-BB20-10F4A7100703}" destId="{8F0D1C9B-FAF0-4C0E-B1B5-CAFA5D62212C}" srcOrd="1" destOrd="0" presId="urn:microsoft.com/office/officeart/2005/8/layout/orgChart1"/>
    <dgm:cxn modelId="{08CADF91-7A70-4E20-96F7-94431165E831}" type="presOf" srcId="{E4FE67CA-5DAC-4388-B70C-0D2D845C66E0}" destId="{C08ED268-EA83-4AE2-B558-866B00B97AAD}" srcOrd="0" destOrd="0" presId="urn:microsoft.com/office/officeart/2005/8/layout/orgChart1"/>
    <dgm:cxn modelId="{90D1613C-D2DF-4F6E-A581-8E4E76174412}" type="presOf" srcId="{53029615-4BCE-4393-B49E-65CB2360B608}" destId="{97EEB30F-7EE7-4C43-9DEF-FE4240272F68}" srcOrd="1" destOrd="0" presId="urn:microsoft.com/office/officeart/2005/8/layout/orgChart1"/>
    <dgm:cxn modelId="{5BBEED79-61C7-4FAD-B464-10BCC31CE482}" type="presOf" srcId="{B827AA49-3911-4B52-B2CF-1F8BE1A6087D}" destId="{D80EE970-2626-45F8-8772-5F0CD2B40264}" srcOrd="0" destOrd="0" presId="urn:microsoft.com/office/officeart/2005/8/layout/orgChart1"/>
    <dgm:cxn modelId="{0AD68117-EA76-4DC6-860E-0EBD392D935B}" type="presOf" srcId="{A4D347D4-FE94-48E2-812F-0F76CE397015}" destId="{63F82A48-A162-4BC6-8963-99B311BB1A67}" srcOrd="1" destOrd="0" presId="urn:microsoft.com/office/officeart/2005/8/layout/orgChart1"/>
    <dgm:cxn modelId="{24FF775B-FE04-418C-9ECA-87A81DCBDDF0}" type="presOf" srcId="{A4D347D4-FE94-48E2-812F-0F76CE397015}" destId="{0DE7E53E-D8D8-4902-8DF0-C82449797CBB}" srcOrd="0" destOrd="0" presId="urn:microsoft.com/office/officeart/2005/8/layout/orgChart1"/>
    <dgm:cxn modelId="{F3026CF4-57CD-4C34-A311-DCF14A304321}" srcId="{F333FFAC-CD65-48FE-BB20-10F4A7100703}" destId="{53029615-4BCE-4393-B49E-65CB2360B608}" srcOrd="2" destOrd="0" parTransId="{71E9C866-766A-42D1-8240-1E4CE2634026}" sibTransId="{C2C53AFD-2829-4DA8-A09A-82067D806E24}"/>
    <dgm:cxn modelId="{547A6D56-1293-43D6-82EF-ADF2BA49E693}" srcId="{F333FFAC-CD65-48FE-BB20-10F4A7100703}" destId="{A4D347D4-FE94-48E2-812F-0F76CE397015}" srcOrd="0" destOrd="0" parTransId="{79DF03EA-3A5F-4A61-B841-C1EFFF5086F2}" sibTransId="{F244578C-AC24-485B-BECA-03A7453FF9E1}"/>
    <dgm:cxn modelId="{C7C26741-605C-461F-9B74-35578783D8D2}" type="presOf" srcId="{53029615-4BCE-4393-B49E-65CB2360B608}" destId="{FE8B6194-123B-4611-972C-18C4C7EEDD6A}" srcOrd="0" destOrd="0" presId="urn:microsoft.com/office/officeart/2005/8/layout/orgChart1"/>
    <dgm:cxn modelId="{622F8174-1A12-42AA-AA1D-2D61BFE145EB}" srcId="{E4FE67CA-5DAC-4388-B70C-0D2D845C66E0}" destId="{F333FFAC-CD65-48FE-BB20-10F4A7100703}" srcOrd="0" destOrd="0" parTransId="{236064A1-8727-4B89-8BF8-D4778171CC89}" sibTransId="{57B29D9C-4E13-46DB-A993-C7245A6AE774}"/>
    <dgm:cxn modelId="{5B787D3E-EA77-4D6B-9D84-93E3CA14C74D}" type="presOf" srcId="{CE98539A-E963-4441-A1CE-413DA2167B6C}" destId="{730CA3CD-E569-425B-A90F-3B0D1FFA40DB}" srcOrd="1" destOrd="0" presId="urn:microsoft.com/office/officeart/2005/8/layout/orgChart1"/>
    <dgm:cxn modelId="{5732538D-922D-4895-95CA-67F6A680451E}" type="presOf" srcId="{F333FFAC-CD65-48FE-BB20-10F4A7100703}" destId="{6398CBFF-DE6C-49B6-8561-41067891A691}" srcOrd="0" destOrd="0" presId="urn:microsoft.com/office/officeart/2005/8/layout/orgChart1"/>
    <dgm:cxn modelId="{E8E81E26-9A52-43E6-9FDA-51FD9B6C31BF}" type="presOf" srcId="{CE98539A-E963-4441-A1CE-413DA2167B6C}" destId="{5F9FAABB-E401-4A34-A02B-50DDC886901C}" srcOrd="0" destOrd="0" presId="urn:microsoft.com/office/officeart/2005/8/layout/orgChart1"/>
    <dgm:cxn modelId="{9296D050-FF58-4A04-BF3D-D95A46CC9353}" type="presOf" srcId="{79DF03EA-3A5F-4A61-B841-C1EFFF5086F2}" destId="{489421F8-1182-466A-B215-E741E2BF6CAD}" srcOrd="0" destOrd="0" presId="urn:microsoft.com/office/officeart/2005/8/layout/orgChart1"/>
    <dgm:cxn modelId="{8F62A053-FC41-46DA-AFE5-27BAB1F08E55}" type="presParOf" srcId="{C08ED268-EA83-4AE2-B558-866B00B97AAD}" destId="{7A8170FF-2D6A-414F-8DCF-274D87BCA646}" srcOrd="0" destOrd="0" presId="urn:microsoft.com/office/officeart/2005/8/layout/orgChart1"/>
    <dgm:cxn modelId="{872D1A5A-5652-45ED-BE4F-9CC95364CCD4}" type="presParOf" srcId="{7A8170FF-2D6A-414F-8DCF-274D87BCA646}" destId="{41C7E95A-B07B-4D79-B26F-6FFB367BD426}" srcOrd="0" destOrd="0" presId="urn:microsoft.com/office/officeart/2005/8/layout/orgChart1"/>
    <dgm:cxn modelId="{4AD8D58C-B432-447F-84A1-253BE7E758B6}" type="presParOf" srcId="{41C7E95A-B07B-4D79-B26F-6FFB367BD426}" destId="{6398CBFF-DE6C-49B6-8561-41067891A691}" srcOrd="0" destOrd="0" presId="urn:microsoft.com/office/officeart/2005/8/layout/orgChart1"/>
    <dgm:cxn modelId="{9C06E825-6F6E-4648-830C-33FB64E12112}" type="presParOf" srcId="{41C7E95A-B07B-4D79-B26F-6FFB367BD426}" destId="{8F0D1C9B-FAF0-4C0E-B1B5-CAFA5D62212C}" srcOrd="1" destOrd="0" presId="urn:microsoft.com/office/officeart/2005/8/layout/orgChart1"/>
    <dgm:cxn modelId="{8800217B-03C6-49B4-96C6-FE5343D09EE0}" type="presParOf" srcId="{7A8170FF-2D6A-414F-8DCF-274D87BCA646}" destId="{BED1FE0F-8253-410F-A6C4-1545FE82B312}" srcOrd="1" destOrd="0" presId="urn:microsoft.com/office/officeart/2005/8/layout/orgChart1"/>
    <dgm:cxn modelId="{CF006CE4-381B-416C-A7F7-C5B73DDE4595}" type="presParOf" srcId="{BED1FE0F-8253-410F-A6C4-1545FE82B312}" destId="{489421F8-1182-466A-B215-E741E2BF6CAD}" srcOrd="0" destOrd="0" presId="urn:microsoft.com/office/officeart/2005/8/layout/orgChart1"/>
    <dgm:cxn modelId="{F451F33B-370F-4FC6-AD44-48B6EE0F9DA8}" type="presParOf" srcId="{BED1FE0F-8253-410F-A6C4-1545FE82B312}" destId="{8E0BA02A-F9CB-4412-A8B7-9C6BFD1185FE}" srcOrd="1" destOrd="0" presId="urn:microsoft.com/office/officeart/2005/8/layout/orgChart1"/>
    <dgm:cxn modelId="{BF1E47D1-23F3-44D4-A774-16AB09FA0CA7}" type="presParOf" srcId="{8E0BA02A-F9CB-4412-A8B7-9C6BFD1185FE}" destId="{5E307247-8AEB-4A7B-A464-91B821389A5F}" srcOrd="0" destOrd="0" presId="urn:microsoft.com/office/officeart/2005/8/layout/orgChart1"/>
    <dgm:cxn modelId="{40EF77FC-9188-4D22-9B1C-F4EE1C3549A3}" type="presParOf" srcId="{5E307247-8AEB-4A7B-A464-91B821389A5F}" destId="{0DE7E53E-D8D8-4902-8DF0-C82449797CBB}" srcOrd="0" destOrd="0" presId="urn:microsoft.com/office/officeart/2005/8/layout/orgChart1"/>
    <dgm:cxn modelId="{115BDE7E-6B25-49BE-AD0F-E87413027FC9}" type="presParOf" srcId="{5E307247-8AEB-4A7B-A464-91B821389A5F}" destId="{63F82A48-A162-4BC6-8963-99B311BB1A67}" srcOrd="1" destOrd="0" presId="urn:microsoft.com/office/officeart/2005/8/layout/orgChart1"/>
    <dgm:cxn modelId="{146D8E4D-EA73-4BDD-9072-2CF702C2B535}" type="presParOf" srcId="{8E0BA02A-F9CB-4412-A8B7-9C6BFD1185FE}" destId="{842FF01B-7A91-42C8-9308-77B43E4FA6FB}" srcOrd="1" destOrd="0" presId="urn:microsoft.com/office/officeart/2005/8/layout/orgChart1"/>
    <dgm:cxn modelId="{13D69318-1039-415C-8876-05C30A5542BF}" type="presParOf" srcId="{8E0BA02A-F9CB-4412-A8B7-9C6BFD1185FE}" destId="{12E3B301-DB0C-47F9-82D5-8D0092CA925F}" srcOrd="2" destOrd="0" presId="urn:microsoft.com/office/officeart/2005/8/layout/orgChart1"/>
    <dgm:cxn modelId="{9B3D59C8-7021-4FC3-9145-69B133E54A04}" type="presParOf" srcId="{BED1FE0F-8253-410F-A6C4-1545FE82B312}" destId="{D80EE970-2626-45F8-8772-5F0CD2B40264}" srcOrd="2" destOrd="0" presId="urn:microsoft.com/office/officeart/2005/8/layout/orgChart1"/>
    <dgm:cxn modelId="{E3467F8F-B470-4905-8DEC-7C69DD71824A}" type="presParOf" srcId="{BED1FE0F-8253-410F-A6C4-1545FE82B312}" destId="{4FE33CEC-6088-4631-9313-F74E7D8679C0}" srcOrd="3" destOrd="0" presId="urn:microsoft.com/office/officeart/2005/8/layout/orgChart1"/>
    <dgm:cxn modelId="{72B09F7C-C5F7-4DF8-9FDF-9A9FFEAE0C90}" type="presParOf" srcId="{4FE33CEC-6088-4631-9313-F74E7D8679C0}" destId="{594733A4-7F72-4566-810C-7430ACE684EC}" srcOrd="0" destOrd="0" presId="urn:microsoft.com/office/officeart/2005/8/layout/orgChart1"/>
    <dgm:cxn modelId="{2802817F-045C-4B54-BB30-81B6EED04917}" type="presParOf" srcId="{594733A4-7F72-4566-810C-7430ACE684EC}" destId="{5F9FAABB-E401-4A34-A02B-50DDC886901C}" srcOrd="0" destOrd="0" presId="urn:microsoft.com/office/officeart/2005/8/layout/orgChart1"/>
    <dgm:cxn modelId="{77EDE9AD-C755-4F90-8217-CFFE7A047692}" type="presParOf" srcId="{594733A4-7F72-4566-810C-7430ACE684EC}" destId="{730CA3CD-E569-425B-A90F-3B0D1FFA40DB}" srcOrd="1" destOrd="0" presId="urn:microsoft.com/office/officeart/2005/8/layout/orgChart1"/>
    <dgm:cxn modelId="{8C43AD08-632A-4575-9660-8E840D076FC2}" type="presParOf" srcId="{4FE33CEC-6088-4631-9313-F74E7D8679C0}" destId="{F8D0D94C-1893-44F1-AE08-EE020DD2D6DD}" srcOrd="1" destOrd="0" presId="urn:microsoft.com/office/officeart/2005/8/layout/orgChart1"/>
    <dgm:cxn modelId="{81DBCC1A-B578-4F3A-8EF1-4D43EFE401F8}" type="presParOf" srcId="{4FE33CEC-6088-4631-9313-F74E7D8679C0}" destId="{5A64B2E1-11FB-4C11-BCC1-0C019A6AC4EA}" srcOrd="2" destOrd="0" presId="urn:microsoft.com/office/officeart/2005/8/layout/orgChart1"/>
    <dgm:cxn modelId="{3DBEB186-DB11-465E-B3B8-C4782ADF60E7}" type="presParOf" srcId="{BED1FE0F-8253-410F-A6C4-1545FE82B312}" destId="{3940FAFD-8E16-403D-8387-D7E147BDE704}" srcOrd="4" destOrd="0" presId="urn:microsoft.com/office/officeart/2005/8/layout/orgChart1"/>
    <dgm:cxn modelId="{6BF5D032-6314-47A9-8AA7-FD2B3DA78D22}" type="presParOf" srcId="{BED1FE0F-8253-410F-A6C4-1545FE82B312}" destId="{3226A0F2-54B1-424B-90C2-126FB683E32D}" srcOrd="5" destOrd="0" presId="urn:microsoft.com/office/officeart/2005/8/layout/orgChart1"/>
    <dgm:cxn modelId="{976569A0-7363-40B2-8CEA-38CDBD61386E}" type="presParOf" srcId="{3226A0F2-54B1-424B-90C2-126FB683E32D}" destId="{BEF41867-FF31-4738-A746-8E36951B2B8A}" srcOrd="0" destOrd="0" presId="urn:microsoft.com/office/officeart/2005/8/layout/orgChart1"/>
    <dgm:cxn modelId="{666E4FB3-97EF-43F4-92A6-D84A3A8D4F61}" type="presParOf" srcId="{BEF41867-FF31-4738-A746-8E36951B2B8A}" destId="{FE8B6194-123B-4611-972C-18C4C7EEDD6A}" srcOrd="0" destOrd="0" presId="urn:microsoft.com/office/officeart/2005/8/layout/orgChart1"/>
    <dgm:cxn modelId="{6F58003A-0348-4B80-AE90-61BFA58CCA88}" type="presParOf" srcId="{BEF41867-FF31-4738-A746-8E36951B2B8A}" destId="{97EEB30F-7EE7-4C43-9DEF-FE4240272F68}" srcOrd="1" destOrd="0" presId="urn:microsoft.com/office/officeart/2005/8/layout/orgChart1"/>
    <dgm:cxn modelId="{3EF2AFAA-E5B9-4B87-A2B2-08044823D4FF}" type="presParOf" srcId="{3226A0F2-54B1-424B-90C2-126FB683E32D}" destId="{31648406-F2F5-41C7-9665-7EC70B789973}" srcOrd="1" destOrd="0" presId="urn:microsoft.com/office/officeart/2005/8/layout/orgChart1"/>
    <dgm:cxn modelId="{E344D21B-A90B-470C-9FB2-875A121CF303}" type="presParOf" srcId="{3226A0F2-54B1-424B-90C2-126FB683E32D}" destId="{3DB00506-D64C-485D-9A97-EAA0ABB5A996}" srcOrd="2" destOrd="0" presId="urn:microsoft.com/office/officeart/2005/8/layout/orgChart1"/>
    <dgm:cxn modelId="{A4C64BBA-EEC9-4572-8877-4F9C5FD78386}" type="presParOf" srcId="{7A8170FF-2D6A-414F-8DCF-274D87BCA646}" destId="{B4DCD16F-9DD8-44B6-9AAE-A61B7C5070F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8687D0-B56E-4A55-9643-EDD781791F07}" type="doc">
      <dgm:prSet loTypeId="urn:microsoft.com/office/officeart/2005/8/layout/process1" loCatId="process" qsTypeId="urn:microsoft.com/office/officeart/2005/8/quickstyle/simple3" qsCatId="simple" csTypeId="urn:microsoft.com/office/officeart/2005/8/colors/colorful1" csCatId="colorful" phldr="1"/>
      <dgm:spPr/>
      <dgm:t>
        <a:bodyPr/>
        <a:lstStyle/>
        <a:p>
          <a:endParaRPr lang="en-US"/>
        </a:p>
      </dgm:t>
    </dgm:pt>
    <dgm:pt modelId="{A429C616-645E-4205-9C17-EEF2275B84F9}">
      <dgm:prSet/>
      <dgm:spPr/>
      <dgm:t>
        <a:bodyPr/>
        <a:lstStyle/>
        <a:p>
          <a:pPr algn="just"/>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giữa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hậu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dựa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cứ</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a:t>
          </a:r>
        </a:p>
      </dgm:t>
    </dgm:pt>
    <dgm:pt modelId="{DD0A4A15-D19F-400B-A333-0244704BA614}" type="parTrans" cxnId="{F572203A-E43D-41DB-8DC6-DF082805CB44}">
      <dgm:prSet/>
      <dgm:spPr/>
      <dgm:t>
        <a:bodyPr/>
        <a:lstStyle/>
        <a:p>
          <a:endParaRPr lang="en-US"/>
        </a:p>
      </dgm:t>
    </dgm:pt>
    <dgm:pt modelId="{0B1307B9-F3ED-4407-B3D2-A00FD26D2634}" type="sibTrans" cxnId="{F572203A-E43D-41DB-8DC6-DF082805CB44}">
      <dgm:prSet/>
      <dgm:spPr/>
      <dgm:t>
        <a:bodyPr/>
        <a:lstStyle/>
        <a:p>
          <a:endParaRPr lang="en-US"/>
        </a:p>
      </dgm:t>
    </dgm:pt>
    <dgm:pt modelId="{0A8F44B6-8B0C-4937-AFE6-888358DF1A63}">
      <dgm:prSet/>
      <dgm:spPr/>
      <dgm:t>
        <a:bodyPr/>
        <a:lstStyle/>
        <a:p>
          <a:pPr algn="just"/>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xảy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hậu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mặt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gian</a:t>
          </a:r>
          <a:r>
            <a:rPr lang="en-US" dirty="0">
              <a:latin typeface="Times New Roman" pitchFamily="18" charset="0"/>
              <a:cs typeface="Times New Roman" pitchFamily="18" charset="0"/>
            </a:rPr>
            <a:t>.</a:t>
          </a:r>
        </a:p>
      </dgm:t>
    </dgm:pt>
    <dgm:pt modelId="{36E74AEA-ADC0-4B21-A11C-A8FD33FDF303}" type="parTrans" cxnId="{3C76F279-5559-49C7-A151-439EB9D42CB8}">
      <dgm:prSet/>
      <dgm:spPr/>
      <dgm:t>
        <a:bodyPr/>
        <a:lstStyle/>
        <a:p>
          <a:endParaRPr lang="en-US"/>
        </a:p>
      </dgm:t>
    </dgm:pt>
    <dgm:pt modelId="{51047717-0203-434F-BF5C-9E50DB8CBFC9}" type="sibTrans" cxnId="{3C76F279-5559-49C7-A151-439EB9D42CB8}">
      <dgm:prSet/>
      <dgm:spPr/>
      <dgm:t>
        <a:bodyPr/>
        <a:lstStyle/>
        <a:p>
          <a:endParaRPr lang="en-US"/>
        </a:p>
      </dgm:t>
    </dgm:pt>
    <dgm:pt modelId="{EAE45452-CD79-4312-960B-6D0C6C6598AB}">
      <dgm:prSet/>
      <dgm:spPr/>
      <dgm:t>
        <a:bodyPr/>
        <a:lstStyle/>
        <a:p>
          <a:pPr algn="just"/>
          <a:r>
            <a:rPr lang="en-US" dirty="0" err="1">
              <a:latin typeface="Times New Roman" pitchFamily="18" charset="0"/>
              <a:cs typeface="Times New Roman" pitchFamily="18" charset="0"/>
            </a:rPr>
            <a:t>Giữa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hậu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yếu</a:t>
          </a:r>
          <a:r>
            <a:rPr lang="en-US" dirty="0">
              <a:latin typeface="Times New Roman" pitchFamily="18" charset="0"/>
              <a:cs typeface="Times New Roman" pitchFamily="18" charset="0"/>
            </a:rPr>
            <a:t>.</a:t>
          </a:r>
        </a:p>
      </dgm:t>
    </dgm:pt>
    <dgm:pt modelId="{5AFCC67B-8E6D-4862-B28F-20C2A793B4DD}" type="parTrans" cxnId="{8B845E33-8E85-41D0-91B0-084DDF9E7DC3}">
      <dgm:prSet/>
      <dgm:spPr/>
      <dgm:t>
        <a:bodyPr/>
        <a:lstStyle/>
        <a:p>
          <a:endParaRPr lang="en-US"/>
        </a:p>
      </dgm:t>
    </dgm:pt>
    <dgm:pt modelId="{4DC98D1C-982F-4D80-8B01-B06CEAFF2293}" type="sibTrans" cxnId="{8B845E33-8E85-41D0-91B0-084DDF9E7DC3}">
      <dgm:prSet/>
      <dgm:spPr/>
      <dgm:t>
        <a:bodyPr/>
        <a:lstStyle/>
        <a:p>
          <a:endParaRPr lang="en-US"/>
        </a:p>
      </dgm:t>
    </dgm:pt>
    <dgm:pt modelId="{2885ADA8-48BB-438B-875A-465488D53263}">
      <dgm:prSet/>
      <dgm:spPr/>
      <dgm:t>
        <a:bodyPr/>
        <a:lstStyle/>
        <a:p>
          <a:pPr algn="just"/>
          <a:endParaRPr lang="en-US" dirty="0">
            <a:latin typeface="Times New Roman" pitchFamily="18" charset="0"/>
            <a:cs typeface="Times New Roman" pitchFamily="18" charset="0"/>
          </a:endParaRPr>
        </a:p>
      </dgm:t>
    </dgm:pt>
    <dgm:pt modelId="{AF769741-9038-449C-9943-40733A18072C}" type="parTrans" cxnId="{26D7667D-04C8-400F-B45B-2DCC6D25EDD6}">
      <dgm:prSet/>
      <dgm:spPr/>
      <dgm:t>
        <a:bodyPr/>
        <a:lstStyle/>
        <a:p>
          <a:endParaRPr lang="en-US"/>
        </a:p>
      </dgm:t>
    </dgm:pt>
    <dgm:pt modelId="{9C806E23-5768-44D3-A808-91C01B1F8F2F}" type="sibTrans" cxnId="{26D7667D-04C8-400F-B45B-2DCC6D25EDD6}">
      <dgm:prSet/>
      <dgm:spPr/>
      <dgm:t>
        <a:bodyPr/>
        <a:lstStyle/>
        <a:p>
          <a:endParaRPr lang="en-US"/>
        </a:p>
      </dgm:t>
    </dgm:pt>
    <dgm:pt modelId="{77DF0CFB-DF91-4AC0-9454-56D471ED6CD2}" type="pres">
      <dgm:prSet presAssocID="{CA8687D0-B56E-4A55-9643-EDD781791F07}" presName="Name0" presStyleCnt="0">
        <dgm:presLayoutVars>
          <dgm:dir/>
          <dgm:resizeHandles val="exact"/>
        </dgm:presLayoutVars>
      </dgm:prSet>
      <dgm:spPr/>
      <dgm:t>
        <a:bodyPr/>
        <a:lstStyle/>
        <a:p>
          <a:endParaRPr lang="en-US"/>
        </a:p>
      </dgm:t>
    </dgm:pt>
    <dgm:pt modelId="{1BC65EFD-3503-44AE-9F6F-892FCBA2FF2C}" type="pres">
      <dgm:prSet presAssocID="{A429C616-645E-4205-9C17-EEF2275B84F9}" presName="node" presStyleLbl="node1" presStyleIdx="0" presStyleCnt="1" custLinFactNeighborX="6833" custLinFactNeighborY="-55823">
        <dgm:presLayoutVars>
          <dgm:bulletEnabled val="1"/>
        </dgm:presLayoutVars>
      </dgm:prSet>
      <dgm:spPr/>
      <dgm:t>
        <a:bodyPr/>
        <a:lstStyle/>
        <a:p>
          <a:endParaRPr lang="en-US"/>
        </a:p>
      </dgm:t>
    </dgm:pt>
  </dgm:ptLst>
  <dgm:cxnLst>
    <dgm:cxn modelId="{26D7667D-04C8-400F-B45B-2DCC6D25EDD6}" srcId="{A429C616-645E-4205-9C17-EEF2275B84F9}" destId="{2885ADA8-48BB-438B-875A-465488D53263}" srcOrd="1" destOrd="0" parTransId="{AF769741-9038-449C-9943-40733A18072C}" sibTransId="{9C806E23-5768-44D3-A808-91C01B1F8F2F}"/>
    <dgm:cxn modelId="{F572203A-E43D-41DB-8DC6-DF082805CB44}" srcId="{CA8687D0-B56E-4A55-9643-EDD781791F07}" destId="{A429C616-645E-4205-9C17-EEF2275B84F9}" srcOrd="0" destOrd="0" parTransId="{DD0A4A15-D19F-400B-A333-0244704BA614}" sibTransId="{0B1307B9-F3ED-4407-B3D2-A00FD26D2634}"/>
    <dgm:cxn modelId="{BC6F0921-C165-41D2-B103-F80419BEFF18}" type="presOf" srcId="{0A8F44B6-8B0C-4937-AFE6-888358DF1A63}" destId="{1BC65EFD-3503-44AE-9F6F-892FCBA2FF2C}" srcOrd="0" destOrd="1" presId="urn:microsoft.com/office/officeart/2005/8/layout/process1"/>
    <dgm:cxn modelId="{4BB13DF7-DE6D-4275-8051-5CD4E200E54A}" type="presOf" srcId="{CA8687D0-B56E-4A55-9643-EDD781791F07}" destId="{77DF0CFB-DF91-4AC0-9454-56D471ED6CD2}" srcOrd="0" destOrd="0" presId="urn:microsoft.com/office/officeart/2005/8/layout/process1"/>
    <dgm:cxn modelId="{D09B1829-0801-414F-8C33-A1375BACE06C}" type="presOf" srcId="{A429C616-645E-4205-9C17-EEF2275B84F9}" destId="{1BC65EFD-3503-44AE-9F6F-892FCBA2FF2C}" srcOrd="0" destOrd="0" presId="urn:microsoft.com/office/officeart/2005/8/layout/process1"/>
    <dgm:cxn modelId="{993C7A45-E168-45E7-8648-3CE46E52F09F}" type="presOf" srcId="{2885ADA8-48BB-438B-875A-465488D53263}" destId="{1BC65EFD-3503-44AE-9F6F-892FCBA2FF2C}" srcOrd="0" destOrd="2" presId="urn:microsoft.com/office/officeart/2005/8/layout/process1"/>
    <dgm:cxn modelId="{62D869D1-4C93-4D88-8FB8-573B5D45E96B}" type="presOf" srcId="{EAE45452-CD79-4312-960B-6D0C6C6598AB}" destId="{1BC65EFD-3503-44AE-9F6F-892FCBA2FF2C}" srcOrd="0" destOrd="3" presId="urn:microsoft.com/office/officeart/2005/8/layout/process1"/>
    <dgm:cxn modelId="{8B845E33-8E85-41D0-91B0-084DDF9E7DC3}" srcId="{A429C616-645E-4205-9C17-EEF2275B84F9}" destId="{EAE45452-CD79-4312-960B-6D0C6C6598AB}" srcOrd="2" destOrd="0" parTransId="{5AFCC67B-8E6D-4862-B28F-20C2A793B4DD}" sibTransId="{4DC98D1C-982F-4D80-8B01-B06CEAFF2293}"/>
    <dgm:cxn modelId="{3C76F279-5559-49C7-A151-439EB9D42CB8}" srcId="{A429C616-645E-4205-9C17-EEF2275B84F9}" destId="{0A8F44B6-8B0C-4937-AFE6-888358DF1A63}" srcOrd="0" destOrd="0" parTransId="{36E74AEA-ADC0-4B21-A11C-A8FD33FDF303}" sibTransId="{51047717-0203-434F-BF5C-9E50DB8CBFC9}"/>
    <dgm:cxn modelId="{B94E306E-C02C-430B-BF4B-28D15854EBB5}" type="presParOf" srcId="{77DF0CFB-DF91-4AC0-9454-56D471ED6CD2}" destId="{1BC65EFD-3503-44AE-9F6F-892FCBA2FF2C}"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B8DD80A-5DDC-40A2-A5BC-76BC82733280}" type="doc">
      <dgm:prSet loTypeId="urn:microsoft.com/office/officeart/2005/8/layout/hierarchy3" loCatId="hierarchy" qsTypeId="urn:microsoft.com/office/officeart/2005/8/quickstyle/simple2" qsCatId="simple" csTypeId="urn:microsoft.com/office/officeart/2005/8/colors/colorful2" csCatId="colorful"/>
      <dgm:spPr/>
      <dgm:t>
        <a:bodyPr/>
        <a:lstStyle/>
        <a:p>
          <a:endParaRPr lang="en-US"/>
        </a:p>
      </dgm:t>
    </dgm:pt>
    <dgm:pt modelId="{48B04C99-CC78-4EAA-91D1-66925A150287}">
      <dgm:prSet/>
      <dgm:spPr/>
      <dgm:t>
        <a:bodyPr/>
        <a:lstStyle/>
        <a:p>
          <a:r>
            <a:rPr lang="en-US" dirty="0" err="1">
              <a:solidFill>
                <a:schemeClr val="bg1"/>
              </a:solidFill>
              <a:latin typeface="Times New Roman" pitchFamily="18" charset="0"/>
              <a:cs typeface="Times New Roman" pitchFamily="18" charset="0"/>
            </a:rPr>
            <a:t>Năng</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lực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trách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nhiệm</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hình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sự</a:t>
          </a:r>
          <a:endParaRPr lang="en-US" dirty="0">
            <a:solidFill>
              <a:schemeClr val="bg1"/>
            </a:solidFill>
            <a:latin typeface="Times New Roman" pitchFamily="18" charset="0"/>
            <a:cs typeface="Times New Roman" pitchFamily="18" charset="0"/>
          </a:endParaRPr>
        </a:p>
      </dgm:t>
    </dgm:pt>
    <dgm:pt modelId="{7D4F3737-25CE-42FF-9D6F-4CA4B383CE98}" type="parTrans" cxnId="{38CF174F-B03A-4432-B8F0-D986705EF2BA}">
      <dgm:prSet/>
      <dgm:spPr/>
      <dgm:t>
        <a:bodyPr/>
        <a:lstStyle/>
        <a:p>
          <a:endParaRPr lang="en-US"/>
        </a:p>
      </dgm:t>
    </dgm:pt>
    <dgm:pt modelId="{BA5F7E56-98E8-46B7-8C72-72683A9F9AFD}" type="sibTrans" cxnId="{38CF174F-B03A-4432-B8F0-D986705EF2BA}">
      <dgm:prSet/>
      <dgm:spPr/>
      <dgm:t>
        <a:bodyPr/>
        <a:lstStyle/>
        <a:p>
          <a:endParaRPr lang="en-US"/>
        </a:p>
      </dgm:t>
    </dgm:pt>
    <dgm:pt modelId="{D6BDC222-1F5F-4761-BF74-5FB0692C0C23}">
      <dgm:prSet/>
      <dgm:spPr/>
      <dgm:t>
        <a:bodyPr/>
        <a:lstStyle/>
        <a:p>
          <a:r>
            <a:rPr lang="en-US" dirty="0" err="1">
              <a:solidFill>
                <a:schemeClr val="bg1"/>
              </a:solidFill>
              <a:latin typeface="Times New Roman" pitchFamily="18" charset="0"/>
              <a:cs typeface="Times New Roman" pitchFamily="18" charset="0"/>
            </a:rPr>
            <a:t>Tuổi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chịu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trách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nhiệm</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hình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sự</a:t>
          </a:r>
          <a:endParaRPr lang="en-US" dirty="0">
            <a:solidFill>
              <a:schemeClr val="bg1"/>
            </a:solidFill>
            <a:latin typeface="Times New Roman" pitchFamily="18" charset="0"/>
            <a:cs typeface="Times New Roman" pitchFamily="18" charset="0"/>
          </a:endParaRPr>
        </a:p>
      </dgm:t>
    </dgm:pt>
    <dgm:pt modelId="{F7B7F628-70E1-4D1F-9698-631BF3EA189D}" type="parTrans" cxnId="{922F8DDC-979D-481F-91BF-7CD61A09DFF7}">
      <dgm:prSet/>
      <dgm:spPr/>
      <dgm:t>
        <a:bodyPr/>
        <a:lstStyle/>
        <a:p>
          <a:endParaRPr lang="en-US"/>
        </a:p>
      </dgm:t>
    </dgm:pt>
    <dgm:pt modelId="{8DF0C9F7-E66E-4B4B-99BE-33CC2D5B6577}" type="sibTrans" cxnId="{922F8DDC-979D-481F-91BF-7CD61A09DFF7}">
      <dgm:prSet/>
      <dgm:spPr/>
      <dgm:t>
        <a:bodyPr/>
        <a:lstStyle/>
        <a:p>
          <a:endParaRPr lang="en-US"/>
        </a:p>
      </dgm:t>
    </dgm:pt>
    <dgm:pt modelId="{007580D7-3D46-404C-BA85-C31DDD67BD97}" type="pres">
      <dgm:prSet presAssocID="{AB8DD80A-5DDC-40A2-A5BC-76BC82733280}" presName="diagram" presStyleCnt="0">
        <dgm:presLayoutVars>
          <dgm:chPref val="1"/>
          <dgm:dir/>
          <dgm:animOne val="branch"/>
          <dgm:animLvl val="lvl"/>
          <dgm:resizeHandles/>
        </dgm:presLayoutVars>
      </dgm:prSet>
      <dgm:spPr/>
      <dgm:t>
        <a:bodyPr/>
        <a:lstStyle/>
        <a:p>
          <a:endParaRPr lang="en-US"/>
        </a:p>
      </dgm:t>
    </dgm:pt>
    <dgm:pt modelId="{A526943E-2520-46CB-A4D8-C56124956A9C}" type="pres">
      <dgm:prSet presAssocID="{48B04C99-CC78-4EAA-91D1-66925A150287}" presName="root" presStyleCnt="0"/>
      <dgm:spPr/>
    </dgm:pt>
    <dgm:pt modelId="{9DE9BBA4-4B73-4A5D-9DF3-5241E5534503}" type="pres">
      <dgm:prSet presAssocID="{48B04C99-CC78-4EAA-91D1-66925A150287}" presName="rootComposite" presStyleCnt="0"/>
      <dgm:spPr/>
    </dgm:pt>
    <dgm:pt modelId="{17537BEF-D81E-4394-B597-178C45AA10AA}" type="pres">
      <dgm:prSet presAssocID="{48B04C99-CC78-4EAA-91D1-66925A150287}" presName="rootText" presStyleLbl="node1" presStyleIdx="0" presStyleCnt="2"/>
      <dgm:spPr/>
      <dgm:t>
        <a:bodyPr/>
        <a:lstStyle/>
        <a:p>
          <a:endParaRPr lang="en-US"/>
        </a:p>
      </dgm:t>
    </dgm:pt>
    <dgm:pt modelId="{609A9C0E-CD58-4B4D-9DAF-0A1D063DBD74}" type="pres">
      <dgm:prSet presAssocID="{48B04C99-CC78-4EAA-91D1-66925A150287}" presName="rootConnector" presStyleLbl="node1" presStyleIdx="0" presStyleCnt="2"/>
      <dgm:spPr/>
      <dgm:t>
        <a:bodyPr/>
        <a:lstStyle/>
        <a:p>
          <a:endParaRPr lang="en-US"/>
        </a:p>
      </dgm:t>
    </dgm:pt>
    <dgm:pt modelId="{B098C4A3-D55A-4B3F-9843-F5BA5C0977A4}" type="pres">
      <dgm:prSet presAssocID="{48B04C99-CC78-4EAA-91D1-66925A150287}" presName="childShape" presStyleCnt="0"/>
      <dgm:spPr/>
    </dgm:pt>
    <dgm:pt modelId="{F4E284A9-D235-47EC-99EB-87D24C2937A2}" type="pres">
      <dgm:prSet presAssocID="{D6BDC222-1F5F-4761-BF74-5FB0692C0C23}" presName="root" presStyleCnt="0"/>
      <dgm:spPr/>
    </dgm:pt>
    <dgm:pt modelId="{6FAD30D4-CE95-4DF2-8BE2-BB4E6B130626}" type="pres">
      <dgm:prSet presAssocID="{D6BDC222-1F5F-4761-BF74-5FB0692C0C23}" presName="rootComposite" presStyleCnt="0"/>
      <dgm:spPr/>
    </dgm:pt>
    <dgm:pt modelId="{40B2D1FF-AAB7-4C8B-BF26-DC5554BE6FFA}" type="pres">
      <dgm:prSet presAssocID="{D6BDC222-1F5F-4761-BF74-5FB0692C0C23}" presName="rootText" presStyleLbl="node1" presStyleIdx="1" presStyleCnt="2"/>
      <dgm:spPr/>
      <dgm:t>
        <a:bodyPr/>
        <a:lstStyle/>
        <a:p>
          <a:endParaRPr lang="en-US"/>
        </a:p>
      </dgm:t>
    </dgm:pt>
    <dgm:pt modelId="{90F459DA-7975-485F-BA76-CC4E8A28DE69}" type="pres">
      <dgm:prSet presAssocID="{D6BDC222-1F5F-4761-BF74-5FB0692C0C23}" presName="rootConnector" presStyleLbl="node1" presStyleIdx="1" presStyleCnt="2"/>
      <dgm:spPr/>
      <dgm:t>
        <a:bodyPr/>
        <a:lstStyle/>
        <a:p>
          <a:endParaRPr lang="en-US"/>
        </a:p>
      </dgm:t>
    </dgm:pt>
    <dgm:pt modelId="{DF4D4099-9F3E-40EA-B143-9D4F3B874965}" type="pres">
      <dgm:prSet presAssocID="{D6BDC222-1F5F-4761-BF74-5FB0692C0C23}" presName="childShape" presStyleCnt="0"/>
      <dgm:spPr/>
    </dgm:pt>
  </dgm:ptLst>
  <dgm:cxnLst>
    <dgm:cxn modelId="{BA145085-BC90-4F5A-83A1-5CE00CF58E06}" type="presOf" srcId="{48B04C99-CC78-4EAA-91D1-66925A150287}" destId="{609A9C0E-CD58-4B4D-9DAF-0A1D063DBD74}" srcOrd="1" destOrd="0" presId="urn:microsoft.com/office/officeart/2005/8/layout/hierarchy3"/>
    <dgm:cxn modelId="{922F8DDC-979D-481F-91BF-7CD61A09DFF7}" srcId="{AB8DD80A-5DDC-40A2-A5BC-76BC82733280}" destId="{D6BDC222-1F5F-4761-BF74-5FB0692C0C23}" srcOrd="1" destOrd="0" parTransId="{F7B7F628-70E1-4D1F-9698-631BF3EA189D}" sibTransId="{8DF0C9F7-E66E-4B4B-99BE-33CC2D5B6577}"/>
    <dgm:cxn modelId="{C151BA6B-54F6-4A6D-B6A4-34CB1642E6D3}" type="presOf" srcId="{48B04C99-CC78-4EAA-91D1-66925A150287}" destId="{17537BEF-D81E-4394-B597-178C45AA10AA}" srcOrd="0" destOrd="0" presId="urn:microsoft.com/office/officeart/2005/8/layout/hierarchy3"/>
    <dgm:cxn modelId="{05E526F2-9E20-47C0-94F8-201E05CD6FBC}" type="presOf" srcId="{D6BDC222-1F5F-4761-BF74-5FB0692C0C23}" destId="{90F459DA-7975-485F-BA76-CC4E8A28DE69}" srcOrd="1" destOrd="0" presId="urn:microsoft.com/office/officeart/2005/8/layout/hierarchy3"/>
    <dgm:cxn modelId="{38CF174F-B03A-4432-B8F0-D986705EF2BA}" srcId="{AB8DD80A-5DDC-40A2-A5BC-76BC82733280}" destId="{48B04C99-CC78-4EAA-91D1-66925A150287}" srcOrd="0" destOrd="0" parTransId="{7D4F3737-25CE-42FF-9D6F-4CA4B383CE98}" sibTransId="{BA5F7E56-98E8-46B7-8C72-72683A9F9AFD}"/>
    <dgm:cxn modelId="{157795A1-E8EE-41B9-A429-D7B28E79FB57}" type="presOf" srcId="{D6BDC222-1F5F-4761-BF74-5FB0692C0C23}" destId="{40B2D1FF-AAB7-4C8B-BF26-DC5554BE6FFA}" srcOrd="0" destOrd="0" presId="urn:microsoft.com/office/officeart/2005/8/layout/hierarchy3"/>
    <dgm:cxn modelId="{897046E7-F65E-4832-8BFB-4DCAE63EF953}" type="presOf" srcId="{AB8DD80A-5DDC-40A2-A5BC-76BC82733280}" destId="{007580D7-3D46-404C-BA85-C31DDD67BD97}" srcOrd="0" destOrd="0" presId="urn:microsoft.com/office/officeart/2005/8/layout/hierarchy3"/>
    <dgm:cxn modelId="{80258F0E-AC9B-4A27-8B57-6C287F9E65C5}" type="presParOf" srcId="{007580D7-3D46-404C-BA85-C31DDD67BD97}" destId="{A526943E-2520-46CB-A4D8-C56124956A9C}" srcOrd="0" destOrd="0" presId="urn:microsoft.com/office/officeart/2005/8/layout/hierarchy3"/>
    <dgm:cxn modelId="{CF899848-675D-4BAB-838C-57482486148D}" type="presParOf" srcId="{A526943E-2520-46CB-A4D8-C56124956A9C}" destId="{9DE9BBA4-4B73-4A5D-9DF3-5241E5534503}" srcOrd="0" destOrd="0" presId="urn:microsoft.com/office/officeart/2005/8/layout/hierarchy3"/>
    <dgm:cxn modelId="{6EFB491C-EA6F-4BF7-A4A0-23B9EF31BF2E}" type="presParOf" srcId="{9DE9BBA4-4B73-4A5D-9DF3-5241E5534503}" destId="{17537BEF-D81E-4394-B597-178C45AA10AA}" srcOrd="0" destOrd="0" presId="urn:microsoft.com/office/officeart/2005/8/layout/hierarchy3"/>
    <dgm:cxn modelId="{D3B4F6D5-9D56-4B36-92E3-6613C87BA448}" type="presParOf" srcId="{9DE9BBA4-4B73-4A5D-9DF3-5241E5534503}" destId="{609A9C0E-CD58-4B4D-9DAF-0A1D063DBD74}" srcOrd="1" destOrd="0" presId="urn:microsoft.com/office/officeart/2005/8/layout/hierarchy3"/>
    <dgm:cxn modelId="{7DF49030-B350-4F2C-9245-366B152DDA3C}" type="presParOf" srcId="{A526943E-2520-46CB-A4D8-C56124956A9C}" destId="{B098C4A3-D55A-4B3F-9843-F5BA5C0977A4}" srcOrd="1" destOrd="0" presId="urn:microsoft.com/office/officeart/2005/8/layout/hierarchy3"/>
    <dgm:cxn modelId="{6CF10B73-8E58-422F-96A5-9280F9DE6B9A}" type="presParOf" srcId="{007580D7-3D46-404C-BA85-C31DDD67BD97}" destId="{F4E284A9-D235-47EC-99EB-87D24C2937A2}" srcOrd="1" destOrd="0" presId="urn:microsoft.com/office/officeart/2005/8/layout/hierarchy3"/>
    <dgm:cxn modelId="{9A4134B3-B8A2-4393-941E-19B7B106C748}" type="presParOf" srcId="{F4E284A9-D235-47EC-99EB-87D24C2937A2}" destId="{6FAD30D4-CE95-4DF2-8BE2-BB4E6B130626}" srcOrd="0" destOrd="0" presId="urn:microsoft.com/office/officeart/2005/8/layout/hierarchy3"/>
    <dgm:cxn modelId="{D92BD753-534A-4CB4-8B95-4CBF52DD46CC}" type="presParOf" srcId="{6FAD30D4-CE95-4DF2-8BE2-BB4E6B130626}" destId="{40B2D1FF-AAB7-4C8B-BF26-DC5554BE6FFA}" srcOrd="0" destOrd="0" presId="urn:microsoft.com/office/officeart/2005/8/layout/hierarchy3"/>
    <dgm:cxn modelId="{226E285D-5578-4D73-B065-F857AADABEE3}" type="presParOf" srcId="{6FAD30D4-CE95-4DF2-8BE2-BB4E6B130626}" destId="{90F459DA-7975-485F-BA76-CC4E8A28DE69}" srcOrd="1" destOrd="0" presId="urn:microsoft.com/office/officeart/2005/8/layout/hierarchy3"/>
    <dgm:cxn modelId="{C3C77AB1-5531-4117-9D39-7DBCE69318AD}" type="presParOf" srcId="{F4E284A9-D235-47EC-99EB-87D24C2937A2}" destId="{DF4D4099-9F3E-40EA-B143-9D4F3B874965}"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B8E425B-8A8D-4399-B9E1-A33F1A51D868}" type="doc">
      <dgm:prSet loTypeId="urn:microsoft.com/office/officeart/2016/7/layout/LinearBlockProcessNumbered" loCatId="process" qsTypeId="urn:microsoft.com/office/officeart/2005/8/quickstyle/simple2" qsCatId="simple" csTypeId="urn:microsoft.com/office/officeart/2005/8/colors/colorful2" csCatId="colorful" phldr="1"/>
      <dgm:spPr/>
      <dgm:t>
        <a:bodyPr/>
        <a:lstStyle/>
        <a:p>
          <a:endParaRPr lang="en-US"/>
        </a:p>
      </dgm:t>
    </dgm:pt>
    <dgm:pt modelId="{13221E70-46DB-4A49-AA99-EF3C0D405F54}">
      <dgm:prSet custT="1"/>
      <dgm:spPr/>
      <dgm:t>
        <a:bodyPr/>
        <a:lstStyle/>
        <a:p>
          <a:r>
            <a:rPr lang="en-US" sz="2800" dirty="0" err="1">
              <a:solidFill>
                <a:schemeClr val="bg1"/>
              </a:solidFill>
              <a:latin typeface="Times New Roman" pitchFamily="18" charset="0"/>
              <a:cs typeface="Times New Roman" pitchFamily="18" charset="0"/>
            </a:rPr>
            <a:t>Là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pháp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nhân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Điều</a:t>
          </a:r>
          <a:r>
            <a:rPr lang="en-US" sz="2800" dirty="0">
              <a:solidFill>
                <a:schemeClr val="bg1"/>
              </a:solidFill>
              <a:latin typeface="Times New Roman" pitchFamily="18" charset="0"/>
              <a:cs typeface="Times New Roman" pitchFamily="18" charset="0"/>
            </a:rPr>
            <a:t> 74 BLDS)</a:t>
          </a:r>
        </a:p>
      </dgm:t>
    </dgm:pt>
    <dgm:pt modelId="{01A69095-DD87-45A3-A05C-5B84C6D33835}" type="parTrans" cxnId="{05F5380F-43EF-4BE3-8867-414B364A254B}">
      <dgm:prSet/>
      <dgm:spPr/>
      <dgm:t>
        <a:bodyPr/>
        <a:lstStyle/>
        <a:p>
          <a:endParaRPr lang="en-US"/>
        </a:p>
      </dgm:t>
    </dgm:pt>
    <dgm:pt modelId="{19ADBDBE-54BE-45A9-95E2-EC92C447D5BA}" type="sibTrans" cxnId="{05F5380F-43EF-4BE3-8867-414B364A254B}">
      <dgm:prSet phldrT="01" phldr="0"/>
      <dgm:spPr/>
      <dgm:t>
        <a:bodyPr/>
        <a:lstStyle/>
        <a:p>
          <a:r>
            <a:rPr lang="en-US"/>
            <a:t>01</a:t>
          </a:r>
        </a:p>
      </dgm:t>
    </dgm:pt>
    <dgm:pt modelId="{08EB6B49-BE2B-407C-AB63-406FAA98612C}">
      <dgm:prSet custT="1"/>
      <dgm:spPr/>
      <dgm:t>
        <a:bodyPr/>
        <a:lstStyle/>
        <a:p>
          <a:r>
            <a:rPr lang="en-US" sz="2800" dirty="0" err="1">
              <a:solidFill>
                <a:schemeClr val="bg1"/>
              </a:solidFill>
              <a:latin typeface="Times New Roman" pitchFamily="18" charset="0"/>
              <a:cs typeface="Times New Roman" pitchFamily="18" charset="0"/>
            </a:rPr>
            <a:t>Là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pháp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nhân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thương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mại</a:t>
          </a:r>
          <a:r>
            <a:rPr lang="en-US" sz="2800" dirty="0">
              <a:solidFill>
                <a:schemeClr val="bg1"/>
              </a:solidFill>
              <a:latin typeface="Times New Roman" pitchFamily="18" charset="0"/>
              <a:cs typeface="Times New Roman" pitchFamily="18" charset="0"/>
            </a:rPr>
            <a:t> </a:t>
          </a:r>
          <a:r>
            <a:rPr lang="en-US" sz="2800" dirty="0" smtClean="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Điều</a:t>
          </a:r>
          <a:r>
            <a:rPr lang="en-US" sz="2800" dirty="0">
              <a:solidFill>
                <a:schemeClr val="bg1"/>
              </a:solidFill>
              <a:latin typeface="Times New Roman" pitchFamily="18" charset="0"/>
              <a:cs typeface="Times New Roman" pitchFamily="18" charset="0"/>
            </a:rPr>
            <a:t> 75 BLDS)</a:t>
          </a:r>
        </a:p>
      </dgm:t>
    </dgm:pt>
    <dgm:pt modelId="{77AB4D50-828D-47A2-B90E-9AD96F5DFE38}" type="parTrans" cxnId="{30BA16DC-9C22-4A53-BB8B-1FDCEF57219B}">
      <dgm:prSet/>
      <dgm:spPr/>
      <dgm:t>
        <a:bodyPr/>
        <a:lstStyle/>
        <a:p>
          <a:endParaRPr lang="en-US"/>
        </a:p>
      </dgm:t>
    </dgm:pt>
    <dgm:pt modelId="{DC1D69EE-4860-4AB8-A2F5-EC0D261FD715}" type="sibTrans" cxnId="{30BA16DC-9C22-4A53-BB8B-1FDCEF57219B}">
      <dgm:prSet phldrT="02" phldr="0"/>
      <dgm:spPr/>
      <dgm:t>
        <a:bodyPr/>
        <a:lstStyle/>
        <a:p>
          <a:r>
            <a:rPr lang="en-US"/>
            <a:t>02</a:t>
          </a:r>
        </a:p>
      </dgm:t>
    </dgm:pt>
    <dgm:pt modelId="{AFB10C13-9587-41B0-9A1D-FF72CD53E45A}">
      <dgm:prSet custT="1"/>
      <dgm:spPr/>
      <dgm:t>
        <a:bodyPr/>
        <a:lstStyle/>
        <a:p>
          <a:r>
            <a:rPr lang="en-US" sz="2800" dirty="0" err="1">
              <a:solidFill>
                <a:schemeClr val="bg1"/>
              </a:solidFill>
              <a:latin typeface="Times New Roman" pitchFamily="18" charset="0"/>
              <a:cs typeface="Times New Roman" pitchFamily="18" charset="0"/>
            </a:rPr>
            <a:t>Thực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hiện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hành</a:t>
          </a:r>
          <a:r>
            <a:rPr lang="en-US" sz="2800" dirty="0">
              <a:solidFill>
                <a:schemeClr val="bg1"/>
              </a:solidFill>
              <a:latin typeface="Times New Roman" pitchFamily="18" charset="0"/>
              <a:cs typeface="Times New Roman" pitchFamily="18" charset="0"/>
            </a:rPr>
            <a:t> vi </a:t>
          </a:r>
          <a:r>
            <a:rPr lang="en-US" sz="2800" dirty="0" err="1">
              <a:solidFill>
                <a:schemeClr val="bg1"/>
              </a:solidFill>
              <a:latin typeface="Times New Roman" pitchFamily="18" charset="0"/>
              <a:cs typeface="Times New Roman" pitchFamily="18" charset="0"/>
            </a:rPr>
            <a:t>phạm</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tội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quy</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định</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tại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Điều</a:t>
          </a:r>
          <a:r>
            <a:rPr lang="en-US" sz="2800" dirty="0">
              <a:solidFill>
                <a:schemeClr val="bg1"/>
              </a:solidFill>
              <a:latin typeface="Times New Roman" pitchFamily="18" charset="0"/>
              <a:cs typeface="Times New Roman" pitchFamily="18" charset="0"/>
            </a:rPr>
            <a:t> 76 BLHS</a:t>
          </a:r>
        </a:p>
      </dgm:t>
    </dgm:pt>
    <dgm:pt modelId="{970C2D95-1825-4AEA-8BCA-D2ACE85F09D3}" type="parTrans" cxnId="{F0532F0B-BCA3-4897-9DF5-B8472B8DC571}">
      <dgm:prSet/>
      <dgm:spPr/>
      <dgm:t>
        <a:bodyPr/>
        <a:lstStyle/>
        <a:p>
          <a:endParaRPr lang="en-US"/>
        </a:p>
      </dgm:t>
    </dgm:pt>
    <dgm:pt modelId="{CAF95D3F-2C01-438D-9F4C-7C0643A9E454}" type="sibTrans" cxnId="{F0532F0B-BCA3-4897-9DF5-B8472B8DC571}">
      <dgm:prSet phldrT="03" phldr="0"/>
      <dgm:spPr/>
      <dgm:t>
        <a:bodyPr/>
        <a:lstStyle/>
        <a:p>
          <a:r>
            <a:rPr lang="en-US"/>
            <a:t>03</a:t>
          </a:r>
        </a:p>
      </dgm:t>
    </dgm:pt>
    <dgm:pt modelId="{E218EDBD-73A5-48F5-BED4-B9E9FA63D370}" type="pres">
      <dgm:prSet presAssocID="{9B8E425B-8A8D-4399-B9E1-A33F1A51D868}" presName="Name0" presStyleCnt="0">
        <dgm:presLayoutVars>
          <dgm:animLvl val="lvl"/>
          <dgm:resizeHandles val="exact"/>
        </dgm:presLayoutVars>
      </dgm:prSet>
      <dgm:spPr/>
      <dgm:t>
        <a:bodyPr/>
        <a:lstStyle/>
        <a:p>
          <a:endParaRPr lang="en-US"/>
        </a:p>
      </dgm:t>
    </dgm:pt>
    <dgm:pt modelId="{19A14FF1-D16B-48F6-A6FB-2B796CE1A115}" type="pres">
      <dgm:prSet presAssocID="{13221E70-46DB-4A49-AA99-EF3C0D405F54}" presName="compositeNode" presStyleCnt="0">
        <dgm:presLayoutVars>
          <dgm:bulletEnabled val="1"/>
        </dgm:presLayoutVars>
      </dgm:prSet>
      <dgm:spPr/>
    </dgm:pt>
    <dgm:pt modelId="{CD5D964D-8402-4722-99BD-952153DE492E}" type="pres">
      <dgm:prSet presAssocID="{13221E70-46DB-4A49-AA99-EF3C0D405F54}" presName="bgRect" presStyleLbl="alignNode1" presStyleIdx="0" presStyleCnt="3"/>
      <dgm:spPr/>
      <dgm:t>
        <a:bodyPr/>
        <a:lstStyle/>
        <a:p>
          <a:endParaRPr lang="en-US"/>
        </a:p>
      </dgm:t>
    </dgm:pt>
    <dgm:pt modelId="{4B3E6BD7-7063-4D57-A7DD-1820FBC5E078}" type="pres">
      <dgm:prSet presAssocID="{19ADBDBE-54BE-45A9-95E2-EC92C447D5BA}" presName="sibTransNodeRect" presStyleLbl="alignNode1" presStyleIdx="0" presStyleCnt="3">
        <dgm:presLayoutVars>
          <dgm:chMax val="0"/>
          <dgm:bulletEnabled val="1"/>
        </dgm:presLayoutVars>
      </dgm:prSet>
      <dgm:spPr/>
      <dgm:t>
        <a:bodyPr/>
        <a:lstStyle/>
        <a:p>
          <a:endParaRPr lang="en-US"/>
        </a:p>
      </dgm:t>
    </dgm:pt>
    <dgm:pt modelId="{072FAE18-6F6B-4C53-8888-9F12FE89B395}" type="pres">
      <dgm:prSet presAssocID="{13221E70-46DB-4A49-AA99-EF3C0D405F54}" presName="nodeRect" presStyleLbl="alignNode1" presStyleIdx="0" presStyleCnt="3">
        <dgm:presLayoutVars>
          <dgm:bulletEnabled val="1"/>
        </dgm:presLayoutVars>
      </dgm:prSet>
      <dgm:spPr/>
      <dgm:t>
        <a:bodyPr/>
        <a:lstStyle/>
        <a:p>
          <a:endParaRPr lang="en-US"/>
        </a:p>
      </dgm:t>
    </dgm:pt>
    <dgm:pt modelId="{9BEEA783-1AF4-4FA1-AE9F-C627EFC34927}" type="pres">
      <dgm:prSet presAssocID="{19ADBDBE-54BE-45A9-95E2-EC92C447D5BA}" presName="sibTrans" presStyleCnt="0"/>
      <dgm:spPr/>
    </dgm:pt>
    <dgm:pt modelId="{DC88F051-0160-4A2E-A84B-0D0721363CB2}" type="pres">
      <dgm:prSet presAssocID="{08EB6B49-BE2B-407C-AB63-406FAA98612C}" presName="compositeNode" presStyleCnt="0">
        <dgm:presLayoutVars>
          <dgm:bulletEnabled val="1"/>
        </dgm:presLayoutVars>
      </dgm:prSet>
      <dgm:spPr/>
    </dgm:pt>
    <dgm:pt modelId="{3446882E-BC9D-4A49-8AA1-60A5A6B239B0}" type="pres">
      <dgm:prSet presAssocID="{08EB6B49-BE2B-407C-AB63-406FAA98612C}" presName="bgRect" presStyleLbl="alignNode1" presStyleIdx="1" presStyleCnt="3"/>
      <dgm:spPr/>
      <dgm:t>
        <a:bodyPr/>
        <a:lstStyle/>
        <a:p>
          <a:endParaRPr lang="en-US"/>
        </a:p>
      </dgm:t>
    </dgm:pt>
    <dgm:pt modelId="{F916771B-1807-43BB-8E63-50A4538F103D}" type="pres">
      <dgm:prSet presAssocID="{DC1D69EE-4860-4AB8-A2F5-EC0D261FD715}" presName="sibTransNodeRect" presStyleLbl="alignNode1" presStyleIdx="1" presStyleCnt="3">
        <dgm:presLayoutVars>
          <dgm:chMax val="0"/>
          <dgm:bulletEnabled val="1"/>
        </dgm:presLayoutVars>
      </dgm:prSet>
      <dgm:spPr/>
      <dgm:t>
        <a:bodyPr/>
        <a:lstStyle/>
        <a:p>
          <a:endParaRPr lang="en-US"/>
        </a:p>
      </dgm:t>
    </dgm:pt>
    <dgm:pt modelId="{9637325D-E664-4347-B192-D833ABF5118B}" type="pres">
      <dgm:prSet presAssocID="{08EB6B49-BE2B-407C-AB63-406FAA98612C}" presName="nodeRect" presStyleLbl="alignNode1" presStyleIdx="1" presStyleCnt="3">
        <dgm:presLayoutVars>
          <dgm:bulletEnabled val="1"/>
        </dgm:presLayoutVars>
      </dgm:prSet>
      <dgm:spPr/>
      <dgm:t>
        <a:bodyPr/>
        <a:lstStyle/>
        <a:p>
          <a:endParaRPr lang="en-US"/>
        </a:p>
      </dgm:t>
    </dgm:pt>
    <dgm:pt modelId="{33A5489D-62A4-4F4B-AC8E-786B04BC49C7}" type="pres">
      <dgm:prSet presAssocID="{DC1D69EE-4860-4AB8-A2F5-EC0D261FD715}" presName="sibTrans" presStyleCnt="0"/>
      <dgm:spPr/>
    </dgm:pt>
    <dgm:pt modelId="{61EA23FE-DCD9-40C8-B5F6-D4CD6D77254B}" type="pres">
      <dgm:prSet presAssocID="{AFB10C13-9587-41B0-9A1D-FF72CD53E45A}" presName="compositeNode" presStyleCnt="0">
        <dgm:presLayoutVars>
          <dgm:bulletEnabled val="1"/>
        </dgm:presLayoutVars>
      </dgm:prSet>
      <dgm:spPr/>
    </dgm:pt>
    <dgm:pt modelId="{D5E00542-C35D-4FA7-B073-E6E43B32B27C}" type="pres">
      <dgm:prSet presAssocID="{AFB10C13-9587-41B0-9A1D-FF72CD53E45A}" presName="bgRect" presStyleLbl="alignNode1" presStyleIdx="2" presStyleCnt="3"/>
      <dgm:spPr/>
      <dgm:t>
        <a:bodyPr/>
        <a:lstStyle/>
        <a:p>
          <a:endParaRPr lang="en-US"/>
        </a:p>
      </dgm:t>
    </dgm:pt>
    <dgm:pt modelId="{C913661F-AC4A-480B-89B2-F08D291C3B76}" type="pres">
      <dgm:prSet presAssocID="{CAF95D3F-2C01-438D-9F4C-7C0643A9E454}" presName="sibTransNodeRect" presStyleLbl="alignNode1" presStyleIdx="2" presStyleCnt="3">
        <dgm:presLayoutVars>
          <dgm:chMax val="0"/>
          <dgm:bulletEnabled val="1"/>
        </dgm:presLayoutVars>
      </dgm:prSet>
      <dgm:spPr/>
      <dgm:t>
        <a:bodyPr/>
        <a:lstStyle/>
        <a:p>
          <a:endParaRPr lang="en-US"/>
        </a:p>
      </dgm:t>
    </dgm:pt>
    <dgm:pt modelId="{F2381C1C-2756-4720-ACEE-52F20771FEE9}" type="pres">
      <dgm:prSet presAssocID="{AFB10C13-9587-41B0-9A1D-FF72CD53E45A}" presName="nodeRect" presStyleLbl="alignNode1" presStyleIdx="2" presStyleCnt="3">
        <dgm:presLayoutVars>
          <dgm:bulletEnabled val="1"/>
        </dgm:presLayoutVars>
      </dgm:prSet>
      <dgm:spPr/>
      <dgm:t>
        <a:bodyPr/>
        <a:lstStyle/>
        <a:p>
          <a:endParaRPr lang="en-US"/>
        </a:p>
      </dgm:t>
    </dgm:pt>
  </dgm:ptLst>
  <dgm:cxnLst>
    <dgm:cxn modelId="{8EE8A4C0-9346-4276-9012-0B115FF70D28}" type="presOf" srcId="{08EB6B49-BE2B-407C-AB63-406FAA98612C}" destId="{3446882E-BC9D-4A49-8AA1-60A5A6B239B0}" srcOrd="0" destOrd="0" presId="urn:microsoft.com/office/officeart/2016/7/layout/LinearBlockProcessNumbered"/>
    <dgm:cxn modelId="{3AB9296D-EFD0-4EFD-9C85-66ABC8566E9E}" type="presOf" srcId="{9B8E425B-8A8D-4399-B9E1-A33F1A51D868}" destId="{E218EDBD-73A5-48F5-BED4-B9E9FA63D370}" srcOrd="0" destOrd="0" presId="urn:microsoft.com/office/officeart/2016/7/layout/LinearBlockProcessNumbered"/>
    <dgm:cxn modelId="{F0532F0B-BCA3-4897-9DF5-B8472B8DC571}" srcId="{9B8E425B-8A8D-4399-B9E1-A33F1A51D868}" destId="{AFB10C13-9587-41B0-9A1D-FF72CD53E45A}" srcOrd="2" destOrd="0" parTransId="{970C2D95-1825-4AEA-8BCA-D2ACE85F09D3}" sibTransId="{CAF95D3F-2C01-438D-9F4C-7C0643A9E454}"/>
    <dgm:cxn modelId="{58AEA4DC-A388-462C-BF1B-97F1937E744C}" type="presOf" srcId="{13221E70-46DB-4A49-AA99-EF3C0D405F54}" destId="{072FAE18-6F6B-4C53-8888-9F12FE89B395}" srcOrd="1" destOrd="0" presId="urn:microsoft.com/office/officeart/2016/7/layout/LinearBlockProcessNumbered"/>
    <dgm:cxn modelId="{30BA16DC-9C22-4A53-BB8B-1FDCEF57219B}" srcId="{9B8E425B-8A8D-4399-B9E1-A33F1A51D868}" destId="{08EB6B49-BE2B-407C-AB63-406FAA98612C}" srcOrd="1" destOrd="0" parTransId="{77AB4D50-828D-47A2-B90E-9AD96F5DFE38}" sibTransId="{DC1D69EE-4860-4AB8-A2F5-EC0D261FD715}"/>
    <dgm:cxn modelId="{9CE21698-EF3D-47E0-87B4-780F78D67B04}" type="presOf" srcId="{08EB6B49-BE2B-407C-AB63-406FAA98612C}" destId="{9637325D-E664-4347-B192-D833ABF5118B}" srcOrd="1" destOrd="0" presId="urn:microsoft.com/office/officeart/2016/7/layout/LinearBlockProcessNumbered"/>
    <dgm:cxn modelId="{91858A19-F0F0-4AC2-90A8-447FA8D356FF}" type="presOf" srcId="{CAF95D3F-2C01-438D-9F4C-7C0643A9E454}" destId="{C913661F-AC4A-480B-89B2-F08D291C3B76}" srcOrd="0" destOrd="0" presId="urn:microsoft.com/office/officeart/2016/7/layout/LinearBlockProcessNumbered"/>
    <dgm:cxn modelId="{05F5380F-43EF-4BE3-8867-414B364A254B}" srcId="{9B8E425B-8A8D-4399-B9E1-A33F1A51D868}" destId="{13221E70-46DB-4A49-AA99-EF3C0D405F54}" srcOrd="0" destOrd="0" parTransId="{01A69095-DD87-45A3-A05C-5B84C6D33835}" sibTransId="{19ADBDBE-54BE-45A9-95E2-EC92C447D5BA}"/>
    <dgm:cxn modelId="{94ED5EF0-C55B-4911-A418-4F56E390C206}" type="presOf" srcId="{13221E70-46DB-4A49-AA99-EF3C0D405F54}" destId="{CD5D964D-8402-4722-99BD-952153DE492E}" srcOrd="0" destOrd="0" presId="urn:microsoft.com/office/officeart/2016/7/layout/LinearBlockProcessNumbered"/>
    <dgm:cxn modelId="{DB500537-BA7C-44E6-BE34-D3A419B2FC5C}" type="presOf" srcId="{DC1D69EE-4860-4AB8-A2F5-EC0D261FD715}" destId="{F916771B-1807-43BB-8E63-50A4538F103D}" srcOrd="0" destOrd="0" presId="urn:microsoft.com/office/officeart/2016/7/layout/LinearBlockProcessNumbered"/>
    <dgm:cxn modelId="{08190AE7-349F-41B3-8F92-D9146D1034BA}" type="presOf" srcId="{19ADBDBE-54BE-45A9-95E2-EC92C447D5BA}" destId="{4B3E6BD7-7063-4D57-A7DD-1820FBC5E078}" srcOrd="0" destOrd="0" presId="urn:microsoft.com/office/officeart/2016/7/layout/LinearBlockProcessNumbered"/>
    <dgm:cxn modelId="{072B8CF0-6138-4162-B851-7117D732E74E}" type="presOf" srcId="{AFB10C13-9587-41B0-9A1D-FF72CD53E45A}" destId="{D5E00542-C35D-4FA7-B073-E6E43B32B27C}" srcOrd="0" destOrd="0" presId="urn:microsoft.com/office/officeart/2016/7/layout/LinearBlockProcessNumbered"/>
    <dgm:cxn modelId="{42BA9C85-A45D-4B63-A088-8BC39DE75247}" type="presOf" srcId="{AFB10C13-9587-41B0-9A1D-FF72CD53E45A}" destId="{F2381C1C-2756-4720-ACEE-52F20771FEE9}" srcOrd="1" destOrd="0" presId="urn:microsoft.com/office/officeart/2016/7/layout/LinearBlockProcessNumbered"/>
    <dgm:cxn modelId="{9CF57828-8C81-4E7D-B2BA-FF4B7E9B116C}" type="presParOf" srcId="{E218EDBD-73A5-48F5-BED4-B9E9FA63D370}" destId="{19A14FF1-D16B-48F6-A6FB-2B796CE1A115}" srcOrd="0" destOrd="0" presId="urn:microsoft.com/office/officeart/2016/7/layout/LinearBlockProcessNumbered"/>
    <dgm:cxn modelId="{E839DA9F-19F1-4924-823F-917E911FD0FD}" type="presParOf" srcId="{19A14FF1-D16B-48F6-A6FB-2B796CE1A115}" destId="{CD5D964D-8402-4722-99BD-952153DE492E}" srcOrd="0" destOrd="0" presId="urn:microsoft.com/office/officeart/2016/7/layout/LinearBlockProcessNumbered"/>
    <dgm:cxn modelId="{BA5C099F-8D55-4709-A668-3A27E63A17D9}" type="presParOf" srcId="{19A14FF1-D16B-48F6-A6FB-2B796CE1A115}" destId="{4B3E6BD7-7063-4D57-A7DD-1820FBC5E078}" srcOrd="1" destOrd="0" presId="urn:microsoft.com/office/officeart/2016/7/layout/LinearBlockProcessNumbered"/>
    <dgm:cxn modelId="{B08ECCE9-44FF-4E85-8F6F-27B3B24998AE}" type="presParOf" srcId="{19A14FF1-D16B-48F6-A6FB-2B796CE1A115}" destId="{072FAE18-6F6B-4C53-8888-9F12FE89B395}" srcOrd="2" destOrd="0" presId="urn:microsoft.com/office/officeart/2016/7/layout/LinearBlockProcessNumbered"/>
    <dgm:cxn modelId="{CB6318A7-ED6F-432F-9CEC-57A33BA432CC}" type="presParOf" srcId="{E218EDBD-73A5-48F5-BED4-B9E9FA63D370}" destId="{9BEEA783-1AF4-4FA1-AE9F-C627EFC34927}" srcOrd="1" destOrd="0" presId="urn:microsoft.com/office/officeart/2016/7/layout/LinearBlockProcessNumbered"/>
    <dgm:cxn modelId="{647A8BA1-AADD-4301-B923-69E147BC332F}" type="presParOf" srcId="{E218EDBD-73A5-48F5-BED4-B9E9FA63D370}" destId="{DC88F051-0160-4A2E-A84B-0D0721363CB2}" srcOrd="2" destOrd="0" presId="urn:microsoft.com/office/officeart/2016/7/layout/LinearBlockProcessNumbered"/>
    <dgm:cxn modelId="{5371C75D-E25F-422D-A7DF-E31B3307D65A}" type="presParOf" srcId="{DC88F051-0160-4A2E-A84B-0D0721363CB2}" destId="{3446882E-BC9D-4A49-8AA1-60A5A6B239B0}" srcOrd="0" destOrd="0" presId="urn:microsoft.com/office/officeart/2016/7/layout/LinearBlockProcessNumbered"/>
    <dgm:cxn modelId="{9FBCAD67-E33F-4537-B2E5-EDE6026D3243}" type="presParOf" srcId="{DC88F051-0160-4A2E-A84B-0D0721363CB2}" destId="{F916771B-1807-43BB-8E63-50A4538F103D}" srcOrd="1" destOrd="0" presId="urn:microsoft.com/office/officeart/2016/7/layout/LinearBlockProcessNumbered"/>
    <dgm:cxn modelId="{A24E06AD-847D-40AC-A683-77CD2D0C577F}" type="presParOf" srcId="{DC88F051-0160-4A2E-A84B-0D0721363CB2}" destId="{9637325D-E664-4347-B192-D833ABF5118B}" srcOrd="2" destOrd="0" presId="urn:microsoft.com/office/officeart/2016/7/layout/LinearBlockProcessNumbered"/>
    <dgm:cxn modelId="{E92925D1-96C8-443C-9E92-CD005D6A3AFE}" type="presParOf" srcId="{E218EDBD-73A5-48F5-BED4-B9E9FA63D370}" destId="{33A5489D-62A4-4F4B-AC8E-786B04BC49C7}" srcOrd="3" destOrd="0" presId="urn:microsoft.com/office/officeart/2016/7/layout/LinearBlockProcessNumbered"/>
    <dgm:cxn modelId="{B12121A3-D203-4EE0-8899-63F393D5C0E1}" type="presParOf" srcId="{E218EDBD-73A5-48F5-BED4-B9E9FA63D370}" destId="{61EA23FE-DCD9-40C8-B5F6-D4CD6D77254B}" srcOrd="4" destOrd="0" presId="urn:microsoft.com/office/officeart/2016/7/layout/LinearBlockProcessNumbered"/>
    <dgm:cxn modelId="{35F749DA-DE29-465D-AA5B-E7FAE5580090}" type="presParOf" srcId="{61EA23FE-DCD9-40C8-B5F6-D4CD6D77254B}" destId="{D5E00542-C35D-4FA7-B073-E6E43B32B27C}" srcOrd="0" destOrd="0" presId="urn:microsoft.com/office/officeart/2016/7/layout/LinearBlockProcessNumbered"/>
    <dgm:cxn modelId="{CFD9A6FD-3F2E-40B7-A109-5046638C2322}" type="presParOf" srcId="{61EA23FE-DCD9-40C8-B5F6-D4CD6D77254B}" destId="{C913661F-AC4A-480B-89B2-F08D291C3B76}" srcOrd="1" destOrd="0" presId="urn:microsoft.com/office/officeart/2016/7/layout/LinearBlockProcessNumbered"/>
    <dgm:cxn modelId="{7B556D27-4747-419B-9AC0-C4468A40BB44}" type="presParOf" srcId="{61EA23FE-DCD9-40C8-B5F6-D4CD6D77254B}" destId="{F2381C1C-2756-4720-ACEE-52F20771FEE9}"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B5D15A9-5431-4E3A-BCAD-E2766EB86C6C}" type="doc">
      <dgm:prSet loTypeId="urn:microsoft.com/office/officeart/2005/8/layout/list1" loCatId="list" qsTypeId="urn:microsoft.com/office/officeart/2005/8/quickstyle/simple2" qsCatId="simple" csTypeId="urn:microsoft.com/office/officeart/2005/8/colors/colorful2" csCatId="colorful"/>
      <dgm:spPr/>
      <dgm:t>
        <a:bodyPr/>
        <a:lstStyle/>
        <a:p>
          <a:endParaRPr lang="en-US"/>
        </a:p>
      </dgm:t>
    </dgm:pt>
    <dgm:pt modelId="{403215BD-C85C-416B-A132-51819EADAD5F}">
      <dgm:prSet/>
      <dgm:spPr/>
      <dgm:t>
        <a:bodyPr/>
        <a:lstStyle/>
        <a:p>
          <a:r>
            <a:rPr lang="en-US" dirty="0" err="1">
              <a:solidFill>
                <a:schemeClr val="bg1"/>
              </a:solidFill>
              <a:latin typeface="Times New Roman" pitchFamily="18" charset="0"/>
              <a:cs typeface="Times New Roman" pitchFamily="18" charset="0"/>
            </a:rPr>
            <a:t>Lỗi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cố</a:t>
          </a:r>
          <a:r>
            <a:rPr lang="en-US" dirty="0">
              <a:solidFill>
                <a:schemeClr val="bg1"/>
              </a:solidFill>
              <a:latin typeface="Times New Roman" pitchFamily="18" charset="0"/>
              <a:cs typeface="Times New Roman" pitchFamily="18" charset="0"/>
            </a:rPr>
            <a:t> ý </a:t>
          </a:r>
          <a:r>
            <a:rPr lang="en-US" dirty="0" err="1">
              <a:solidFill>
                <a:schemeClr val="bg1"/>
              </a:solidFill>
              <a:latin typeface="Times New Roman" pitchFamily="18" charset="0"/>
              <a:cs typeface="Times New Roman" pitchFamily="18" charset="0"/>
            </a:rPr>
            <a:t>trực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tiếp</a:t>
          </a:r>
          <a:endParaRPr lang="en-US" dirty="0">
            <a:solidFill>
              <a:schemeClr val="bg1"/>
            </a:solidFill>
            <a:latin typeface="Times New Roman" pitchFamily="18" charset="0"/>
            <a:cs typeface="Times New Roman" pitchFamily="18" charset="0"/>
          </a:endParaRPr>
        </a:p>
      </dgm:t>
    </dgm:pt>
    <dgm:pt modelId="{A8AA2ADF-AF83-40E8-82E1-C0EA71E2C50B}" type="parTrans" cxnId="{96519E65-6C7F-4CF0-85E8-3377026B8698}">
      <dgm:prSet/>
      <dgm:spPr/>
      <dgm:t>
        <a:bodyPr/>
        <a:lstStyle/>
        <a:p>
          <a:endParaRPr lang="en-US"/>
        </a:p>
      </dgm:t>
    </dgm:pt>
    <dgm:pt modelId="{FDABE395-46EE-4331-8C60-92E67908D937}" type="sibTrans" cxnId="{96519E65-6C7F-4CF0-85E8-3377026B8698}">
      <dgm:prSet/>
      <dgm:spPr/>
      <dgm:t>
        <a:bodyPr/>
        <a:lstStyle/>
        <a:p>
          <a:endParaRPr lang="en-US"/>
        </a:p>
      </dgm:t>
    </dgm:pt>
    <dgm:pt modelId="{AB0C7A30-9182-4B8F-B52B-8F0ACC2BE0B4}">
      <dgm:prSet/>
      <dgm:spPr/>
      <dgm:t>
        <a:bodyPr/>
        <a:lstStyle/>
        <a:p>
          <a:r>
            <a:rPr lang="en-US" dirty="0" err="1">
              <a:solidFill>
                <a:schemeClr val="bg1"/>
              </a:solidFill>
              <a:latin typeface="Times New Roman" pitchFamily="18" charset="0"/>
              <a:cs typeface="Times New Roman" pitchFamily="18" charset="0"/>
            </a:rPr>
            <a:t>Lỗi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cố</a:t>
          </a:r>
          <a:r>
            <a:rPr lang="en-US" dirty="0">
              <a:solidFill>
                <a:schemeClr val="bg1"/>
              </a:solidFill>
              <a:latin typeface="Times New Roman" pitchFamily="18" charset="0"/>
              <a:cs typeface="Times New Roman" pitchFamily="18" charset="0"/>
            </a:rPr>
            <a:t> ý </a:t>
          </a:r>
          <a:r>
            <a:rPr lang="en-US" dirty="0" err="1">
              <a:solidFill>
                <a:schemeClr val="bg1"/>
              </a:solidFill>
              <a:latin typeface="Times New Roman" pitchFamily="18" charset="0"/>
              <a:cs typeface="Times New Roman" pitchFamily="18" charset="0"/>
            </a:rPr>
            <a:t>gián</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tiếp</a:t>
          </a:r>
          <a:endParaRPr lang="en-US" dirty="0">
            <a:solidFill>
              <a:schemeClr val="bg1"/>
            </a:solidFill>
            <a:latin typeface="Times New Roman" pitchFamily="18" charset="0"/>
            <a:cs typeface="Times New Roman" pitchFamily="18" charset="0"/>
          </a:endParaRPr>
        </a:p>
      </dgm:t>
    </dgm:pt>
    <dgm:pt modelId="{D39AA4A8-E5A6-4A64-BD0B-33AC734E35D0}" type="parTrans" cxnId="{9D5283C4-3D12-4B3A-ABA9-8C41BE485A2E}">
      <dgm:prSet/>
      <dgm:spPr/>
      <dgm:t>
        <a:bodyPr/>
        <a:lstStyle/>
        <a:p>
          <a:endParaRPr lang="en-US"/>
        </a:p>
      </dgm:t>
    </dgm:pt>
    <dgm:pt modelId="{AE7B8302-3B2C-4A13-9C86-6B4CCC430339}" type="sibTrans" cxnId="{9D5283C4-3D12-4B3A-ABA9-8C41BE485A2E}">
      <dgm:prSet/>
      <dgm:spPr/>
      <dgm:t>
        <a:bodyPr/>
        <a:lstStyle/>
        <a:p>
          <a:endParaRPr lang="en-US"/>
        </a:p>
      </dgm:t>
    </dgm:pt>
    <dgm:pt modelId="{9333FF0E-2C97-4525-8273-864924A10659}">
      <dgm:prSet/>
      <dgm:spPr/>
      <dgm:t>
        <a:bodyPr/>
        <a:lstStyle/>
        <a:p>
          <a:r>
            <a:rPr lang="en-US" dirty="0" err="1">
              <a:solidFill>
                <a:schemeClr val="bg1"/>
              </a:solidFill>
              <a:latin typeface="Times New Roman" pitchFamily="18" charset="0"/>
              <a:cs typeface="Times New Roman" pitchFamily="18" charset="0"/>
            </a:rPr>
            <a:t>Lỗi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vô</a:t>
          </a:r>
          <a:r>
            <a:rPr lang="en-US" dirty="0">
              <a:solidFill>
                <a:schemeClr val="bg1"/>
              </a:solidFill>
              <a:latin typeface="Times New Roman" pitchFamily="18" charset="0"/>
              <a:cs typeface="Times New Roman" pitchFamily="18" charset="0"/>
            </a:rPr>
            <a:t> ý </a:t>
          </a:r>
          <a:r>
            <a:rPr lang="en-US" dirty="0" err="1">
              <a:solidFill>
                <a:schemeClr val="bg1"/>
              </a:solidFill>
              <a:latin typeface="Times New Roman" pitchFamily="18" charset="0"/>
              <a:cs typeface="Times New Roman" pitchFamily="18" charset="0"/>
            </a:rPr>
            <a:t>vì</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quá</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tự</a:t>
          </a:r>
          <a:r>
            <a:rPr lang="en-US" dirty="0">
              <a:solidFill>
                <a:schemeClr val="bg1"/>
              </a:solidFill>
              <a:latin typeface="Times New Roman" pitchFamily="18" charset="0"/>
              <a:cs typeface="Times New Roman" pitchFamily="18" charset="0"/>
            </a:rPr>
            <a:t> tin</a:t>
          </a:r>
        </a:p>
      </dgm:t>
    </dgm:pt>
    <dgm:pt modelId="{AAB5ABB8-2678-4D69-A992-D9E0329C56EC}" type="parTrans" cxnId="{2562FC2A-9F14-445B-BB31-97617279D372}">
      <dgm:prSet/>
      <dgm:spPr/>
      <dgm:t>
        <a:bodyPr/>
        <a:lstStyle/>
        <a:p>
          <a:endParaRPr lang="en-US"/>
        </a:p>
      </dgm:t>
    </dgm:pt>
    <dgm:pt modelId="{F2ABAB8C-B63B-4F94-A552-F8CD5D769009}" type="sibTrans" cxnId="{2562FC2A-9F14-445B-BB31-97617279D372}">
      <dgm:prSet/>
      <dgm:spPr/>
      <dgm:t>
        <a:bodyPr/>
        <a:lstStyle/>
        <a:p>
          <a:endParaRPr lang="en-US"/>
        </a:p>
      </dgm:t>
    </dgm:pt>
    <dgm:pt modelId="{7F771393-91A9-47DA-A7B8-C13369C4B197}">
      <dgm:prSet/>
      <dgm:spPr/>
      <dgm:t>
        <a:bodyPr/>
        <a:lstStyle/>
        <a:p>
          <a:r>
            <a:rPr lang="en-US" dirty="0" err="1">
              <a:solidFill>
                <a:schemeClr val="bg1"/>
              </a:solidFill>
              <a:latin typeface="Times New Roman" pitchFamily="18" charset="0"/>
              <a:cs typeface="Times New Roman" pitchFamily="18" charset="0"/>
            </a:rPr>
            <a:t>Lỗi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vô</a:t>
          </a:r>
          <a:r>
            <a:rPr lang="en-US" dirty="0">
              <a:solidFill>
                <a:schemeClr val="bg1"/>
              </a:solidFill>
              <a:latin typeface="Times New Roman" pitchFamily="18" charset="0"/>
              <a:cs typeface="Times New Roman" pitchFamily="18" charset="0"/>
            </a:rPr>
            <a:t> ý do </a:t>
          </a:r>
          <a:r>
            <a:rPr lang="en-US" dirty="0" err="1">
              <a:solidFill>
                <a:schemeClr val="bg1"/>
              </a:solidFill>
              <a:latin typeface="Times New Roman" pitchFamily="18" charset="0"/>
              <a:cs typeface="Times New Roman" pitchFamily="18" charset="0"/>
            </a:rPr>
            <a:t>cẩu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thả</a:t>
          </a:r>
          <a:endParaRPr lang="en-US" dirty="0">
            <a:solidFill>
              <a:schemeClr val="bg1"/>
            </a:solidFill>
            <a:latin typeface="Times New Roman" pitchFamily="18" charset="0"/>
            <a:cs typeface="Times New Roman" pitchFamily="18" charset="0"/>
          </a:endParaRPr>
        </a:p>
      </dgm:t>
    </dgm:pt>
    <dgm:pt modelId="{7ED85E78-695C-4088-B296-B9B1EF31147A}" type="parTrans" cxnId="{28078ADF-4D46-4D47-82E2-055B45F7095C}">
      <dgm:prSet/>
      <dgm:spPr/>
      <dgm:t>
        <a:bodyPr/>
        <a:lstStyle/>
        <a:p>
          <a:endParaRPr lang="en-US"/>
        </a:p>
      </dgm:t>
    </dgm:pt>
    <dgm:pt modelId="{48AE5177-4BCA-4582-84A7-E12694C7A158}" type="sibTrans" cxnId="{28078ADF-4D46-4D47-82E2-055B45F7095C}">
      <dgm:prSet/>
      <dgm:spPr/>
      <dgm:t>
        <a:bodyPr/>
        <a:lstStyle/>
        <a:p>
          <a:endParaRPr lang="en-US"/>
        </a:p>
      </dgm:t>
    </dgm:pt>
    <dgm:pt modelId="{268C63CB-DD6A-4815-9E70-F8683E56CDA5}" type="pres">
      <dgm:prSet presAssocID="{1B5D15A9-5431-4E3A-BCAD-E2766EB86C6C}" presName="linear" presStyleCnt="0">
        <dgm:presLayoutVars>
          <dgm:dir/>
          <dgm:animLvl val="lvl"/>
          <dgm:resizeHandles val="exact"/>
        </dgm:presLayoutVars>
      </dgm:prSet>
      <dgm:spPr/>
      <dgm:t>
        <a:bodyPr/>
        <a:lstStyle/>
        <a:p>
          <a:endParaRPr lang="en-US"/>
        </a:p>
      </dgm:t>
    </dgm:pt>
    <dgm:pt modelId="{86618761-D41E-4D81-9999-4A2EBFC1E713}" type="pres">
      <dgm:prSet presAssocID="{403215BD-C85C-416B-A132-51819EADAD5F}" presName="parentLin" presStyleCnt="0"/>
      <dgm:spPr/>
    </dgm:pt>
    <dgm:pt modelId="{9504F00F-B6F5-4ADC-BB1C-431C7F1BFB62}" type="pres">
      <dgm:prSet presAssocID="{403215BD-C85C-416B-A132-51819EADAD5F}" presName="parentLeftMargin" presStyleLbl="node1" presStyleIdx="0" presStyleCnt="4"/>
      <dgm:spPr/>
      <dgm:t>
        <a:bodyPr/>
        <a:lstStyle/>
        <a:p>
          <a:endParaRPr lang="en-US"/>
        </a:p>
      </dgm:t>
    </dgm:pt>
    <dgm:pt modelId="{268C56BB-A651-4335-9632-34C66625FB31}" type="pres">
      <dgm:prSet presAssocID="{403215BD-C85C-416B-A132-51819EADAD5F}" presName="parentText" presStyleLbl="node1" presStyleIdx="0" presStyleCnt="4">
        <dgm:presLayoutVars>
          <dgm:chMax val="0"/>
          <dgm:bulletEnabled val="1"/>
        </dgm:presLayoutVars>
      </dgm:prSet>
      <dgm:spPr/>
      <dgm:t>
        <a:bodyPr/>
        <a:lstStyle/>
        <a:p>
          <a:endParaRPr lang="en-US"/>
        </a:p>
      </dgm:t>
    </dgm:pt>
    <dgm:pt modelId="{7BD67E37-8396-42E2-8F4D-63DB6880EB71}" type="pres">
      <dgm:prSet presAssocID="{403215BD-C85C-416B-A132-51819EADAD5F}" presName="negativeSpace" presStyleCnt="0"/>
      <dgm:spPr/>
    </dgm:pt>
    <dgm:pt modelId="{B1A1A865-2E21-458B-8549-D5CD8277E5F7}" type="pres">
      <dgm:prSet presAssocID="{403215BD-C85C-416B-A132-51819EADAD5F}" presName="childText" presStyleLbl="conFgAcc1" presStyleIdx="0" presStyleCnt="4">
        <dgm:presLayoutVars>
          <dgm:bulletEnabled val="1"/>
        </dgm:presLayoutVars>
      </dgm:prSet>
      <dgm:spPr/>
    </dgm:pt>
    <dgm:pt modelId="{EEA8D984-5C55-4A45-8149-BA8AE0BFA28E}" type="pres">
      <dgm:prSet presAssocID="{FDABE395-46EE-4331-8C60-92E67908D937}" presName="spaceBetweenRectangles" presStyleCnt="0"/>
      <dgm:spPr/>
    </dgm:pt>
    <dgm:pt modelId="{59E04932-7108-409A-9753-6F14210CBE3D}" type="pres">
      <dgm:prSet presAssocID="{AB0C7A30-9182-4B8F-B52B-8F0ACC2BE0B4}" presName="parentLin" presStyleCnt="0"/>
      <dgm:spPr/>
    </dgm:pt>
    <dgm:pt modelId="{5B450132-9403-43C3-959A-4F6583129209}" type="pres">
      <dgm:prSet presAssocID="{AB0C7A30-9182-4B8F-B52B-8F0ACC2BE0B4}" presName="parentLeftMargin" presStyleLbl="node1" presStyleIdx="0" presStyleCnt="4"/>
      <dgm:spPr/>
      <dgm:t>
        <a:bodyPr/>
        <a:lstStyle/>
        <a:p>
          <a:endParaRPr lang="en-US"/>
        </a:p>
      </dgm:t>
    </dgm:pt>
    <dgm:pt modelId="{12F2424B-84B4-4D73-89D7-EFA26BAB15BE}" type="pres">
      <dgm:prSet presAssocID="{AB0C7A30-9182-4B8F-B52B-8F0ACC2BE0B4}" presName="parentText" presStyleLbl="node1" presStyleIdx="1" presStyleCnt="4">
        <dgm:presLayoutVars>
          <dgm:chMax val="0"/>
          <dgm:bulletEnabled val="1"/>
        </dgm:presLayoutVars>
      </dgm:prSet>
      <dgm:spPr/>
      <dgm:t>
        <a:bodyPr/>
        <a:lstStyle/>
        <a:p>
          <a:endParaRPr lang="en-US"/>
        </a:p>
      </dgm:t>
    </dgm:pt>
    <dgm:pt modelId="{9C1099B2-A576-4D91-9FD4-8B796EC748C6}" type="pres">
      <dgm:prSet presAssocID="{AB0C7A30-9182-4B8F-B52B-8F0ACC2BE0B4}" presName="negativeSpace" presStyleCnt="0"/>
      <dgm:spPr/>
    </dgm:pt>
    <dgm:pt modelId="{4CAC2440-5300-4AE0-80FA-1D6E26EC2B9B}" type="pres">
      <dgm:prSet presAssocID="{AB0C7A30-9182-4B8F-B52B-8F0ACC2BE0B4}" presName="childText" presStyleLbl="conFgAcc1" presStyleIdx="1" presStyleCnt="4">
        <dgm:presLayoutVars>
          <dgm:bulletEnabled val="1"/>
        </dgm:presLayoutVars>
      </dgm:prSet>
      <dgm:spPr/>
    </dgm:pt>
    <dgm:pt modelId="{898D811C-A844-4D53-B1DD-8685E2C07018}" type="pres">
      <dgm:prSet presAssocID="{AE7B8302-3B2C-4A13-9C86-6B4CCC430339}" presName="spaceBetweenRectangles" presStyleCnt="0"/>
      <dgm:spPr/>
    </dgm:pt>
    <dgm:pt modelId="{F819E37D-A48E-499C-A9D0-C9AC5BB324A3}" type="pres">
      <dgm:prSet presAssocID="{9333FF0E-2C97-4525-8273-864924A10659}" presName="parentLin" presStyleCnt="0"/>
      <dgm:spPr/>
    </dgm:pt>
    <dgm:pt modelId="{8E425EFD-9CFA-45F8-85F2-93181AC872D3}" type="pres">
      <dgm:prSet presAssocID="{9333FF0E-2C97-4525-8273-864924A10659}" presName="parentLeftMargin" presStyleLbl="node1" presStyleIdx="1" presStyleCnt="4"/>
      <dgm:spPr/>
      <dgm:t>
        <a:bodyPr/>
        <a:lstStyle/>
        <a:p>
          <a:endParaRPr lang="en-US"/>
        </a:p>
      </dgm:t>
    </dgm:pt>
    <dgm:pt modelId="{A2522D1F-BBF4-4E93-B8B6-C56CDBE110EA}" type="pres">
      <dgm:prSet presAssocID="{9333FF0E-2C97-4525-8273-864924A10659}" presName="parentText" presStyleLbl="node1" presStyleIdx="2" presStyleCnt="4">
        <dgm:presLayoutVars>
          <dgm:chMax val="0"/>
          <dgm:bulletEnabled val="1"/>
        </dgm:presLayoutVars>
      </dgm:prSet>
      <dgm:spPr/>
      <dgm:t>
        <a:bodyPr/>
        <a:lstStyle/>
        <a:p>
          <a:endParaRPr lang="en-US"/>
        </a:p>
      </dgm:t>
    </dgm:pt>
    <dgm:pt modelId="{3A4624CF-962A-442D-AB13-9DAE5BDAA895}" type="pres">
      <dgm:prSet presAssocID="{9333FF0E-2C97-4525-8273-864924A10659}" presName="negativeSpace" presStyleCnt="0"/>
      <dgm:spPr/>
    </dgm:pt>
    <dgm:pt modelId="{2EC33B0F-602F-4510-B5F8-07422ADCAD36}" type="pres">
      <dgm:prSet presAssocID="{9333FF0E-2C97-4525-8273-864924A10659}" presName="childText" presStyleLbl="conFgAcc1" presStyleIdx="2" presStyleCnt="4">
        <dgm:presLayoutVars>
          <dgm:bulletEnabled val="1"/>
        </dgm:presLayoutVars>
      </dgm:prSet>
      <dgm:spPr/>
    </dgm:pt>
    <dgm:pt modelId="{7221F183-9392-4098-AE35-18AFEB7C47CF}" type="pres">
      <dgm:prSet presAssocID="{F2ABAB8C-B63B-4F94-A552-F8CD5D769009}" presName="spaceBetweenRectangles" presStyleCnt="0"/>
      <dgm:spPr/>
    </dgm:pt>
    <dgm:pt modelId="{714018B1-81DF-4C23-B957-2D0B3D750167}" type="pres">
      <dgm:prSet presAssocID="{7F771393-91A9-47DA-A7B8-C13369C4B197}" presName="parentLin" presStyleCnt="0"/>
      <dgm:spPr/>
    </dgm:pt>
    <dgm:pt modelId="{496B5146-05AB-4E8E-884C-866732D218C3}" type="pres">
      <dgm:prSet presAssocID="{7F771393-91A9-47DA-A7B8-C13369C4B197}" presName="parentLeftMargin" presStyleLbl="node1" presStyleIdx="2" presStyleCnt="4"/>
      <dgm:spPr/>
      <dgm:t>
        <a:bodyPr/>
        <a:lstStyle/>
        <a:p>
          <a:endParaRPr lang="en-US"/>
        </a:p>
      </dgm:t>
    </dgm:pt>
    <dgm:pt modelId="{3BC9DA8F-9FFC-4266-8F8A-F10CE7C80443}" type="pres">
      <dgm:prSet presAssocID="{7F771393-91A9-47DA-A7B8-C13369C4B197}" presName="parentText" presStyleLbl="node1" presStyleIdx="3" presStyleCnt="4">
        <dgm:presLayoutVars>
          <dgm:chMax val="0"/>
          <dgm:bulletEnabled val="1"/>
        </dgm:presLayoutVars>
      </dgm:prSet>
      <dgm:spPr/>
      <dgm:t>
        <a:bodyPr/>
        <a:lstStyle/>
        <a:p>
          <a:endParaRPr lang="en-US"/>
        </a:p>
      </dgm:t>
    </dgm:pt>
    <dgm:pt modelId="{8AD58482-3493-4589-BF93-FFEA5337CBF7}" type="pres">
      <dgm:prSet presAssocID="{7F771393-91A9-47DA-A7B8-C13369C4B197}" presName="negativeSpace" presStyleCnt="0"/>
      <dgm:spPr/>
    </dgm:pt>
    <dgm:pt modelId="{646172CB-1C66-4245-8C4B-2FBEA5F6DB23}" type="pres">
      <dgm:prSet presAssocID="{7F771393-91A9-47DA-A7B8-C13369C4B197}" presName="childText" presStyleLbl="conFgAcc1" presStyleIdx="3" presStyleCnt="4">
        <dgm:presLayoutVars>
          <dgm:bulletEnabled val="1"/>
        </dgm:presLayoutVars>
      </dgm:prSet>
      <dgm:spPr/>
    </dgm:pt>
  </dgm:ptLst>
  <dgm:cxnLst>
    <dgm:cxn modelId="{7C50852B-AE9F-4989-88D5-25D368043FB1}" type="presOf" srcId="{7F771393-91A9-47DA-A7B8-C13369C4B197}" destId="{3BC9DA8F-9FFC-4266-8F8A-F10CE7C80443}" srcOrd="1" destOrd="0" presId="urn:microsoft.com/office/officeart/2005/8/layout/list1"/>
    <dgm:cxn modelId="{93F419DE-FBEC-4207-BD8B-9760EFEFD59B}" type="presOf" srcId="{9333FF0E-2C97-4525-8273-864924A10659}" destId="{8E425EFD-9CFA-45F8-85F2-93181AC872D3}" srcOrd="0" destOrd="0" presId="urn:microsoft.com/office/officeart/2005/8/layout/list1"/>
    <dgm:cxn modelId="{B10F557A-DC6B-470E-9C10-CE5DC88BCF37}" type="presOf" srcId="{403215BD-C85C-416B-A132-51819EADAD5F}" destId="{9504F00F-B6F5-4ADC-BB1C-431C7F1BFB62}" srcOrd="0" destOrd="0" presId="urn:microsoft.com/office/officeart/2005/8/layout/list1"/>
    <dgm:cxn modelId="{54CE9B59-9110-4C44-843F-142491EEA1C6}" type="presOf" srcId="{7F771393-91A9-47DA-A7B8-C13369C4B197}" destId="{496B5146-05AB-4E8E-884C-866732D218C3}" srcOrd="0" destOrd="0" presId="urn:microsoft.com/office/officeart/2005/8/layout/list1"/>
    <dgm:cxn modelId="{2562FC2A-9F14-445B-BB31-97617279D372}" srcId="{1B5D15A9-5431-4E3A-BCAD-E2766EB86C6C}" destId="{9333FF0E-2C97-4525-8273-864924A10659}" srcOrd="2" destOrd="0" parTransId="{AAB5ABB8-2678-4D69-A992-D9E0329C56EC}" sibTransId="{F2ABAB8C-B63B-4F94-A552-F8CD5D769009}"/>
    <dgm:cxn modelId="{2B8BEB17-C6E9-443E-B7EA-BE8D1CFEDA04}" type="presOf" srcId="{AB0C7A30-9182-4B8F-B52B-8F0ACC2BE0B4}" destId="{5B450132-9403-43C3-959A-4F6583129209}" srcOrd="0" destOrd="0" presId="urn:microsoft.com/office/officeart/2005/8/layout/list1"/>
    <dgm:cxn modelId="{96519E65-6C7F-4CF0-85E8-3377026B8698}" srcId="{1B5D15A9-5431-4E3A-BCAD-E2766EB86C6C}" destId="{403215BD-C85C-416B-A132-51819EADAD5F}" srcOrd="0" destOrd="0" parTransId="{A8AA2ADF-AF83-40E8-82E1-C0EA71E2C50B}" sibTransId="{FDABE395-46EE-4331-8C60-92E67908D937}"/>
    <dgm:cxn modelId="{CECCCDC5-492C-4E05-A7B2-960AFF29EDED}" type="presOf" srcId="{9333FF0E-2C97-4525-8273-864924A10659}" destId="{A2522D1F-BBF4-4E93-B8B6-C56CDBE110EA}" srcOrd="1" destOrd="0" presId="urn:microsoft.com/office/officeart/2005/8/layout/list1"/>
    <dgm:cxn modelId="{014BEA23-B8C7-4CC5-970C-23C4291BEA72}" type="presOf" srcId="{AB0C7A30-9182-4B8F-B52B-8F0ACC2BE0B4}" destId="{12F2424B-84B4-4D73-89D7-EFA26BAB15BE}" srcOrd="1" destOrd="0" presId="urn:microsoft.com/office/officeart/2005/8/layout/list1"/>
    <dgm:cxn modelId="{9D5283C4-3D12-4B3A-ABA9-8C41BE485A2E}" srcId="{1B5D15A9-5431-4E3A-BCAD-E2766EB86C6C}" destId="{AB0C7A30-9182-4B8F-B52B-8F0ACC2BE0B4}" srcOrd="1" destOrd="0" parTransId="{D39AA4A8-E5A6-4A64-BD0B-33AC734E35D0}" sibTransId="{AE7B8302-3B2C-4A13-9C86-6B4CCC430339}"/>
    <dgm:cxn modelId="{9542327A-5F65-4802-9B28-DDC6E2640DB2}" type="presOf" srcId="{1B5D15A9-5431-4E3A-BCAD-E2766EB86C6C}" destId="{268C63CB-DD6A-4815-9E70-F8683E56CDA5}" srcOrd="0" destOrd="0" presId="urn:microsoft.com/office/officeart/2005/8/layout/list1"/>
    <dgm:cxn modelId="{578F8CBA-877E-47F0-B031-D572BF5DCA8E}" type="presOf" srcId="{403215BD-C85C-416B-A132-51819EADAD5F}" destId="{268C56BB-A651-4335-9632-34C66625FB31}" srcOrd="1" destOrd="0" presId="urn:microsoft.com/office/officeart/2005/8/layout/list1"/>
    <dgm:cxn modelId="{28078ADF-4D46-4D47-82E2-055B45F7095C}" srcId="{1B5D15A9-5431-4E3A-BCAD-E2766EB86C6C}" destId="{7F771393-91A9-47DA-A7B8-C13369C4B197}" srcOrd="3" destOrd="0" parTransId="{7ED85E78-695C-4088-B296-B9B1EF31147A}" sibTransId="{48AE5177-4BCA-4582-84A7-E12694C7A158}"/>
    <dgm:cxn modelId="{E08CC17F-38D2-4530-8F11-20D9839876A2}" type="presParOf" srcId="{268C63CB-DD6A-4815-9E70-F8683E56CDA5}" destId="{86618761-D41E-4D81-9999-4A2EBFC1E713}" srcOrd="0" destOrd="0" presId="urn:microsoft.com/office/officeart/2005/8/layout/list1"/>
    <dgm:cxn modelId="{EE1698FC-F667-49EC-8F75-55272C89C551}" type="presParOf" srcId="{86618761-D41E-4D81-9999-4A2EBFC1E713}" destId="{9504F00F-B6F5-4ADC-BB1C-431C7F1BFB62}" srcOrd="0" destOrd="0" presId="urn:microsoft.com/office/officeart/2005/8/layout/list1"/>
    <dgm:cxn modelId="{68AF2A95-F956-4DF3-820C-55D836222701}" type="presParOf" srcId="{86618761-D41E-4D81-9999-4A2EBFC1E713}" destId="{268C56BB-A651-4335-9632-34C66625FB31}" srcOrd="1" destOrd="0" presId="urn:microsoft.com/office/officeart/2005/8/layout/list1"/>
    <dgm:cxn modelId="{44E2E85C-3F84-48C9-ABFE-52A30D71BB0C}" type="presParOf" srcId="{268C63CB-DD6A-4815-9E70-F8683E56CDA5}" destId="{7BD67E37-8396-42E2-8F4D-63DB6880EB71}" srcOrd="1" destOrd="0" presId="urn:microsoft.com/office/officeart/2005/8/layout/list1"/>
    <dgm:cxn modelId="{DACED89B-EBF5-40AD-86FB-E11E5541C0AF}" type="presParOf" srcId="{268C63CB-DD6A-4815-9E70-F8683E56CDA5}" destId="{B1A1A865-2E21-458B-8549-D5CD8277E5F7}" srcOrd="2" destOrd="0" presId="urn:microsoft.com/office/officeart/2005/8/layout/list1"/>
    <dgm:cxn modelId="{0319225F-A5D5-43F5-90BB-550B3CE0E917}" type="presParOf" srcId="{268C63CB-DD6A-4815-9E70-F8683E56CDA5}" destId="{EEA8D984-5C55-4A45-8149-BA8AE0BFA28E}" srcOrd="3" destOrd="0" presId="urn:microsoft.com/office/officeart/2005/8/layout/list1"/>
    <dgm:cxn modelId="{92B71B48-4104-49D8-822E-23F9AC3B5B72}" type="presParOf" srcId="{268C63CB-DD6A-4815-9E70-F8683E56CDA5}" destId="{59E04932-7108-409A-9753-6F14210CBE3D}" srcOrd="4" destOrd="0" presId="urn:microsoft.com/office/officeart/2005/8/layout/list1"/>
    <dgm:cxn modelId="{46C8479B-EF46-4031-AEB4-07BF1A3A7865}" type="presParOf" srcId="{59E04932-7108-409A-9753-6F14210CBE3D}" destId="{5B450132-9403-43C3-959A-4F6583129209}" srcOrd="0" destOrd="0" presId="urn:microsoft.com/office/officeart/2005/8/layout/list1"/>
    <dgm:cxn modelId="{F56E70D3-1B2B-4CA0-A4B5-6A5F00D1A88E}" type="presParOf" srcId="{59E04932-7108-409A-9753-6F14210CBE3D}" destId="{12F2424B-84B4-4D73-89D7-EFA26BAB15BE}" srcOrd="1" destOrd="0" presId="urn:microsoft.com/office/officeart/2005/8/layout/list1"/>
    <dgm:cxn modelId="{65CF5759-AD0F-454C-BDB7-34975DE38C02}" type="presParOf" srcId="{268C63CB-DD6A-4815-9E70-F8683E56CDA5}" destId="{9C1099B2-A576-4D91-9FD4-8B796EC748C6}" srcOrd="5" destOrd="0" presId="urn:microsoft.com/office/officeart/2005/8/layout/list1"/>
    <dgm:cxn modelId="{7487CB01-1713-41CD-9959-E3A2CB40537C}" type="presParOf" srcId="{268C63CB-DD6A-4815-9E70-F8683E56CDA5}" destId="{4CAC2440-5300-4AE0-80FA-1D6E26EC2B9B}" srcOrd="6" destOrd="0" presId="urn:microsoft.com/office/officeart/2005/8/layout/list1"/>
    <dgm:cxn modelId="{B6F18D9D-0E05-4DE0-862F-88977A4D710F}" type="presParOf" srcId="{268C63CB-DD6A-4815-9E70-F8683E56CDA5}" destId="{898D811C-A844-4D53-B1DD-8685E2C07018}" srcOrd="7" destOrd="0" presId="urn:microsoft.com/office/officeart/2005/8/layout/list1"/>
    <dgm:cxn modelId="{A438C372-953B-4202-8A46-9AC96D8B3798}" type="presParOf" srcId="{268C63CB-DD6A-4815-9E70-F8683E56CDA5}" destId="{F819E37D-A48E-499C-A9D0-C9AC5BB324A3}" srcOrd="8" destOrd="0" presId="urn:microsoft.com/office/officeart/2005/8/layout/list1"/>
    <dgm:cxn modelId="{F5EACD25-1376-491A-B693-72A1A50D6483}" type="presParOf" srcId="{F819E37D-A48E-499C-A9D0-C9AC5BB324A3}" destId="{8E425EFD-9CFA-45F8-85F2-93181AC872D3}" srcOrd="0" destOrd="0" presId="urn:microsoft.com/office/officeart/2005/8/layout/list1"/>
    <dgm:cxn modelId="{4A882A7C-EF98-4AF3-BF09-F429338EEA04}" type="presParOf" srcId="{F819E37D-A48E-499C-A9D0-C9AC5BB324A3}" destId="{A2522D1F-BBF4-4E93-B8B6-C56CDBE110EA}" srcOrd="1" destOrd="0" presId="urn:microsoft.com/office/officeart/2005/8/layout/list1"/>
    <dgm:cxn modelId="{38C2EB2F-A538-4A0A-A21B-9B925D350242}" type="presParOf" srcId="{268C63CB-DD6A-4815-9E70-F8683E56CDA5}" destId="{3A4624CF-962A-442D-AB13-9DAE5BDAA895}" srcOrd="9" destOrd="0" presId="urn:microsoft.com/office/officeart/2005/8/layout/list1"/>
    <dgm:cxn modelId="{A7CF7AF2-DDCE-4F12-80A1-A5951C2CE7FF}" type="presParOf" srcId="{268C63CB-DD6A-4815-9E70-F8683E56CDA5}" destId="{2EC33B0F-602F-4510-B5F8-07422ADCAD36}" srcOrd="10" destOrd="0" presId="urn:microsoft.com/office/officeart/2005/8/layout/list1"/>
    <dgm:cxn modelId="{4B91EEF0-7DC1-4A8F-AE9C-0D2028EF0774}" type="presParOf" srcId="{268C63CB-DD6A-4815-9E70-F8683E56CDA5}" destId="{7221F183-9392-4098-AE35-18AFEB7C47CF}" srcOrd="11" destOrd="0" presId="urn:microsoft.com/office/officeart/2005/8/layout/list1"/>
    <dgm:cxn modelId="{1A0BBD98-1A94-4D02-AD32-CA12DB227FEC}" type="presParOf" srcId="{268C63CB-DD6A-4815-9E70-F8683E56CDA5}" destId="{714018B1-81DF-4C23-B957-2D0B3D750167}" srcOrd="12" destOrd="0" presId="urn:microsoft.com/office/officeart/2005/8/layout/list1"/>
    <dgm:cxn modelId="{62DD89D6-A6CD-4364-B033-9CB352AF1843}" type="presParOf" srcId="{714018B1-81DF-4C23-B957-2D0B3D750167}" destId="{496B5146-05AB-4E8E-884C-866732D218C3}" srcOrd="0" destOrd="0" presId="urn:microsoft.com/office/officeart/2005/8/layout/list1"/>
    <dgm:cxn modelId="{6137FAEB-5E23-4372-94C9-39E956F75B0A}" type="presParOf" srcId="{714018B1-81DF-4C23-B957-2D0B3D750167}" destId="{3BC9DA8F-9FFC-4266-8F8A-F10CE7C80443}" srcOrd="1" destOrd="0" presId="urn:microsoft.com/office/officeart/2005/8/layout/list1"/>
    <dgm:cxn modelId="{A25027EA-925F-48AD-9A27-DF2374CDB09C}" type="presParOf" srcId="{268C63CB-DD6A-4815-9E70-F8683E56CDA5}" destId="{8AD58482-3493-4589-BF93-FFEA5337CBF7}" srcOrd="13" destOrd="0" presId="urn:microsoft.com/office/officeart/2005/8/layout/list1"/>
    <dgm:cxn modelId="{FF8F2CDD-8728-49B3-9ECB-9B88611BCC7F}" type="presParOf" srcId="{268C63CB-DD6A-4815-9E70-F8683E56CDA5}" destId="{646172CB-1C66-4245-8C4B-2FBEA5F6DB23}"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FC78557-D59D-4119-AB60-BFF69A406A7F}" type="doc">
      <dgm:prSet loTypeId="urn:microsoft.com/office/officeart/2009/3/layout/HorizontalOrganizationChart" loCatId="hierarchy" qsTypeId="urn:microsoft.com/office/officeart/2005/8/quickstyle/simple3" qsCatId="simple" csTypeId="urn:microsoft.com/office/officeart/2005/8/colors/colorful2" csCatId="colorful" phldr="1"/>
      <dgm:spPr/>
      <dgm:t>
        <a:bodyPr/>
        <a:lstStyle/>
        <a:p>
          <a:endParaRPr lang="en-US"/>
        </a:p>
      </dgm:t>
    </dgm:pt>
    <dgm:pt modelId="{5C3A91A9-C81D-4C4F-80C0-6F3CFB2DF9E4}">
      <dgm:prSet/>
      <dgm:spPr/>
      <dgm:t>
        <a:bodyPr/>
        <a:lstStyle/>
        <a:p>
          <a:r>
            <a:rPr lang="en-US" dirty="0" err="1">
              <a:latin typeface="Times New Roman" pitchFamily="18" charset="0"/>
              <a:cs typeface="Times New Roman" pitchFamily="18" charset="0"/>
            </a:rPr>
            <a:t>Sai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mà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a:t>
          </a:r>
        </a:p>
      </dgm:t>
    </dgm:pt>
    <dgm:pt modelId="{2576CF83-4A5C-418F-9A5B-76C3EACBB286}" type="parTrans" cxnId="{480EA8BF-C15D-47C7-AB82-B23CB0177D3B}">
      <dgm:prSet/>
      <dgm:spPr/>
      <dgm:t>
        <a:bodyPr/>
        <a:lstStyle/>
        <a:p>
          <a:endParaRPr lang="en-US"/>
        </a:p>
      </dgm:t>
    </dgm:pt>
    <dgm:pt modelId="{0D09C623-2EFF-4B8B-9139-5503C015F607}" type="sibTrans" cxnId="{480EA8BF-C15D-47C7-AB82-B23CB0177D3B}">
      <dgm:prSet/>
      <dgm:spPr/>
      <dgm:t>
        <a:bodyPr/>
        <a:lstStyle/>
        <a:p>
          <a:endParaRPr lang="en-US"/>
        </a:p>
      </dgm:t>
    </dgm:pt>
    <dgm:pt modelId="{2BE656EB-76D9-4B84-8945-61E8E3ABD644}">
      <dgm:prSet/>
      <dgm:spPr/>
      <dgm:t>
        <a:bodyPr/>
        <a:lstStyle/>
        <a:p>
          <a:r>
            <a:rPr lang="en-US" dirty="0" err="1">
              <a:latin typeface="Times New Roman" pitchFamily="18" charset="0"/>
              <a:cs typeface="Times New Roman" pitchFamily="18" charset="0"/>
            </a:rPr>
            <a:t>Sai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mà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a:t>
          </a:r>
        </a:p>
      </dgm:t>
    </dgm:pt>
    <dgm:pt modelId="{1ABB1136-691A-40EA-91AC-EF6EF4EBCEF8}" type="parTrans" cxnId="{EBCA9C81-59E4-4DFB-8A24-9D993170A55E}">
      <dgm:prSet/>
      <dgm:spPr/>
      <dgm:t>
        <a:bodyPr/>
        <a:lstStyle/>
        <a:p>
          <a:endParaRPr lang="en-US"/>
        </a:p>
      </dgm:t>
    </dgm:pt>
    <dgm:pt modelId="{F33E970B-CAD1-4C3C-BFEB-E60116D04378}" type="sibTrans" cxnId="{EBCA9C81-59E4-4DFB-8A24-9D993170A55E}">
      <dgm:prSet/>
      <dgm:spPr/>
      <dgm:t>
        <a:bodyPr/>
        <a:lstStyle/>
        <a:p>
          <a:endParaRPr lang="en-US"/>
        </a:p>
      </dgm:t>
    </dgm:pt>
    <dgm:pt modelId="{2FDE7FD5-9163-4FB8-96C6-32670C9F82D4}">
      <dgm:prSet/>
      <dgm:spPr/>
      <dgm:t>
        <a:bodyPr/>
        <a:lstStyle/>
        <a:p>
          <a:r>
            <a:rPr lang="en-US" dirty="0" err="1">
              <a:latin typeface="Times New Roman" pitchFamily="18" charset="0"/>
              <a:cs typeface="Times New Roman" pitchFamily="18" charset="0"/>
            </a:rPr>
            <a:t>Sai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mình</a:t>
          </a:r>
          <a:r>
            <a:rPr lang="en-US" dirty="0">
              <a:latin typeface="Times New Roman" pitchFamily="18" charset="0"/>
              <a:cs typeface="Times New Roman" pitchFamily="18" charset="0"/>
            </a:rPr>
            <a:t>.</a:t>
          </a:r>
        </a:p>
      </dgm:t>
    </dgm:pt>
    <dgm:pt modelId="{D777D41A-5F00-4A2B-A941-BB7127848811}" type="parTrans" cxnId="{06E94E50-020E-4A65-8016-91F695530363}">
      <dgm:prSet/>
      <dgm:spPr/>
      <dgm:t>
        <a:bodyPr/>
        <a:lstStyle/>
        <a:p>
          <a:endParaRPr lang="en-US"/>
        </a:p>
      </dgm:t>
    </dgm:pt>
    <dgm:pt modelId="{C77015BF-D96D-4F33-A0F7-7B8AEE194934}" type="sibTrans" cxnId="{06E94E50-020E-4A65-8016-91F695530363}">
      <dgm:prSet/>
      <dgm:spPr/>
      <dgm:t>
        <a:bodyPr/>
        <a:lstStyle/>
        <a:p>
          <a:endParaRPr lang="en-US"/>
        </a:p>
      </dgm:t>
    </dgm:pt>
    <dgm:pt modelId="{1F16A3EB-491D-4B30-A1E2-A448A5D09B5E}" type="pres">
      <dgm:prSet presAssocID="{CFC78557-D59D-4119-AB60-BFF69A406A7F}" presName="hierChild1" presStyleCnt="0">
        <dgm:presLayoutVars>
          <dgm:orgChart val="1"/>
          <dgm:chPref val="1"/>
          <dgm:dir/>
          <dgm:animOne val="branch"/>
          <dgm:animLvl val="lvl"/>
          <dgm:resizeHandles/>
        </dgm:presLayoutVars>
      </dgm:prSet>
      <dgm:spPr/>
      <dgm:t>
        <a:bodyPr/>
        <a:lstStyle/>
        <a:p>
          <a:endParaRPr lang="en-US"/>
        </a:p>
      </dgm:t>
    </dgm:pt>
    <dgm:pt modelId="{9B4114FE-0F72-45F9-9DA4-FA79662049AF}" type="pres">
      <dgm:prSet presAssocID="{5C3A91A9-C81D-4C4F-80C0-6F3CFB2DF9E4}" presName="hierRoot1" presStyleCnt="0">
        <dgm:presLayoutVars>
          <dgm:hierBranch val="init"/>
        </dgm:presLayoutVars>
      </dgm:prSet>
      <dgm:spPr/>
    </dgm:pt>
    <dgm:pt modelId="{9DE4FF3A-EF5A-4A5D-BDDF-41A37F552A8A}" type="pres">
      <dgm:prSet presAssocID="{5C3A91A9-C81D-4C4F-80C0-6F3CFB2DF9E4}" presName="rootComposite1" presStyleCnt="0"/>
      <dgm:spPr/>
    </dgm:pt>
    <dgm:pt modelId="{8968763A-A739-4ECF-9FCB-84E5D765222C}" type="pres">
      <dgm:prSet presAssocID="{5C3A91A9-C81D-4C4F-80C0-6F3CFB2DF9E4}" presName="rootText1" presStyleLbl="node0" presStyleIdx="0" presStyleCnt="3" custScaleX="109830">
        <dgm:presLayoutVars>
          <dgm:chPref val="3"/>
        </dgm:presLayoutVars>
      </dgm:prSet>
      <dgm:spPr/>
      <dgm:t>
        <a:bodyPr/>
        <a:lstStyle/>
        <a:p>
          <a:endParaRPr lang="en-US"/>
        </a:p>
      </dgm:t>
    </dgm:pt>
    <dgm:pt modelId="{1F05FCAA-B657-4BB0-93CC-CC3A12B8B68C}" type="pres">
      <dgm:prSet presAssocID="{5C3A91A9-C81D-4C4F-80C0-6F3CFB2DF9E4}" presName="rootConnector1" presStyleLbl="node1" presStyleIdx="0" presStyleCnt="0"/>
      <dgm:spPr/>
      <dgm:t>
        <a:bodyPr/>
        <a:lstStyle/>
        <a:p>
          <a:endParaRPr lang="en-US"/>
        </a:p>
      </dgm:t>
    </dgm:pt>
    <dgm:pt modelId="{7A59762B-10B1-4BB1-AC57-D1FFAAD38636}" type="pres">
      <dgm:prSet presAssocID="{5C3A91A9-C81D-4C4F-80C0-6F3CFB2DF9E4}" presName="hierChild2" presStyleCnt="0"/>
      <dgm:spPr/>
    </dgm:pt>
    <dgm:pt modelId="{333CB30A-3567-4E9E-B60E-29B39303829D}" type="pres">
      <dgm:prSet presAssocID="{5C3A91A9-C81D-4C4F-80C0-6F3CFB2DF9E4}" presName="hierChild3" presStyleCnt="0"/>
      <dgm:spPr/>
    </dgm:pt>
    <dgm:pt modelId="{722D4B24-579E-456B-BC01-60940CF6F8EA}" type="pres">
      <dgm:prSet presAssocID="{2BE656EB-76D9-4B84-8945-61E8E3ABD644}" presName="hierRoot1" presStyleCnt="0">
        <dgm:presLayoutVars>
          <dgm:hierBranch val="init"/>
        </dgm:presLayoutVars>
      </dgm:prSet>
      <dgm:spPr/>
    </dgm:pt>
    <dgm:pt modelId="{7F2CE9A2-2306-448C-899A-6ED4436536FE}" type="pres">
      <dgm:prSet presAssocID="{2BE656EB-76D9-4B84-8945-61E8E3ABD644}" presName="rootComposite1" presStyleCnt="0"/>
      <dgm:spPr/>
    </dgm:pt>
    <dgm:pt modelId="{06B3BF6D-A727-4E9E-8B1F-F218C1FE30AC}" type="pres">
      <dgm:prSet presAssocID="{2BE656EB-76D9-4B84-8945-61E8E3ABD644}" presName="rootText1" presStyleLbl="node0" presStyleIdx="1" presStyleCnt="3" custScaleX="109682">
        <dgm:presLayoutVars>
          <dgm:chPref val="3"/>
        </dgm:presLayoutVars>
      </dgm:prSet>
      <dgm:spPr/>
      <dgm:t>
        <a:bodyPr/>
        <a:lstStyle/>
        <a:p>
          <a:endParaRPr lang="en-US"/>
        </a:p>
      </dgm:t>
    </dgm:pt>
    <dgm:pt modelId="{9CF246A5-ACBF-4DC8-A377-036564498A53}" type="pres">
      <dgm:prSet presAssocID="{2BE656EB-76D9-4B84-8945-61E8E3ABD644}" presName="rootConnector1" presStyleLbl="node1" presStyleIdx="0" presStyleCnt="0"/>
      <dgm:spPr/>
      <dgm:t>
        <a:bodyPr/>
        <a:lstStyle/>
        <a:p>
          <a:endParaRPr lang="en-US"/>
        </a:p>
      </dgm:t>
    </dgm:pt>
    <dgm:pt modelId="{DB2F2DC5-3B96-422F-A2DC-FDF802926C2A}" type="pres">
      <dgm:prSet presAssocID="{2BE656EB-76D9-4B84-8945-61E8E3ABD644}" presName="hierChild2" presStyleCnt="0"/>
      <dgm:spPr/>
    </dgm:pt>
    <dgm:pt modelId="{04CC4A3D-C636-4F2D-850F-B1962D561C02}" type="pres">
      <dgm:prSet presAssocID="{2BE656EB-76D9-4B84-8945-61E8E3ABD644}" presName="hierChild3" presStyleCnt="0"/>
      <dgm:spPr/>
    </dgm:pt>
    <dgm:pt modelId="{FCB6D31D-58E9-4B44-8173-B9FD9A0C4713}" type="pres">
      <dgm:prSet presAssocID="{2FDE7FD5-9163-4FB8-96C6-32670C9F82D4}" presName="hierRoot1" presStyleCnt="0">
        <dgm:presLayoutVars>
          <dgm:hierBranch val="init"/>
        </dgm:presLayoutVars>
      </dgm:prSet>
      <dgm:spPr/>
    </dgm:pt>
    <dgm:pt modelId="{AC49794B-25B2-49C9-A0C0-A90D0CBDEE08}" type="pres">
      <dgm:prSet presAssocID="{2FDE7FD5-9163-4FB8-96C6-32670C9F82D4}" presName="rootComposite1" presStyleCnt="0"/>
      <dgm:spPr/>
    </dgm:pt>
    <dgm:pt modelId="{555AB632-353A-4E0C-BD90-AB0EB00D1EA0}" type="pres">
      <dgm:prSet presAssocID="{2FDE7FD5-9163-4FB8-96C6-32670C9F82D4}" presName="rootText1" presStyleLbl="node0" presStyleIdx="2" presStyleCnt="3" custScaleX="110199">
        <dgm:presLayoutVars>
          <dgm:chPref val="3"/>
        </dgm:presLayoutVars>
      </dgm:prSet>
      <dgm:spPr/>
      <dgm:t>
        <a:bodyPr/>
        <a:lstStyle/>
        <a:p>
          <a:endParaRPr lang="en-US"/>
        </a:p>
      </dgm:t>
    </dgm:pt>
    <dgm:pt modelId="{2D315B52-1DB1-4F1D-AE06-86D091A48FD4}" type="pres">
      <dgm:prSet presAssocID="{2FDE7FD5-9163-4FB8-96C6-32670C9F82D4}" presName="rootConnector1" presStyleLbl="node1" presStyleIdx="0" presStyleCnt="0"/>
      <dgm:spPr/>
      <dgm:t>
        <a:bodyPr/>
        <a:lstStyle/>
        <a:p>
          <a:endParaRPr lang="en-US"/>
        </a:p>
      </dgm:t>
    </dgm:pt>
    <dgm:pt modelId="{EB3EB880-E403-48D2-8100-E548A40E62E0}" type="pres">
      <dgm:prSet presAssocID="{2FDE7FD5-9163-4FB8-96C6-32670C9F82D4}" presName="hierChild2" presStyleCnt="0"/>
      <dgm:spPr/>
    </dgm:pt>
    <dgm:pt modelId="{EC5CEC51-C9BD-49E4-9793-5A035DF8239F}" type="pres">
      <dgm:prSet presAssocID="{2FDE7FD5-9163-4FB8-96C6-32670C9F82D4}" presName="hierChild3" presStyleCnt="0"/>
      <dgm:spPr/>
    </dgm:pt>
  </dgm:ptLst>
  <dgm:cxnLst>
    <dgm:cxn modelId="{EE03292D-B64C-4689-AA97-C95DC2413B58}" type="presOf" srcId="{2BE656EB-76D9-4B84-8945-61E8E3ABD644}" destId="{06B3BF6D-A727-4E9E-8B1F-F218C1FE30AC}" srcOrd="0" destOrd="0" presId="urn:microsoft.com/office/officeart/2009/3/layout/HorizontalOrganizationChart"/>
    <dgm:cxn modelId="{BAA1F001-B4BF-45C6-A8FD-02BD24EA53E8}" type="presOf" srcId="{5C3A91A9-C81D-4C4F-80C0-6F3CFB2DF9E4}" destId="{1F05FCAA-B657-4BB0-93CC-CC3A12B8B68C}" srcOrd="1" destOrd="0" presId="urn:microsoft.com/office/officeart/2009/3/layout/HorizontalOrganizationChart"/>
    <dgm:cxn modelId="{480EA8BF-C15D-47C7-AB82-B23CB0177D3B}" srcId="{CFC78557-D59D-4119-AB60-BFF69A406A7F}" destId="{5C3A91A9-C81D-4C4F-80C0-6F3CFB2DF9E4}" srcOrd="0" destOrd="0" parTransId="{2576CF83-4A5C-418F-9A5B-76C3EACBB286}" sibTransId="{0D09C623-2EFF-4B8B-9139-5503C015F607}"/>
    <dgm:cxn modelId="{E1A75248-1B60-411A-9E41-9E84333610F7}" type="presOf" srcId="{2FDE7FD5-9163-4FB8-96C6-32670C9F82D4}" destId="{2D315B52-1DB1-4F1D-AE06-86D091A48FD4}" srcOrd="1" destOrd="0" presId="urn:microsoft.com/office/officeart/2009/3/layout/HorizontalOrganizationChart"/>
    <dgm:cxn modelId="{5856E0E7-F52C-4DFA-924F-2B5938A448F0}" type="presOf" srcId="{5C3A91A9-C81D-4C4F-80C0-6F3CFB2DF9E4}" destId="{8968763A-A739-4ECF-9FCB-84E5D765222C}" srcOrd="0" destOrd="0" presId="urn:microsoft.com/office/officeart/2009/3/layout/HorizontalOrganizationChart"/>
    <dgm:cxn modelId="{328D7FFC-E62A-4D2E-ADE1-F73788C30728}" type="presOf" srcId="{2BE656EB-76D9-4B84-8945-61E8E3ABD644}" destId="{9CF246A5-ACBF-4DC8-A377-036564498A53}" srcOrd="1" destOrd="0" presId="urn:microsoft.com/office/officeart/2009/3/layout/HorizontalOrganizationChart"/>
    <dgm:cxn modelId="{06E94E50-020E-4A65-8016-91F695530363}" srcId="{CFC78557-D59D-4119-AB60-BFF69A406A7F}" destId="{2FDE7FD5-9163-4FB8-96C6-32670C9F82D4}" srcOrd="2" destOrd="0" parTransId="{D777D41A-5F00-4A2B-A941-BB7127848811}" sibTransId="{C77015BF-D96D-4F33-A0F7-7B8AEE194934}"/>
    <dgm:cxn modelId="{AF132B9A-2942-4554-B526-F6EDD7BDEFA4}" type="presOf" srcId="{2FDE7FD5-9163-4FB8-96C6-32670C9F82D4}" destId="{555AB632-353A-4E0C-BD90-AB0EB00D1EA0}" srcOrd="0" destOrd="0" presId="urn:microsoft.com/office/officeart/2009/3/layout/HorizontalOrganizationChart"/>
    <dgm:cxn modelId="{EBCA9C81-59E4-4DFB-8A24-9D993170A55E}" srcId="{CFC78557-D59D-4119-AB60-BFF69A406A7F}" destId="{2BE656EB-76D9-4B84-8945-61E8E3ABD644}" srcOrd="1" destOrd="0" parTransId="{1ABB1136-691A-40EA-91AC-EF6EF4EBCEF8}" sibTransId="{F33E970B-CAD1-4C3C-BFEB-E60116D04378}"/>
    <dgm:cxn modelId="{B42223A7-706B-4AF6-A8AB-5F8E4D94F531}" type="presOf" srcId="{CFC78557-D59D-4119-AB60-BFF69A406A7F}" destId="{1F16A3EB-491D-4B30-A1E2-A448A5D09B5E}" srcOrd="0" destOrd="0" presId="urn:microsoft.com/office/officeart/2009/3/layout/HorizontalOrganizationChart"/>
    <dgm:cxn modelId="{48C86712-8FC9-44A2-99FF-292405E37CB7}" type="presParOf" srcId="{1F16A3EB-491D-4B30-A1E2-A448A5D09B5E}" destId="{9B4114FE-0F72-45F9-9DA4-FA79662049AF}" srcOrd="0" destOrd="0" presId="urn:microsoft.com/office/officeart/2009/3/layout/HorizontalOrganizationChart"/>
    <dgm:cxn modelId="{301A7CE8-6CC6-4A5B-B92A-0A8CCE924EB6}" type="presParOf" srcId="{9B4114FE-0F72-45F9-9DA4-FA79662049AF}" destId="{9DE4FF3A-EF5A-4A5D-BDDF-41A37F552A8A}" srcOrd="0" destOrd="0" presId="urn:microsoft.com/office/officeart/2009/3/layout/HorizontalOrganizationChart"/>
    <dgm:cxn modelId="{C9B51BD0-CE29-4663-8B0C-E041610C4A33}" type="presParOf" srcId="{9DE4FF3A-EF5A-4A5D-BDDF-41A37F552A8A}" destId="{8968763A-A739-4ECF-9FCB-84E5D765222C}" srcOrd="0" destOrd="0" presId="urn:microsoft.com/office/officeart/2009/3/layout/HorizontalOrganizationChart"/>
    <dgm:cxn modelId="{5B2C1EC3-B60A-4D54-AE00-6DC8243F20B5}" type="presParOf" srcId="{9DE4FF3A-EF5A-4A5D-BDDF-41A37F552A8A}" destId="{1F05FCAA-B657-4BB0-93CC-CC3A12B8B68C}" srcOrd="1" destOrd="0" presId="urn:microsoft.com/office/officeart/2009/3/layout/HorizontalOrganizationChart"/>
    <dgm:cxn modelId="{C708B7BB-564C-4B1D-895F-71051F0DA8B2}" type="presParOf" srcId="{9B4114FE-0F72-45F9-9DA4-FA79662049AF}" destId="{7A59762B-10B1-4BB1-AC57-D1FFAAD38636}" srcOrd="1" destOrd="0" presId="urn:microsoft.com/office/officeart/2009/3/layout/HorizontalOrganizationChart"/>
    <dgm:cxn modelId="{EF5584E9-DF09-4727-AB13-BF31BD9FC08C}" type="presParOf" srcId="{9B4114FE-0F72-45F9-9DA4-FA79662049AF}" destId="{333CB30A-3567-4E9E-B60E-29B39303829D}" srcOrd="2" destOrd="0" presId="urn:microsoft.com/office/officeart/2009/3/layout/HorizontalOrganizationChart"/>
    <dgm:cxn modelId="{270FC65E-2D42-4255-B356-E14D4D005D37}" type="presParOf" srcId="{1F16A3EB-491D-4B30-A1E2-A448A5D09B5E}" destId="{722D4B24-579E-456B-BC01-60940CF6F8EA}" srcOrd="1" destOrd="0" presId="urn:microsoft.com/office/officeart/2009/3/layout/HorizontalOrganizationChart"/>
    <dgm:cxn modelId="{78B03F04-4AC6-4F5C-9C40-F14CBC37D0A5}" type="presParOf" srcId="{722D4B24-579E-456B-BC01-60940CF6F8EA}" destId="{7F2CE9A2-2306-448C-899A-6ED4436536FE}" srcOrd="0" destOrd="0" presId="urn:microsoft.com/office/officeart/2009/3/layout/HorizontalOrganizationChart"/>
    <dgm:cxn modelId="{5DFDA2DA-33F7-47A9-B3FF-6D8D18E3FEDD}" type="presParOf" srcId="{7F2CE9A2-2306-448C-899A-6ED4436536FE}" destId="{06B3BF6D-A727-4E9E-8B1F-F218C1FE30AC}" srcOrd="0" destOrd="0" presId="urn:microsoft.com/office/officeart/2009/3/layout/HorizontalOrganizationChart"/>
    <dgm:cxn modelId="{34F2CA2C-61B0-4786-A755-AD9CEDF245DF}" type="presParOf" srcId="{7F2CE9A2-2306-448C-899A-6ED4436536FE}" destId="{9CF246A5-ACBF-4DC8-A377-036564498A53}" srcOrd="1" destOrd="0" presId="urn:microsoft.com/office/officeart/2009/3/layout/HorizontalOrganizationChart"/>
    <dgm:cxn modelId="{391A732D-7528-4F17-90A7-25EEE3BDFFEB}" type="presParOf" srcId="{722D4B24-579E-456B-BC01-60940CF6F8EA}" destId="{DB2F2DC5-3B96-422F-A2DC-FDF802926C2A}" srcOrd="1" destOrd="0" presId="urn:microsoft.com/office/officeart/2009/3/layout/HorizontalOrganizationChart"/>
    <dgm:cxn modelId="{C3831EB9-14BB-414D-9F11-2D71722E35D2}" type="presParOf" srcId="{722D4B24-579E-456B-BC01-60940CF6F8EA}" destId="{04CC4A3D-C636-4F2D-850F-B1962D561C02}" srcOrd="2" destOrd="0" presId="urn:microsoft.com/office/officeart/2009/3/layout/HorizontalOrganizationChart"/>
    <dgm:cxn modelId="{F08E91E2-68C7-493C-8792-761AA58516C9}" type="presParOf" srcId="{1F16A3EB-491D-4B30-A1E2-A448A5D09B5E}" destId="{FCB6D31D-58E9-4B44-8173-B9FD9A0C4713}" srcOrd="2" destOrd="0" presId="urn:microsoft.com/office/officeart/2009/3/layout/HorizontalOrganizationChart"/>
    <dgm:cxn modelId="{15672916-EC84-40C4-BC76-7D7AA28C63D4}" type="presParOf" srcId="{FCB6D31D-58E9-4B44-8173-B9FD9A0C4713}" destId="{AC49794B-25B2-49C9-A0C0-A90D0CBDEE08}" srcOrd="0" destOrd="0" presId="urn:microsoft.com/office/officeart/2009/3/layout/HorizontalOrganizationChart"/>
    <dgm:cxn modelId="{2C257556-5963-44CC-A4CE-B938052033CB}" type="presParOf" srcId="{AC49794B-25B2-49C9-A0C0-A90D0CBDEE08}" destId="{555AB632-353A-4E0C-BD90-AB0EB00D1EA0}" srcOrd="0" destOrd="0" presId="urn:microsoft.com/office/officeart/2009/3/layout/HorizontalOrganizationChart"/>
    <dgm:cxn modelId="{0F11DC04-FA93-4F21-B065-BA2E87E18996}" type="presParOf" srcId="{AC49794B-25B2-49C9-A0C0-A90D0CBDEE08}" destId="{2D315B52-1DB1-4F1D-AE06-86D091A48FD4}" srcOrd="1" destOrd="0" presId="urn:microsoft.com/office/officeart/2009/3/layout/HorizontalOrganizationChart"/>
    <dgm:cxn modelId="{38A69F78-E3CA-4A96-AB74-A4F5B9387F99}" type="presParOf" srcId="{FCB6D31D-58E9-4B44-8173-B9FD9A0C4713}" destId="{EB3EB880-E403-48D2-8100-E548A40E62E0}" srcOrd="1" destOrd="0" presId="urn:microsoft.com/office/officeart/2009/3/layout/HorizontalOrganizationChart"/>
    <dgm:cxn modelId="{DFDEE0FF-83B0-4DEC-ABC2-8751DBD9EBC0}" type="presParOf" srcId="{FCB6D31D-58E9-4B44-8173-B9FD9A0C4713}" destId="{EC5CEC51-C9BD-49E4-9793-5A035DF8239F}"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795A223-2AB7-4D2A-AFAA-6D0A01D69820}" type="doc">
      <dgm:prSet loTypeId="urn:microsoft.com/office/officeart/2016/7/layout/RepeatingBendingProcessNew" loCatId="process" qsTypeId="urn:microsoft.com/office/officeart/2005/8/quickstyle/simple2" qsCatId="simple" csTypeId="urn:microsoft.com/office/officeart/2005/8/colors/colorful2" csCatId="colorful"/>
      <dgm:spPr/>
      <dgm:t>
        <a:bodyPr/>
        <a:lstStyle/>
        <a:p>
          <a:endParaRPr lang="en-US"/>
        </a:p>
      </dgm:t>
    </dgm:pt>
    <dgm:pt modelId="{031B5FE5-FADD-43C5-B5FD-6D71E98B7589}">
      <dgm:prSet custT="1"/>
      <dgm:spPr/>
      <dgm:t>
        <a:bodyPr/>
        <a:lstStyle/>
        <a:p>
          <a:r>
            <a:rPr lang="en-US" sz="2400" dirty="0" err="1">
              <a:solidFill>
                <a:schemeClr val="bg1"/>
              </a:solidFill>
              <a:latin typeface="Times New Roman" pitchFamily="18" charset="0"/>
              <a:cs typeface="Times New Roman" pitchFamily="18" charset="0"/>
            </a:rPr>
            <a:t>Dấu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hiệu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về</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số</a:t>
          </a:r>
          <a:r>
            <a:rPr lang="en-US" sz="2400" dirty="0">
              <a:solidFill>
                <a:schemeClr val="bg1"/>
              </a:solidFill>
              <a:latin typeface="Times New Roman" pitchFamily="18" charset="0"/>
              <a:cs typeface="Times New Roman" pitchFamily="18" charset="0"/>
            </a:rPr>
            <a:t> l</a:t>
          </a:r>
          <a:r>
            <a:rPr lang="vi-VN" sz="2400" dirty="0">
              <a:solidFill>
                <a:schemeClr val="bg1"/>
              </a:solidFill>
              <a:latin typeface="Times New Roman" pitchFamily="18" charset="0"/>
              <a:cs typeface="Times New Roman" pitchFamily="18" charset="0"/>
            </a:rPr>
            <a:t>ư</a:t>
          </a:r>
          <a:r>
            <a:rPr lang="en-US" sz="2400" dirty="0" err="1">
              <a:solidFill>
                <a:schemeClr val="bg1"/>
              </a:solidFill>
              <a:latin typeface="Times New Roman" pitchFamily="18" charset="0"/>
              <a:cs typeface="Times New Roman" pitchFamily="18" charset="0"/>
            </a:rPr>
            <a:t>ợng</a:t>
          </a:r>
          <a:r>
            <a:rPr lang="en-US" sz="2400" dirty="0">
              <a:solidFill>
                <a:schemeClr val="bg1"/>
              </a:solidFill>
              <a:latin typeface="Times New Roman" pitchFamily="18" charset="0"/>
              <a:cs typeface="Times New Roman" pitchFamily="18" charset="0"/>
            </a:rPr>
            <a:t> ng</a:t>
          </a:r>
          <a:r>
            <a:rPr lang="vi-VN" sz="2400" dirty="0">
              <a:solidFill>
                <a:schemeClr val="bg1"/>
              </a:solidFill>
              <a:latin typeface="Times New Roman" pitchFamily="18" charset="0"/>
              <a:cs typeface="Times New Roman" pitchFamily="18" charset="0"/>
            </a:rPr>
            <a:t>ư</a:t>
          </a:r>
          <a:r>
            <a:rPr lang="en-US" sz="2400" dirty="0" err="1">
              <a:solidFill>
                <a:schemeClr val="bg1"/>
              </a:solidFill>
              <a:latin typeface="Times New Roman" pitchFamily="18" charset="0"/>
              <a:cs typeface="Times New Roman" pitchFamily="18" charset="0"/>
            </a:rPr>
            <a:t>ời</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tham</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gia</a:t>
          </a:r>
          <a:endParaRPr lang="en-US" sz="2400" dirty="0">
            <a:solidFill>
              <a:schemeClr val="bg1"/>
            </a:solidFill>
            <a:latin typeface="Times New Roman" pitchFamily="18" charset="0"/>
            <a:cs typeface="Times New Roman" pitchFamily="18" charset="0"/>
          </a:endParaRPr>
        </a:p>
      </dgm:t>
    </dgm:pt>
    <dgm:pt modelId="{ADB56BC3-4339-42C8-BE01-F123C8F93BF6}" type="parTrans" cxnId="{99B41BF8-9332-4704-B1BB-2501EFE75B48}">
      <dgm:prSet/>
      <dgm:spPr/>
      <dgm:t>
        <a:bodyPr/>
        <a:lstStyle/>
        <a:p>
          <a:endParaRPr lang="en-US"/>
        </a:p>
      </dgm:t>
    </dgm:pt>
    <dgm:pt modelId="{B8732A93-99FF-4089-A804-AD1FEA332523}" type="sibTrans" cxnId="{99B41BF8-9332-4704-B1BB-2501EFE75B48}">
      <dgm:prSet/>
      <dgm:spPr/>
      <dgm:t>
        <a:bodyPr/>
        <a:lstStyle/>
        <a:p>
          <a:endParaRPr lang="en-US"/>
        </a:p>
      </dgm:t>
    </dgm:pt>
    <dgm:pt modelId="{0D3531DB-AE71-4E17-8184-9E807664ED0B}">
      <dgm:prSet custT="1"/>
      <dgm:spPr/>
      <dgm:t>
        <a:bodyPr/>
        <a:lstStyle/>
        <a:p>
          <a:r>
            <a:rPr lang="en-US" sz="2400" dirty="0" err="1">
              <a:solidFill>
                <a:schemeClr val="bg1"/>
              </a:solidFill>
              <a:latin typeface="Times New Roman" pitchFamily="18" charset="0"/>
              <a:cs typeface="Times New Roman" pitchFamily="18" charset="0"/>
            </a:rPr>
            <a:t>Dấu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hiệu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hành</a:t>
          </a:r>
          <a:r>
            <a:rPr lang="en-US" sz="2400" dirty="0">
              <a:solidFill>
                <a:schemeClr val="bg1"/>
              </a:solidFill>
              <a:latin typeface="Times New Roman" pitchFamily="18" charset="0"/>
              <a:cs typeface="Times New Roman" pitchFamily="18" charset="0"/>
            </a:rPr>
            <a:t> vi </a:t>
          </a:r>
          <a:r>
            <a:rPr lang="en-US" sz="2400" dirty="0" err="1">
              <a:solidFill>
                <a:schemeClr val="bg1"/>
              </a:solidFill>
              <a:latin typeface="Times New Roman" pitchFamily="18" charset="0"/>
              <a:cs typeface="Times New Roman" pitchFamily="18" charset="0"/>
            </a:rPr>
            <a:t>phạm</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tội</a:t>
          </a:r>
          <a:endParaRPr lang="en-US" sz="2400" dirty="0">
            <a:solidFill>
              <a:schemeClr val="bg1"/>
            </a:solidFill>
            <a:latin typeface="Times New Roman" pitchFamily="18" charset="0"/>
            <a:cs typeface="Times New Roman" pitchFamily="18" charset="0"/>
          </a:endParaRPr>
        </a:p>
      </dgm:t>
    </dgm:pt>
    <dgm:pt modelId="{32E44261-D607-499E-BE54-305C57D2A906}" type="parTrans" cxnId="{EEDA6ACA-75B7-45B7-937F-BC470C1F3A4B}">
      <dgm:prSet/>
      <dgm:spPr/>
      <dgm:t>
        <a:bodyPr/>
        <a:lstStyle/>
        <a:p>
          <a:endParaRPr lang="en-US"/>
        </a:p>
      </dgm:t>
    </dgm:pt>
    <dgm:pt modelId="{449DF01C-83D6-4EBE-8ED1-1D0741C9CD14}" type="sibTrans" cxnId="{EEDA6ACA-75B7-45B7-937F-BC470C1F3A4B}">
      <dgm:prSet/>
      <dgm:spPr/>
      <dgm:t>
        <a:bodyPr/>
        <a:lstStyle/>
        <a:p>
          <a:endParaRPr lang="en-US"/>
        </a:p>
      </dgm:t>
    </dgm:pt>
    <dgm:pt modelId="{ED28CB5B-69F9-4ED7-983D-678BF30CA2A0}">
      <dgm:prSet custT="1"/>
      <dgm:spPr/>
      <dgm:t>
        <a:bodyPr/>
        <a:lstStyle/>
        <a:p>
          <a:r>
            <a:rPr lang="en-US" sz="2400" dirty="0" err="1">
              <a:solidFill>
                <a:schemeClr val="bg1"/>
              </a:solidFill>
              <a:latin typeface="Times New Roman" pitchFamily="18" charset="0"/>
              <a:cs typeface="Times New Roman" pitchFamily="18" charset="0"/>
            </a:rPr>
            <a:t>Dấu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hiệu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hậu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quả</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chung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của</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đồng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phạm</a:t>
          </a:r>
          <a:endParaRPr lang="en-US" sz="2400" dirty="0">
            <a:solidFill>
              <a:schemeClr val="bg1"/>
            </a:solidFill>
            <a:latin typeface="Times New Roman" pitchFamily="18" charset="0"/>
            <a:cs typeface="Times New Roman" pitchFamily="18" charset="0"/>
          </a:endParaRPr>
        </a:p>
      </dgm:t>
    </dgm:pt>
    <dgm:pt modelId="{C68BEC32-2210-4245-BBDC-0048A2D59DA5}" type="parTrans" cxnId="{EACF08DD-6833-4E0A-A659-A373DA978B49}">
      <dgm:prSet/>
      <dgm:spPr/>
      <dgm:t>
        <a:bodyPr/>
        <a:lstStyle/>
        <a:p>
          <a:endParaRPr lang="en-US"/>
        </a:p>
      </dgm:t>
    </dgm:pt>
    <dgm:pt modelId="{00C85308-401A-4CF3-99EC-D5FE82FD27F9}" type="sibTrans" cxnId="{EACF08DD-6833-4E0A-A659-A373DA978B49}">
      <dgm:prSet/>
      <dgm:spPr/>
      <dgm:t>
        <a:bodyPr/>
        <a:lstStyle/>
        <a:p>
          <a:endParaRPr lang="en-US"/>
        </a:p>
      </dgm:t>
    </dgm:pt>
    <dgm:pt modelId="{1CC6FEDB-11FB-4793-A7AE-BDD262748252}">
      <dgm:prSet custT="1"/>
      <dgm:spPr/>
      <dgm:t>
        <a:bodyPr/>
        <a:lstStyle/>
        <a:p>
          <a:r>
            <a:rPr lang="en-US" sz="2200" dirty="0" err="1">
              <a:solidFill>
                <a:schemeClr val="bg1"/>
              </a:solidFill>
              <a:latin typeface="Times New Roman" pitchFamily="18" charset="0"/>
              <a:cs typeface="Times New Roman" pitchFamily="18" charset="0"/>
            </a:rPr>
            <a:t>Dấu</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hiệu</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mối</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quan</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hệ</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nhân</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quả</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giữa</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hành</a:t>
          </a:r>
          <a:r>
            <a:rPr lang="en-US" sz="2200" dirty="0">
              <a:solidFill>
                <a:schemeClr val="bg1"/>
              </a:solidFill>
              <a:latin typeface="Times New Roman" pitchFamily="18" charset="0"/>
              <a:cs typeface="Times New Roman" pitchFamily="18" charset="0"/>
            </a:rPr>
            <a:t> vi </a:t>
          </a:r>
          <a:r>
            <a:rPr lang="en-US" sz="2200" dirty="0" err="1">
              <a:solidFill>
                <a:schemeClr val="bg1"/>
              </a:solidFill>
              <a:latin typeface="Times New Roman" pitchFamily="18" charset="0"/>
              <a:cs typeface="Times New Roman" pitchFamily="18" charset="0"/>
            </a:rPr>
            <a:t>và</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hậu</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quả</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trong</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đồng</a:t>
          </a:r>
          <a:r>
            <a:rPr lang="en-US" sz="2200" dirty="0">
              <a:solidFill>
                <a:schemeClr val="bg1"/>
              </a:solidFill>
              <a:latin typeface="Times New Roman" pitchFamily="18" charset="0"/>
              <a:cs typeface="Times New Roman" pitchFamily="18" charset="0"/>
            </a:rPr>
            <a:t> </a:t>
          </a:r>
          <a:r>
            <a:rPr lang="en-US" sz="2200" dirty="0" err="1">
              <a:solidFill>
                <a:schemeClr val="bg1"/>
              </a:solidFill>
              <a:latin typeface="Times New Roman" pitchFamily="18" charset="0"/>
              <a:cs typeface="Times New Roman" pitchFamily="18" charset="0"/>
            </a:rPr>
            <a:t>phạm</a:t>
          </a:r>
          <a:endParaRPr lang="en-US" sz="2200" dirty="0">
            <a:solidFill>
              <a:schemeClr val="bg1"/>
            </a:solidFill>
            <a:latin typeface="Times New Roman" pitchFamily="18" charset="0"/>
            <a:cs typeface="Times New Roman" pitchFamily="18" charset="0"/>
          </a:endParaRPr>
        </a:p>
      </dgm:t>
    </dgm:pt>
    <dgm:pt modelId="{1868CA9B-C27C-4FA4-A4C4-5828C2A864D1}" type="parTrans" cxnId="{B0D01253-EB59-4DB0-882E-F18D061127E5}">
      <dgm:prSet/>
      <dgm:spPr/>
      <dgm:t>
        <a:bodyPr/>
        <a:lstStyle/>
        <a:p>
          <a:endParaRPr lang="en-US"/>
        </a:p>
      </dgm:t>
    </dgm:pt>
    <dgm:pt modelId="{970FAA12-2EEB-4CD3-A5D9-91DC87687429}" type="sibTrans" cxnId="{B0D01253-EB59-4DB0-882E-F18D061127E5}">
      <dgm:prSet/>
      <dgm:spPr/>
      <dgm:t>
        <a:bodyPr/>
        <a:lstStyle/>
        <a:p>
          <a:endParaRPr lang="en-US"/>
        </a:p>
      </dgm:t>
    </dgm:pt>
    <dgm:pt modelId="{56A46944-0CD1-43BF-8B76-76B42AB2FE05}">
      <dgm:prSet/>
      <dgm:spPr/>
      <dgm:t>
        <a:bodyPr/>
        <a:lstStyle/>
        <a:p>
          <a:r>
            <a:rPr lang="en-US" dirty="0" err="1">
              <a:solidFill>
                <a:schemeClr val="bg1"/>
              </a:solidFill>
              <a:latin typeface="Times New Roman" pitchFamily="18" charset="0"/>
              <a:cs typeface="Times New Roman" pitchFamily="18" charset="0"/>
            </a:rPr>
            <a:t>Dấu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hiệu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lỗi</a:t>
          </a:r>
          <a:endParaRPr lang="en-US" dirty="0">
            <a:solidFill>
              <a:schemeClr val="bg1"/>
            </a:solidFill>
            <a:latin typeface="Times New Roman" pitchFamily="18" charset="0"/>
            <a:cs typeface="Times New Roman" pitchFamily="18" charset="0"/>
          </a:endParaRPr>
        </a:p>
      </dgm:t>
    </dgm:pt>
    <dgm:pt modelId="{D2F23A9D-600D-4C0A-83DA-0ACB79F10B8D}" type="parTrans" cxnId="{3CF38F3A-6A9F-4992-868A-C5961D139CA0}">
      <dgm:prSet/>
      <dgm:spPr/>
      <dgm:t>
        <a:bodyPr/>
        <a:lstStyle/>
        <a:p>
          <a:endParaRPr lang="en-US"/>
        </a:p>
      </dgm:t>
    </dgm:pt>
    <dgm:pt modelId="{4F924A73-CBD3-4127-9DDA-F1E48A0E143A}" type="sibTrans" cxnId="{3CF38F3A-6A9F-4992-868A-C5961D139CA0}">
      <dgm:prSet/>
      <dgm:spPr/>
      <dgm:t>
        <a:bodyPr/>
        <a:lstStyle/>
        <a:p>
          <a:endParaRPr lang="en-US"/>
        </a:p>
      </dgm:t>
    </dgm:pt>
    <dgm:pt modelId="{B1BBAED1-DC86-482C-8BF8-633551F1A000}">
      <dgm:prSet/>
      <dgm:spPr/>
      <dgm:t>
        <a:bodyPr/>
        <a:lstStyle/>
        <a:p>
          <a:r>
            <a:rPr lang="en-US" dirty="0" err="1">
              <a:solidFill>
                <a:schemeClr val="bg1"/>
              </a:solidFill>
              <a:latin typeface="Times New Roman" pitchFamily="18" charset="0"/>
              <a:cs typeface="Times New Roman" pitchFamily="18" charset="0"/>
            </a:rPr>
            <a:t>Dấu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hiệu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mục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đích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phạm</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tội</a:t>
          </a:r>
          <a:endParaRPr lang="en-US" dirty="0">
            <a:solidFill>
              <a:schemeClr val="bg1"/>
            </a:solidFill>
            <a:latin typeface="Times New Roman" pitchFamily="18" charset="0"/>
            <a:cs typeface="Times New Roman" pitchFamily="18" charset="0"/>
          </a:endParaRPr>
        </a:p>
      </dgm:t>
    </dgm:pt>
    <dgm:pt modelId="{F7359DF6-FEC6-4CF2-8F93-A42495718845}" type="parTrans" cxnId="{0A2EA3BA-FE31-440D-839A-97EFE5D6A2F7}">
      <dgm:prSet/>
      <dgm:spPr/>
      <dgm:t>
        <a:bodyPr/>
        <a:lstStyle/>
        <a:p>
          <a:endParaRPr lang="en-US"/>
        </a:p>
      </dgm:t>
    </dgm:pt>
    <dgm:pt modelId="{52D9B1B2-8B8E-4971-9896-43F96CA1C04F}" type="sibTrans" cxnId="{0A2EA3BA-FE31-440D-839A-97EFE5D6A2F7}">
      <dgm:prSet/>
      <dgm:spPr/>
      <dgm:t>
        <a:bodyPr/>
        <a:lstStyle/>
        <a:p>
          <a:endParaRPr lang="en-US"/>
        </a:p>
      </dgm:t>
    </dgm:pt>
    <dgm:pt modelId="{D239BA9D-494C-46A0-A81A-23984F343A9F}">
      <dgm:prSet/>
      <dgm:spPr/>
      <dgm:t>
        <a:bodyPr/>
        <a:lstStyle/>
        <a:p>
          <a:r>
            <a:rPr lang="en-US" dirty="0" err="1">
              <a:solidFill>
                <a:schemeClr val="bg1"/>
              </a:solidFill>
              <a:latin typeface="Times New Roman" pitchFamily="18" charset="0"/>
              <a:cs typeface="Times New Roman" pitchFamily="18" charset="0"/>
            </a:rPr>
            <a:t>Dấu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hiệu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động</a:t>
          </a:r>
          <a:r>
            <a:rPr lang="en-US" dirty="0">
              <a:solidFill>
                <a:schemeClr val="bg1"/>
              </a:solidFill>
              <a:latin typeface="Times New Roman" pitchFamily="18" charset="0"/>
              <a:cs typeface="Times New Roman" pitchFamily="18" charset="0"/>
            </a:rPr>
            <a:t> c</a:t>
          </a:r>
          <a:r>
            <a:rPr lang="vi-VN" dirty="0">
              <a:solidFill>
                <a:schemeClr val="bg1"/>
              </a:solidFill>
              <a:latin typeface="Times New Roman" pitchFamily="18" charset="0"/>
              <a:cs typeface="Times New Roman" pitchFamily="18" charset="0"/>
            </a:rPr>
            <a:t>ơ</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phạm</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tội</a:t>
          </a:r>
          <a:endParaRPr lang="en-US" dirty="0">
            <a:solidFill>
              <a:schemeClr val="bg1"/>
            </a:solidFill>
            <a:latin typeface="Times New Roman" pitchFamily="18" charset="0"/>
            <a:cs typeface="Times New Roman" pitchFamily="18" charset="0"/>
          </a:endParaRPr>
        </a:p>
      </dgm:t>
    </dgm:pt>
    <dgm:pt modelId="{7A459A5C-9039-4246-8BED-C312DFBA8122}" type="parTrans" cxnId="{0260E0C9-9796-408A-9E0E-923BC510F08D}">
      <dgm:prSet/>
      <dgm:spPr/>
      <dgm:t>
        <a:bodyPr/>
        <a:lstStyle/>
        <a:p>
          <a:endParaRPr lang="en-US"/>
        </a:p>
      </dgm:t>
    </dgm:pt>
    <dgm:pt modelId="{83FDF76B-3A85-4588-8807-2655C34A2EE0}" type="sibTrans" cxnId="{0260E0C9-9796-408A-9E0E-923BC510F08D}">
      <dgm:prSet/>
      <dgm:spPr/>
      <dgm:t>
        <a:bodyPr/>
        <a:lstStyle/>
        <a:p>
          <a:endParaRPr lang="en-US"/>
        </a:p>
      </dgm:t>
    </dgm:pt>
    <dgm:pt modelId="{C901EBBE-A754-47C1-93C8-B3B1ADCBECAC}" type="pres">
      <dgm:prSet presAssocID="{1795A223-2AB7-4D2A-AFAA-6D0A01D69820}" presName="Name0" presStyleCnt="0">
        <dgm:presLayoutVars>
          <dgm:dir/>
          <dgm:resizeHandles val="exact"/>
        </dgm:presLayoutVars>
      </dgm:prSet>
      <dgm:spPr/>
      <dgm:t>
        <a:bodyPr/>
        <a:lstStyle/>
        <a:p>
          <a:endParaRPr lang="en-US"/>
        </a:p>
      </dgm:t>
    </dgm:pt>
    <dgm:pt modelId="{191C203C-5FD8-45F8-875D-BCE76AB705A1}" type="pres">
      <dgm:prSet presAssocID="{031B5FE5-FADD-43C5-B5FD-6D71E98B7589}" presName="node" presStyleLbl="node1" presStyleIdx="0" presStyleCnt="7">
        <dgm:presLayoutVars>
          <dgm:bulletEnabled val="1"/>
        </dgm:presLayoutVars>
      </dgm:prSet>
      <dgm:spPr/>
      <dgm:t>
        <a:bodyPr/>
        <a:lstStyle/>
        <a:p>
          <a:endParaRPr lang="en-US"/>
        </a:p>
      </dgm:t>
    </dgm:pt>
    <dgm:pt modelId="{F5CB9D0D-B58A-450E-8719-AF65E2CD304C}" type="pres">
      <dgm:prSet presAssocID="{B8732A93-99FF-4089-A804-AD1FEA332523}" presName="sibTrans" presStyleLbl="sibTrans1D1" presStyleIdx="0" presStyleCnt="6"/>
      <dgm:spPr/>
      <dgm:t>
        <a:bodyPr/>
        <a:lstStyle/>
        <a:p>
          <a:endParaRPr lang="en-US"/>
        </a:p>
      </dgm:t>
    </dgm:pt>
    <dgm:pt modelId="{955C36F0-7985-4396-8D0D-78757EFD0A50}" type="pres">
      <dgm:prSet presAssocID="{B8732A93-99FF-4089-A804-AD1FEA332523}" presName="connectorText" presStyleLbl="sibTrans1D1" presStyleIdx="0" presStyleCnt="6"/>
      <dgm:spPr/>
      <dgm:t>
        <a:bodyPr/>
        <a:lstStyle/>
        <a:p>
          <a:endParaRPr lang="en-US"/>
        </a:p>
      </dgm:t>
    </dgm:pt>
    <dgm:pt modelId="{345D490F-A575-4724-BF10-09241BB19122}" type="pres">
      <dgm:prSet presAssocID="{0D3531DB-AE71-4E17-8184-9E807664ED0B}" presName="node" presStyleLbl="node1" presStyleIdx="1" presStyleCnt="7">
        <dgm:presLayoutVars>
          <dgm:bulletEnabled val="1"/>
        </dgm:presLayoutVars>
      </dgm:prSet>
      <dgm:spPr/>
      <dgm:t>
        <a:bodyPr/>
        <a:lstStyle/>
        <a:p>
          <a:endParaRPr lang="en-US"/>
        </a:p>
      </dgm:t>
    </dgm:pt>
    <dgm:pt modelId="{33BFDFD0-D573-48A5-8571-2398B22881F3}" type="pres">
      <dgm:prSet presAssocID="{449DF01C-83D6-4EBE-8ED1-1D0741C9CD14}" presName="sibTrans" presStyleLbl="sibTrans1D1" presStyleIdx="1" presStyleCnt="6"/>
      <dgm:spPr/>
      <dgm:t>
        <a:bodyPr/>
        <a:lstStyle/>
        <a:p>
          <a:endParaRPr lang="en-US"/>
        </a:p>
      </dgm:t>
    </dgm:pt>
    <dgm:pt modelId="{4068F615-1ECA-4D2C-A93E-7BBA50A05CA5}" type="pres">
      <dgm:prSet presAssocID="{449DF01C-83D6-4EBE-8ED1-1D0741C9CD14}" presName="connectorText" presStyleLbl="sibTrans1D1" presStyleIdx="1" presStyleCnt="6"/>
      <dgm:spPr/>
      <dgm:t>
        <a:bodyPr/>
        <a:lstStyle/>
        <a:p>
          <a:endParaRPr lang="en-US"/>
        </a:p>
      </dgm:t>
    </dgm:pt>
    <dgm:pt modelId="{DF471453-2EDD-4139-BEB7-599C2BF77F9C}" type="pres">
      <dgm:prSet presAssocID="{ED28CB5B-69F9-4ED7-983D-678BF30CA2A0}" presName="node" presStyleLbl="node1" presStyleIdx="2" presStyleCnt="7">
        <dgm:presLayoutVars>
          <dgm:bulletEnabled val="1"/>
        </dgm:presLayoutVars>
      </dgm:prSet>
      <dgm:spPr/>
      <dgm:t>
        <a:bodyPr/>
        <a:lstStyle/>
        <a:p>
          <a:endParaRPr lang="en-US"/>
        </a:p>
      </dgm:t>
    </dgm:pt>
    <dgm:pt modelId="{365CDCE8-200C-4FDE-ACED-9021AFB08185}" type="pres">
      <dgm:prSet presAssocID="{00C85308-401A-4CF3-99EC-D5FE82FD27F9}" presName="sibTrans" presStyleLbl="sibTrans1D1" presStyleIdx="2" presStyleCnt="6"/>
      <dgm:spPr/>
      <dgm:t>
        <a:bodyPr/>
        <a:lstStyle/>
        <a:p>
          <a:endParaRPr lang="en-US"/>
        </a:p>
      </dgm:t>
    </dgm:pt>
    <dgm:pt modelId="{EE9C9521-94E3-495F-B7CE-CC0458069D36}" type="pres">
      <dgm:prSet presAssocID="{00C85308-401A-4CF3-99EC-D5FE82FD27F9}" presName="connectorText" presStyleLbl="sibTrans1D1" presStyleIdx="2" presStyleCnt="6"/>
      <dgm:spPr/>
      <dgm:t>
        <a:bodyPr/>
        <a:lstStyle/>
        <a:p>
          <a:endParaRPr lang="en-US"/>
        </a:p>
      </dgm:t>
    </dgm:pt>
    <dgm:pt modelId="{5A5BB824-5CE6-4055-A588-AED86060E78A}" type="pres">
      <dgm:prSet presAssocID="{1CC6FEDB-11FB-4793-A7AE-BDD262748252}" presName="node" presStyleLbl="node1" presStyleIdx="3" presStyleCnt="7">
        <dgm:presLayoutVars>
          <dgm:bulletEnabled val="1"/>
        </dgm:presLayoutVars>
      </dgm:prSet>
      <dgm:spPr/>
      <dgm:t>
        <a:bodyPr/>
        <a:lstStyle/>
        <a:p>
          <a:endParaRPr lang="en-US"/>
        </a:p>
      </dgm:t>
    </dgm:pt>
    <dgm:pt modelId="{9CD5F58C-3852-43EA-9761-453EF324B8D5}" type="pres">
      <dgm:prSet presAssocID="{970FAA12-2EEB-4CD3-A5D9-91DC87687429}" presName="sibTrans" presStyleLbl="sibTrans1D1" presStyleIdx="3" presStyleCnt="6"/>
      <dgm:spPr/>
      <dgm:t>
        <a:bodyPr/>
        <a:lstStyle/>
        <a:p>
          <a:endParaRPr lang="en-US"/>
        </a:p>
      </dgm:t>
    </dgm:pt>
    <dgm:pt modelId="{398E45E2-55C7-4C7B-90B5-84B32D063D99}" type="pres">
      <dgm:prSet presAssocID="{970FAA12-2EEB-4CD3-A5D9-91DC87687429}" presName="connectorText" presStyleLbl="sibTrans1D1" presStyleIdx="3" presStyleCnt="6"/>
      <dgm:spPr/>
      <dgm:t>
        <a:bodyPr/>
        <a:lstStyle/>
        <a:p>
          <a:endParaRPr lang="en-US"/>
        </a:p>
      </dgm:t>
    </dgm:pt>
    <dgm:pt modelId="{84ABE086-AF90-4D80-AA88-2ADED487C5DA}" type="pres">
      <dgm:prSet presAssocID="{56A46944-0CD1-43BF-8B76-76B42AB2FE05}" presName="node" presStyleLbl="node1" presStyleIdx="4" presStyleCnt="7">
        <dgm:presLayoutVars>
          <dgm:bulletEnabled val="1"/>
        </dgm:presLayoutVars>
      </dgm:prSet>
      <dgm:spPr/>
      <dgm:t>
        <a:bodyPr/>
        <a:lstStyle/>
        <a:p>
          <a:endParaRPr lang="en-US"/>
        </a:p>
      </dgm:t>
    </dgm:pt>
    <dgm:pt modelId="{89EFBB12-CF19-4090-80D9-8A2A836FB873}" type="pres">
      <dgm:prSet presAssocID="{4F924A73-CBD3-4127-9DDA-F1E48A0E143A}" presName="sibTrans" presStyleLbl="sibTrans1D1" presStyleIdx="4" presStyleCnt="6"/>
      <dgm:spPr/>
      <dgm:t>
        <a:bodyPr/>
        <a:lstStyle/>
        <a:p>
          <a:endParaRPr lang="en-US"/>
        </a:p>
      </dgm:t>
    </dgm:pt>
    <dgm:pt modelId="{BEB122B4-C8D9-45C7-B2B7-F7BA9B55CCFD}" type="pres">
      <dgm:prSet presAssocID="{4F924A73-CBD3-4127-9DDA-F1E48A0E143A}" presName="connectorText" presStyleLbl="sibTrans1D1" presStyleIdx="4" presStyleCnt="6"/>
      <dgm:spPr/>
      <dgm:t>
        <a:bodyPr/>
        <a:lstStyle/>
        <a:p>
          <a:endParaRPr lang="en-US"/>
        </a:p>
      </dgm:t>
    </dgm:pt>
    <dgm:pt modelId="{36EA7AC0-723E-4839-9193-88ADD0E32D02}" type="pres">
      <dgm:prSet presAssocID="{B1BBAED1-DC86-482C-8BF8-633551F1A000}" presName="node" presStyleLbl="node1" presStyleIdx="5" presStyleCnt="7">
        <dgm:presLayoutVars>
          <dgm:bulletEnabled val="1"/>
        </dgm:presLayoutVars>
      </dgm:prSet>
      <dgm:spPr/>
      <dgm:t>
        <a:bodyPr/>
        <a:lstStyle/>
        <a:p>
          <a:endParaRPr lang="en-US"/>
        </a:p>
      </dgm:t>
    </dgm:pt>
    <dgm:pt modelId="{F9212CC7-5AE3-4937-9A1F-43A18B127C6A}" type="pres">
      <dgm:prSet presAssocID="{52D9B1B2-8B8E-4971-9896-43F96CA1C04F}" presName="sibTrans" presStyleLbl="sibTrans1D1" presStyleIdx="5" presStyleCnt="6"/>
      <dgm:spPr/>
      <dgm:t>
        <a:bodyPr/>
        <a:lstStyle/>
        <a:p>
          <a:endParaRPr lang="en-US"/>
        </a:p>
      </dgm:t>
    </dgm:pt>
    <dgm:pt modelId="{83C62E0A-ACE3-4EEA-AE04-C857BDED85DE}" type="pres">
      <dgm:prSet presAssocID="{52D9B1B2-8B8E-4971-9896-43F96CA1C04F}" presName="connectorText" presStyleLbl="sibTrans1D1" presStyleIdx="5" presStyleCnt="6"/>
      <dgm:spPr/>
      <dgm:t>
        <a:bodyPr/>
        <a:lstStyle/>
        <a:p>
          <a:endParaRPr lang="en-US"/>
        </a:p>
      </dgm:t>
    </dgm:pt>
    <dgm:pt modelId="{9444A3F4-6AD6-4E1C-885D-42B997F62976}" type="pres">
      <dgm:prSet presAssocID="{D239BA9D-494C-46A0-A81A-23984F343A9F}" presName="node" presStyleLbl="node1" presStyleIdx="6" presStyleCnt="7">
        <dgm:presLayoutVars>
          <dgm:bulletEnabled val="1"/>
        </dgm:presLayoutVars>
      </dgm:prSet>
      <dgm:spPr/>
      <dgm:t>
        <a:bodyPr/>
        <a:lstStyle/>
        <a:p>
          <a:endParaRPr lang="en-US"/>
        </a:p>
      </dgm:t>
    </dgm:pt>
  </dgm:ptLst>
  <dgm:cxnLst>
    <dgm:cxn modelId="{EBF7CED3-FB35-4061-A3B3-B61780F5AA5E}" type="presOf" srcId="{52D9B1B2-8B8E-4971-9896-43F96CA1C04F}" destId="{F9212CC7-5AE3-4937-9A1F-43A18B127C6A}" srcOrd="0" destOrd="0" presId="urn:microsoft.com/office/officeart/2016/7/layout/RepeatingBendingProcessNew"/>
    <dgm:cxn modelId="{0260E0C9-9796-408A-9E0E-923BC510F08D}" srcId="{1795A223-2AB7-4D2A-AFAA-6D0A01D69820}" destId="{D239BA9D-494C-46A0-A81A-23984F343A9F}" srcOrd="6" destOrd="0" parTransId="{7A459A5C-9039-4246-8BED-C312DFBA8122}" sibTransId="{83FDF76B-3A85-4588-8807-2655C34A2EE0}"/>
    <dgm:cxn modelId="{EBB9F23B-CE46-4AE9-90E4-EAB0050A1DE4}" type="presOf" srcId="{56A46944-0CD1-43BF-8B76-76B42AB2FE05}" destId="{84ABE086-AF90-4D80-AA88-2ADED487C5DA}" srcOrd="0" destOrd="0" presId="urn:microsoft.com/office/officeart/2016/7/layout/RepeatingBendingProcessNew"/>
    <dgm:cxn modelId="{6DEAFE1F-22CC-45D0-8D60-92DC8E77187D}" type="presOf" srcId="{970FAA12-2EEB-4CD3-A5D9-91DC87687429}" destId="{398E45E2-55C7-4C7B-90B5-84B32D063D99}" srcOrd="1" destOrd="0" presId="urn:microsoft.com/office/officeart/2016/7/layout/RepeatingBendingProcessNew"/>
    <dgm:cxn modelId="{737A43FA-82EC-49F9-96F6-F28C530563DA}" type="presOf" srcId="{1795A223-2AB7-4D2A-AFAA-6D0A01D69820}" destId="{C901EBBE-A754-47C1-93C8-B3B1ADCBECAC}" srcOrd="0" destOrd="0" presId="urn:microsoft.com/office/officeart/2016/7/layout/RepeatingBendingProcessNew"/>
    <dgm:cxn modelId="{8139AD36-E692-4A1F-BECD-4AEC4458064F}" type="presOf" srcId="{B8732A93-99FF-4089-A804-AD1FEA332523}" destId="{955C36F0-7985-4396-8D0D-78757EFD0A50}" srcOrd="1" destOrd="0" presId="urn:microsoft.com/office/officeart/2016/7/layout/RepeatingBendingProcessNew"/>
    <dgm:cxn modelId="{9B0644A8-C17C-4DB6-89F7-114E625B9EF6}" type="presOf" srcId="{B8732A93-99FF-4089-A804-AD1FEA332523}" destId="{F5CB9D0D-B58A-450E-8719-AF65E2CD304C}" srcOrd="0" destOrd="0" presId="urn:microsoft.com/office/officeart/2016/7/layout/RepeatingBendingProcessNew"/>
    <dgm:cxn modelId="{99B41BF8-9332-4704-B1BB-2501EFE75B48}" srcId="{1795A223-2AB7-4D2A-AFAA-6D0A01D69820}" destId="{031B5FE5-FADD-43C5-B5FD-6D71E98B7589}" srcOrd="0" destOrd="0" parTransId="{ADB56BC3-4339-42C8-BE01-F123C8F93BF6}" sibTransId="{B8732A93-99FF-4089-A804-AD1FEA332523}"/>
    <dgm:cxn modelId="{0A2EA3BA-FE31-440D-839A-97EFE5D6A2F7}" srcId="{1795A223-2AB7-4D2A-AFAA-6D0A01D69820}" destId="{B1BBAED1-DC86-482C-8BF8-633551F1A000}" srcOrd="5" destOrd="0" parTransId="{F7359DF6-FEC6-4CF2-8F93-A42495718845}" sibTransId="{52D9B1B2-8B8E-4971-9896-43F96CA1C04F}"/>
    <dgm:cxn modelId="{71A2BC67-D0AB-4274-B0C0-90019F4B274F}" type="presOf" srcId="{449DF01C-83D6-4EBE-8ED1-1D0741C9CD14}" destId="{33BFDFD0-D573-48A5-8571-2398B22881F3}" srcOrd="0" destOrd="0" presId="urn:microsoft.com/office/officeart/2016/7/layout/RepeatingBendingProcessNew"/>
    <dgm:cxn modelId="{E793006F-A48C-47E2-AC24-B2B214D9C1AC}" type="presOf" srcId="{970FAA12-2EEB-4CD3-A5D9-91DC87687429}" destId="{9CD5F58C-3852-43EA-9761-453EF324B8D5}" srcOrd="0" destOrd="0" presId="urn:microsoft.com/office/officeart/2016/7/layout/RepeatingBendingProcessNew"/>
    <dgm:cxn modelId="{B94B448E-A16C-4BB7-9360-612D51151F08}" type="presOf" srcId="{0D3531DB-AE71-4E17-8184-9E807664ED0B}" destId="{345D490F-A575-4724-BF10-09241BB19122}" srcOrd="0" destOrd="0" presId="urn:microsoft.com/office/officeart/2016/7/layout/RepeatingBendingProcessNew"/>
    <dgm:cxn modelId="{8216D20F-D09F-4FE8-9A1C-B5B4F0A69F73}" type="presOf" srcId="{ED28CB5B-69F9-4ED7-983D-678BF30CA2A0}" destId="{DF471453-2EDD-4139-BEB7-599C2BF77F9C}" srcOrd="0" destOrd="0" presId="urn:microsoft.com/office/officeart/2016/7/layout/RepeatingBendingProcessNew"/>
    <dgm:cxn modelId="{EB4E845E-C93C-4649-BB3B-EC29134BC07A}" type="presOf" srcId="{52D9B1B2-8B8E-4971-9896-43F96CA1C04F}" destId="{83C62E0A-ACE3-4EEA-AE04-C857BDED85DE}" srcOrd="1" destOrd="0" presId="urn:microsoft.com/office/officeart/2016/7/layout/RepeatingBendingProcessNew"/>
    <dgm:cxn modelId="{E68ACE4C-A392-4B2C-AAF6-237567E68122}" type="presOf" srcId="{4F924A73-CBD3-4127-9DDA-F1E48A0E143A}" destId="{BEB122B4-C8D9-45C7-B2B7-F7BA9B55CCFD}" srcOrd="1" destOrd="0" presId="urn:microsoft.com/office/officeart/2016/7/layout/RepeatingBendingProcessNew"/>
    <dgm:cxn modelId="{355D5A81-F922-4082-BD8A-B35100707C11}" type="presOf" srcId="{D239BA9D-494C-46A0-A81A-23984F343A9F}" destId="{9444A3F4-6AD6-4E1C-885D-42B997F62976}" srcOrd="0" destOrd="0" presId="urn:microsoft.com/office/officeart/2016/7/layout/RepeatingBendingProcessNew"/>
    <dgm:cxn modelId="{5152E3B1-4EC8-45A6-ADA2-0E2498CAE156}" type="presOf" srcId="{00C85308-401A-4CF3-99EC-D5FE82FD27F9}" destId="{EE9C9521-94E3-495F-B7CE-CC0458069D36}" srcOrd="1" destOrd="0" presId="urn:microsoft.com/office/officeart/2016/7/layout/RepeatingBendingProcessNew"/>
    <dgm:cxn modelId="{9DE5A4A7-871D-4D0D-9889-76C42D021B8B}" type="presOf" srcId="{031B5FE5-FADD-43C5-B5FD-6D71E98B7589}" destId="{191C203C-5FD8-45F8-875D-BCE76AB705A1}" srcOrd="0" destOrd="0" presId="urn:microsoft.com/office/officeart/2016/7/layout/RepeatingBendingProcessNew"/>
    <dgm:cxn modelId="{B0D01253-EB59-4DB0-882E-F18D061127E5}" srcId="{1795A223-2AB7-4D2A-AFAA-6D0A01D69820}" destId="{1CC6FEDB-11FB-4793-A7AE-BDD262748252}" srcOrd="3" destOrd="0" parTransId="{1868CA9B-C27C-4FA4-A4C4-5828C2A864D1}" sibTransId="{970FAA12-2EEB-4CD3-A5D9-91DC87687429}"/>
    <dgm:cxn modelId="{EEDA6ACA-75B7-45B7-937F-BC470C1F3A4B}" srcId="{1795A223-2AB7-4D2A-AFAA-6D0A01D69820}" destId="{0D3531DB-AE71-4E17-8184-9E807664ED0B}" srcOrd="1" destOrd="0" parTransId="{32E44261-D607-499E-BE54-305C57D2A906}" sibTransId="{449DF01C-83D6-4EBE-8ED1-1D0741C9CD14}"/>
    <dgm:cxn modelId="{F419C0D8-495F-4A83-99D2-19595A96FA0A}" type="presOf" srcId="{4F924A73-CBD3-4127-9DDA-F1E48A0E143A}" destId="{89EFBB12-CF19-4090-80D9-8A2A836FB873}" srcOrd="0" destOrd="0" presId="urn:microsoft.com/office/officeart/2016/7/layout/RepeatingBendingProcessNew"/>
    <dgm:cxn modelId="{3CF38F3A-6A9F-4992-868A-C5961D139CA0}" srcId="{1795A223-2AB7-4D2A-AFAA-6D0A01D69820}" destId="{56A46944-0CD1-43BF-8B76-76B42AB2FE05}" srcOrd="4" destOrd="0" parTransId="{D2F23A9D-600D-4C0A-83DA-0ACB79F10B8D}" sibTransId="{4F924A73-CBD3-4127-9DDA-F1E48A0E143A}"/>
    <dgm:cxn modelId="{CF394402-1C32-4ED7-89E9-27893D4A284D}" type="presOf" srcId="{00C85308-401A-4CF3-99EC-D5FE82FD27F9}" destId="{365CDCE8-200C-4FDE-ACED-9021AFB08185}" srcOrd="0" destOrd="0" presId="urn:microsoft.com/office/officeart/2016/7/layout/RepeatingBendingProcessNew"/>
    <dgm:cxn modelId="{0B411DB0-058E-470D-AB7E-2B22610AABBE}" type="presOf" srcId="{B1BBAED1-DC86-482C-8BF8-633551F1A000}" destId="{36EA7AC0-723E-4839-9193-88ADD0E32D02}" srcOrd="0" destOrd="0" presId="urn:microsoft.com/office/officeart/2016/7/layout/RepeatingBendingProcessNew"/>
    <dgm:cxn modelId="{EACF08DD-6833-4E0A-A659-A373DA978B49}" srcId="{1795A223-2AB7-4D2A-AFAA-6D0A01D69820}" destId="{ED28CB5B-69F9-4ED7-983D-678BF30CA2A0}" srcOrd="2" destOrd="0" parTransId="{C68BEC32-2210-4245-BBDC-0048A2D59DA5}" sibTransId="{00C85308-401A-4CF3-99EC-D5FE82FD27F9}"/>
    <dgm:cxn modelId="{3013B8F7-B51A-4A45-ABEB-C40394AF1DF3}" type="presOf" srcId="{1CC6FEDB-11FB-4793-A7AE-BDD262748252}" destId="{5A5BB824-5CE6-4055-A588-AED86060E78A}" srcOrd="0" destOrd="0" presId="urn:microsoft.com/office/officeart/2016/7/layout/RepeatingBendingProcessNew"/>
    <dgm:cxn modelId="{05321473-78B6-4269-BDBE-1401A488929C}" type="presOf" srcId="{449DF01C-83D6-4EBE-8ED1-1D0741C9CD14}" destId="{4068F615-1ECA-4D2C-A93E-7BBA50A05CA5}" srcOrd="1" destOrd="0" presId="urn:microsoft.com/office/officeart/2016/7/layout/RepeatingBendingProcessNew"/>
    <dgm:cxn modelId="{9176C719-8BBC-44F2-95A9-25F7F872E9D5}" type="presParOf" srcId="{C901EBBE-A754-47C1-93C8-B3B1ADCBECAC}" destId="{191C203C-5FD8-45F8-875D-BCE76AB705A1}" srcOrd="0" destOrd="0" presId="urn:microsoft.com/office/officeart/2016/7/layout/RepeatingBendingProcessNew"/>
    <dgm:cxn modelId="{2B88FAF1-A0A8-4EB7-A0AD-5B14F745D99F}" type="presParOf" srcId="{C901EBBE-A754-47C1-93C8-B3B1ADCBECAC}" destId="{F5CB9D0D-B58A-450E-8719-AF65E2CD304C}" srcOrd="1" destOrd="0" presId="urn:microsoft.com/office/officeart/2016/7/layout/RepeatingBendingProcessNew"/>
    <dgm:cxn modelId="{1A828FB0-746F-48D1-A16F-9ED014E9E892}" type="presParOf" srcId="{F5CB9D0D-B58A-450E-8719-AF65E2CD304C}" destId="{955C36F0-7985-4396-8D0D-78757EFD0A50}" srcOrd="0" destOrd="0" presId="urn:microsoft.com/office/officeart/2016/7/layout/RepeatingBendingProcessNew"/>
    <dgm:cxn modelId="{7F437773-4E87-4E8C-8B89-EE49516586D3}" type="presParOf" srcId="{C901EBBE-A754-47C1-93C8-B3B1ADCBECAC}" destId="{345D490F-A575-4724-BF10-09241BB19122}" srcOrd="2" destOrd="0" presId="urn:microsoft.com/office/officeart/2016/7/layout/RepeatingBendingProcessNew"/>
    <dgm:cxn modelId="{42163E38-EDA2-43BE-9CA6-FF117305D9D9}" type="presParOf" srcId="{C901EBBE-A754-47C1-93C8-B3B1ADCBECAC}" destId="{33BFDFD0-D573-48A5-8571-2398B22881F3}" srcOrd="3" destOrd="0" presId="urn:microsoft.com/office/officeart/2016/7/layout/RepeatingBendingProcessNew"/>
    <dgm:cxn modelId="{2C0F31EB-F962-4F4C-AC2A-8FA6FC0A199F}" type="presParOf" srcId="{33BFDFD0-D573-48A5-8571-2398B22881F3}" destId="{4068F615-1ECA-4D2C-A93E-7BBA50A05CA5}" srcOrd="0" destOrd="0" presId="urn:microsoft.com/office/officeart/2016/7/layout/RepeatingBendingProcessNew"/>
    <dgm:cxn modelId="{ADA66964-1BFB-42CB-B665-BBF27D9DEFA2}" type="presParOf" srcId="{C901EBBE-A754-47C1-93C8-B3B1ADCBECAC}" destId="{DF471453-2EDD-4139-BEB7-599C2BF77F9C}" srcOrd="4" destOrd="0" presId="urn:microsoft.com/office/officeart/2016/7/layout/RepeatingBendingProcessNew"/>
    <dgm:cxn modelId="{083F7B01-C950-4DFF-A009-F64B65318F72}" type="presParOf" srcId="{C901EBBE-A754-47C1-93C8-B3B1ADCBECAC}" destId="{365CDCE8-200C-4FDE-ACED-9021AFB08185}" srcOrd="5" destOrd="0" presId="urn:microsoft.com/office/officeart/2016/7/layout/RepeatingBendingProcessNew"/>
    <dgm:cxn modelId="{081A92AA-BCFD-485A-8568-70C0C06136EF}" type="presParOf" srcId="{365CDCE8-200C-4FDE-ACED-9021AFB08185}" destId="{EE9C9521-94E3-495F-B7CE-CC0458069D36}" srcOrd="0" destOrd="0" presId="urn:microsoft.com/office/officeart/2016/7/layout/RepeatingBendingProcessNew"/>
    <dgm:cxn modelId="{3490C311-CBC8-401B-9DFA-6FE2C5463AD1}" type="presParOf" srcId="{C901EBBE-A754-47C1-93C8-B3B1ADCBECAC}" destId="{5A5BB824-5CE6-4055-A588-AED86060E78A}" srcOrd="6" destOrd="0" presId="urn:microsoft.com/office/officeart/2016/7/layout/RepeatingBendingProcessNew"/>
    <dgm:cxn modelId="{8FB40CFE-EE49-4B7E-A9F7-42D6037BE123}" type="presParOf" srcId="{C901EBBE-A754-47C1-93C8-B3B1ADCBECAC}" destId="{9CD5F58C-3852-43EA-9761-453EF324B8D5}" srcOrd="7" destOrd="0" presId="urn:microsoft.com/office/officeart/2016/7/layout/RepeatingBendingProcessNew"/>
    <dgm:cxn modelId="{139931D0-47AB-4A0A-B584-3F9FB7061DE3}" type="presParOf" srcId="{9CD5F58C-3852-43EA-9761-453EF324B8D5}" destId="{398E45E2-55C7-4C7B-90B5-84B32D063D99}" srcOrd="0" destOrd="0" presId="urn:microsoft.com/office/officeart/2016/7/layout/RepeatingBendingProcessNew"/>
    <dgm:cxn modelId="{C3EBA6D2-4557-4E53-AEF2-3998294AE00C}" type="presParOf" srcId="{C901EBBE-A754-47C1-93C8-B3B1ADCBECAC}" destId="{84ABE086-AF90-4D80-AA88-2ADED487C5DA}" srcOrd="8" destOrd="0" presId="urn:microsoft.com/office/officeart/2016/7/layout/RepeatingBendingProcessNew"/>
    <dgm:cxn modelId="{031264D8-C16D-40D6-B753-A55B683569FE}" type="presParOf" srcId="{C901EBBE-A754-47C1-93C8-B3B1ADCBECAC}" destId="{89EFBB12-CF19-4090-80D9-8A2A836FB873}" srcOrd="9" destOrd="0" presId="urn:microsoft.com/office/officeart/2016/7/layout/RepeatingBendingProcessNew"/>
    <dgm:cxn modelId="{E154F033-CC41-41E1-923B-F9F3C31F4160}" type="presParOf" srcId="{89EFBB12-CF19-4090-80D9-8A2A836FB873}" destId="{BEB122B4-C8D9-45C7-B2B7-F7BA9B55CCFD}" srcOrd="0" destOrd="0" presId="urn:microsoft.com/office/officeart/2016/7/layout/RepeatingBendingProcessNew"/>
    <dgm:cxn modelId="{94EB3694-EC68-4988-92D0-6C1891CA5B7E}" type="presParOf" srcId="{C901EBBE-A754-47C1-93C8-B3B1ADCBECAC}" destId="{36EA7AC0-723E-4839-9193-88ADD0E32D02}" srcOrd="10" destOrd="0" presId="urn:microsoft.com/office/officeart/2016/7/layout/RepeatingBendingProcessNew"/>
    <dgm:cxn modelId="{78494CAC-75E8-49E6-A1C6-64D5A8A126B3}" type="presParOf" srcId="{C901EBBE-A754-47C1-93C8-B3B1ADCBECAC}" destId="{F9212CC7-5AE3-4937-9A1F-43A18B127C6A}" srcOrd="11" destOrd="0" presId="urn:microsoft.com/office/officeart/2016/7/layout/RepeatingBendingProcessNew"/>
    <dgm:cxn modelId="{B357CF2F-650D-4F8B-87C8-115BE4CF702C}" type="presParOf" srcId="{F9212CC7-5AE3-4937-9A1F-43A18B127C6A}" destId="{83C62E0A-ACE3-4EEA-AE04-C857BDED85DE}" srcOrd="0" destOrd="0" presId="urn:microsoft.com/office/officeart/2016/7/layout/RepeatingBendingProcessNew"/>
    <dgm:cxn modelId="{794BFB57-6145-4650-8216-25C79592B5EE}" type="presParOf" srcId="{C901EBBE-A754-47C1-93C8-B3B1ADCBECAC}" destId="{9444A3F4-6AD6-4E1C-885D-42B997F62976}"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B7DAE58-534C-43D3-B942-7DD16D5951ED}" type="doc">
      <dgm:prSet loTypeId="urn:microsoft.com/office/officeart/2005/8/layout/list1" loCatId="list" qsTypeId="urn:microsoft.com/office/officeart/2005/8/quickstyle/simple2" qsCatId="simple" csTypeId="urn:microsoft.com/office/officeart/2005/8/colors/colorful2" csCatId="colorful"/>
      <dgm:spPr/>
      <dgm:t>
        <a:bodyPr/>
        <a:lstStyle/>
        <a:p>
          <a:endParaRPr lang="en-US"/>
        </a:p>
      </dgm:t>
    </dgm:pt>
    <dgm:pt modelId="{4EBBE228-0B8C-4224-A258-C270B607B514}">
      <dgm:prSet/>
      <dgm:spPr/>
      <dgm:t>
        <a:bodyPr/>
        <a:lstStyle/>
        <a:p>
          <a:r>
            <a:rPr lang="en-US" dirty="0">
              <a:solidFill>
                <a:schemeClr val="bg1"/>
              </a:solidFill>
              <a:latin typeface="Times New Roman" pitchFamily="18" charset="0"/>
              <a:cs typeface="Times New Roman" pitchFamily="18" charset="0"/>
            </a:rPr>
            <a:t>Ng</a:t>
          </a:r>
          <a:r>
            <a:rPr lang="vi-VN" dirty="0">
              <a:solidFill>
                <a:schemeClr val="bg1"/>
              </a:solidFill>
              <a:latin typeface="Times New Roman" pitchFamily="18" charset="0"/>
              <a:cs typeface="Times New Roman" pitchFamily="18" charset="0"/>
            </a:rPr>
            <a:t>ư</a:t>
          </a:r>
          <a:r>
            <a:rPr lang="en-US" dirty="0" err="1">
              <a:solidFill>
                <a:schemeClr val="bg1"/>
              </a:solidFill>
              <a:latin typeface="Times New Roman" pitchFamily="18" charset="0"/>
              <a:cs typeface="Times New Roman" pitchFamily="18" charset="0"/>
            </a:rPr>
            <a:t>ời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thực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hành</a:t>
          </a:r>
          <a:endParaRPr lang="en-US" dirty="0">
            <a:solidFill>
              <a:schemeClr val="bg1"/>
            </a:solidFill>
            <a:latin typeface="Times New Roman" pitchFamily="18" charset="0"/>
            <a:cs typeface="Times New Roman" pitchFamily="18" charset="0"/>
          </a:endParaRPr>
        </a:p>
      </dgm:t>
    </dgm:pt>
    <dgm:pt modelId="{1E5C3000-865C-4FE9-AD6F-191F0066B27E}" type="parTrans" cxnId="{004CBC46-F909-44C5-9FEE-0EFED69CB61C}">
      <dgm:prSet/>
      <dgm:spPr/>
      <dgm:t>
        <a:bodyPr/>
        <a:lstStyle/>
        <a:p>
          <a:endParaRPr lang="en-US"/>
        </a:p>
      </dgm:t>
    </dgm:pt>
    <dgm:pt modelId="{755509E2-B3A1-4D6E-8D00-A85D7743771E}" type="sibTrans" cxnId="{004CBC46-F909-44C5-9FEE-0EFED69CB61C}">
      <dgm:prSet/>
      <dgm:spPr/>
      <dgm:t>
        <a:bodyPr/>
        <a:lstStyle/>
        <a:p>
          <a:endParaRPr lang="en-US"/>
        </a:p>
      </dgm:t>
    </dgm:pt>
    <dgm:pt modelId="{5C534EFE-1664-4D20-B168-F411C8B6157E}">
      <dgm:prSet/>
      <dgm:spPr/>
      <dgm:t>
        <a:bodyPr/>
        <a:lstStyle/>
        <a:p>
          <a:r>
            <a:rPr lang="en-US" dirty="0">
              <a:solidFill>
                <a:schemeClr val="bg1"/>
              </a:solidFill>
              <a:latin typeface="Times New Roman" pitchFamily="18" charset="0"/>
              <a:cs typeface="Times New Roman" pitchFamily="18" charset="0"/>
            </a:rPr>
            <a:t>Ng</a:t>
          </a:r>
          <a:r>
            <a:rPr lang="vi-VN" dirty="0">
              <a:solidFill>
                <a:schemeClr val="bg1"/>
              </a:solidFill>
              <a:latin typeface="Times New Roman" pitchFamily="18" charset="0"/>
              <a:cs typeface="Times New Roman" pitchFamily="18" charset="0"/>
            </a:rPr>
            <a:t>ư</a:t>
          </a:r>
          <a:r>
            <a:rPr lang="en-US" dirty="0" err="1">
              <a:solidFill>
                <a:schemeClr val="bg1"/>
              </a:solidFill>
              <a:latin typeface="Times New Roman" pitchFamily="18" charset="0"/>
              <a:cs typeface="Times New Roman" pitchFamily="18" charset="0"/>
            </a:rPr>
            <a:t>ời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tổ</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chức</a:t>
          </a:r>
          <a:endParaRPr lang="en-US" dirty="0">
            <a:solidFill>
              <a:schemeClr val="bg1"/>
            </a:solidFill>
            <a:latin typeface="Times New Roman" pitchFamily="18" charset="0"/>
            <a:cs typeface="Times New Roman" pitchFamily="18" charset="0"/>
          </a:endParaRPr>
        </a:p>
      </dgm:t>
    </dgm:pt>
    <dgm:pt modelId="{A808A671-5AA0-4A11-B4A9-85D573905425}" type="parTrans" cxnId="{4CA20F62-AC54-4662-B5A0-C9030CB4F9D2}">
      <dgm:prSet/>
      <dgm:spPr/>
      <dgm:t>
        <a:bodyPr/>
        <a:lstStyle/>
        <a:p>
          <a:endParaRPr lang="en-US"/>
        </a:p>
      </dgm:t>
    </dgm:pt>
    <dgm:pt modelId="{E642D6C6-26EF-498A-BB96-7E1E23B8604C}" type="sibTrans" cxnId="{4CA20F62-AC54-4662-B5A0-C9030CB4F9D2}">
      <dgm:prSet/>
      <dgm:spPr/>
      <dgm:t>
        <a:bodyPr/>
        <a:lstStyle/>
        <a:p>
          <a:endParaRPr lang="en-US"/>
        </a:p>
      </dgm:t>
    </dgm:pt>
    <dgm:pt modelId="{F38C1DCB-E4A3-489A-BE00-B68D931CB9AE}">
      <dgm:prSet/>
      <dgm:spPr/>
      <dgm:t>
        <a:bodyPr/>
        <a:lstStyle/>
        <a:p>
          <a:r>
            <a:rPr lang="en-US" dirty="0">
              <a:solidFill>
                <a:schemeClr val="bg1"/>
              </a:solidFill>
              <a:latin typeface="Times New Roman" pitchFamily="18" charset="0"/>
              <a:cs typeface="Times New Roman" pitchFamily="18" charset="0"/>
            </a:rPr>
            <a:t>Ng</a:t>
          </a:r>
          <a:r>
            <a:rPr lang="vi-VN" dirty="0">
              <a:solidFill>
                <a:schemeClr val="bg1"/>
              </a:solidFill>
              <a:latin typeface="Times New Roman" pitchFamily="18" charset="0"/>
              <a:cs typeface="Times New Roman" pitchFamily="18" charset="0"/>
            </a:rPr>
            <a:t>ư</a:t>
          </a:r>
          <a:r>
            <a:rPr lang="en-US" dirty="0" err="1">
              <a:solidFill>
                <a:schemeClr val="bg1"/>
              </a:solidFill>
              <a:latin typeface="Times New Roman" pitchFamily="18" charset="0"/>
              <a:cs typeface="Times New Roman" pitchFamily="18" charset="0"/>
            </a:rPr>
            <a:t>ời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xúi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giục</a:t>
          </a:r>
          <a:endParaRPr lang="en-US" dirty="0">
            <a:solidFill>
              <a:schemeClr val="bg1"/>
            </a:solidFill>
            <a:latin typeface="Times New Roman" pitchFamily="18" charset="0"/>
            <a:cs typeface="Times New Roman" pitchFamily="18" charset="0"/>
          </a:endParaRPr>
        </a:p>
      </dgm:t>
    </dgm:pt>
    <dgm:pt modelId="{078870D3-2824-4601-BB30-0D61CCD95B2A}" type="parTrans" cxnId="{DAB4EBDA-0C8F-4E7D-AB8E-A723AECB0DF4}">
      <dgm:prSet/>
      <dgm:spPr/>
      <dgm:t>
        <a:bodyPr/>
        <a:lstStyle/>
        <a:p>
          <a:endParaRPr lang="en-US"/>
        </a:p>
      </dgm:t>
    </dgm:pt>
    <dgm:pt modelId="{341BBBE6-F530-4B07-B489-12A9B222B1E2}" type="sibTrans" cxnId="{DAB4EBDA-0C8F-4E7D-AB8E-A723AECB0DF4}">
      <dgm:prSet/>
      <dgm:spPr/>
      <dgm:t>
        <a:bodyPr/>
        <a:lstStyle/>
        <a:p>
          <a:endParaRPr lang="en-US"/>
        </a:p>
      </dgm:t>
    </dgm:pt>
    <dgm:pt modelId="{A47E24DA-467D-4482-8D54-6987473E72AB}">
      <dgm:prSet/>
      <dgm:spPr/>
      <dgm:t>
        <a:bodyPr/>
        <a:lstStyle/>
        <a:p>
          <a:r>
            <a:rPr lang="en-US" dirty="0">
              <a:solidFill>
                <a:schemeClr val="bg1"/>
              </a:solidFill>
              <a:latin typeface="Times New Roman" pitchFamily="18" charset="0"/>
              <a:cs typeface="Times New Roman" pitchFamily="18" charset="0"/>
            </a:rPr>
            <a:t>Ng</a:t>
          </a:r>
          <a:r>
            <a:rPr lang="vi-VN" dirty="0">
              <a:solidFill>
                <a:schemeClr val="bg1"/>
              </a:solidFill>
              <a:latin typeface="Times New Roman" pitchFamily="18" charset="0"/>
              <a:cs typeface="Times New Roman" pitchFamily="18" charset="0"/>
            </a:rPr>
            <a:t>ư</a:t>
          </a:r>
          <a:r>
            <a:rPr lang="en-US" dirty="0" err="1">
              <a:solidFill>
                <a:schemeClr val="bg1"/>
              </a:solidFill>
              <a:latin typeface="Times New Roman" pitchFamily="18" charset="0"/>
              <a:cs typeface="Times New Roman" pitchFamily="18" charset="0"/>
            </a:rPr>
            <a:t>ời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giúp</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sức</a:t>
          </a:r>
          <a:endParaRPr lang="en-US" dirty="0">
            <a:solidFill>
              <a:schemeClr val="bg1"/>
            </a:solidFill>
            <a:latin typeface="Times New Roman" pitchFamily="18" charset="0"/>
            <a:cs typeface="Times New Roman" pitchFamily="18" charset="0"/>
          </a:endParaRPr>
        </a:p>
      </dgm:t>
    </dgm:pt>
    <dgm:pt modelId="{CB7E2BC6-FAC3-4B38-9DE9-83BED1D64E51}" type="parTrans" cxnId="{3192E7FA-76A6-4F7E-BB74-ACE453B36338}">
      <dgm:prSet/>
      <dgm:spPr/>
      <dgm:t>
        <a:bodyPr/>
        <a:lstStyle/>
        <a:p>
          <a:endParaRPr lang="en-US"/>
        </a:p>
      </dgm:t>
    </dgm:pt>
    <dgm:pt modelId="{D2760F65-B50F-4DAF-A02D-1D3546EC7951}" type="sibTrans" cxnId="{3192E7FA-76A6-4F7E-BB74-ACE453B36338}">
      <dgm:prSet/>
      <dgm:spPr/>
      <dgm:t>
        <a:bodyPr/>
        <a:lstStyle/>
        <a:p>
          <a:endParaRPr lang="en-US"/>
        </a:p>
      </dgm:t>
    </dgm:pt>
    <dgm:pt modelId="{F56F297B-0120-4E60-827C-5C38B7F12C21}" type="pres">
      <dgm:prSet presAssocID="{8B7DAE58-534C-43D3-B942-7DD16D5951ED}" presName="linear" presStyleCnt="0">
        <dgm:presLayoutVars>
          <dgm:dir/>
          <dgm:animLvl val="lvl"/>
          <dgm:resizeHandles val="exact"/>
        </dgm:presLayoutVars>
      </dgm:prSet>
      <dgm:spPr/>
      <dgm:t>
        <a:bodyPr/>
        <a:lstStyle/>
        <a:p>
          <a:endParaRPr lang="en-US"/>
        </a:p>
      </dgm:t>
    </dgm:pt>
    <dgm:pt modelId="{4876C867-CD0A-4736-A7C3-D0DEAD556479}" type="pres">
      <dgm:prSet presAssocID="{4EBBE228-0B8C-4224-A258-C270B607B514}" presName="parentLin" presStyleCnt="0"/>
      <dgm:spPr/>
    </dgm:pt>
    <dgm:pt modelId="{BAF32931-6585-4377-A910-9973C523DB24}" type="pres">
      <dgm:prSet presAssocID="{4EBBE228-0B8C-4224-A258-C270B607B514}" presName="parentLeftMargin" presStyleLbl="node1" presStyleIdx="0" presStyleCnt="4"/>
      <dgm:spPr/>
      <dgm:t>
        <a:bodyPr/>
        <a:lstStyle/>
        <a:p>
          <a:endParaRPr lang="en-US"/>
        </a:p>
      </dgm:t>
    </dgm:pt>
    <dgm:pt modelId="{A4EE058B-5608-4D3C-8A9C-ED6ABCFDEB6D}" type="pres">
      <dgm:prSet presAssocID="{4EBBE228-0B8C-4224-A258-C270B607B514}" presName="parentText" presStyleLbl="node1" presStyleIdx="0" presStyleCnt="4">
        <dgm:presLayoutVars>
          <dgm:chMax val="0"/>
          <dgm:bulletEnabled val="1"/>
        </dgm:presLayoutVars>
      </dgm:prSet>
      <dgm:spPr/>
      <dgm:t>
        <a:bodyPr/>
        <a:lstStyle/>
        <a:p>
          <a:endParaRPr lang="en-US"/>
        </a:p>
      </dgm:t>
    </dgm:pt>
    <dgm:pt modelId="{548DC252-2CA1-45C5-AC06-8D0961CBB609}" type="pres">
      <dgm:prSet presAssocID="{4EBBE228-0B8C-4224-A258-C270B607B514}" presName="negativeSpace" presStyleCnt="0"/>
      <dgm:spPr/>
    </dgm:pt>
    <dgm:pt modelId="{834FA71E-5FC5-4746-B2C9-E9293324CCF1}" type="pres">
      <dgm:prSet presAssocID="{4EBBE228-0B8C-4224-A258-C270B607B514}" presName="childText" presStyleLbl="conFgAcc1" presStyleIdx="0" presStyleCnt="4">
        <dgm:presLayoutVars>
          <dgm:bulletEnabled val="1"/>
        </dgm:presLayoutVars>
      </dgm:prSet>
      <dgm:spPr/>
    </dgm:pt>
    <dgm:pt modelId="{4B694F8C-B0DC-4412-8F37-81708C1F449E}" type="pres">
      <dgm:prSet presAssocID="{755509E2-B3A1-4D6E-8D00-A85D7743771E}" presName="spaceBetweenRectangles" presStyleCnt="0"/>
      <dgm:spPr/>
    </dgm:pt>
    <dgm:pt modelId="{B759D2DE-82A8-437B-B0EB-2B913AE1A9D7}" type="pres">
      <dgm:prSet presAssocID="{5C534EFE-1664-4D20-B168-F411C8B6157E}" presName="parentLin" presStyleCnt="0"/>
      <dgm:spPr/>
    </dgm:pt>
    <dgm:pt modelId="{4D0E743B-5E97-443D-B042-B16C5A24C4B8}" type="pres">
      <dgm:prSet presAssocID="{5C534EFE-1664-4D20-B168-F411C8B6157E}" presName="parentLeftMargin" presStyleLbl="node1" presStyleIdx="0" presStyleCnt="4"/>
      <dgm:spPr/>
      <dgm:t>
        <a:bodyPr/>
        <a:lstStyle/>
        <a:p>
          <a:endParaRPr lang="en-US"/>
        </a:p>
      </dgm:t>
    </dgm:pt>
    <dgm:pt modelId="{AABC1176-C37A-43E2-9CF8-2D1ED940FEF7}" type="pres">
      <dgm:prSet presAssocID="{5C534EFE-1664-4D20-B168-F411C8B6157E}" presName="parentText" presStyleLbl="node1" presStyleIdx="1" presStyleCnt="4">
        <dgm:presLayoutVars>
          <dgm:chMax val="0"/>
          <dgm:bulletEnabled val="1"/>
        </dgm:presLayoutVars>
      </dgm:prSet>
      <dgm:spPr/>
      <dgm:t>
        <a:bodyPr/>
        <a:lstStyle/>
        <a:p>
          <a:endParaRPr lang="en-US"/>
        </a:p>
      </dgm:t>
    </dgm:pt>
    <dgm:pt modelId="{9F8D200E-7441-40D0-AD29-37BC01397AAB}" type="pres">
      <dgm:prSet presAssocID="{5C534EFE-1664-4D20-B168-F411C8B6157E}" presName="negativeSpace" presStyleCnt="0"/>
      <dgm:spPr/>
    </dgm:pt>
    <dgm:pt modelId="{2BB6C18C-D5AC-4E59-BFAF-CC886E65C330}" type="pres">
      <dgm:prSet presAssocID="{5C534EFE-1664-4D20-B168-F411C8B6157E}" presName="childText" presStyleLbl="conFgAcc1" presStyleIdx="1" presStyleCnt="4">
        <dgm:presLayoutVars>
          <dgm:bulletEnabled val="1"/>
        </dgm:presLayoutVars>
      </dgm:prSet>
      <dgm:spPr/>
    </dgm:pt>
    <dgm:pt modelId="{AC83166A-4DE7-4FDD-8852-D76A501582B5}" type="pres">
      <dgm:prSet presAssocID="{E642D6C6-26EF-498A-BB96-7E1E23B8604C}" presName="spaceBetweenRectangles" presStyleCnt="0"/>
      <dgm:spPr/>
    </dgm:pt>
    <dgm:pt modelId="{F1DDB582-E9A0-4844-B329-DAD85DA3A0EC}" type="pres">
      <dgm:prSet presAssocID="{F38C1DCB-E4A3-489A-BE00-B68D931CB9AE}" presName="parentLin" presStyleCnt="0"/>
      <dgm:spPr/>
    </dgm:pt>
    <dgm:pt modelId="{2CBC6520-334D-4086-AF68-F2E0062A7E6E}" type="pres">
      <dgm:prSet presAssocID="{F38C1DCB-E4A3-489A-BE00-B68D931CB9AE}" presName="parentLeftMargin" presStyleLbl="node1" presStyleIdx="1" presStyleCnt="4"/>
      <dgm:spPr/>
      <dgm:t>
        <a:bodyPr/>
        <a:lstStyle/>
        <a:p>
          <a:endParaRPr lang="en-US"/>
        </a:p>
      </dgm:t>
    </dgm:pt>
    <dgm:pt modelId="{425C4CEA-B8B1-4944-9CA8-0564705F7E11}" type="pres">
      <dgm:prSet presAssocID="{F38C1DCB-E4A3-489A-BE00-B68D931CB9AE}" presName="parentText" presStyleLbl="node1" presStyleIdx="2" presStyleCnt="4">
        <dgm:presLayoutVars>
          <dgm:chMax val="0"/>
          <dgm:bulletEnabled val="1"/>
        </dgm:presLayoutVars>
      </dgm:prSet>
      <dgm:spPr/>
      <dgm:t>
        <a:bodyPr/>
        <a:lstStyle/>
        <a:p>
          <a:endParaRPr lang="en-US"/>
        </a:p>
      </dgm:t>
    </dgm:pt>
    <dgm:pt modelId="{622C6F4A-4DA9-4387-9686-3CBC7330A10D}" type="pres">
      <dgm:prSet presAssocID="{F38C1DCB-E4A3-489A-BE00-B68D931CB9AE}" presName="negativeSpace" presStyleCnt="0"/>
      <dgm:spPr/>
    </dgm:pt>
    <dgm:pt modelId="{017CF124-FAE2-4707-9B09-35DD3A0902F4}" type="pres">
      <dgm:prSet presAssocID="{F38C1DCB-E4A3-489A-BE00-B68D931CB9AE}" presName="childText" presStyleLbl="conFgAcc1" presStyleIdx="2" presStyleCnt="4">
        <dgm:presLayoutVars>
          <dgm:bulletEnabled val="1"/>
        </dgm:presLayoutVars>
      </dgm:prSet>
      <dgm:spPr/>
    </dgm:pt>
    <dgm:pt modelId="{BECEB21E-7773-4B34-9E77-F4AE01B86B51}" type="pres">
      <dgm:prSet presAssocID="{341BBBE6-F530-4B07-B489-12A9B222B1E2}" presName="spaceBetweenRectangles" presStyleCnt="0"/>
      <dgm:spPr/>
    </dgm:pt>
    <dgm:pt modelId="{5D251201-102C-4611-A4EF-FDD5B38EC3D5}" type="pres">
      <dgm:prSet presAssocID="{A47E24DA-467D-4482-8D54-6987473E72AB}" presName="parentLin" presStyleCnt="0"/>
      <dgm:spPr/>
    </dgm:pt>
    <dgm:pt modelId="{D19CC67C-C154-4DC7-BF60-85E3159F804A}" type="pres">
      <dgm:prSet presAssocID="{A47E24DA-467D-4482-8D54-6987473E72AB}" presName="parentLeftMargin" presStyleLbl="node1" presStyleIdx="2" presStyleCnt="4"/>
      <dgm:spPr/>
      <dgm:t>
        <a:bodyPr/>
        <a:lstStyle/>
        <a:p>
          <a:endParaRPr lang="en-US"/>
        </a:p>
      </dgm:t>
    </dgm:pt>
    <dgm:pt modelId="{E76F92F0-4CAC-401F-B224-659483979ABA}" type="pres">
      <dgm:prSet presAssocID="{A47E24DA-467D-4482-8D54-6987473E72AB}" presName="parentText" presStyleLbl="node1" presStyleIdx="3" presStyleCnt="4">
        <dgm:presLayoutVars>
          <dgm:chMax val="0"/>
          <dgm:bulletEnabled val="1"/>
        </dgm:presLayoutVars>
      </dgm:prSet>
      <dgm:spPr/>
      <dgm:t>
        <a:bodyPr/>
        <a:lstStyle/>
        <a:p>
          <a:endParaRPr lang="en-US"/>
        </a:p>
      </dgm:t>
    </dgm:pt>
    <dgm:pt modelId="{97BB9435-646A-4CE3-9F95-9F7AFF0EE7D2}" type="pres">
      <dgm:prSet presAssocID="{A47E24DA-467D-4482-8D54-6987473E72AB}" presName="negativeSpace" presStyleCnt="0"/>
      <dgm:spPr/>
    </dgm:pt>
    <dgm:pt modelId="{3A9DC3BE-22CC-4209-8457-B6BABC6F4253}" type="pres">
      <dgm:prSet presAssocID="{A47E24DA-467D-4482-8D54-6987473E72AB}" presName="childText" presStyleLbl="conFgAcc1" presStyleIdx="3" presStyleCnt="4">
        <dgm:presLayoutVars>
          <dgm:bulletEnabled val="1"/>
        </dgm:presLayoutVars>
      </dgm:prSet>
      <dgm:spPr/>
    </dgm:pt>
  </dgm:ptLst>
  <dgm:cxnLst>
    <dgm:cxn modelId="{5471BDCB-0D00-41BA-B0CB-5B83FDF50FFD}" type="presOf" srcId="{5C534EFE-1664-4D20-B168-F411C8B6157E}" destId="{4D0E743B-5E97-443D-B042-B16C5A24C4B8}" srcOrd="0" destOrd="0" presId="urn:microsoft.com/office/officeart/2005/8/layout/list1"/>
    <dgm:cxn modelId="{E64A14A4-7668-412E-AE26-712E04EDA995}" type="presOf" srcId="{F38C1DCB-E4A3-489A-BE00-B68D931CB9AE}" destId="{425C4CEA-B8B1-4944-9CA8-0564705F7E11}" srcOrd="1" destOrd="0" presId="urn:microsoft.com/office/officeart/2005/8/layout/list1"/>
    <dgm:cxn modelId="{5A54ABFE-50BD-4095-8B7A-6ACC37B46CFD}" type="presOf" srcId="{F38C1DCB-E4A3-489A-BE00-B68D931CB9AE}" destId="{2CBC6520-334D-4086-AF68-F2E0062A7E6E}" srcOrd="0" destOrd="0" presId="urn:microsoft.com/office/officeart/2005/8/layout/list1"/>
    <dgm:cxn modelId="{A6F487FF-1C4F-4285-99F0-5F66F9D8E15F}" type="presOf" srcId="{4EBBE228-0B8C-4224-A258-C270B607B514}" destId="{BAF32931-6585-4377-A910-9973C523DB24}" srcOrd="0" destOrd="0" presId="urn:microsoft.com/office/officeart/2005/8/layout/list1"/>
    <dgm:cxn modelId="{4CA20F62-AC54-4662-B5A0-C9030CB4F9D2}" srcId="{8B7DAE58-534C-43D3-B942-7DD16D5951ED}" destId="{5C534EFE-1664-4D20-B168-F411C8B6157E}" srcOrd="1" destOrd="0" parTransId="{A808A671-5AA0-4A11-B4A9-85D573905425}" sibTransId="{E642D6C6-26EF-498A-BB96-7E1E23B8604C}"/>
    <dgm:cxn modelId="{FFB3D5BF-63D8-41CA-9DC1-B6DD4D225BC9}" type="presOf" srcId="{4EBBE228-0B8C-4224-A258-C270B607B514}" destId="{A4EE058B-5608-4D3C-8A9C-ED6ABCFDEB6D}" srcOrd="1" destOrd="0" presId="urn:microsoft.com/office/officeart/2005/8/layout/list1"/>
    <dgm:cxn modelId="{004CBC46-F909-44C5-9FEE-0EFED69CB61C}" srcId="{8B7DAE58-534C-43D3-B942-7DD16D5951ED}" destId="{4EBBE228-0B8C-4224-A258-C270B607B514}" srcOrd="0" destOrd="0" parTransId="{1E5C3000-865C-4FE9-AD6F-191F0066B27E}" sibTransId="{755509E2-B3A1-4D6E-8D00-A85D7743771E}"/>
    <dgm:cxn modelId="{3192E7FA-76A6-4F7E-BB74-ACE453B36338}" srcId="{8B7DAE58-534C-43D3-B942-7DD16D5951ED}" destId="{A47E24DA-467D-4482-8D54-6987473E72AB}" srcOrd="3" destOrd="0" parTransId="{CB7E2BC6-FAC3-4B38-9DE9-83BED1D64E51}" sibTransId="{D2760F65-B50F-4DAF-A02D-1D3546EC7951}"/>
    <dgm:cxn modelId="{D58C3833-4F2D-4551-80DB-23288D71E08C}" type="presOf" srcId="{A47E24DA-467D-4482-8D54-6987473E72AB}" destId="{D19CC67C-C154-4DC7-BF60-85E3159F804A}" srcOrd="0" destOrd="0" presId="urn:microsoft.com/office/officeart/2005/8/layout/list1"/>
    <dgm:cxn modelId="{9440AF7C-069F-4198-A96E-5CC7DB20F919}" type="presOf" srcId="{A47E24DA-467D-4482-8D54-6987473E72AB}" destId="{E76F92F0-4CAC-401F-B224-659483979ABA}" srcOrd="1" destOrd="0" presId="urn:microsoft.com/office/officeart/2005/8/layout/list1"/>
    <dgm:cxn modelId="{0AC64653-D91D-4DF2-B37C-4DDEB7578F75}" type="presOf" srcId="{5C534EFE-1664-4D20-B168-F411C8B6157E}" destId="{AABC1176-C37A-43E2-9CF8-2D1ED940FEF7}" srcOrd="1" destOrd="0" presId="urn:microsoft.com/office/officeart/2005/8/layout/list1"/>
    <dgm:cxn modelId="{DAB4EBDA-0C8F-4E7D-AB8E-A723AECB0DF4}" srcId="{8B7DAE58-534C-43D3-B942-7DD16D5951ED}" destId="{F38C1DCB-E4A3-489A-BE00-B68D931CB9AE}" srcOrd="2" destOrd="0" parTransId="{078870D3-2824-4601-BB30-0D61CCD95B2A}" sibTransId="{341BBBE6-F530-4B07-B489-12A9B222B1E2}"/>
    <dgm:cxn modelId="{9525B6F4-8104-401B-8D48-9F5EDA4E47BA}" type="presOf" srcId="{8B7DAE58-534C-43D3-B942-7DD16D5951ED}" destId="{F56F297B-0120-4E60-827C-5C38B7F12C21}" srcOrd="0" destOrd="0" presId="urn:microsoft.com/office/officeart/2005/8/layout/list1"/>
    <dgm:cxn modelId="{D76633DF-7CFD-4251-AC26-0DDC8936D16D}" type="presParOf" srcId="{F56F297B-0120-4E60-827C-5C38B7F12C21}" destId="{4876C867-CD0A-4736-A7C3-D0DEAD556479}" srcOrd="0" destOrd="0" presId="urn:microsoft.com/office/officeart/2005/8/layout/list1"/>
    <dgm:cxn modelId="{C09574A0-2EFF-4C12-9297-526EF3DEFBB5}" type="presParOf" srcId="{4876C867-CD0A-4736-A7C3-D0DEAD556479}" destId="{BAF32931-6585-4377-A910-9973C523DB24}" srcOrd="0" destOrd="0" presId="urn:microsoft.com/office/officeart/2005/8/layout/list1"/>
    <dgm:cxn modelId="{8FE7AA54-5E5D-47AC-AA77-D8254D9ABEF1}" type="presParOf" srcId="{4876C867-CD0A-4736-A7C3-D0DEAD556479}" destId="{A4EE058B-5608-4D3C-8A9C-ED6ABCFDEB6D}" srcOrd="1" destOrd="0" presId="urn:microsoft.com/office/officeart/2005/8/layout/list1"/>
    <dgm:cxn modelId="{75A360AB-33B3-45E9-BC76-9A8B1BC2EE0C}" type="presParOf" srcId="{F56F297B-0120-4E60-827C-5C38B7F12C21}" destId="{548DC252-2CA1-45C5-AC06-8D0961CBB609}" srcOrd="1" destOrd="0" presId="urn:microsoft.com/office/officeart/2005/8/layout/list1"/>
    <dgm:cxn modelId="{D909728D-8ECF-4A54-AF4E-D123188495AA}" type="presParOf" srcId="{F56F297B-0120-4E60-827C-5C38B7F12C21}" destId="{834FA71E-5FC5-4746-B2C9-E9293324CCF1}" srcOrd="2" destOrd="0" presId="urn:microsoft.com/office/officeart/2005/8/layout/list1"/>
    <dgm:cxn modelId="{9DE6CA9D-14D5-4542-8980-3280B8B264DF}" type="presParOf" srcId="{F56F297B-0120-4E60-827C-5C38B7F12C21}" destId="{4B694F8C-B0DC-4412-8F37-81708C1F449E}" srcOrd="3" destOrd="0" presId="urn:microsoft.com/office/officeart/2005/8/layout/list1"/>
    <dgm:cxn modelId="{B588337B-7EAC-4EB1-977B-7582D90D8502}" type="presParOf" srcId="{F56F297B-0120-4E60-827C-5C38B7F12C21}" destId="{B759D2DE-82A8-437B-B0EB-2B913AE1A9D7}" srcOrd="4" destOrd="0" presId="urn:microsoft.com/office/officeart/2005/8/layout/list1"/>
    <dgm:cxn modelId="{A08F5AF9-2188-4F70-84ED-0240A448A866}" type="presParOf" srcId="{B759D2DE-82A8-437B-B0EB-2B913AE1A9D7}" destId="{4D0E743B-5E97-443D-B042-B16C5A24C4B8}" srcOrd="0" destOrd="0" presId="urn:microsoft.com/office/officeart/2005/8/layout/list1"/>
    <dgm:cxn modelId="{B3DA96F7-D555-4108-811F-DFED501DF7C2}" type="presParOf" srcId="{B759D2DE-82A8-437B-B0EB-2B913AE1A9D7}" destId="{AABC1176-C37A-43E2-9CF8-2D1ED940FEF7}" srcOrd="1" destOrd="0" presId="urn:microsoft.com/office/officeart/2005/8/layout/list1"/>
    <dgm:cxn modelId="{067ED1C1-ABC5-4F4B-9B81-8E57069BDF7A}" type="presParOf" srcId="{F56F297B-0120-4E60-827C-5C38B7F12C21}" destId="{9F8D200E-7441-40D0-AD29-37BC01397AAB}" srcOrd="5" destOrd="0" presId="urn:microsoft.com/office/officeart/2005/8/layout/list1"/>
    <dgm:cxn modelId="{6DF8D3B5-4D7B-4D22-AA42-61E2416BCA86}" type="presParOf" srcId="{F56F297B-0120-4E60-827C-5C38B7F12C21}" destId="{2BB6C18C-D5AC-4E59-BFAF-CC886E65C330}" srcOrd="6" destOrd="0" presId="urn:microsoft.com/office/officeart/2005/8/layout/list1"/>
    <dgm:cxn modelId="{069581EE-029F-4B1C-B529-7823143EF093}" type="presParOf" srcId="{F56F297B-0120-4E60-827C-5C38B7F12C21}" destId="{AC83166A-4DE7-4FDD-8852-D76A501582B5}" srcOrd="7" destOrd="0" presId="urn:microsoft.com/office/officeart/2005/8/layout/list1"/>
    <dgm:cxn modelId="{EDC97BB3-4BA3-477E-8264-44D024F46662}" type="presParOf" srcId="{F56F297B-0120-4E60-827C-5C38B7F12C21}" destId="{F1DDB582-E9A0-4844-B329-DAD85DA3A0EC}" srcOrd="8" destOrd="0" presId="urn:microsoft.com/office/officeart/2005/8/layout/list1"/>
    <dgm:cxn modelId="{F2138FE5-75E0-4D45-9610-6D4ADF58E14A}" type="presParOf" srcId="{F1DDB582-E9A0-4844-B329-DAD85DA3A0EC}" destId="{2CBC6520-334D-4086-AF68-F2E0062A7E6E}" srcOrd="0" destOrd="0" presId="urn:microsoft.com/office/officeart/2005/8/layout/list1"/>
    <dgm:cxn modelId="{995DD88A-F1CE-49A1-A5F5-04BB3F92616F}" type="presParOf" srcId="{F1DDB582-E9A0-4844-B329-DAD85DA3A0EC}" destId="{425C4CEA-B8B1-4944-9CA8-0564705F7E11}" srcOrd="1" destOrd="0" presId="urn:microsoft.com/office/officeart/2005/8/layout/list1"/>
    <dgm:cxn modelId="{54E87B8C-17CF-4FF0-966F-5DEE1F774858}" type="presParOf" srcId="{F56F297B-0120-4E60-827C-5C38B7F12C21}" destId="{622C6F4A-4DA9-4387-9686-3CBC7330A10D}" srcOrd="9" destOrd="0" presId="urn:microsoft.com/office/officeart/2005/8/layout/list1"/>
    <dgm:cxn modelId="{71C5A2F0-6516-408D-BCC8-7611DA9E1A07}" type="presParOf" srcId="{F56F297B-0120-4E60-827C-5C38B7F12C21}" destId="{017CF124-FAE2-4707-9B09-35DD3A0902F4}" srcOrd="10" destOrd="0" presId="urn:microsoft.com/office/officeart/2005/8/layout/list1"/>
    <dgm:cxn modelId="{655D9DD8-2FF3-44B1-BD62-AC2F6C90688D}" type="presParOf" srcId="{F56F297B-0120-4E60-827C-5C38B7F12C21}" destId="{BECEB21E-7773-4B34-9E77-F4AE01B86B51}" srcOrd="11" destOrd="0" presId="urn:microsoft.com/office/officeart/2005/8/layout/list1"/>
    <dgm:cxn modelId="{55DBF1F0-5881-498C-A190-F9DE4E06B84A}" type="presParOf" srcId="{F56F297B-0120-4E60-827C-5C38B7F12C21}" destId="{5D251201-102C-4611-A4EF-FDD5B38EC3D5}" srcOrd="12" destOrd="0" presId="urn:microsoft.com/office/officeart/2005/8/layout/list1"/>
    <dgm:cxn modelId="{F79AC832-E1DE-433B-8225-E335473A1324}" type="presParOf" srcId="{5D251201-102C-4611-A4EF-FDD5B38EC3D5}" destId="{D19CC67C-C154-4DC7-BF60-85E3159F804A}" srcOrd="0" destOrd="0" presId="urn:microsoft.com/office/officeart/2005/8/layout/list1"/>
    <dgm:cxn modelId="{D4BE2E91-A9F2-4F75-9160-C5DE94B966E1}" type="presParOf" srcId="{5D251201-102C-4611-A4EF-FDD5B38EC3D5}" destId="{E76F92F0-4CAC-401F-B224-659483979ABA}" srcOrd="1" destOrd="0" presId="urn:microsoft.com/office/officeart/2005/8/layout/list1"/>
    <dgm:cxn modelId="{BEE0F44B-D343-4F68-A888-06731D39040A}" type="presParOf" srcId="{F56F297B-0120-4E60-827C-5C38B7F12C21}" destId="{97BB9435-646A-4CE3-9F95-9F7AFF0EE7D2}" srcOrd="13" destOrd="0" presId="urn:microsoft.com/office/officeart/2005/8/layout/list1"/>
    <dgm:cxn modelId="{1A3D02BE-E83C-41BE-9EB6-2C94B0330450}" type="presParOf" srcId="{F56F297B-0120-4E60-827C-5C38B7F12C21}" destId="{3A9DC3BE-22CC-4209-8457-B6BABC6F4253}"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11CCC6C-B74D-4F5A-8077-081AA845E188}" type="doc">
      <dgm:prSet loTypeId="urn:microsoft.com/office/officeart/2009/3/layout/HorizontalOrganizationChart" loCatId="hierarchy" qsTypeId="urn:microsoft.com/office/officeart/2005/8/quickstyle/simple3" qsCatId="simple" csTypeId="urn:microsoft.com/office/officeart/2005/8/colors/colorful1" csCatId="colorful" phldr="1"/>
      <dgm:spPr/>
      <dgm:t>
        <a:bodyPr/>
        <a:lstStyle/>
        <a:p>
          <a:endParaRPr lang="en-US"/>
        </a:p>
      </dgm:t>
    </dgm:pt>
    <dgm:pt modelId="{47C658DC-FA2C-46DD-AA10-88C465A35053}">
      <dgm:prSet/>
      <dgm:spPr/>
      <dgm:t>
        <a:bodyPr/>
        <a:lstStyle/>
        <a:p>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endParaRPr lang="en-US" dirty="0">
            <a:latin typeface="Times New Roman" pitchFamily="18" charset="0"/>
            <a:cs typeface="Times New Roman" pitchFamily="18" charset="0"/>
          </a:endParaRPr>
        </a:p>
      </dgm:t>
    </dgm:pt>
    <dgm:pt modelId="{B29B263B-9D97-48ED-BF56-DAE49DD30BC5}" type="parTrans" cxnId="{D61DDC0C-C4B7-4400-94A9-7F97D43BBF52}">
      <dgm:prSet/>
      <dgm:spPr/>
      <dgm:t>
        <a:bodyPr/>
        <a:lstStyle/>
        <a:p>
          <a:endParaRPr lang="en-US"/>
        </a:p>
      </dgm:t>
    </dgm:pt>
    <dgm:pt modelId="{6D71F22A-08E0-4C62-BEA3-1C8B14B7622C}" type="sibTrans" cxnId="{D61DDC0C-C4B7-4400-94A9-7F97D43BBF52}">
      <dgm:prSet/>
      <dgm:spPr/>
      <dgm:t>
        <a:bodyPr/>
        <a:lstStyle/>
        <a:p>
          <a:endParaRPr lang="en-US"/>
        </a:p>
      </dgm:t>
    </dgm:pt>
    <dgm:pt modelId="{E2230D55-9A04-4245-84CA-4C06476DB0E2}">
      <dgm:prSet/>
      <dgm:spPr/>
      <dgm:t>
        <a:bodyPr/>
        <a:lstStyle/>
        <a:p>
          <a:r>
            <a:rPr lang="en-US" dirty="0" err="1">
              <a:latin typeface="Times New Roman" pitchFamily="18" charset="0"/>
              <a:cs typeface="Times New Roman" pitchFamily="18" charset="0"/>
            </a:rPr>
            <a:t>Đồng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m</a:t>
          </a:r>
          <a:r>
            <a:rPr lang="vi-VN" dirty="0">
              <a:latin typeface="Times New Roman" pitchFamily="18" charset="0"/>
              <a:cs typeface="Times New Roman" pitchFamily="18" charset="0"/>
            </a:rPr>
            <a:t>ư</a:t>
          </a:r>
          <a:r>
            <a:rPr lang="en-US" dirty="0">
              <a:latin typeface="Times New Roman" pitchFamily="18" charset="0"/>
              <a:cs typeface="Times New Roman" pitchFamily="18" charset="0"/>
            </a:rPr>
            <a:t>u </a:t>
          </a:r>
          <a:r>
            <a:rPr lang="en-US" dirty="0" err="1" smtClean="0">
              <a:latin typeface="Times New Roman" pitchFamily="18" charset="0"/>
              <a:cs typeface="Times New Roman" pitchFamily="18" charset="0"/>
            </a:rPr>
            <a:t>trước</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dgm:t>
    </dgm:pt>
    <dgm:pt modelId="{907EBDCF-4B10-4C93-8FA9-C074BCC50DD8}" type="parTrans" cxnId="{143B42FA-4888-4129-B3DF-D07676FF59FA}">
      <dgm:prSet/>
      <dgm:spPr/>
      <dgm:t>
        <a:bodyPr/>
        <a:lstStyle/>
        <a:p>
          <a:endParaRPr lang="en-US"/>
        </a:p>
      </dgm:t>
    </dgm:pt>
    <dgm:pt modelId="{C94B65ED-0026-4C04-A8C1-B6158508C217}" type="sibTrans" cxnId="{143B42FA-4888-4129-B3DF-D07676FF59FA}">
      <dgm:prSet/>
      <dgm:spPr/>
      <dgm:t>
        <a:bodyPr/>
        <a:lstStyle/>
        <a:p>
          <a:endParaRPr lang="en-US"/>
        </a:p>
      </dgm:t>
    </dgm:pt>
    <dgm:pt modelId="{74C7FD16-CD12-4264-AEBE-CD24938ED58C}">
      <dgm:prSet/>
      <dgm:spPr/>
      <dgm:t>
        <a:bodyPr/>
        <a:lstStyle/>
        <a:p>
          <a:r>
            <a:rPr lang="en-US" dirty="0" err="1">
              <a:latin typeface="Times New Roman" pitchFamily="18" charset="0"/>
              <a:cs typeface="Times New Roman" pitchFamily="18" charset="0"/>
            </a:rPr>
            <a:t>Đồng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m</a:t>
          </a:r>
          <a:r>
            <a:rPr lang="vi-VN" dirty="0">
              <a:latin typeface="Times New Roman" pitchFamily="18" charset="0"/>
              <a:cs typeface="Times New Roman" pitchFamily="18" charset="0"/>
            </a:rPr>
            <a:t>ư</a:t>
          </a:r>
          <a:r>
            <a:rPr lang="en-US" dirty="0">
              <a:latin typeface="Times New Roman" pitchFamily="18" charset="0"/>
              <a:cs typeface="Times New Roman" pitchFamily="18" charset="0"/>
            </a:rPr>
            <a:t>u </a:t>
          </a:r>
          <a:r>
            <a:rPr lang="en-US" dirty="0" err="1">
              <a:latin typeface="Times New Roman" pitchFamily="18" charset="0"/>
              <a:cs typeface="Times New Roman" pitchFamily="18" charset="0"/>
            </a:rPr>
            <a:t>tr</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ớc</a:t>
          </a:r>
          <a:endParaRPr lang="en-US" dirty="0">
            <a:latin typeface="Times New Roman" pitchFamily="18" charset="0"/>
            <a:cs typeface="Times New Roman" pitchFamily="18" charset="0"/>
          </a:endParaRPr>
        </a:p>
      </dgm:t>
    </dgm:pt>
    <dgm:pt modelId="{9ADCC9A8-7CD9-4524-B519-18A836948025}" type="parTrans" cxnId="{A93A0BEC-2D3C-44F5-B3C0-99290D67F954}">
      <dgm:prSet/>
      <dgm:spPr/>
      <dgm:t>
        <a:bodyPr/>
        <a:lstStyle/>
        <a:p>
          <a:endParaRPr lang="en-US"/>
        </a:p>
      </dgm:t>
    </dgm:pt>
    <dgm:pt modelId="{298E2083-718F-44D1-B600-45009DA8C941}" type="sibTrans" cxnId="{A93A0BEC-2D3C-44F5-B3C0-99290D67F954}">
      <dgm:prSet/>
      <dgm:spPr/>
      <dgm:t>
        <a:bodyPr/>
        <a:lstStyle/>
        <a:p>
          <a:endParaRPr lang="en-US"/>
        </a:p>
      </dgm:t>
    </dgm:pt>
    <dgm:pt modelId="{6BA1F772-FC01-4283-94DD-D1E9D9A39003}" type="pres">
      <dgm:prSet presAssocID="{A11CCC6C-B74D-4F5A-8077-081AA845E188}" presName="hierChild1" presStyleCnt="0">
        <dgm:presLayoutVars>
          <dgm:orgChart val="1"/>
          <dgm:chPref val="1"/>
          <dgm:dir/>
          <dgm:animOne val="branch"/>
          <dgm:animLvl val="lvl"/>
          <dgm:resizeHandles/>
        </dgm:presLayoutVars>
      </dgm:prSet>
      <dgm:spPr/>
      <dgm:t>
        <a:bodyPr/>
        <a:lstStyle/>
        <a:p>
          <a:endParaRPr lang="en-US"/>
        </a:p>
      </dgm:t>
    </dgm:pt>
    <dgm:pt modelId="{DDC81D9F-ED1B-41CF-ADB9-32BB6AD7817E}" type="pres">
      <dgm:prSet presAssocID="{47C658DC-FA2C-46DD-AA10-88C465A35053}" presName="hierRoot1" presStyleCnt="0">
        <dgm:presLayoutVars>
          <dgm:hierBranch val="init"/>
        </dgm:presLayoutVars>
      </dgm:prSet>
      <dgm:spPr/>
    </dgm:pt>
    <dgm:pt modelId="{63F11448-8BFF-4F87-B6EF-5C48C6945080}" type="pres">
      <dgm:prSet presAssocID="{47C658DC-FA2C-46DD-AA10-88C465A35053}" presName="rootComposite1" presStyleCnt="0"/>
      <dgm:spPr/>
    </dgm:pt>
    <dgm:pt modelId="{369E569B-67D2-47E3-99DB-8CA1345B371B}" type="pres">
      <dgm:prSet presAssocID="{47C658DC-FA2C-46DD-AA10-88C465A35053}" presName="rootText1" presStyleLbl="node0" presStyleIdx="0" presStyleCnt="1">
        <dgm:presLayoutVars>
          <dgm:chPref val="3"/>
        </dgm:presLayoutVars>
      </dgm:prSet>
      <dgm:spPr/>
      <dgm:t>
        <a:bodyPr/>
        <a:lstStyle/>
        <a:p>
          <a:endParaRPr lang="en-US"/>
        </a:p>
      </dgm:t>
    </dgm:pt>
    <dgm:pt modelId="{4A1D9F52-5244-4E9F-BD8A-8D6B99DCB5F0}" type="pres">
      <dgm:prSet presAssocID="{47C658DC-FA2C-46DD-AA10-88C465A35053}" presName="rootConnector1" presStyleLbl="node1" presStyleIdx="0" presStyleCnt="0"/>
      <dgm:spPr/>
      <dgm:t>
        <a:bodyPr/>
        <a:lstStyle/>
        <a:p>
          <a:endParaRPr lang="en-US"/>
        </a:p>
      </dgm:t>
    </dgm:pt>
    <dgm:pt modelId="{1CC1C1C6-F5DA-4BF0-B646-AB21D2799A11}" type="pres">
      <dgm:prSet presAssocID="{47C658DC-FA2C-46DD-AA10-88C465A35053}" presName="hierChild2" presStyleCnt="0"/>
      <dgm:spPr/>
    </dgm:pt>
    <dgm:pt modelId="{D77A2E53-295E-4E9B-9A05-64DF645C6377}" type="pres">
      <dgm:prSet presAssocID="{907EBDCF-4B10-4C93-8FA9-C074BCC50DD8}" presName="Name64" presStyleLbl="parChTrans1D2" presStyleIdx="0" presStyleCnt="2"/>
      <dgm:spPr/>
      <dgm:t>
        <a:bodyPr/>
        <a:lstStyle/>
        <a:p>
          <a:endParaRPr lang="en-US"/>
        </a:p>
      </dgm:t>
    </dgm:pt>
    <dgm:pt modelId="{8CED8294-A0F5-4EEB-BF15-9337AC1C70AE}" type="pres">
      <dgm:prSet presAssocID="{E2230D55-9A04-4245-84CA-4C06476DB0E2}" presName="hierRoot2" presStyleCnt="0">
        <dgm:presLayoutVars>
          <dgm:hierBranch val="init"/>
        </dgm:presLayoutVars>
      </dgm:prSet>
      <dgm:spPr/>
    </dgm:pt>
    <dgm:pt modelId="{7A6ECE9D-F99C-40B4-B722-142214C00BEC}" type="pres">
      <dgm:prSet presAssocID="{E2230D55-9A04-4245-84CA-4C06476DB0E2}" presName="rootComposite" presStyleCnt="0"/>
      <dgm:spPr/>
    </dgm:pt>
    <dgm:pt modelId="{F644AA58-D517-47E8-93A9-FD30DD01D1F7}" type="pres">
      <dgm:prSet presAssocID="{E2230D55-9A04-4245-84CA-4C06476DB0E2}" presName="rootText" presStyleLbl="node2" presStyleIdx="0" presStyleCnt="2">
        <dgm:presLayoutVars>
          <dgm:chPref val="3"/>
        </dgm:presLayoutVars>
      </dgm:prSet>
      <dgm:spPr/>
      <dgm:t>
        <a:bodyPr/>
        <a:lstStyle/>
        <a:p>
          <a:endParaRPr lang="en-US"/>
        </a:p>
      </dgm:t>
    </dgm:pt>
    <dgm:pt modelId="{E3F82B6C-5EC5-45C2-808F-70F27B452306}" type="pres">
      <dgm:prSet presAssocID="{E2230D55-9A04-4245-84CA-4C06476DB0E2}" presName="rootConnector" presStyleLbl="node2" presStyleIdx="0" presStyleCnt="2"/>
      <dgm:spPr/>
      <dgm:t>
        <a:bodyPr/>
        <a:lstStyle/>
        <a:p>
          <a:endParaRPr lang="en-US"/>
        </a:p>
      </dgm:t>
    </dgm:pt>
    <dgm:pt modelId="{048538A4-570B-46F6-803C-7E344E2D80A7}" type="pres">
      <dgm:prSet presAssocID="{E2230D55-9A04-4245-84CA-4C06476DB0E2}" presName="hierChild4" presStyleCnt="0"/>
      <dgm:spPr/>
    </dgm:pt>
    <dgm:pt modelId="{D9DCC026-820D-4CAF-9724-E2D8AC20636E}" type="pres">
      <dgm:prSet presAssocID="{E2230D55-9A04-4245-84CA-4C06476DB0E2}" presName="hierChild5" presStyleCnt="0"/>
      <dgm:spPr/>
    </dgm:pt>
    <dgm:pt modelId="{2E49F5D8-9077-4779-AF3D-3A4758FBEE02}" type="pres">
      <dgm:prSet presAssocID="{9ADCC9A8-7CD9-4524-B519-18A836948025}" presName="Name64" presStyleLbl="parChTrans1D2" presStyleIdx="1" presStyleCnt="2"/>
      <dgm:spPr/>
      <dgm:t>
        <a:bodyPr/>
        <a:lstStyle/>
        <a:p>
          <a:endParaRPr lang="en-US"/>
        </a:p>
      </dgm:t>
    </dgm:pt>
    <dgm:pt modelId="{57845156-E7E8-4794-9775-8CE0A048BB6D}" type="pres">
      <dgm:prSet presAssocID="{74C7FD16-CD12-4264-AEBE-CD24938ED58C}" presName="hierRoot2" presStyleCnt="0">
        <dgm:presLayoutVars>
          <dgm:hierBranch val="init"/>
        </dgm:presLayoutVars>
      </dgm:prSet>
      <dgm:spPr/>
    </dgm:pt>
    <dgm:pt modelId="{26C6C1A3-9E4A-4114-B2D6-58B71FE61EDD}" type="pres">
      <dgm:prSet presAssocID="{74C7FD16-CD12-4264-AEBE-CD24938ED58C}" presName="rootComposite" presStyleCnt="0"/>
      <dgm:spPr/>
    </dgm:pt>
    <dgm:pt modelId="{BBD466ED-CB3C-4451-84E0-994F17DB7B77}" type="pres">
      <dgm:prSet presAssocID="{74C7FD16-CD12-4264-AEBE-CD24938ED58C}" presName="rootText" presStyleLbl="node2" presStyleIdx="1" presStyleCnt="2">
        <dgm:presLayoutVars>
          <dgm:chPref val="3"/>
        </dgm:presLayoutVars>
      </dgm:prSet>
      <dgm:spPr/>
      <dgm:t>
        <a:bodyPr/>
        <a:lstStyle/>
        <a:p>
          <a:endParaRPr lang="en-US"/>
        </a:p>
      </dgm:t>
    </dgm:pt>
    <dgm:pt modelId="{1D03CF57-0369-4703-8BB2-B37A7801FE93}" type="pres">
      <dgm:prSet presAssocID="{74C7FD16-CD12-4264-AEBE-CD24938ED58C}" presName="rootConnector" presStyleLbl="node2" presStyleIdx="1" presStyleCnt="2"/>
      <dgm:spPr/>
      <dgm:t>
        <a:bodyPr/>
        <a:lstStyle/>
        <a:p>
          <a:endParaRPr lang="en-US"/>
        </a:p>
      </dgm:t>
    </dgm:pt>
    <dgm:pt modelId="{3B85ED15-A309-475A-8D9E-B51E235EEAC0}" type="pres">
      <dgm:prSet presAssocID="{74C7FD16-CD12-4264-AEBE-CD24938ED58C}" presName="hierChild4" presStyleCnt="0"/>
      <dgm:spPr/>
    </dgm:pt>
    <dgm:pt modelId="{3A06AA79-AF6B-476A-AC28-DBD46C7B6A55}" type="pres">
      <dgm:prSet presAssocID="{74C7FD16-CD12-4264-AEBE-CD24938ED58C}" presName="hierChild5" presStyleCnt="0"/>
      <dgm:spPr/>
    </dgm:pt>
    <dgm:pt modelId="{E83DFB21-BC66-4BDE-9F26-5BDAE9ABFC4D}" type="pres">
      <dgm:prSet presAssocID="{47C658DC-FA2C-46DD-AA10-88C465A35053}" presName="hierChild3" presStyleCnt="0"/>
      <dgm:spPr/>
    </dgm:pt>
  </dgm:ptLst>
  <dgm:cxnLst>
    <dgm:cxn modelId="{95E9313D-623F-41F2-B3EC-2CB974A2B9E0}" type="presOf" srcId="{74C7FD16-CD12-4264-AEBE-CD24938ED58C}" destId="{BBD466ED-CB3C-4451-84E0-994F17DB7B77}" srcOrd="0" destOrd="0" presId="urn:microsoft.com/office/officeart/2009/3/layout/HorizontalOrganizationChart"/>
    <dgm:cxn modelId="{7170C802-C607-4A28-BE4B-E9DCEDD7E63B}" type="presOf" srcId="{9ADCC9A8-7CD9-4524-B519-18A836948025}" destId="{2E49F5D8-9077-4779-AF3D-3A4758FBEE02}" srcOrd="0" destOrd="0" presId="urn:microsoft.com/office/officeart/2009/3/layout/HorizontalOrganizationChart"/>
    <dgm:cxn modelId="{D3FE8122-F2CD-465A-85D6-6A7588136D98}" type="presOf" srcId="{E2230D55-9A04-4245-84CA-4C06476DB0E2}" destId="{E3F82B6C-5EC5-45C2-808F-70F27B452306}" srcOrd="1" destOrd="0" presId="urn:microsoft.com/office/officeart/2009/3/layout/HorizontalOrganizationChart"/>
    <dgm:cxn modelId="{2D29D879-3213-42DC-8155-C9D226044400}" type="presOf" srcId="{74C7FD16-CD12-4264-AEBE-CD24938ED58C}" destId="{1D03CF57-0369-4703-8BB2-B37A7801FE93}" srcOrd="1" destOrd="0" presId="urn:microsoft.com/office/officeart/2009/3/layout/HorizontalOrganizationChart"/>
    <dgm:cxn modelId="{DD21F195-5D34-4DFB-A0EB-966E1B8428B9}" type="presOf" srcId="{907EBDCF-4B10-4C93-8FA9-C074BCC50DD8}" destId="{D77A2E53-295E-4E9B-9A05-64DF645C6377}" srcOrd="0" destOrd="0" presId="urn:microsoft.com/office/officeart/2009/3/layout/HorizontalOrganizationChart"/>
    <dgm:cxn modelId="{095146CA-0230-4723-91FB-9CE96DB2CFB2}" type="presOf" srcId="{47C658DC-FA2C-46DD-AA10-88C465A35053}" destId="{4A1D9F52-5244-4E9F-BD8A-8D6B99DCB5F0}" srcOrd="1" destOrd="0" presId="urn:microsoft.com/office/officeart/2009/3/layout/HorizontalOrganizationChart"/>
    <dgm:cxn modelId="{A9B2F4C4-30B7-4480-BF9D-555644D0A0BF}" type="presOf" srcId="{E2230D55-9A04-4245-84CA-4C06476DB0E2}" destId="{F644AA58-D517-47E8-93A9-FD30DD01D1F7}" srcOrd="0" destOrd="0" presId="urn:microsoft.com/office/officeart/2009/3/layout/HorizontalOrganizationChart"/>
    <dgm:cxn modelId="{143B42FA-4888-4129-B3DF-D07676FF59FA}" srcId="{47C658DC-FA2C-46DD-AA10-88C465A35053}" destId="{E2230D55-9A04-4245-84CA-4C06476DB0E2}" srcOrd="0" destOrd="0" parTransId="{907EBDCF-4B10-4C93-8FA9-C074BCC50DD8}" sibTransId="{C94B65ED-0026-4C04-A8C1-B6158508C217}"/>
    <dgm:cxn modelId="{10CE42C0-4C9F-46F9-965E-1CDB432AA123}" type="presOf" srcId="{47C658DC-FA2C-46DD-AA10-88C465A35053}" destId="{369E569B-67D2-47E3-99DB-8CA1345B371B}" srcOrd="0" destOrd="0" presId="urn:microsoft.com/office/officeart/2009/3/layout/HorizontalOrganizationChart"/>
    <dgm:cxn modelId="{299DBAEC-989C-4AC3-8B2B-E35F28772281}" type="presOf" srcId="{A11CCC6C-B74D-4F5A-8077-081AA845E188}" destId="{6BA1F772-FC01-4283-94DD-D1E9D9A39003}" srcOrd="0" destOrd="0" presId="urn:microsoft.com/office/officeart/2009/3/layout/HorizontalOrganizationChart"/>
    <dgm:cxn modelId="{D61DDC0C-C4B7-4400-94A9-7F97D43BBF52}" srcId="{A11CCC6C-B74D-4F5A-8077-081AA845E188}" destId="{47C658DC-FA2C-46DD-AA10-88C465A35053}" srcOrd="0" destOrd="0" parTransId="{B29B263B-9D97-48ED-BF56-DAE49DD30BC5}" sibTransId="{6D71F22A-08E0-4C62-BEA3-1C8B14B7622C}"/>
    <dgm:cxn modelId="{A93A0BEC-2D3C-44F5-B3C0-99290D67F954}" srcId="{47C658DC-FA2C-46DD-AA10-88C465A35053}" destId="{74C7FD16-CD12-4264-AEBE-CD24938ED58C}" srcOrd="1" destOrd="0" parTransId="{9ADCC9A8-7CD9-4524-B519-18A836948025}" sibTransId="{298E2083-718F-44D1-B600-45009DA8C941}"/>
    <dgm:cxn modelId="{BC011022-F45C-4FA8-A195-31AC0575D3B3}" type="presParOf" srcId="{6BA1F772-FC01-4283-94DD-D1E9D9A39003}" destId="{DDC81D9F-ED1B-41CF-ADB9-32BB6AD7817E}" srcOrd="0" destOrd="0" presId="urn:microsoft.com/office/officeart/2009/3/layout/HorizontalOrganizationChart"/>
    <dgm:cxn modelId="{3F3B06BC-1A23-4782-9E91-57C6B0D17C67}" type="presParOf" srcId="{DDC81D9F-ED1B-41CF-ADB9-32BB6AD7817E}" destId="{63F11448-8BFF-4F87-B6EF-5C48C6945080}" srcOrd="0" destOrd="0" presId="urn:microsoft.com/office/officeart/2009/3/layout/HorizontalOrganizationChart"/>
    <dgm:cxn modelId="{CCF13EEB-602A-44C9-9A4D-96900FD2BAB0}" type="presParOf" srcId="{63F11448-8BFF-4F87-B6EF-5C48C6945080}" destId="{369E569B-67D2-47E3-99DB-8CA1345B371B}" srcOrd="0" destOrd="0" presId="urn:microsoft.com/office/officeart/2009/3/layout/HorizontalOrganizationChart"/>
    <dgm:cxn modelId="{4EEBC922-5273-4904-9FA2-5BF4255E13D6}" type="presParOf" srcId="{63F11448-8BFF-4F87-B6EF-5C48C6945080}" destId="{4A1D9F52-5244-4E9F-BD8A-8D6B99DCB5F0}" srcOrd="1" destOrd="0" presId="urn:microsoft.com/office/officeart/2009/3/layout/HorizontalOrganizationChart"/>
    <dgm:cxn modelId="{92396E8E-62CB-44C9-8E88-826A7F9BAA35}" type="presParOf" srcId="{DDC81D9F-ED1B-41CF-ADB9-32BB6AD7817E}" destId="{1CC1C1C6-F5DA-4BF0-B646-AB21D2799A11}" srcOrd="1" destOrd="0" presId="urn:microsoft.com/office/officeart/2009/3/layout/HorizontalOrganizationChart"/>
    <dgm:cxn modelId="{668F1A32-00BB-497B-A421-926611F56E66}" type="presParOf" srcId="{1CC1C1C6-F5DA-4BF0-B646-AB21D2799A11}" destId="{D77A2E53-295E-4E9B-9A05-64DF645C6377}" srcOrd="0" destOrd="0" presId="urn:microsoft.com/office/officeart/2009/3/layout/HorizontalOrganizationChart"/>
    <dgm:cxn modelId="{97F2FF04-3964-4E62-AC71-AD3E9C10EF7F}" type="presParOf" srcId="{1CC1C1C6-F5DA-4BF0-B646-AB21D2799A11}" destId="{8CED8294-A0F5-4EEB-BF15-9337AC1C70AE}" srcOrd="1" destOrd="0" presId="urn:microsoft.com/office/officeart/2009/3/layout/HorizontalOrganizationChart"/>
    <dgm:cxn modelId="{20FC6132-8CA5-4E50-BD8A-E7BAB53DFC34}" type="presParOf" srcId="{8CED8294-A0F5-4EEB-BF15-9337AC1C70AE}" destId="{7A6ECE9D-F99C-40B4-B722-142214C00BEC}" srcOrd="0" destOrd="0" presId="urn:microsoft.com/office/officeart/2009/3/layout/HorizontalOrganizationChart"/>
    <dgm:cxn modelId="{5356D6D0-FAE2-4DF4-865D-9B816450658E}" type="presParOf" srcId="{7A6ECE9D-F99C-40B4-B722-142214C00BEC}" destId="{F644AA58-D517-47E8-93A9-FD30DD01D1F7}" srcOrd="0" destOrd="0" presId="urn:microsoft.com/office/officeart/2009/3/layout/HorizontalOrganizationChart"/>
    <dgm:cxn modelId="{923936D3-6AA9-4766-86CE-F032E636218F}" type="presParOf" srcId="{7A6ECE9D-F99C-40B4-B722-142214C00BEC}" destId="{E3F82B6C-5EC5-45C2-808F-70F27B452306}" srcOrd="1" destOrd="0" presId="urn:microsoft.com/office/officeart/2009/3/layout/HorizontalOrganizationChart"/>
    <dgm:cxn modelId="{019D3BE9-9124-450D-9A3F-F0FBE4A05114}" type="presParOf" srcId="{8CED8294-A0F5-4EEB-BF15-9337AC1C70AE}" destId="{048538A4-570B-46F6-803C-7E344E2D80A7}" srcOrd="1" destOrd="0" presId="urn:microsoft.com/office/officeart/2009/3/layout/HorizontalOrganizationChart"/>
    <dgm:cxn modelId="{B467F7ED-DDFA-43DE-9CB9-413D5F05DC08}" type="presParOf" srcId="{8CED8294-A0F5-4EEB-BF15-9337AC1C70AE}" destId="{D9DCC026-820D-4CAF-9724-E2D8AC20636E}" srcOrd="2" destOrd="0" presId="urn:microsoft.com/office/officeart/2009/3/layout/HorizontalOrganizationChart"/>
    <dgm:cxn modelId="{E20F9E32-0482-4FD5-842E-505554C38F68}" type="presParOf" srcId="{1CC1C1C6-F5DA-4BF0-B646-AB21D2799A11}" destId="{2E49F5D8-9077-4779-AF3D-3A4758FBEE02}" srcOrd="2" destOrd="0" presId="urn:microsoft.com/office/officeart/2009/3/layout/HorizontalOrganizationChart"/>
    <dgm:cxn modelId="{3381AD2F-EC2F-4BAC-91C5-9AFFA1C9713D}" type="presParOf" srcId="{1CC1C1C6-F5DA-4BF0-B646-AB21D2799A11}" destId="{57845156-E7E8-4794-9775-8CE0A048BB6D}" srcOrd="3" destOrd="0" presId="urn:microsoft.com/office/officeart/2009/3/layout/HorizontalOrganizationChart"/>
    <dgm:cxn modelId="{BD197825-DB2B-43CA-B3A6-C23E326FAEC7}" type="presParOf" srcId="{57845156-E7E8-4794-9775-8CE0A048BB6D}" destId="{26C6C1A3-9E4A-4114-B2D6-58B71FE61EDD}" srcOrd="0" destOrd="0" presId="urn:microsoft.com/office/officeart/2009/3/layout/HorizontalOrganizationChart"/>
    <dgm:cxn modelId="{BC25F78E-3088-492B-9A45-7EAEC0E09CBD}" type="presParOf" srcId="{26C6C1A3-9E4A-4114-B2D6-58B71FE61EDD}" destId="{BBD466ED-CB3C-4451-84E0-994F17DB7B77}" srcOrd="0" destOrd="0" presId="urn:microsoft.com/office/officeart/2009/3/layout/HorizontalOrganizationChart"/>
    <dgm:cxn modelId="{66540B5D-F676-48FB-BA1F-3182948A1AFC}" type="presParOf" srcId="{26C6C1A3-9E4A-4114-B2D6-58B71FE61EDD}" destId="{1D03CF57-0369-4703-8BB2-B37A7801FE93}" srcOrd="1" destOrd="0" presId="urn:microsoft.com/office/officeart/2009/3/layout/HorizontalOrganizationChart"/>
    <dgm:cxn modelId="{D1A25D8C-A8BD-4364-B08C-CFDCDC87FA84}" type="presParOf" srcId="{57845156-E7E8-4794-9775-8CE0A048BB6D}" destId="{3B85ED15-A309-475A-8D9E-B51E235EEAC0}" srcOrd="1" destOrd="0" presId="urn:microsoft.com/office/officeart/2009/3/layout/HorizontalOrganizationChart"/>
    <dgm:cxn modelId="{17F7D75F-B77C-427D-8927-3DABC0CF439C}" type="presParOf" srcId="{57845156-E7E8-4794-9775-8CE0A048BB6D}" destId="{3A06AA79-AF6B-476A-AC28-DBD46C7B6A55}" srcOrd="2" destOrd="0" presId="urn:microsoft.com/office/officeart/2009/3/layout/HorizontalOrganizationChart"/>
    <dgm:cxn modelId="{3B7D6313-4E75-44A3-9A69-40BCE58F531E}" type="presParOf" srcId="{DDC81D9F-ED1B-41CF-ADB9-32BB6AD7817E}" destId="{E83DFB21-BC66-4BDE-9F26-5BDAE9ABFC4D}"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E9DEE43-B43E-4DF5-B6C1-524A1F576823}" type="doc">
      <dgm:prSet loTypeId="urn:microsoft.com/office/officeart/2005/8/layout/hierarchy3" loCatId="hierarchy" qsTypeId="urn:microsoft.com/office/officeart/2005/8/quickstyle/simple3" qsCatId="simple" csTypeId="urn:microsoft.com/office/officeart/2005/8/colors/accent1_2" csCatId="accent1" phldr="1"/>
      <dgm:spPr/>
      <dgm:t>
        <a:bodyPr/>
        <a:lstStyle/>
        <a:p>
          <a:endParaRPr lang="en-US"/>
        </a:p>
      </dgm:t>
    </dgm:pt>
    <dgm:pt modelId="{88AB6BB0-2096-4690-8287-1F85ABAD43E2}">
      <dgm:prSet/>
      <dgm:spPr/>
      <dgm:t>
        <a:bodyPr/>
        <a:lstStyle/>
        <a:p>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a:t>
          </a:r>
        </a:p>
      </dgm:t>
    </dgm:pt>
    <dgm:pt modelId="{C53FB33E-B9D4-420B-8AEE-AC879EF0C062}" type="parTrans" cxnId="{CD61E3B8-162C-4358-8637-7F56B74838A1}">
      <dgm:prSet/>
      <dgm:spPr/>
      <dgm:t>
        <a:bodyPr/>
        <a:lstStyle/>
        <a:p>
          <a:endParaRPr lang="en-US"/>
        </a:p>
      </dgm:t>
    </dgm:pt>
    <dgm:pt modelId="{5B924DB8-552E-4D47-8D88-B3EDAE15C8D3}" type="sibTrans" cxnId="{CD61E3B8-162C-4358-8637-7F56B74838A1}">
      <dgm:prSet/>
      <dgm:spPr/>
      <dgm:t>
        <a:bodyPr/>
        <a:lstStyle/>
        <a:p>
          <a:endParaRPr lang="en-US"/>
        </a:p>
      </dgm:t>
    </dgm:pt>
    <dgm:pt modelId="{9770127F-796D-4059-BC47-DCB69F956920}">
      <dgm:prSet/>
      <dgm:spPr/>
      <dgm:t>
        <a:bodyPr/>
        <a:lstStyle/>
        <a:p>
          <a:r>
            <a:rPr lang="en-US" dirty="0" err="1">
              <a:latin typeface="Times New Roman" pitchFamily="18" charset="0"/>
              <a:cs typeface="Times New Roman" pitchFamily="18" charset="0"/>
            </a:rPr>
            <a:t>Đồng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giản</a:t>
          </a:r>
          <a:r>
            <a:rPr lang="en-US" dirty="0">
              <a:latin typeface="Times New Roman" pitchFamily="18" charset="0"/>
              <a:cs typeface="Times New Roman" pitchFamily="18" charset="0"/>
            </a:rPr>
            <a:t> đ</a:t>
          </a:r>
          <a:r>
            <a:rPr lang="vi-VN" dirty="0">
              <a:latin typeface="Times New Roman" pitchFamily="18" charset="0"/>
              <a:cs typeface="Times New Roman" pitchFamily="18" charset="0"/>
            </a:rPr>
            <a:t>ơ</a:t>
          </a:r>
          <a:r>
            <a:rPr lang="en-US" dirty="0">
              <a:latin typeface="Times New Roman" pitchFamily="18" charset="0"/>
              <a:cs typeface="Times New Roman" pitchFamily="18" charset="0"/>
            </a:rPr>
            <a:t>n</a:t>
          </a:r>
        </a:p>
      </dgm:t>
    </dgm:pt>
    <dgm:pt modelId="{435E3FD7-12FF-4E63-A95A-E1F203B19D92}" type="parTrans" cxnId="{7297D72B-5E92-4138-B3E1-E0346A6E4470}">
      <dgm:prSet>
        <dgm:style>
          <a:lnRef idx="3">
            <a:schemeClr val="dk1"/>
          </a:lnRef>
          <a:fillRef idx="0">
            <a:schemeClr val="dk1"/>
          </a:fillRef>
          <a:effectRef idx="2">
            <a:schemeClr val="dk1"/>
          </a:effectRef>
          <a:fontRef idx="minor">
            <a:schemeClr val="tx1"/>
          </a:fontRef>
        </dgm:style>
      </dgm:prSet>
      <dgm:spPr/>
      <dgm:t>
        <a:bodyPr/>
        <a:lstStyle/>
        <a:p>
          <a:endParaRPr lang="en-US"/>
        </a:p>
      </dgm:t>
    </dgm:pt>
    <dgm:pt modelId="{4E1C4AC5-6D67-4614-A185-7F42FA1D000B}" type="sibTrans" cxnId="{7297D72B-5E92-4138-B3E1-E0346A6E4470}">
      <dgm:prSet/>
      <dgm:spPr/>
      <dgm:t>
        <a:bodyPr/>
        <a:lstStyle/>
        <a:p>
          <a:endParaRPr lang="en-US"/>
        </a:p>
      </dgm:t>
    </dgm:pt>
    <dgm:pt modelId="{22E6A13C-01DE-4259-90B1-3F14FD4962FD}">
      <dgm:prSet/>
      <dgm:spPr/>
      <dgm:t>
        <a:bodyPr/>
        <a:lstStyle/>
        <a:p>
          <a:r>
            <a:rPr lang="en-US" dirty="0" err="1">
              <a:latin typeface="Times New Roman" pitchFamily="18" charset="0"/>
              <a:cs typeface="Times New Roman" pitchFamily="18" charset="0"/>
            </a:rPr>
            <a:t>Đồng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tạp</a:t>
          </a:r>
          <a:endParaRPr lang="en-US" dirty="0">
            <a:latin typeface="Times New Roman" pitchFamily="18" charset="0"/>
            <a:cs typeface="Times New Roman" pitchFamily="18" charset="0"/>
          </a:endParaRPr>
        </a:p>
      </dgm:t>
    </dgm:pt>
    <dgm:pt modelId="{5F5EAC9D-CA35-4A1B-B9E3-FB5F94470FFB}" type="parTrans" cxnId="{B6F60457-C5C4-4A47-9D67-487751A5E3C3}">
      <dgm:prSet>
        <dgm:style>
          <a:lnRef idx="3">
            <a:schemeClr val="dk1"/>
          </a:lnRef>
          <a:fillRef idx="0">
            <a:schemeClr val="dk1"/>
          </a:fillRef>
          <a:effectRef idx="2">
            <a:schemeClr val="dk1"/>
          </a:effectRef>
          <a:fontRef idx="minor">
            <a:schemeClr val="tx1"/>
          </a:fontRef>
        </dgm:style>
      </dgm:prSet>
      <dgm:spPr/>
      <dgm:t>
        <a:bodyPr/>
        <a:lstStyle/>
        <a:p>
          <a:endParaRPr lang="en-US"/>
        </a:p>
      </dgm:t>
    </dgm:pt>
    <dgm:pt modelId="{19AE02F4-FD91-4CD1-8EAB-D7BD5F1F7D6C}" type="sibTrans" cxnId="{B6F60457-C5C4-4A47-9D67-487751A5E3C3}">
      <dgm:prSet/>
      <dgm:spPr/>
      <dgm:t>
        <a:bodyPr/>
        <a:lstStyle/>
        <a:p>
          <a:endParaRPr lang="en-US"/>
        </a:p>
      </dgm:t>
    </dgm:pt>
    <dgm:pt modelId="{7CB4D35E-9EB8-4096-A5C5-9B8987E8A19D}" type="pres">
      <dgm:prSet presAssocID="{2E9DEE43-B43E-4DF5-B6C1-524A1F576823}" presName="diagram" presStyleCnt="0">
        <dgm:presLayoutVars>
          <dgm:chPref val="1"/>
          <dgm:dir/>
          <dgm:animOne val="branch"/>
          <dgm:animLvl val="lvl"/>
          <dgm:resizeHandles/>
        </dgm:presLayoutVars>
      </dgm:prSet>
      <dgm:spPr/>
      <dgm:t>
        <a:bodyPr/>
        <a:lstStyle/>
        <a:p>
          <a:endParaRPr lang="en-US"/>
        </a:p>
      </dgm:t>
    </dgm:pt>
    <dgm:pt modelId="{EED6B058-F8E9-4004-915A-DE72A7A575A7}" type="pres">
      <dgm:prSet presAssocID="{88AB6BB0-2096-4690-8287-1F85ABAD43E2}" presName="root" presStyleCnt="0"/>
      <dgm:spPr/>
    </dgm:pt>
    <dgm:pt modelId="{679FF22F-183D-488C-A5F2-344C28B45114}" type="pres">
      <dgm:prSet presAssocID="{88AB6BB0-2096-4690-8287-1F85ABAD43E2}" presName="rootComposite" presStyleCnt="0"/>
      <dgm:spPr/>
    </dgm:pt>
    <dgm:pt modelId="{4DB0E33D-0337-443E-B219-BAB61F64F22F}" type="pres">
      <dgm:prSet presAssocID="{88AB6BB0-2096-4690-8287-1F85ABAD43E2}" presName="rootText" presStyleLbl="node1" presStyleIdx="0" presStyleCnt="1" custScaleX="209074"/>
      <dgm:spPr/>
      <dgm:t>
        <a:bodyPr/>
        <a:lstStyle/>
        <a:p>
          <a:endParaRPr lang="en-US"/>
        </a:p>
      </dgm:t>
    </dgm:pt>
    <dgm:pt modelId="{ECA35E8E-EF02-4D0E-9EB2-771487A3BFCB}" type="pres">
      <dgm:prSet presAssocID="{88AB6BB0-2096-4690-8287-1F85ABAD43E2}" presName="rootConnector" presStyleLbl="node1" presStyleIdx="0" presStyleCnt="1"/>
      <dgm:spPr/>
      <dgm:t>
        <a:bodyPr/>
        <a:lstStyle/>
        <a:p>
          <a:endParaRPr lang="en-US"/>
        </a:p>
      </dgm:t>
    </dgm:pt>
    <dgm:pt modelId="{6F81EA28-5D6C-4E30-A67E-FEA5E0AB7486}" type="pres">
      <dgm:prSet presAssocID="{88AB6BB0-2096-4690-8287-1F85ABAD43E2}" presName="childShape" presStyleCnt="0"/>
      <dgm:spPr/>
    </dgm:pt>
    <dgm:pt modelId="{2FE7DB31-A403-4EA5-8FDC-CF6E5F485922}" type="pres">
      <dgm:prSet presAssocID="{435E3FD7-12FF-4E63-A95A-E1F203B19D92}" presName="Name13" presStyleLbl="parChTrans1D2" presStyleIdx="0" presStyleCnt="2"/>
      <dgm:spPr/>
      <dgm:t>
        <a:bodyPr/>
        <a:lstStyle/>
        <a:p>
          <a:endParaRPr lang="en-US"/>
        </a:p>
      </dgm:t>
    </dgm:pt>
    <dgm:pt modelId="{3867DF6B-64FB-4541-A89A-96E7569DF634}" type="pres">
      <dgm:prSet presAssocID="{9770127F-796D-4059-BC47-DCB69F956920}" presName="childText" presStyleLbl="bgAcc1" presStyleIdx="0" presStyleCnt="2" custScaleX="232103">
        <dgm:presLayoutVars>
          <dgm:bulletEnabled val="1"/>
        </dgm:presLayoutVars>
      </dgm:prSet>
      <dgm:spPr/>
      <dgm:t>
        <a:bodyPr/>
        <a:lstStyle/>
        <a:p>
          <a:endParaRPr lang="en-US"/>
        </a:p>
      </dgm:t>
    </dgm:pt>
    <dgm:pt modelId="{635D0445-4D06-48A6-B62C-1B973F08ED26}" type="pres">
      <dgm:prSet presAssocID="{5F5EAC9D-CA35-4A1B-B9E3-FB5F94470FFB}" presName="Name13" presStyleLbl="parChTrans1D2" presStyleIdx="1" presStyleCnt="2"/>
      <dgm:spPr/>
      <dgm:t>
        <a:bodyPr/>
        <a:lstStyle/>
        <a:p>
          <a:endParaRPr lang="en-US"/>
        </a:p>
      </dgm:t>
    </dgm:pt>
    <dgm:pt modelId="{E9EAEEDA-4BB3-45F4-96E6-C3E4A784DDC9}" type="pres">
      <dgm:prSet presAssocID="{22E6A13C-01DE-4259-90B1-3F14FD4962FD}" presName="childText" presStyleLbl="bgAcc1" presStyleIdx="1" presStyleCnt="2" custScaleX="234149">
        <dgm:presLayoutVars>
          <dgm:bulletEnabled val="1"/>
        </dgm:presLayoutVars>
      </dgm:prSet>
      <dgm:spPr/>
      <dgm:t>
        <a:bodyPr/>
        <a:lstStyle/>
        <a:p>
          <a:endParaRPr lang="en-US"/>
        </a:p>
      </dgm:t>
    </dgm:pt>
  </dgm:ptLst>
  <dgm:cxnLst>
    <dgm:cxn modelId="{37E47CE5-51CB-4A98-A5BD-F5083C4BC53B}" type="presOf" srcId="{2E9DEE43-B43E-4DF5-B6C1-524A1F576823}" destId="{7CB4D35E-9EB8-4096-A5C5-9B8987E8A19D}" srcOrd="0" destOrd="0" presId="urn:microsoft.com/office/officeart/2005/8/layout/hierarchy3"/>
    <dgm:cxn modelId="{AC040BC8-84EE-4EBF-BDC2-A7D1C969E6C3}" type="presOf" srcId="{5F5EAC9D-CA35-4A1B-B9E3-FB5F94470FFB}" destId="{635D0445-4D06-48A6-B62C-1B973F08ED26}" srcOrd="0" destOrd="0" presId="urn:microsoft.com/office/officeart/2005/8/layout/hierarchy3"/>
    <dgm:cxn modelId="{E55D69EB-29F3-429A-93F9-D1B189793769}" type="presOf" srcId="{435E3FD7-12FF-4E63-A95A-E1F203B19D92}" destId="{2FE7DB31-A403-4EA5-8FDC-CF6E5F485922}" srcOrd="0" destOrd="0" presId="urn:microsoft.com/office/officeart/2005/8/layout/hierarchy3"/>
    <dgm:cxn modelId="{B6E252C9-4081-40B2-92E2-1C57CB9A9E7D}" type="presOf" srcId="{22E6A13C-01DE-4259-90B1-3F14FD4962FD}" destId="{E9EAEEDA-4BB3-45F4-96E6-C3E4A784DDC9}" srcOrd="0" destOrd="0" presId="urn:microsoft.com/office/officeart/2005/8/layout/hierarchy3"/>
    <dgm:cxn modelId="{CD61E3B8-162C-4358-8637-7F56B74838A1}" srcId="{2E9DEE43-B43E-4DF5-B6C1-524A1F576823}" destId="{88AB6BB0-2096-4690-8287-1F85ABAD43E2}" srcOrd="0" destOrd="0" parTransId="{C53FB33E-B9D4-420B-8AEE-AC879EF0C062}" sibTransId="{5B924DB8-552E-4D47-8D88-B3EDAE15C8D3}"/>
    <dgm:cxn modelId="{7297D72B-5E92-4138-B3E1-E0346A6E4470}" srcId="{88AB6BB0-2096-4690-8287-1F85ABAD43E2}" destId="{9770127F-796D-4059-BC47-DCB69F956920}" srcOrd="0" destOrd="0" parTransId="{435E3FD7-12FF-4E63-A95A-E1F203B19D92}" sibTransId="{4E1C4AC5-6D67-4614-A185-7F42FA1D000B}"/>
    <dgm:cxn modelId="{B2889863-727C-470B-A3C6-22647E57F7A6}" type="presOf" srcId="{88AB6BB0-2096-4690-8287-1F85ABAD43E2}" destId="{4DB0E33D-0337-443E-B219-BAB61F64F22F}" srcOrd="0" destOrd="0" presId="urn:microsoft.com/office/officeart/2005/8/layout/hierarchy3"/>
    <dgm:cxn modelId="{F977E444-3EC0-48B5-ADB7-212E31EC1A41}" type="presOf" srcId="{88AB6BB0-2096-4690-8287-1F85ABAD43E2}" destId="{ECA35E8E-EF02-4D0E-9EB2-771487A3BFCB}" srcOrd="1" destOrd="0" presId="urn:microsoft.com/office/officeart/2005/8/layout/hierarchy3"/>
    <dgm:cxn modelId="{BB0F7B1B-D4DF-4F34-9E70-3E4E3822372A}" type="presOf" srcId="{9770127F-796D-4059-BC47-DCB69F956920}" destId="{3867DF6B-64FB-4541-A89A-96E7569DF634}" srcOrd="0" destOrd="0" presId="urn:microsoft.com/office/officeart/2005/8/layout/hierarchy3"/>
    <dgm:cxn modelId="{B6F60457-C5C4-4A47-9D67-487751A5E3C3}" srcId="{88AB6BB0-2096-4690-8287-1F85ABAD43E2}" destId="{22E6A13C-01DE-4259-90B1-3F14FD4962FD}" srcOrd="1" destOrd="0" parTransId="{5F5EAC9D-CA35-4A1B-B9E3-FB5F94470FFB}" sibTransId="{19AE02F4-FD91-4CD1-8EAB-D7BD5F1F7D6C}"/>
    <dgm:cxn modelId="{DEB35266-3E57-4D60-8EDC-4E6940AD762A}" type="presParOf" srcId="{7CB4D35E-9EB8-4096-A5C5-9B8987E8A19D}" destId="{EED6B058-F8E9-4004-915A-DE72A7A575A7}" srcOrd="0" destOrd="0" presId="urn:microsoft.com/office/officeart/2005/8/layout/hierarchy3"/>
    <dgm:cxn modelId="{B3F9315C-CBD3-47A7-B187-990157BA9DC6}" type="presParOf" srcId="{EED6B058-F8E9-4004-915A-DE72A7A575A7}" destId="{679FF22F-183D-488C-A5F2-344C28B45114}" srcOrd="0" destOrd="0" presId="urn:microsoft.com/office/officeart/2005/8/layout/hierarchy3"/>
    <dgm:cxn modelId="{BB24DC03-2242-4ED0-915F-DCA3AB22685B}" type="presParOf" srcId="{679FF22F-183D-488C-A5F2-344C28B45114}" destId="{4DB0E33D-0337-443E-B219-BAB61F64F22F}" srcOrd="0" destOrd="0" presId="urn:microsoft.com/office/officeart/2005/8/layout/hierarchy3"/>
    <dgm:cxn modelId="{17C4DA58-7185-4CA9-80EF-F78851D8E5A6}" type="presParOf" srcId="{679FF22F-183D-488C-A5F2-344C28B45114}" destId="{ECA35E8E-EF02-4D0E-9EB2-771487A3BFCB}" srcOrd="1" destOrd="0" presId="urn:microsoft.com/office/officeart/2005/8/layout/hierarchy3"/>
    <dgm:cxn modelId="{9B82C0A0-0A30-4C65-BFA1-235A0CB663DC}" type="presParOf" srcId="{EED6B058-F8E9-4004-915A-DE72A7A575A7}" destId="{6F81EA28-5D6C-4E30-A67E-FEA5E0AB7486}" srcOrd="1" destOrd="0" presId="urn:microsoft.com/office/officeart/2005/8/layout/hierarchy3"/>
    <dgm:cxn modelId="{1E46266F-9C0F-47DE-9005-D7A87A90553C}" type="presParOf" srcId="{6F81EA28-5D6C-4E30-A67E-FEA5E0AB7486}" destId="{2FE7DB31-A403-4EA5-8FDC-CF6E5F485922}" srcOrd="0" destOrd="0" presId="urn:microsoft.com/office/officeart/2005/8/layout/hierarchy3"/>
    <dgm:cxn modelId="{54BF848D-8AF9-4B0C-AB7C-2C67BDE154B8}" type="presParOf" srcId="{6F81EA28-5D6C-4E30-A67E-FEA5E0AB7486}" destId="{3867DF6B-64FB-4541-A89A-96E7569DF634}" srcOrd="1" destOrd="0" presId="urn:microsoft.com/office/officeart/2005/8/layout/hierarchy3"/>
    <dgm:cxn modelId="{E82A760F-535A-4DC3-A3F2-6967210F5985}" type="presParOf" srcId="{6F81EA28-5D6C-4E30-A67E-FEA5E0AB7486}" destId="{635D0445-4D06-48A6-B62C-1B973F08ED26}" srcOrd="2" destOrd="0" presId="urn:microsoft.com/office/officeart/2005/8/layout/hierarchy3"/>
    <dgm:cxn modelId="{A2306CFE-D8C5-4507-AC11-D84DDD16541E}" type="presParOf" srcId="{6F81EA28-5D6C-4E30-A67E-FEA5E0AB7486}" destId="{E9EAEEDA-4BB3-45F4-96E6-C3E4A784DDC9}"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5587E64-BDA1-435E-B882-FA17F852E4E0}" type="doc">
      <dgm:prSet loTypeId="urn:microsoft.com/office/officeart/2009/3/layout/HorizontalOrganizationChart" loCatId="hierarchy" qsTypeId="urn:microsoft.com/office/officeart/2005/8/quickstyle/simple2" qsCatId="simple" csTypeId="urn:microsoft.com/office/officeart/2005/8/colors/colorful2" csCatId="colorful"/>
      <dgm:spPr/>
      <dgm:t>
        <a:bodyPr/>
        <a:lstStyle/>
        <a:p>
          <a:endParaRPr lang="en-US"/>
        </a:p>
      </dgm:t>
    </dgm:pt>
    <dgm:pt modelId="{E69FC337-FEC9-41EB-8D0E-57DAE5E96AAD}">
      <dgm:prSet/>
      <dgm:spPr/>
      <dgm:t>
        <a:bodyPr/>
        <a:lstStyle/>
        <a:p>
          <a:r>
            <a:rPr lang="en-US" dirty="0" err="1">
              <a:solidFill>
                <a:schemeClr val="bg1"/>
              </a:solidFill>
              <a:latin typeface="Times New Roman" pitchFamily="18" charset="0"/>
              <a:cs typeface="Times New Roman" pitchFamily="18" charset="0"/>
            </a:rPr>
            <a:t>Nguyên</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tắc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chịu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trách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nhiệm</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chung</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về</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toàn</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bộ</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tội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phạm</a:t>
          </a:r>
          <a:endParaRPr lang="en-US" dirty="0">
            <a:solidFill>
              <a:schemeClr val="bg1"/>
            </a:solidFill>
            <a:latin typeface="Times New Roman" pitchFamily="18" charset="0"/>
            <a:cs typeface="Times New Roman" pitchFamily="18" charset="0"/>
          </a:endParaRPr>
        </a:p>
      </dgm:t>
    </dgm:pt>
    <dgm:pt modelId="{77630CEA-8DB7-42CD-B5D1-61A1E39CD857}" type="parTrans" cxnId="{4B085BE6-82ED-4BCD-90BB-73085A0F9341}">
      <dgm:prSet/>
      <dgm:spPr/>
      <dgm:t>
        <a:bodyPr/>
        <a:lstStyle/>
        <a:p>
          <a:endParaRPr lang="en-US"/>
        </a:p>
      </dgm:t>
    </dgm:pt>
    <dgm:pt modelId="{E1694D3F-F58D-48BA-BB92-096C74BA247A}" type="sibTrans" cxnId="{4B085BE6-82ED-4BCD-90BB-73085A0F9341}">
      <dgm:prSet/>
      <dgm:spPr/>
      <dgm:t>
        <a:bodyPr/>
        <a:lstStyle/>
        <a:p>
          <a:endParaRPr lang="en-US"/>
        </a:p>
      </dgm:t>
    </dgm:pt>
    <dgm:pt modelId="{752559EB-F818-48FD-B017-B6AF1433297A}">
      <dgm:prSet/>
      <dgm:spPr/>
      <dgm:t>
        <a:bodyPr/>
        <a:lstStyle/>
        <a:p>
          <a:r>
            <a:rPr lang="en-US" dirty="0" err="1">
              <a:solidFill>
                <a:schemeClr val="bg1"/>
              </a:solidFill>
              <a:latin typeface="Times New Roman" pitchFamily="18" charset="0"/>
              <a:cs typeface="Times New Roman" pitchFamily="18" charset="0"/>
            </a:rPr>
            <a:t>Nguyên</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tắc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chịu</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trách</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nhiệm</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độc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lập</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về</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việc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cùng</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thực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hiện</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tội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phạm</a:t>
          </a:r>
          <a:endParaRPr lang="en-US" dirty="0">
            <a:solidFill>
              <a:schemeClr val="bg1"/>
            </a:solidFill>
            <a:latin typeface="Times New Roman" pitchFamily="18" charset="0"/>
            <a:cs typeface="Times New Roman" pitchFamily="18" charset="0"/>
          </a:endParaRPr>
        </a:p>
      </dgm:t>
    </dgm:pt>
    <dgm:pt modelId="{67A4E711-C222-4FD8-8D7C-63BB91CFAEFC}" type="parTrans" cxnId="{82FC3505-BA85-41E5-8086-70D4CD86E069}">
      <dgm:prSet/>
      <dgm:spPr/>
      <dgm:t>
        <a:bodyPr/>
        <a:lstStyle/>
        <a:p>
          <a:endParaRPr lang="en-US"/>
        </a:p>
      </dgm:t>
    </dgm:pt>
    <dgm:pt modelId="{D9672FB3-4B7C-4D4C-8656-A1F0D9EFE014}" type="sibTrans" cxnId="{82FC3505-BA85-41E5-8086-70D4CD86E069}">
      <dgm:prSet/>
      <dgm:spPr/>
      <dgm:t>
        <a:bodyPr/>
        <a:lstStyle/>
        <a:p>
          <a:endParaRPr lang="en-US"/>
        </a:p>
      </dgm:t>
    </dgm:pt>
    <dgm:pt modelId="{A0322920-AF72-4464-BCEA-213F37E48646}">
      <dgm:prSet/>
      <dgm:spPr/>
      <dgm:t>
        <a:bodyPr/>
        <a:lstStyle/>
        <a:p>
          <a:r>
            <a:rPr lang="en-US" dirty="0" err="1">
              <a:solidFill>
                <a:schemeClr val="bg1"/>
              </a:solidFill>
              <a:latin typeface="Times New Roman" pitchFamily="18" charset="0"/>
              <a:cs typeface="Times New Roman" pitchFamily="18" charset="0"/>
            </a:rPr>
            <a:t>Nguyên</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tắc</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cá</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thể</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hóa</a:t>
          </a:r>
          <a:r>
            <a:rPr lang="en-US" dirty="0">
              <a:solidFill>
                <a:schemeClr val="bg1"/>
              </a:solidFill>
              <a:latin typeface="Times New Roman" pitchFamily="18" charset="0"/>
              <a:cs typeface="Times New Roman" pitchFamily="18" charset="0"/>
            </a:rPr>
            <a:t> TNHS </a:t>
          </a:r>
          <a:r>
            <a:rPr lang="en-US" dirty="0" err="1">
              <a:solidFill>
                <a:schemeClr val="bg1"/>
              </a:solidFill>
              <a:latin typeface="Times New Roman" pitchFamily="18" charset="0"/>
              <a:cs typeface="Times New Roman" pitchFamily="18" charset="0"/>
            </a:rPr>
            <a:t>của</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những</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người</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đồng</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phạm</a:t>
          </a:r>
          <a:endParaRPr lang="en-US" dirty="0">
            <a:solidFill>
              <a:schemeClr val="bg1"/>
            </a:solidFill>
            <a:latin typeface="Times New Roman" pitchFamily="18" charset="0"/>
            <a:cs typeface="Times New Roman" pitchFamily="18" charset="0"/>
          </a:endParaRPr>
        </a:p>
      </dgm:t>
    </dgm:pt>
    <dgm:pt modelId="{E21F50B3-A9D9-4162-A316-F8C83FC4E0A5}" type="parTrans" cxnId="{E7119399-06D4-4299-A827-83852C6811D5}">
      <dgm:prSet/>
      <dgm:spPr/>
      <dgm:t>
        <a:bodyPr/>
        <a:lstStyle/>
        <a:p>
          <a:endParaRPr lang="en-US"/>
        </a:p>
      </dgm:t>
    </dgm:pt>
    <dgm:pt modelId="{DEE1D218-586A-4943-9A60-3C1093128B06}" type="sibTrans" cxnId="{E7119399-06D4-4299-A827-83852C6811D5}">
      <dgm:prSet/>
      <dgm:spPr/>
      <dgm:t>
        <a:bodyPr/>
        <a:lstStyle/>
        <a:p>
          <a:endParaRPr lang="en-US"/>
        </a:p>
      </dgm:t>
    </dgm:pt>
    <dgm:pt modelId="{6FDDDBAD-786E-4E3E-AE73-078E66664F7E}" type="pres">
      <dgm:prSet presAssocID="{45587E64-BDA1-435E-B882-FA17F852E4E0}" presName="hierChild1" presStyleCnt="0">
        <dgm:presLayoutVars>
          <dgm:orgChart val="1"/>
          <dgm:chPref val="1"/>
          <dgm:dir/>
          <dgm:animOne val="branch"/>
          <dgm:animLvl val="lvl"/>
          <dgm:resizeHandles/>
        </dgm:presLayoutVars>
      </dgm:prSet>
      <dgm:spPr/>
      <dgm:t>
        <a:bodyPr/>
        <a:lstStyle/>
        <a:p>
          <a:endParaRPr lang="en-US"/>
        </a:p>
      </dgm:t>
    </dgm:pt>
    <dgm:pt modelId="{8AAABFA4-73CC-4568-9C7E-B1581AC3E602}" type="pres">
      <dgm:prSet presAssocID="{E69FC337-FEC9-41EB-8D0E-57DAE5E96AAD}" presName="hierRoot1" presStyleCnt="0">
        <dgm:presLayoutVars>
          <dgm:hierBranch val="init"/>
        </dgm:presLayoutVars>
      </dgm:prSet>
      <dgm:spPr/>
    </dgm:pt>
    <dgm:pt modelId="{98E9E809-017E-4195-BEAF-C44FB436501B}" type="pres">
      <dgm:prSet presAssocID="{E69FC337-FEC9-41EB-8D0E-57DAE5E96AAD}" presName="rootComposite1" presStyleCnt="0"/>
      <dgm:spPr/>
    </dgm:pt>
    <dgm:pt modelId="{6F4AD1DE-01EE-4B44-B121-2473D7421ECD}" type="pres">
      <dgm:prSet presAssocID="{E69FC337-FEC9-41EB-8D0E-57DAE5E96AAD}" presName="rootText1" presStyleLbl="node0" presStyleIdx="0" presStyleCnt="3">
        <dgm:presLayoutVars>
          <dgm:chPref val="3"/>
        </dgm:presLayoutVars>
      </dgm:prSet>
      <dgm:spPr/>
      <dgm:t>
        <a:bodyPr/>
        <a:lstStyle/>
        <a:p>
          <a:endParaRPr lang="en-US"/>
        </a:p>
      </dgm:t>
    </dgm:pt>
    <dgm:pt modelId="{51FBF334-EA0A-46BB-A98B-FF3458FFF8B9}" type="pres">
      <dgm:prSet presAssocID="{E69FC337-FEC9-41EB-8D0E-57DAE5E96AAD}" presName="rootConnector1" presStyleLbl="node1" presStyleIdx="0" presStyleCnt="0"/>
      <dgm:spPr/>
      <dgm:t>
        <a:bodyPr/>
        <a:lstStyle/>
        <a:p>
          <a:endParaRPr lang="en-US"/>
        </a:p>
      </dgm:t>
    </dgm:pt>
    <dgm:pt modelId="{11B2F6B1-65FC-428E-9E19-38473C89C4FD}" type="pres">
      <dgm:prSet presAssocID="{E69FC337-FEC9-41EB-8D0E-57DAE5E96AAD}" presName="hierChild2" presStyleCnt="0"/>
      <dgm:spPr/>
    </dgm:pt>
    <dgm:pt modelId="{1D02FB6D-905D-4581-8EA1-EF22D70DBB08}" type="pres">
      <dgm:prSet presAssocID="{E69FC337-FEC9-41EB-8D0E-57DAE5E96AAD}" presName="hierChild3" presStyleCnt="0"/>
      <dgm:spPr/>
    </dgm:pt>
    <dgm:pt modelId="{A4220A70-73A4-4837-8F95-5CAF7629B36D}" type="pres">
      <dgm:prSet presAssocID="{752559EB-F818-48FD-B017-B6AF1433297A}" presName="hierRoot1" presStyleCnt="0">
        <dgm:presLayoutVars>
          <dgm:hierBranch val="init"/>
        </dgm:presLayoutVars>
      </dgm:prSet>
      <dgm:spPr/>
    </dgm:pt>
    <dgm:pt modelId="{097924FA-904E-424B-8A7F-89AC35016B3C}" type="pres">
      <dgm:prSet presAssocID="{752559EB-F818-48FD-B017-B6AF1433297A}" presName="rootComposite1" presStyleCnt="0"/>
      <dgm:spPr/>
    </dgm:pt>
    <dgm:pt modelId="{186D636E-3C17-4938-8256-B0D86135EDCC}" type="pres">
      <dgm:prSet presAssocID="{752559EB-F818-48FD-B017-B6AF1433297A}" presName="rootText1" presStyleLbl="node0" presStyleIdx="1" presStyleCnt="3">
        <dgm:presLayoutVars>
          <dgm:chPref val="3"/>
        </dgm:presLayoutVars>
      </dgm:prSet>
      <dgm:spPr/>
      <dgm:t>
        <a:bodyPr/>
        <a:lstStyle/>
        <a:p>
          <a:endParaRPr lang="en-US"/>
        </a:p>
      </dgm:t>
    </dgm:pt>
    <dgm:pt modelId="{C8E1DF2F-F4B7-4D74-BA2A-010583692929}" type="pres">
      <dgm:prSet presAssocID="{752559EB-F818-48FD-B017-B6AF1433297A}" presName="rootConnector1" presStyleLbl="node1" presStyleIdx="0" presStyleCnt="0"/>
      <dgm:spPr/>
      <dgm:t>
        <a:bodyPr/>
        <a:lstStyle/>
        <a:p>
          <a:endParaRPr lang="en-US"/>
        </a:p>
      </dgm:t>
    </dgm:pt>
    <dgm:pt modelId="{6827EE93-9FF3-470C-AE13-27D12071480B}" type="pres">
      <dgm:prSet presAssocID="{752559EB-F818-48FD-B017-B6AF1433297A}" presName="hierChild2" presStyleCnt="0"/>
      <dgm:spPr/>
    </dgm:pt>
    <dgm:pt modelId="{A1A43F65-F455-4588-8030-9646323A10DF}" type="pres">
      <dgm:prSet presAssocID="{752559EB-F818-48FD-B017-B6AF1433297A}" presName="hierChild3" presStyleCnt="0"/>
      <dgm:spPr/>
    </dgm:pt>
    <dgm:pt modelId="{C3CBCDC3-DFA1-4252-9EE9-EA7B75FFB9CE}" type="pres">
      <dgm:prSet presAssocID="{A0322920-AF72-4464-BCEA-213F37E48646}" presName="hierRoot1" presStyleCnt="0">
        <dgm:presLayoutVars>
          <dgm:hierBranch val="init"/>
        </dgm:presLayoutVars>
      </dgm:prSet>
      <dgm:spPr/>
    </dgm:pt>
    <dgm:pt modelId="{BE455072-2C53-40D8-A68A-A234C09961FB}" type="pres">
      <dgm:prSet presAssocID="{A0322920-AF72-4464-BCEA-213F37E48646}" presName="rootComposite1" presStyleCnt="0"/>
      <dgm:spPr/>
    </dgm:pt>
    <dgm:pt modelId="{4421DD64-6338-469E-95BB-224A185F79B9}" type="pres">
      <dgm:prSet presAssocID="{A0322920-AF72-4464-BCEA-213F37E48646}" presName="rootText1" presStyleLbl="node0" presStyleIdx="2" presStyleCnt="3">
        <dgm:presLayoutVars>
          <dgm:chPref val="3"/>
        </dgm:presLayoutVars>
      </dgm:prSet>
      <dgm:spPr/>
      <dgm:t>
        <a:bodyPr/>
        <a:lstStyle/>
        <a:p>
          <a:endParaRPr lang="en-US"/>
        </a:p>
      </dgm:t>
    </dgm:pt>
    <dgm:pt modelId="{4B169EE0-34EC-42C8-BCC4-350AAFB1B8C2}" type="pres">
      <dgm:prSet presAssocID="{A0322920-AF72-4464-BCEA-213F37E48646}" presName="rootConnector1" presStyleLbl="node1" presStyleIdx="0" presStyleCnt="0"/>
      <dgm:spPr/>
      <dgm:t>
        <a:bodyPr/>
        <a:lstStyle/>
        <a:p>
          <a:endParaRPr lang="en-US"/>
        </a:p>
      </dgm:t>
    </dgm:pt>
    <dgm:pt modelId="{9CAC0359-C0B0-4D52-8527-E90F603FA052}" type="pres">
      <dgm:prSet presAssocID="{A0322920-AF72-4464-BCEA-213F37E48646}" presName="hierChild2" presStyleCnt="0"/>
      <dgm:spPr/>
    </dgm:pt>
    <dgm:pt modelId="{09339470-373D-4113-8F39-F601123BF0CF}" type="pres">
      <dgm:prSet presAssocID="{A0322920-AF72-4464-BCEA-213F37E48646}" presName="hierChild3" presStyleCnt="0"/>
      <dgm:spPr/>
    </dgm:pt>
  </dgm:ptLst>
  <dgm:cxnLst>
    <dgm:cxn modelId="{77BEE98E-9B23-4E56-811C-7CF3A66CCD28}" type="presOf" srcId="{A0322920-AF72-4464-BCEA-213F37E48646}" destId="{4421DD64-6338-469E-95BB-224A185F79B9}" srcOrd="0" destOrd="0" presId="urn:microsoft.com/office/officeart/2009/3/layout/HorizontalOrganizationChart"/>
    <dgm:cxn modelId="{99A6FCF9-4904-4D61-B7AE-821115BA8E73}" type="presOf" srcId="{E69FC337-FEC9-41EB-8D0E-57DAE5E96AAD}" destId="{51FBF334-EA0A-46BB-A98B-FF3458FFF8B9}" srcOrd="1" destOrd="0" presId="urn:microsoft.com/office/officeart/2009/3/layout/HorizontalOrganizationChart"/>
    <dgm:cxn modelId="{8EF6E109-D797-4343-BD81-1AB5AAF4EB04}" type="presOf" srcId="{752559EB-F818-48FD-B017-B6AF1433297A}" destId="{C8E1DF2F-F4B7-4D74-BA2A-010583692929}" srcOrd="1" destOrd="0" presId="urn:microsoft.com/office/officeart/2009/3/layout/HorizontalOrganizationChart"/>
    <dgm:cxn modelId="{E7119399-06D4-4299-A827-83852C6811D5}" srcId="{45587E64-BDA1-435E-B882-FA17F852E4E0}" destId="{A0322920-AF72-4464-BCEA-213F37E48646}" srcOrd="2" destOrd="0" parTransId="{E21F50B3-A9D9-4162-A316-F8C83FC4E0A5}" sibTransId="{DEE1D218-586A-4943-9A60-3C1093128B06}"/>
    <dgm:cxn modelId="{AE5D9251-4429-4298-A0C6-E96F9276D373}" type="presOf" srcId="{E69FC337-FEC9-41EB-8D0E-57DAE5E96AAD}" destId="{6F4AD1DE-01EE-4B44-B121-2473D7421ECD}" srcOrd="0" destOrd="0" presId="urn:microsoft.com/office/officeart/2009/3/layout/HorizontalOrganizationChart"/>
    <dgm:cxn modelId="{8C77BBDC-3F2D-4D91-A082-E9FA40602BB0}" type="presOf" srcId="{752559EB-F818-48FD-B017-B6AF1433297A}" destId="{186D636E-3C17-4938-8256-B0D86135EDCC}" srcOrd="0" destOrd="0" presId="urn:microsoft.com/office/officeart/2009/3/layout/HorizontalOrganizationChart"/>
    <dgm:cxn modelId="{8E5E4ED2-F4A1-42CB-B103-065EA6246915}" type="presOf" srcId="{A0322920-AF72-4464-BCEA-213F37E48646}" destId="{4B169EE0-34EC-42C8-BCC4-350AAFB1B8C2}" srcOrd="1" destOrd="0" presId="urn:microsoft.com/office/officeart/2009/3/layout/HorizontalOrganizationChart"/>
    <dgm:cxn modelId="{4B085BE6-82ED-4BCD-90BB-73085A0F9341}" srcId="{45587E64-BDA1-435E-B882-FA17F852E4E0}" destId="{E69FC337-FEC9-41EB-8D0E-57DAE5E96AAD}" srcOrd="0" destOrd="0" parTransId="{77630CEA-8DB7-42CD-B5D1-61A1E39CD857}" sibTransId="{E1694D3F-F58D-48BA-BB92-096C74BA247A}"/>
    <dgm:cxn modelId="{82FC3505-BA85-41E5-8086-70D4CD86E069}" srcId="{45587E64-BDA1-435E-B882-FA17F852E4E0}" destId="{752559EB-F818-48FD-B017-B6AF1433297A}" srcOrd="1" destOrd="0" parTransId="{67A4E711-C222-4FD8-8D7C-63BB91CFAEFC}" sibTransId="{D9672FB3-4B7C-4D4C-8656-A1F0D9EFE014}"/>
    <dgm:cxn modelId="{D8119AA0-6A5C-46D7-9A4D-33D1452D3D77}" type="presOf" srcId="{45587E64-BDA1-435E-B882-FA17F852E4E0}" destId="{6FDDDBAD-786E-4E3E-AE73-078E66664F7E}" srcOrd="0" destOrd="0" presId="urn:microsoft.com/office/officeart/2009/3/layout/HorizontalOrganizationChart"/>
    <dgm:cxn modelId="{1BEC3D41-E7F4-4390-B09D-A55880411F01}" type="presParOf" srcId="{6FDDDBAD-786E-4E3E-AE73-078E66664F7E}" destId="{8AAABFA4-73CC-4568-9C7E-B1581AC3E602}" srcOrd="0" destOrd="0" presId="urn:microsoft.com/office/officeart/2009/3/layout/HorizontalOrganizationChart"/>
    <dgm:cxn modelId="{E431123F-9F7E-4FAD-886E-95BEAACA1C6C}" type="presParOf" srcId="{8AAABFA4-73CC-4568-9C7E-B1581AC3E602}" destId="{98E9E809-017E-4195-BEAF-C44FB436501B}" srcOrd="0" destOrd="0" presId="urn:microsoft.com/office/officeart/2009/3/layout/HorizontalOrganizationChart"/>
    <dgm:cxn modelId="{3B3756E2-FC52-47AF-8709-A4A7A5E3AC30}" type="presParOf" srcId="{98E9E809-017E-4195-BEAF-C44FB436501B}" destId="{6F4AD1DE-01EE-4B44-B121-2473D7421ECD}" srcOrd="0" destOrd="0" presId="urn:microsoft.com/office/officeart/2009/3/layout/HorizontalOrganizationChart"/>
    <dgm:cxn modelId="{66E995AD-400C-4079-A61E-B3CEBC4EE48B}" type="presParOf" srcId="{98E9E809-017E-4195-BEAF-C44FB436501B}" destId="{51FBF334-EA0A-46BB-A98B-FF3458FFF8B9}" srcOrd="1" destOrd="0" presId="urn:microsoft.com/office/officeart/2009/3/layout/HorizontalOrganizationChart"/>
    <dgm:cxn modelId="{13DB08E5-6156-42BB-88BA-41F785978773}" type="presParOf" srcId="{8AAABFA4-73CC-4568-9C7E-B1581AC3E602}" destId="{11B2F6B1-65FC-428E-9E19-38473C89C4FD}" srcOrd="1" destOrd="0" presId="urn:microsoft.com/office/officeart/2009/3/layout/HorizontalOrganizationChart"/>
    <dgm:cxn modelId="{8BB78015-F908-4DEB-A218-F229883C564B}" type="presParOf" srcId="{8AAABFA4-73CC-4568-9C7E-B1581AC3E602}" destId="{1D02FB6D-905D-4581-8EA1-EF22D70DBB08}" srcOrd="2" destOrd="0" presId="urn:microsoft.com/office/officeart/2009/3/layout/HorizontalOrganizationChart"/>
    <dgm:cxn modelId="{C179C496-DC57-4FAC-88AE-DF0A625B99B0}" type="presParOf" srcId="{6FDDDBAD-786E-4E3E-AE73-078E66664F7E}" destId="{A4220A70-73A4-4837-8F95-5CAF7629B36D}" srcOrd="1" destOrd="0" presId="urn:microsoft.com/office/officeart/2009/3/layout/HorizontalOrganizationChart"/>
    <dgm:cxn modelId="{1464D1C8-99A5-4753-8130-0BDC5A20602C}" type="presParOf" srcId="{A4220A70-73A4-4837-8F95-5CAF7629B36D}" destId="{097924FA-904E-424B-8A7F-89AC35016B3C}" srcOrd="0" destOrd="0" presId="urn:microsoft.com/office/officeart/2009/3/layout/HorizontalOrganizationChart"/>
    <dgm:cxn modelId="{2C3B6BCE-1ACD-4DC4-80A7-5E721D7412FA}" type="presParOf" srcId="{097924FA-904E-424B-8A7F-89AC35016B3C}" destId="{186D636E-3C17-4938-8256-B0D86135EDCC}" srcOrd="0" destOrd="0" presId="urn:microsoft.com/office/officeart/2009/3/layout/HorizontalOrganizationChart"/>
    <dgm:cxn modelId="{417BE1FA-C6CF-40AC-A437-42C844180928}" type="presParOf" srcId="{097924FA-904E-424B-8A7F-89AC35016B3C}" destId="{C8E1DF2F-F4B7-4D74-BA2A-010583692929}" srcOrd="1" destOrd="0" presId="urn:microsoft.com/office/officeart/2009/3/layout/HorizontalOrganizationChart"/>
    <dgm:cxn modelId="{23AE7A2E-FFAB-4052-A1F2-0A2B8659420D}" type="presParOf" srcId="{A4220A70-73A4-4837-8F95-5CAF7629B36D}" destId="{6827EE93-9FF3-470C-AE13-27D12071480B}" srcOrd="1" destOrd="0" presId="urn:microsoft.com/office/officeart/2009/3/layout/HorizontalOrganizationChart"/>
    <dgm:cxn modelId="{78B1C25C-572C-408B-AF33-7CDE04BDE5D8}" type="presParOf" srcId="{A4220A70-73A4-4837-8F95-5CAF7629B36D}" destId="{A1A43F65-F455-4588-8030-9646323A10DF}" srcOrd="2" destOrd="0" presId="urn:microsoft.com/office/officeart/2009/3/layout/HorizontalOrganizationChart"/>
    <dgm:cxn modelId="{D0F20EB6-26BE-48A0-ABD1-89DF0C22433C}" type="presParOf" srcId="{6FDDDBAD-786E-4E3E-AE73-078E66664F7E}" destId="{C3CBCDC3-DFA1-4252-9EE9-EA7B75FFB9CE}" srcOrd="2" destOrd="0" presId="urn:microsoft.com/office/officeart/2009/3/layout/HorizontalOrganizationChart"/>
    <dgm:cxn modelId="{B4ABC28C-D1C1-44C2-8B62-24685AC40E7A}" type="presParOf" srcId="{C3CBCDC3-DFA1-4252-9EE9-EA7B75FFB9CE}" destId="{BE455072-2C53-40D8-A68A-A234C09961FB}" srcOrd="0" destOrd="0" presId="urn:microsoft.com/office/officeart/2009/3/layout/HorizontalOrganizationChart"/>
    <dgm:cxn modelId="{D04575F1-6612-496F-87DA-4F9575C7FDF0}" type="presParOf" srcId="{BE455072-2C53-40D8-A68A-A234C09961FB}" destId="{4421DD64-6338-469E-95BB-224A185F79B9}" srcOrd="0" destOrd="0" presId="urn:microsoft.com/office/officeart/2009/3/layout/HorizontalOrganizationChart"/>
    <dgm:cxn modelId="{884A4DD5-8EB0-4B2F-BC56-43211B4D94B0}" type="presParOf" srcId="{BE455072-2C53-40D8-A68A-A234C09961FB}" destId="{4B169EE0-34EC-42C8-BCC4-350AAFB1B8C2}" srcOrd="1" destOrd="0" presId="urn:microsoft.com/office/officeart/2009/3/layout/HorizontalOrganizationChart"/>
    <dgm:cxn modelId="{AEC73494-283F-4951-A3F7-6367B5E8BBEE}" type="presParOf" srcId="{C3CBCDC3-DFA1-4252-9EE9-EA7B75FFB9CE}" destId="{9CAC0359-C0B0-4D52-8527-E90F603FA052}" srcOrd="1" destOrd="0" presId="urn:microsoft.com/office/officeart/2009/3/layout/HorizontalOrganizationChart"/>
    <dgm:cxn modelId="{09098C6F-AA67-44CA-95AE-917C82EE49D6}" type="presParOf" srcId="{C3CBCDC3-DFA1-4252-9EE9-EA7B75FFB9CE}" destId="{09339470-373D-4113-8F39-F601123BF0CF}"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5BE834-0EB0-414B-9618-294FF02C13B7}">
      <dsp:nvSpPr>
        <dsp:cNvPr id="0" name=""/>
        <dsp:cNvSpPr/>
      </dsp:nvSpPr>
      <dsp:spPr>
        <a:xfrm>
          <a:off x="0" y="574206"/>
          <a:ext cx="9432925" cy="5188049"/>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32100" tIns="562356" rIns="732100" bIns="192024" numCol="1" spcCol="1270" anchor="t" anchorCtr="0">
          <a:noAutofit/>
        </a:bodyPr>
        <a:lstStyle/>
        <a:p>
          <a:pPr marL="228600" lvl="1" indent="-228600" algn="l" defTabSz="1200150">
            <a:lnSpc>
              <a:spcPct val="90000"/>
            </a:lnSpc>
            <a:spcBef>
              <a:spcPct val="0"/>
            </a:spcBef>
            <a:spcAft>
              <a:spcPct val="15000"/>
            </a:spcAft>
            <a:buChar char="••"/>
          </a:pPr>
          <a:r>
            <a:rPr lang="en-US" sz="2700" kern="1200" dirty="0" err="1">
              <a:latin typeface="Times New Roman" pitchFamily="18" charset="0"/>
              <a:cs typeface="Times New Roman" pitchFamily="18" charset="0"/>
            </a:rPr>
            <a:t>Nguyên</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tắc</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pháp</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chế</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xã</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hội</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chủ</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nghĩa</a:t>
          </a:r>
          <a:endParaRPr lang="en-US" sz="2700" kern="1200" dirty="0">
            <a:latin typeface="Times New Roman" pitchFamily="18" charset="0"/>
            <a:cs typeface="Times New Roman" pitchFamily="18" charset="0"/>
          </a:endParaRPr>
        </a:p>
        <a:p>
          <a:pPr marL="228600" lvl="1" indent="-228600" algn="l" defTabSz="1200150">
            <a:lnSpc>
              <a:spcPct val="90000"/>
            </a:lnSpc>
            <a:spcBef>
              <a:spcPct val="0"/>
            </a:spcBef>
            <a:spcAft>
              <a:spcPct val="15000"/>
            </a:spcAft>
            <a:buChar char="••"/>
          </a:pPr>
          <a:r>
            <a:rPr lang="en-US" sz="2700" kern="1200" dirty="0" err="1">
              <a:latin typeface="Times New Roman" pitchFamily="18" charset="0"/>
              <a:cs typeface="Times New Roman" pitchFamily="18" charset="0"/>
            </a:rPr>
            <a:t>Nguyên</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tắc</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dân</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chủ</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xã</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hội</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chủ</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nghĩa</a:t>
          </a:r>
          <a:endParaRPr lang="en-US" sz="2700" kern="1200" dirty="0">
            <a:latin typeface="Times New Roman" pitchFamily="18" charset="0"/>
            <a:cs typeface="Times New Roman" pitchFamily="18" charset="0"/>
          </a:endParaRPr>
        </a:p>
        <a:p>
          <a:pPr marL="228600" lvl="1" indent="-228600" algn="l" defTabSz="1200150">
            <a:lnSpc>
              <a:spcPct val="90000"/>
            </a:lnSpc>
            <a:spcBef>
              <a:spcPct val="0"/>
            </a:spcBef>
            <a:spcAft>
              <a:spcPct val="15000"/>
            </a:spcAft>
            <a:buChar char="••"/>
          </a:pPr>
          <a:r>
            <a:rPr lang="en-US" sz="2700" kern="1200" dirty="0" err="1">
              <a:latin typeface="Times New Roman" pitchFamily="18" charset="0"/>
              <a:cs typeface="Times New Roman" pitchFamily="18" charset="0"/>
            </a:rPr>
            <a:t>Nguyên</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tắc</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nhân</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đạo</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xã</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hội</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chủ</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nghĩa</a:t>
          </a:r>
          <a:endParaRPr lang="en-US" sz="2700" kern="1200" dirty="0">
            <a:latin typeface="Times New Roman" pitchFamily="18" charset="0"/>
            <a:cs typeface="Times New Roman" pitchFamily="18" charset="0"/>
          </a:endParaRPr>
        </a:p>
        <a:p>
          <a:pPr marL="228600" lvl="1" indent="-228600" algn="l" defTabSz="1200150">
            <a:lnSpc>
              <a:spcPct val="90000"/>
            </a:lnSpc>
            <a:spcBef>
              <a:spcPct val="0"/>
            </a:spcBef>
            <a:spcAft>
              <a:spcPct val="15000"/>
            </a:spcAft>
            <a:buChar char="••"/>
          </a:pPr>
          <a:r>
            <a:rPr lang="en-US" sz="2700" kern="1200" dirty="0" err="1">
              <a:latin typeface="Times New Roman" pitchFamily="18" charset="0"/>
              <a:cs typeface="Times New Roman" pitchFamily="18" charset="0"/>
            </a:rPr>
            <a:t>Nguyên</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tắc</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kết</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hợp</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hài</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hòa</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chủ</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nghĩa</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yêu</a:t>
          </a:r>
          <a:r>
            <a:rPr lang="en-US" sz="2700" kern="1200" dirty="0">
              <a:latin typeface="Times New Roman" pitchFamily="18" charset="0"/>
              <a:cs typeface="Times New Roman" pitchFamily="18" charset="0"/>
            </a:rPr>
            <a:t> n</a:t>
          </a:r>
          <a:r>
            <a:rPr lang="vi-VN" sz="2700" kern="1200" dirty="0">
              <a:latin typeface="Times New Roman" pitchFamily="18" charset="0"/>
              <a:cs typeface="Times New Roman" pitchFamily="18" charset="0"/>
            </a:rPr>
            <a:t>ư</a:t>
          </a:r>
          <a:r>
            <a:rPr lang="en-US" sz="2700" kern="1200" dirty="0" err="1">
              <a:latin typeface="Times New Roman" pitchFamily="18" charset="0"/>
              <a:cs typeface="Times New Roman" pitchFamily="18" charset="0"/>
            </a:rPr>
            <a:t>ớc</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và</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tinh</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thần</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hợp</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tác</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quốc</a:t>
          </a:r>
          <a:r>
            <a:rPr lang="en-US" sz="2700" kern="1200" dirty="0">
              <a:latin typeface="Times New Roman" pitchFamily="18" charset="0"/>
              <a:cs typeface="Times New Roman" pitchFamily="18" charset="0"/>
            </a:rPr>
            <a:t> </a:t>
          </a:r>
          <a:r>
            <a:rPr lang="en-US" sz="2700" kern="1200" dirty="0" err="1">
              <a:latin typeface="Times New Roman" pitchFamily="18" charset="0"/>
              <a:cs typeface="Times New Roman" pitchFamily="18" charset="0"/>
            </a:rPr>
            <a:t>tế</a:t>
          </a:r>
          <a:endParaRPr lang="en-US" sz="2700" kern="1200" dirty="0">
            <a:latin typeface="Times New Roman" pitchFamily="18" charset="0"/>
            <a:cs typeface="Times New Roman" pitchFamily="18" charset="0"/>
          </a:endParaRPr>
        </a:p>
        <a:p>
          <a:pPr marL="228600" lvl="1" indent="-228600" algn="l" defTabSz="1200150">
            <a:lnSpc>
              <a:spcPct val="90000"/>
            </a:lnSpc>
            <a:spcBef>
              <a:spcPct val="0"/>
            </a:spcBef>
            <a:spcAft>
              <a:spcPct val="15000"/>
            </a:spcAft>
            <a:buChar char="••"/>
          </a:pPr>
          <a:r>
            <a:rPr lang="en-US" sz="2700" kern="1200" dirty="0" err="1" smtClean="0">
              <a:latin typeface="Times New Roman" pitchFamily="18" charset="0"/>
              <a:cs typeface="Times New Roman" pitchFamily="18" charset="0"/>
            </a:rPr>
            <a:t>Nguyên</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tắc</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hành</a:t>
          </a:r>
          <a:r>
            <a:rPr lang="en-US" sz="2700" kern="1200" dirty="0" smtClean="0">
              <a:latin typeface="Times New Roman" pitchFamily="18" charset="0"/>
              <a:cs typeface="Times New Roman" pitchFamily="18" charset="0"/>
            </a:rPr>
            <a:t> vi (</a:t>
          </a:r>
          <a:r>
            <a:rPr lang="en-US" sz="2700" kern="1200" dirty="0" err="1" smtClean="0">
              <a:latin typeface="Times New Roman" pitchFamily="18" charset="0"/>
              <a:cs typeface="Times New Roman" pitchFamily="18" charset="0"/>
            </a:rPr>
            <a:t>nguyên</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tắc</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chịu</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trách</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nhiệm</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chỉ</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đối</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với</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hành</a:t>
          </a:r>
          <a:r>
            <a:rPr lang="en-US" sz="2700" kern="1200" dirty="0" smtClean="0">
              <a:latin typeface="Times New Roman" pitchFamily="18" charset="0"/>
              <a:cs typeface="Times New Roman" pitchFamily="18" charset="0"/>
            </a:rPr>
            <a:t> vi </a:t>
          </a:r>
          <a:r>
            <a:rPr lang="en-US" sz="2700" kern="1200" dirty="0" err="1" smtClean="0">
              <a:latin typeface="Times New Roman" pitchFamily="18" charset="0"/>
              <a:cs typeface="Times New Roman" pitchFamily="18" charset="0"/>
            </a:rPr>
            <a:t>phạm</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tội</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cụ</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thể</a:t>
          </a:r>
          <a:r>
            <a:rPr lang="en-US" sz="2700" kern="1200" dirty="0" smtClean="0">
              <a:latin typeface="Times New Roman" pitchFamily="18" charset="0"/>
              <a:cs typeface="Times New Roman" pitchFamily="18" charset="0"/>
            </a:rPr>
            <a:t>)</a:t>
          </a:r>
          <a:endParaRPr lang="en-US" sz="2700" kern="1200" dirty="0">
            <a:latin typeface="Times New Roman" pitchFamily="18" charset="0"/>
            <a:cs typeface="Times New Roman" pitchFamily="18" charset="0"/>
          </a:endParaRPr>
        </a:p>
        <a:p>
          <a:pPr marL="228600" lvl="1" indent="-228600" algn="l" defTabSz="1200150">
            <a:lnSpc>
              <a:spcPct val="90000"/>
            </a:lnSpc>
            <a:spcBef>
              <a:spcPct val="0"/>
            </a:spcBef>
            <a:spcAft>
              <a:spcPct val="15000"/>
            </a:spcAft>
            <a:buChar char="••"/>
          </a:pPr>
          <a:r>
            <a:rPr lang="en-US" sz="2700" kern="1200" dirty="0" err="1" smtClean="0">
              <a:latin typeface="Times New Roman" pitchFamily="18" charset="0"/>
              <a:cs typeface="Times New Roman" pitchFamily="18" charset="0"/>
            </a:rPr>
            <a:t>Nguyên</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tắc</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có</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lỗi</a:t>
          </a:r>
          <a:endParaRPr lang="en-US" sz="2700" kern="1200" dirty="0">
            <a:latin typeface="Times New Roman" pitchFamily="18" charset="0"/>
            <a:cs typeface="Times New Roman" pitchFamily="18" charset="0"/>
          </a:endParaRPr>
        </a:p>
        <a:p>
          <a:pPr marL="228600" lvl="1" indent="-228600" algn="l" defTabSz="1200150">
            <a:lnSpc>
              <a:spcPct val="90000"/>
            </a:lnSpc>
            <a:spcBef>
              <a:spcPct val="0"/>
            </a:spcBef>
            <a:spcAft>
              <a:spcPct val="15000"/>
            </a:spcAft>
            <a:buChar char="••"/>
          </a:pPr>
          <a:r>
            <a:rPr lang="en-US" sz="2700" kern="1200" dirty="0" err="1" smtClean="0">
              <a:latin typeface="Times New Roman" pitchFamily="18" charset="0"/>
              <a:cs typeface="Times New Roman" pitchFamily="18" charset="0"/>
            </a:rPr>
            <a:t>Nguyên</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tắc</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phân</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hóa</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trách</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nhiệm</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hình</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sự</a:t>
          </a:r>
          <a:endParaRPr lang="en-US" sz="2700" kern="1200" dirty="0">
            <a:latin typeface="Times New Roman" pitchFamily="18" charset="0"/>
            <a:cs typeface="Times New Roman" pitchFamily="18" charset="0"/>
          </a:endParaRPr>
        </a:p>
        <a:p>
          <a:pPr marL="228600" lvl="1" indent="-228600" algn="l" defTabSz="1200150">
            <a:lnSpc>
              <a:spcPct val="90000"/>
            </a:lnSpc>
            <a:spcBef>
              <a:spcPct val="0"/>
            </a:spcBef>
            <a:spcAft>
              <a:spcPct val="15000"/>
            </a:spcAft>
            <a:buChar char="••"/>
          </a:pPr>
          <a:r>
            <a:rPr lang="en-US" sz="2700" kern="1200" dirty="0" err="1" smtClean="0">
              <a:latin typeface="Times New Roman" pitchFamily="18" charset="0"/>
              <a:cs typeface="Times New Roman" pitchFamily="18" charset="0"/>
            </a:rPr>
            <a:t>Nguyên</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tắc</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cá</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thể</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hóa</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trách</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nhiệm</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hình</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sự</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và</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hình</a:t>
          </a:r>
          <a:r>
            <a:rPr lang="en-US" sz="2700" kern="1200" dirty="0" smtClean="0">
              <a:latin typeface="Times New Roman" pitchFamily="18" charset="0"/>
              <a:cs typeface="Times New Roman" pitchFamily="18" charset="0"/>
            </a:rPr>
            <a:t> </a:t>
          </a:r>
          <a:r>
            <a:rPr lang="en-US" sz="2700" kern="1200" dirty="0" err="1" smtClean="0">
              <a:latin typeface="Times New Roman" pitchFamily="18" charset="0"/>
              <a:cs typeface="Times New Roman" pitchFamily="18" charset="0"/>
            </a:rPr>
            <a:t>phạt</a:t>
          </a:r>
          <a:endParaRPr lang="en-US" sz="2700" kern="1200" dirty="0">
            <a:latin typeface="Times New Roman" pitchFamily="18" charset="0"/>
            <a:cs typeface="Times New Roman" pitchFamily="18" charset="0"/>
          </a:endParaRPr>
        </a:p>
        <a:p>
          <a:pPr marL="228600" lvl="1" indent="-228600" algn="l" defTabSz="1200150">
            <a:lnSpc>
              <a:spcPct val="90000"/>
            </a:lnSpc>
            <a:spcBef>
              <a:spcPct val="0"/>
            </a:spcBef>
            <a:spcAft>
              <a:spcPct val="15000"/>
            </a:spcAft>
            <a:buChar char="••"/>
          </a:pPr>
          <a:endParaRPr lang="en-US" sz="2700" kern="1200" dirty="0"/>
        </a:p>
      </dsp:txBody>
      <dsp:txXfrm>
        <a:off x="0" y="574206"/>
        <a:ext cx="9432925" cy="5188049"/>
      </dsp:txXfrm>
    </dsp:sp>
    <dsp:sp modelId="{EB7E908C-CBC4-4D37-93A3-0B35D77FC1FF}">
      <dsp:nvSpPr>
        <dsp:cNvPr id="0" name=""/>
        <dsp:cNvSpPr/>
      </dsp:nvSpPr>
      <dsp:spPr>
        <a:xfrm>
          <a:off x="471646" y="175686"/>
          <a:ext cx="7470423" cy="797040"/>
        </a:xfrm>
        <a:prstGeom prst="roundRect">
          <a:avLst/>
        </a:prstGeom>
        <a:gradFill rotWithShape="0">
          <a:gsLst>
            <a:gs pos="0">
              <a:schemeClr val="dk2">
                <a:hueOff val="0"/>
                <a:satOff val="0"/>
                <a:lumOff val="0"/>
                <a:alphaOff val="0"/>
                <a:tint val="94000"/>
                <a:satMod val="103000"/>
                <a:lumMod val="102000"/>
              </a:schemeClr>
            </a:gs>
            <a:gs pos="50000">
              <a:schemeClr val="dk2">
                <a:hueOff val="0"/>
                <a:satOff val="0"/>
                <a:lumOff val="0"/>
                <a:alphaOff val="0"/>
                <a:shade val="100000"/>
                <a:satMod val="110000"/>
                <a:lumMod val="100000"/>
              </a:schemeClr>
            </a:gs>
            <a:gs pos="100000">
              <a:schemeClr val="dk2">
                <a:hueOff val="0"/>
                <a:satOff val="0"/>
                <a:lumOff val="0"/>
                <a:alphaOff val="0"/>
                <a:shade val="78000"/>
                <a:satMod val="12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49579" tIns="0" rIns="249579" bIns="0" numCol="1" spcCol="1270" anchor="ctr" anchorCtr="0">
          <a:noAutofit/>
        </a:bodyPr>
        <a:lstStyle/>
        <a:p>
          <a:pPr lvl="0" algn="l" defTabSz="1200150">
            <a:lnSpc>
              <a:spcPct val="90000"/>
            </a:lnSpc>
            <a:spcBef>
              <a:spcPct val="0"/>
            </a:spcBef>
            <a:spcAft>
              <a:spcPct val="35000"/>
            </a:spcAft>
          </a:pPr>
          <a:r>
            <a:rPr lang="en-US" sz="2700" b="1" kern="1200" dirty="0" smtClean="0">
              <a:latin typeface="Times New Roman" pitchFamily="18" charset="0"/>
              <a:cs typeface="Times New Roman" pitchFamily="18" charset="0"/>
            </a:rPr>
            <a:t>CÁC NGUYÊN TẮC CỦA LUẬT HÌNH SỰ</a:t>
          </a:r>
          <a:endParaRPr lang="en-US" sz="2700" kern="1200" dirty="0">
            <a:latin typeface="Times New Roman" pitchFamily="18" charset="0"/>
            <a:cs typeface="Times New Roman" pitchFamily="18" charset="0"/>
          </a:endParaRPr>
        </a:p>
      </dsp:txBody>
      <dsp:txXfrm>
        <a:off x="510554" y="214594"/>
        <a:ext cx="7392607" cy="7192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F6ACC-0DB6-4505-AA57-39ADF6944A27}">
      <dsp:nvSpPr>
        <dsp:cNvPr id="0" name=""/>
        <dsp:cNvSpPr/>
      </dsp:nvSpPr>
      <dsp:spPr>
        <a:xfrm>
          <a:off x="927320" y="2104"/>
          <a:ext cx="8473007" cy="123548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66040" rIns="99060" bIns="66040" numCol="1" spcCol="1270" anchor="ctr" anchorCtr="0">
          <a:noAutofit/>
        </a:bodyPr>
        <a:lstStyle/>
        <a:p>
          <a:pPr lvl="0" algn="ctr" defTabSz="2311400">
            <a:lnSpc>
              <a:spcPct val="90000"/>
            </a:lnSpc>
            <a:spcBef>
              <a:spcPct val="0"/>
            </a:spcBef>
            <a:spcAft>
              <a:spcPct val="35000"/>
            </a:spcAft>
          </a:pPr>
          <a:r>
            <a:rPr lang="en-US" sz="5200" b="1" kern="1200" dirty="0" err="1" smtClean="0">
              <a:solidFill>
                <a:schemeClr val="bg1"/>
              </a:solidFill>
              <a:latin typeface="Times New Roman" pitchFamily="18" charset="0"/>
              <a:cs typeface="Times New Roman" pitchFamily="18" charset="0"/>
            </a:rPr>
            <a:t>Cấu</a:t>
          </a:r>
          <a:r>
            <a:rPr lang="en-US" sz="5200" b="1" kern="1200" dirty="0" smtClean="0">
              <a:solidFill>
                <a:schemeClr val="bg1"/>
              </a:solidFill>
              <a:latin typeface="Times New Roman" pitchFamily="18" charset="0"/>
              <a:cs typeface="Times New Roman" pitchFamily="18" charset="0"/>
            </a:rPr>
            <a:t> </a:t>
          </a:r>
          <a:r>
            <a:rPr lang="en-US" sz="5200" b="1" kern="1200" dirty="0" err="1">
              <a:solidFill>
                <a:schemeClr val="bg1"/>
              </a:solidFill>
              <a:latin typeface="Times New Roman" pitchFamily="18" charset="0"/>
              <a:cs typeface="Times New Roman" pitchFamily="18" charset="0"/>
            </a:rPr>
            <a:t>tạo</a:t>
          </a:r>
          <a:r>
            <a:rPr lang="en-US" sz="5200" b="1" kern="1200" dirty="0">
              <a:solidFill>
                <a:schemeClr val="bg1"/>
              </a:solidFill>
              <a:latin typeface="Times New Roman" pitchFamily="18" charset="0"/>
              <a:cs typeface="Times New Roman" pitchFamily="18" charset="0"/>
            </a:rPr>
            <a:t> </a:t>
          </a:r>
          <a:r>
            <a:rPr lang="en-US" sz="5200" b="1" kern="1200" dirty="0" err="1">
              <a:solidFill>
                <a:schemeClr val="bg1"/>
              </a:solidFill>
              <a:latin typeface="Times New Roman" pitchFamily="18" charset="0"/>
              <a:cs typeface="Times New Roman" pitchFamily="18" charset="0"/>
            </a:rPr>
            <a:t>của</a:t>
          </a:r>
          <a:r>
            <a:rPr lang="en-US" sz="5200" b="1" kern="1200" dirty="0">
              <a:solidFill>
                <a:schemeClr val="bg1"/>
              </a:solidFill>
              <a:latin typeface="Times New Roman" pitchFamily="18" charset="0"/>
              <a:cs typeface="Times New Roman" pitchFamily="18" charset="0"/>
            </a:rPr>
            <a:t> BLHS </a:t>
          </a:r>
          <a:r>
            <a:rPr lang="en-US" sz="5200" b="1" kern="1200" dirty="0" err="1">
              <a:solidFill>
                <a:schemeClr val="bg1"/>
              </a:solidFill>
              <a:latin typeface="Times New Roman" pitchFamily="18" charset="0"/>
              <a:cs typeface="Times New Roman" pitchFamily="18" charset="0"/>
            </a:rPr>
            <a:t>Việt</a:t>
          </a:r>
          <a:r>
            <a:rPr lang="en-US" sz="5200" b="1" kern="1200" dirty="0">
              <a:solidFill>
                <a:schemeClr val="bg1"/>
              </a:solidFill>
              <a:latin typeface="Times New Roman" pitchFamily="18" charset="0"/>
              <a:cs typeface="Times New Roman" pitchFamily="18" charset="0"/>
            </a:rPr>
            <a:t> Nam</a:t>
          </a:r>
          <a:endParaRPr lang="en-US" sz="5200" kern="1200" dirty="0">
            <a:solidFill>
              <a:schemeClr val="bg1"/>
            </a:solidFill>
            <a:latin typeface="Times New Roman" pitchFamily="18" charset="0"/>
            <a:cs typeface="Times New Roman" pitchFamily="18" charset="0"/>
          </a:endParaRPr>
        </a:p>
      </dsp:txBody>
      <dsp:txXfrm>
        <a:off x="963506" y="38290"/>
        <a:ext cx="8400635" cy="1163113"/>
      </dsp:txXfrm>
    </dsp:sp>
    <dsp:sp modelId="{A7B0EA7D-1D78-4EF8-9DD5-5EDAB97B17BA}">
      <dsp:nvSpPr>
        <dsp:cNvPr id="0" name=""/>
        <dsp:cNvSpPr/>
      </dsp:nvSpPr>
      <dsp:spPr>
        <a:xfrm>
          <a:off x="1774621" y="1237590"/>
          <a:ext cx="847300" cy="926614"/>
        </a:xfrm>
        <a:custGeom>
          <a:avLst/>
          <a:gdLst/>
          <a:ahLst/>
          <a:cxnLst/>
          <a:rect l="0" t="0" r="0" b="0"/>
          <a:pathLst>
            <a:path>
              <a:moveTo>
                <a:pt x="0" y="0"/>
              </a:moveTo>
              <a:lnTo>
                <a:pt x="0" y="926614"/>
              </a:lnTo>
              <a:lnTo>
                <a:pt x="847300" y="926614"/>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89D2FA-AE1B-4F88-9067-2182FE3FB11B}">
      <dsp:nvSpPr>
        <dsp:cNvPr id="0" name=""/>
        <dsp:cNvSpPr/>
      </dsp:nvSpPr>
      <dsp:spPr>
        <a:xfrm>
          <a:off x="2621922" y="1546461"/>
          <a:ext cx="6113873" cy="123548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725" tIns="57150" rIns="85725" bIns="57150" numCol="1" spcCol="1270" anchor="ctr" anchorCtr="0">
          <a:noAutofit/>
        </a:bodyPr>
        <a:lstStyle/>
        <a:p>
          <a:pPr lvl="0" algn="ctr" defTabSz="2000250">
            <a:lnSpc>
              <a:spcPct val="90000"/>
            </a:lnSpc>
            <a:spcBef>
              <a:spcPct val="0"/>
            </a:spcBef>
            <a:spcAft>
              <a:spcPct val="35000"/>
            </a:spcAft>
          </a:pPr>
          <a:r>
            <a:rPr lang="en-US" sz="4500" kern="1200" dirty="0" err="1">
              <a:latin typeface="Times New Roman" pitchFamily="18" charset="0"/>
              <a:cs typeface="Times New Roman" pitchFamily="18" charset="0"/>
            </a:rPr>
            <a:t>Phần</a:t>
          </a:r>
          <a:r>
            <a:rPr lang="en-US" sz="4500" kern="1200" dirty="0">
              <a:latin typeface="Times New Roman" pitchFamily="18" charset="0"/>
              <a:cs typeface="Times New Roman" pitchFamily="18" charset="0"/>
            </a:rPr>
            <a:t> </a:t>
          </a:r>
          <a:r>
            <a:rPr lang="en-US" sz="4500" kern="1200" dirty="0" err="1">
              <a:latin typeface="Times New Roman" pitchFamily="18" charset="0"/>
              <a:cs typeface="Times New Roman" pitchFamily="18" charset="0"/>
            </a:rPr>
            <a:t>chung</a:t>
          </a:r>
          <a:endParaRPr lang="en-US" sz="4500" kern="1200" dirty="0">
            <a:latin typeface="Times New Roman" pitchFamily="18" charset="0"/>
            <a:cs typeface="Times New Roman" pitchFamily="18" charset="0"/>
          </a:endParaRPr>
        </a:p>
      </dsp:txBody>
      <dsp:txXfrm>
        <a:off x="2658108" y="1582647"/>
        <a:ext cx="6041501" cy="1163113"/>
      </dsp:txXfrm>
    </dsp:sp>
    <dsp:sp modelId="{8A8CB412-A8F4-47BD-8AEC-E14D3F233DD9}">
      <dsp:nvSpPr>
        <dsp:cNvPr id="0" name=""/>
        <dsp:cNvSpPr/>
      </dsp:nvSpPr>
      <dsp:spPr>
        <a:xfrm>
          <a:off x="1774621" y="1237590"/>
          <a:ext cx="847300" cy="2470970"/>
        </a:xfrm>
        <a:custGeom>
          <a:avLst/>
          <a:gdLst/>
          <a:ahLst/>
          <a:cxnLst/>
          <a:rect l="0" t="0" r="0" b="0"/>
          <a:pathLst>
            <a:path>
              <a:moveTo>
                <a:pt x="0" y="0"/>
              </a:moveTo>
              <a:lnTo>
                <a:pt x="0" y="2470970"/>
              </a:lnTo>
              <a:lnTo>
                <a:pt x="847300" y="2470970"/>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453B9D-514E-445B-8B6C-E4A9D023CE24}">
      <dsp:nvSpPr>
        <dsp:cNvPr id="0" name=""/>
        <dsp:cNvSpPr/>
      </dsp:nvSpPr>
      <dsp:spPr>
        <a:xfrm>
          <a:off x="2621922" y="3090818"/>
          <a:ext cx="6136764" cy="123548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2771159"/>
              <a:satOff val="-477"/>
              <a:lumOff val="-490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725" tIns="57150" rIns="85725" bIns="57150" numCol="1" spcCol="1270" anchor="ctr" anchorCtr="0">
          <a:noAutofit/>
        </a:bodyPr>
        <a:lstStyle/>
        <a:p>
          <a:pPr lvl="0" algn="ctr" defTabSz="2000250">
            <a:lnSpc>
              <a:spcPct val="90000"/>
            </a:lnSpc>
            <a:spcBef>
              <a:spcPct val="0"/>
            </a:spcBef>
            <a:spcAft>
              <a:spcPct val="35000"/>
            </a:spcAft>
          </a:pPr>
          <a:r>
            <a:rPr lang="en-US" sz="4500" kern="1200" dirty="0" err="1">
              <a:latin typeface="Times New Roman" pitchFamily="18" charset="0"/>
              <a:cs typeface="Times New Roman" pitchFamily="18" charset="0"/>
            </a:rPr>
            <a:t>Phần</a:t>
          </a:r>
          <a:r>
            <a:rPr lang="en-US" sz="4500" kern="1200" dirty="0">
              <a:latin typeface="Times New Roman" pitchFamily="18" charset="0"/>
              <a:cs typeface="Times New Roman" pitchFamily="18" charset="0"/>
            </a:rPr>
            <a:t> </a:t>
          </a:r>
          <a:r>
            <a:rPr lang="en-US" sz="4500" kern="1200" dirty="0" err="1">
              <a:latin typeface="Times New Roman" pitchFamily="18" charset="0"/>
              <a:cs typeface="Times New Roman" pitchFamily="18" charset="0"/>
            </a:rPr>
            <a:t>các</a:t>
          </a:r>
          <a:r>
            <a:rPr lang="en-US" sz="4500" kern="1200" dirty="0">
              <a:latin typeface="Times New Roman" pitchFamily="18" charset="0"/>
              <a:cs typeface="Times New Roman" pitchFamily="18" charset="0"/>
            </a:rPr>
            <a:t> </a:t>
          </a:r>
          <a:r>
            <a:rPr lang="en-US" sz="4500" kern="1200" dirty="0" err="1">
              <a:latin typeface="Times New Roman" pitchFamily="18" charset="0"/>
              <a:cs typeface="Times New Roman" pitchFamily="18" charset="0"/>
            </a:rPr>
            <a:t>tội</a:t>
          </a:r>
          <a:r>
            <a:rPr lang="en-US" sz="4500" kern="1200" dirty="0">
              <a:latin typeface="Times New Roman" pitchFamily="18" charset="0"/>
              <a:cs typeface="Times New Roman" pitchFamily="18" charset="0"/>
            </a:rPr>
            <a:t> </a:t>
          </a:r>
          <a:r>
            <a:rPr lang="en-US" sz="4500" kern="1200" dirty="0" err="1">
              <a:latin typeface="Times New Roman" pitchFamily="18" charset="0"/>
              <a:cs typeface="Times New Roman" pitchFamily="18" charset="0"/>
            </a:rPr>
            <a:t>phạm</a:t>
          </a:r>
          <a:endParaRPr lang="en-US" sz="4500" kern="1200" dirty="0">
            <a:latin typeface="Times New Roman" pitchFamily="18" charset="0"/>
            <a:cs typeface="Times New Roman" pitchFamily="18" charset="0"/>
          </a:endParaRPr>
        </a:p>
      </dsp:txBody>
      <dsp:txXfrm>
        <a:off x="2658108" y="3127004"/>
        <a:ext cx="6064392" cy="1163113"/>
      </dsp:txXfrm>
    </dsp:sp>
    <dsp:sp modelId="{48BCF99A-67B4-4A95-B5AE-57F8ACE65776}">
      <dsp:nvSpPr>
        <dsp:cNvPr id="0" name=""/>
        <dsp:cNvSpPr/>
      </dsp:nvSpPr>
      <dsp:spPr>
        <a:xfrm>
          <a:off x="1774621" y="1237590"/>
          <a:ext cx="847300" cy="4015327"/>
        </a:xfrm>
        <a:custGeom>
          <a:avLst/>
          <a:gdLst/>
          <a:ahLst/>
          <a:cxnLst/>
          <a:rect l="0" t="0" r="0" b="0"/>
          <a:pathLst>
            <a:path>
              <a:moveTo>
                <a:pt x="0" y="0"/>
              </a:moveTo>
              <a:lnTo>
                <a:pt x="0" y="4015327"/>
              </a:lnTo>
              <a:lnTo>
                <a:pt x="847300" y="4015327"/>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9D463F-E71E-4303-9C74-42B1D482C646}">
      <dsp:nvSpPr>
        <dsp:cNvPr id="0" name=""/>
        <dsp:cNvSpPr/>
      </dsp:nvSpPr>
      <dsp:spPr>
        <a:xfrm>
          <a:off x="2621922" y="4635174"/>
          <a:ext cx="6149929" cy="123548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5542319"/>
              <a:satOff val="-953"/>
              <a:lumOff val="-98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725" tIns="57150" rIns="85725" bIns="57150" numCol="1" spcCol="1270" anchor="ctr" anchorCtr="0">
          <a:noAutofit/>
        </a:bodyPr>
        <a:lstStyle/>
        <a:p>
          <a:pPr lvl="0" algn="ctr" defTabSz="2000250">
            <a:lnSpc>
              <a:spcPct val="90000"/>
            </a:lnSpc>
            <a:spcBef>
              <a:spcPct val="0"/>
            </a:spcBef>
            <a:spcAft>
              <a:spcPct val="35000"/>
            </a:spcAft>
          </a:pPr>
          <a:r>
            <a:rPr lang="en-US" sz="4500" kern="1200" dirty="0" err="1">
              <a:latin typeface="Times New Roman" pitchFamily="18" charset="0"/>
              <a:cs typeface="Times New Roman" pitchFamily="18" charset="0"/>
            </a:rPr>
            <a:t>Phần</a:t>
          </a:r>
          <a:r>
            <a:rPr lang="en-US" sz="4500" kern="1200" dirty="0">
              <a:latin typeface="Times New Roman" pitchFamily="18" charset="0"/>
              <a:cs typeface="Times New Roman" pitchFamily="18" charset="0"/>
            </a:rPr>
            <a:t> </a:t>
          </a:r>
          <a:r>
            <a:rPr lang="en-US" sz="4500" kern="1200" dirty="0" err="1">
              <a:latin typeface="Times New Roman" pitchFamily="18" charset="0"/>
              <a:cs typeface="Times New Roman" pitchFamily="18" charset="0"/>
            </a:rPr>
            <a:t>điều</a:t>
          </a:r>
          <a:r>
            <a:rPr lang="en-US" sz="4500" kern="1200" dirty="0">
              <a:latin typeface="Times New Roman" pitchFamily="18" charset="0"/>
              <a:cs typeface="Times New Roman" pitchFamily="18" charset="0"/>
            </a:rPr>
            <a:t> </a:t>
          </a:r>
          <a:r>
            <a:rPr lang="en-US" sz="4500" kern="1200" dirty="0" err="1">
              <a:latin typeface="Times New Roman" pitchFamily="18" charset="0"/>
              <a:cs typeface="Times New Roman" pitchFamily="18" charset="0"/>
            </a:rPr>
            <a:t>khoản</a:t>
          </a:r>
          <a:r>
            <a:rPr lang="en-US" sz="4500" kern="1200" dirty="0">
              <a:latin typeface="Times New Roman" pitchFamily="18" charset="0"/>
              <a:cs typeface="Times New Roman" pitchFamily="18" charset="0"/>
            </a:rPr>
            <a:t> </a:t>
          </a:r>
          <a:r>
            <a:rPr lang="en-US" sz="4500" kern="1200" dirty="0" err="1">
              <a:latin typeface="Times New Roman" pitchFamily="18" charset="0"/>
              <a:cs typeface="Times New Roman" pitchFamily="18" charset="0"/>
            </a:rPr>
            <a:t>thi</a:t>
          </a:r>
          <a:r>
            <a:rPr lang="en-US" sz="4500" kern="1200" dirty="0">
              <a:latin typeface="Times New Roman" pitchFamily="18" charset="0"/>
              <a:cs typeface="Times New Roman" pitchFamily="18" charset="0"/>
            </a:rPr>
            <a:t> </a:t>
          </a:r>
          <a:r>
            <a:rPr lang="en-US" sz="4500" kern="1200" dirty="0" err="1">
              <a:latin typeface="Times New Roman" pitchFamily="18" charset="0"/>
              <a:cs typeface="Times New Roman" pitchFamily="18" charset="0"/>
            </a:rPr>
            <a:t>hành</a:t>
          </a:r>
          <a:endParaRPr lang="en-US" sz="4500" kern="1200" dirty="0">
            <a:latin typeface="Times New Roman" pitchFamily="18" charset="0"/>
            <a:cs typeface="Times New Roman" pitchFamily="18" charset="0"/>
          </a:endParaRPr>
        </a:p>
      </dsp:txBody>
      <dsp:txXfrm>
        <a:off x="2658108" y="4671360"/>
        <a:ext cx="6077557" cy="11631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xmlns="">
        <dgm1611:autoBuNodeInfo lvl="1" ptType="sibTrans">
          <dgm1611:buPr prefix="" leadZeros="1">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pPr/>
              <a:t>9/24/2024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1842151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9/24/2024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206970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334D819-9F07-4261-B09B-9E467E5D9002}" type="datetimeFigureOut">
              <a:rPr lang="en-US" smtClean="0"/>
              <a:pPr/>
              <a:t>9/24/2024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719974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9/24/2024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20700499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9/24/2024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79116236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9/24/2024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119192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334D819-9F07-4261-B09B-9E467E5D9002}" type="datetimeFigureOut">
              <a:rPr lang="en-US" smtClean="0"/>
              <a:t>9/24/2024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558854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t>9/24/2024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38445689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t>9/24/2024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52849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pPr/>
              <a:t>9/24/2024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3578821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pPr/>
              <a:t>9/24/2024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528786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pPr/>
              <a:t>9/24/2024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71766878-3199-4EAB-94E7-2D6D11070E14}" type="slidenum">
              <a:rPr lang="en-US" smtClean="0"/>
              <a:pPr/>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047130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pPr/>
              <a:t>9/24/2024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1167233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334D819-9F07-4261-B09B-9E467E5D9002}" type="datetimeFigureOut">
              <a:rPr lang="en-US" smtClean="0"/>
              <a:pPr/>
              <a:t>9/24/2024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1081179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334D819-9F07-4261-B09B-9E467E5D9002}" type="datetimeFigureOut">
              <a:rPr lang="en-US" smtClean="0"/>
              <a:pPr/>
              <a:t>9/24/2024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657235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9/24/2024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2949564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9334D819-9F07-4261-B09B-9E467E5D9002}" type="datetimeFigureOut">
              <a:rPr lang="en-US" smtClean="0"/>
              <a:t>9/24/2024</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71766878-3199-4EAB-94E7-2D6D11070E14}" type="slidenum">
              <a:rPr lang="en-US" smtClean="0"/>
              <a:t>‹#›</a:t>
            </a:fld>
            <a:endParaRPr lang="en-US" dirty="0"/>
          </a:p>
        </p:txBody>
      </p:sp>
    </p:spTree>
    <p:extLst>
      <p:ext uri="{BB962C8B-B14F-4D97-AF65-F5344CB8AC3E}">
        <p14:creationId xmlns:p14="http://schemas.microsoft.com/office/powerpoint/2010/main" val="849738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334D819-9F07-4261-B09B-9E467E5D9002}" type="datetimeFigureOut">
              <a:rPr lang="en-US" smtClean="0"/>
              <a:pPr/>
              <a:t>9/24/2024</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71766878-3199-4EAB-94E7-2D6D11070E14}" type="slidenum">
              <a:rPr lang="en-US" smtClean="0"/>
              <a:pPr/>
              <a:t>‹#›</a:t>
            </a:fld>
            <a:endParaRPr lang="en-US" dirty="0"/>
          </a:p>
        </p:txBody>
      </p:sp>
    </p:spTree>
    <p:extLst>
      <p:ext uri="{BB962C8B-B14F-4D97-AF65-F5344CB8AC3E}">
        <p14:creationId xmlns:p14="http://schemas.microsoft.com/office/powerpoint/2010/main" val="25975309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27.jpg"/></Relationships>
</file>

<file path=ppt/slides/_rels/slide5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7.xml"/><Relationship Id="rId4" Type="http://schemas.openxmlformats.org/officeDocument/2006/relationships/image" Target="../media/image32.jpg"/></Relationships>
</file>

<file path=ppt/slides/_rels/slide5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xml"/><Relationship Id="rId4" Type="http://schemas.openxmlformats.org/officeDocument/2006/relationships/image" Target="../media/image3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77.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8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7.xml"/><Relationship Id="rId4" Type="http://schemas.openxmlformats.org/officeDocument/2006/relationships/image" Target="../media/image53.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54.jpg"/><Relationship Id="rId1" Type="http://schemas.openxmlformats.org/officeDocument/2006/relationships/slideLayout" Target="../slideLayouts/slideLayout7.xml"/><Relationship Id="rId4" Type="http://schemas.openxmlformats.org/officeDocument/2006/relationships/image" Target="../media/image56.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62.jp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70.jpg"/><Relationship Id="rId1" Type="http://schemas.openxmlformats.org/officeDocument/2006/relationships/slideLayout" Target="../slideLayouts/slideLayout7.xml"/><Relationship Id="rId5" Type="http://schemas.openxmlformats.org/officeDocument/2006/relationships/image" Target="../media/image73.jpg"/><Relationship Id="rId4" Type="http://schemas.openxmlformats.org/officeDocument/2006/relationships/image" Target="../media/image72.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ADC4D0-4478-4BCF-A086-A4574846006C}"/>
              </a:ext>
            </a:extLst>
          </p:cNvPr>
          <p:cNvSpPr>
            <a:spLocks noGrp="1"/>
          </p:cNvSpPr>
          <p:nvPr>
            <p:ph type="ctrTitle"/>
          </p:nvPr>
        </p:nvSpPr>
        <p:spPr>
          <a:xfrm>
            <a:off x="-103679" y="2704681"/>
            <a:ext cx="8928135" cy="1373070"/>
          </a:xfrm>
        </p:spPr>
        <p:txBody>
          <a:bodyPr/>
          <a:lstStyle/>
          <a:p>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Bài</a:t>
            </a:r>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7</a:t>
            </a:r>
            <a:r>
              <a:rPr lang="en-US" b="1" dirty="0" smtClean="0">
                <a:latin typeface="Times New Roman" pitchFamily="18" charset="0"/>
                <a:cs typeface="Times New Roman" pitchFamily="18" charset="0"/>
              </a:rPr>
              <a:t>:LUẬT </a:t>
            </a:r>
            <a:r>
              <a:rPr lang="en-US" b="1" dirty="0">
                <a:latin typeface="Times New Roman" pitchFamily="18" charset="0"/>
                <a:cs typeface="Times New Roman" pitchFamily="18" charset="0"/>
              </a:rPr>
              <a:t>HÌNH SỰ  VIỆT NAM</a:t>
            </a:r>
          </a:p>
        </p:txBody>
      </p:sp>
      <p:sp>
        <p:nvSpPr>
          <p:cNvPr id="3" name="Subtitle 2">
            <a:extLst>
              <a:ext uri="{FF2B5EF4-FFF2-40B4-BE49-F238E27FC236}">
                <a16:creationId xmlns="" xmlns:a16="http://schemas.microsoft.com/office/drawing/2014/main" id="{939B72BB-EDC2-4142-9F68-44B326B802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94137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AD0652-F5BF-4EB5-8254-DD04B379DE5F}"/>
              </a:ext>
            </a:extLst>
          </p:cNvPr>
          <p:cNvSpPr>
            <a:spLocks noGrp="1"/>
          </p:cNvSpPr>
          <p:nvPr>
            <p:ph type="title"/>
          </p:nvPr>
        </p:nvSpPr>
        <p:spPr>
          <a:xfrm>
            <a:off x="321973" y="2063262"/>
            <a:ext cx="4097628" cy="2661052"/>
          </a:xfrm>
        </p:spPr>
        <p:txBody>
          <a:bodyPr>
            <a:normAutofit/>
          </a:bodyPr>
          <a:lstStyle/>
          <a:p>
            <a:pPr algn="ctr"/>
            <a:r>
              <a:rPr lang="en-US" sz="4400" b="1" dirty="0">
                <a:solidFill>
                  <a:srgbClr val="FFFFFF"/>
                </a:solidFill>
                <a:latin typeface="Times New Roman" pitchFamily="18" charset="0"/>
                <a:cs typeface="Times New Roman" pitchFamily="18" charset="0"/>
              </a:rPr>
              <a:t>LUẬT HÌNH SỰ VIỆT NAM</a:t>
            </a:r>
          </a:p>
        </p:txBody>
      </p:sp>
      <p:sp>
        <p:nvSpPr>
          <p:cNvPr id="3" name="Content Placeholder 2">
            <a:extLst>
              <a:ext uri="{FF2B5EF4-FFF2-40B4-BE49-F238E27FC236}">
                <a16:creationId xmlns="" xmlns:a16="http://schemas.microsoft.com/office/drawing/2014/main" id="{36FA4D2E-F025-4A7B-8000-4C6478D99246}"/>
              </a:ext>
            </a:extLst>
          </p:cNvPr>
          <p:cNvSpPr>
            <a:spLocks noGrp="1"/>
          </p:cNvSpPr>
          <p:nvPr>
            <p:ph idx="1"/>
          </p:nvPr>
        </p:nvSpPr>
        <p:spPr>
          <a:xfrm>
            <a:off x="4726546" y="1996225"/>
            <a:ext cx="7186412" cy="4597758"/>
          </a:xfrm>
        </p:spPr>
        <p:txBody>
          <a:bodyPr anchor="ctr">
            <a:normAutofit/>
          </a:bodyPr>
          <a:lstStyle/>
          <a:p>
            <a:pPr marL="514350" indent="-514350" algn="just">
              <a:buAutoNum type="romanUcPeriod"/>
            </a:pPr>
            <a:r>
              <a:rPr lang="en-US" dirty="0" err="1" smtClean="0">
                <a:solidFill>
                  <a:srgbClr val="FFFFFF"/>
                </a:solidFill>
                <a:latin typeface="Times New Roman" pitchFamily="18" charset="0"/>
                <a:cs typeface="Times New Roman" pitchFamily="18" charset="0"/>
              </a:rPr>
              <a:t>Khái</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niệm</a:t>
            </a:r>
            <a:r>
              <a:rPr lang="en-US" dirty="0" smtClean="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nhiệm</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vụ</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và</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các</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nguyên</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tắc</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của</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luật</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Hình</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sự</a:t>
            </a:r>
            <a:endParaRPr lang="en-US" dirty="0">
              <a:solidFill>
                <a:srgbClr val="FFFFFF"/>
              </a:solidFill>
              <a:latin typeface="Times New Roman" pitchFamily="18" charset="0"/>
              <a:cs typeface="Times New Roman" pitchFamily="18" charset="0"/>
            </a:endParaRPr>
          </a:p>
          <a:p>
            <a:pPr marL="514350" indent="-514350" algn="just">
              <a:buAutoNum type="romanUcPeriod"/>
            </a:pPr>
            <a:r>
              <a:rPr lang="en-US" dirty="0" err="1" smtClean="0">
                <a:solidFill>
                  <a:srgbClr val="FFFFFF"/>
                </a:solidFill>
                <a:latin typeface="Times New Roman" pitchFamily="18" charset="0"/>
                <a:cs typeface="Times New Roman" pitchFamily="18" charset="0"/>
              </a:rPr>
              <a:t>Nguồn</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hiệu</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lực</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cấu</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tạo</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của</a:t>
            </a:r>
            <a:r>
              <a:rPr lang="en-US" dirty="0" smtClean="0">
                <a:solidFill>
                  <a:srgbClr val="FFFFFF"/>
                </a:solidFill>
                <a:latin typeface="Times New Roman" pitchFamily="18" charset="0"/>
                <a:cs typeface="Times New Roman" pitchFamily="18" charset="0"/>
              </a:rPr>
              <a:t> BLHS </a:t>
            </a:r>
            <a:r>
              <a:rPr lang="en-US" dirty="0" err="1" smtClean="0">
                <a:solidFill>
                  <a:srgbClr val="FFFFFF"/>
                </a:solidFill>
                <a:latin typeface="Times New Roman" pitchFamily="18" charset="0"/>
                <a:cs typeface="Times New Roman" pitchFamily="18" charset="0"/>
              </a:rPr>
              <a:t>Việt</a:t>
            </a:r>
            <a:r>
              <a:rPr lang="en-US" dirty="0" smtClean="0">
                <a:solidFill>
                  <a:srgbClr val="FFFFFF"/>
                </a:solidFill>
                <a:latin typeface="Times New Roman" pitchFamily="18" charset="0"/>
                <a:cs typeface="Times New Roman" pitchFamily="18" charset="0"/>
              </a:rPr>
              <a:t> Nam</a:t>
            </a:r>
            <a:endParaRPr lang="en-US" dirty="0">
              <a:solidFill>
                <a:srgbClr val="FFFFFF"/>
              </a:solidFill>
              <a:latin typeface="Times New Roman" pitchFamily="18" charset="0"/>
              <a:cs typeface="Times New Roman" pitchFamily="18" charset="0"/>
            </a:endParaRPr>
          </a:p>
          <a:p>
            <a:pPr marL="514350" indent="-514350" algn="just">
              <a:buAutoNum type="romanUcPeriod"/>
            </a:pPr>
            <a:r>
              <a:rPr lang="en-US" dirty="0" err="1">
                <a:solidFill>
                  <a:srgbClr val="FFFFFF"/>
                </a:solidFill>
                <a:latin typeface="Times New Roman" pitchFamily="18" charset="0"/>
                <a:cs typeface="Times New Roman" pitchFamily="18" charset="0"/>
              </a:rPr>
              <a:t>Tội</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phạm</a:t>
            </a:r>
            <a:endParaRPr lang="en-US" dirty="0">
              <a:solidFill>
                <a:srgbClr val="FFFFFF"/>
              </a:solidFill>
              <a:latin typeface="Times New Roman" pitchFamily="18" charset="0"/>
              <a:cs typeface="Times New Roman" pitchFamily="18" charset="0"/>
            </a:endParaRPr>
          </a:p>
          <a:p>
            <a:pPr marL="514350" indent="-514350" algn="just">
              <a:buAutoNum type="romanUcPeriod"/>
            </a:pPr>
            <a:r>
              <a:rPr lang="en-US" dirty="0" err="1" smtClean="0">
                <a:solidFill>
                  <a:srgbClr val="FFFFFF"/>
                </a:solidFill>
                <a:latin typeface="Times New Roman" pitchFamily="18" charset="0"/>
                <a:cs typeface="Times New Roman" pitchFamily="18" charset="0"/>
              </a:rPr>
              <a:t>Trách</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nhiệm</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hình</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sự</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và</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cấu</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thành</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tội</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phạm</a:t>
            </a:r>
            <a:endParaRPr lang="en-US" dirty="0">
              <a:solidFill>
                <a:srgbClr val="FFFFFF"/>
              </a:solidFill>
              <a:latin typeface="Times New Roman" pitchFamily="18" charset="0"/>
              <a:cs typeface="Times New Roman" pitchFamily="18" charset="0"/>
            </a:endParaRPr>
          </a:p>
          <a:p>
            <a:pPr marL="514350" indent="-514350" algn="just">
              <a:buAutoNum type="romanUcPeriod"/>
            </a:pPr>
            <a:r>
              <a:rPr lang="en-US" dirty="0" err="1">
                <a:solidFill>
                  <a:srgbClr val="FFFFFF"/>
                </a:solidFill>
                <a:latin typeface="Times New Roman" pitchFamily="18" charset="0"/>
                <a:cs typeface="Times New Roman" pitchFamily="18" charset="0"/>
              </a:rPr>
              <a:t>Các</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giai</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đoạn</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thực</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hiện</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tội</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phạm</a:t>
            </a:r>
            <a:endParaRPr lang="en-US" dirty="0">
              <a:solidFill>
                <a:srgbClr val="FFFFFF"/>
              </a:solidFill>
              <a:latin typeface="Times New Roman" pitchFamily="18" charset="0"/>
              <a:cs typeface="Times New Roman" pitchFamily="18" charset="0"/>
            </a:endParaRPr>
          </a:p>
          <a:p>
            <a:pPr marL="514350" indent="-514350" algn="just">
              <a:buAutoNum type="romanUcPeriod"/>
            </a:pPr>
            <a:r>
              <a:rPr lang="en-US" dirty="0" err="1">
                <a:solidFill>
                  <a:srgbClr val="FFFFFF"/>
                </a:solidFill>
                <a:latin typeface="Times New Roman" pitchFamily="18" charset="0"/>
                <a:cs typeface="Times New Roman" pitchFamily="18" charset="0"/>
              </a:rPr>
              <a:t>Đồng</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phạm</a:t>
            </a:r>
            <a:endParaRPr lang="en-US" dirty="0">
              <a:solidFill>
                <a:srgbClr val="FFFFFF"/>
              </a:solidFill>
              <a:latin typeface="Times New Roman" pitchFamily="18" charset="0"/>
              <a:cs typeface="Times New Roman" pitchFamily="18" charset="0"/>
            </a:endParaRPr>
          </a:p>
          <a:p>
            <a:pPr marL="514350" indent="-514350" algn="just">
              <a:buAutoNum type="romanUcPeriod"/>
            </a:pPr>
            <a:r>
              <a:rPr lang="en-US" dirty="0" err="1" smtClean="0">
                <a:solidFill>
                  <a:srgbClr val="FFFFFF"/>
                </a:solidFill>
                <a:latin typeface="Times New Roman" pitchFamily="18" charset="0"/>
                <a:cs typeface="Times New Roman" pitchFamily="18" charset="0"/>
              </a:rPr>
              <a:t>Các</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tình</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tiết</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loại</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trừ</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tính</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chất</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phạm</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tội</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của</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hành</a:t>
            </a:r>
            <a:r>
              <a:rPr lang="en-US" dirty="0" smtClean="0">
                <a:solidFill>
                  <a:srgbClr val="FFFFFF"/>
                </a:solidFill>
                <a:latin typeface="Times New Roman" pitchFamily="18" charset="0"/>
                <a:cs typeface="Times New Roman" pitchFamily="18" charset="0"/>
              </a:rPr>
              <a:t> vi</a:t>
            </a:r>
            <a:endParaRPr lang="en-US" dirty="0">
              <a:solidFill>
                <a:srgbClr val="FFFFFF"/>
              </a:solidFill>
              <a:latin typeface="Times New Roman" pitchFamily="18" charset="0"/>
              <a:cs typeface="Times New Roman" pitchFamily="18" charset="0"/>
            </a:endParaRPr>
          </a:p>
          <a:p>
            <a:pPr marL="514350" indent="-514350" algn="just">
              <a:buAutoNum type="romanUcPeriod"/>
            </a:pPr>
            <a:r>
              <a:rPr lang="en-US" dirty="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Hình</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phạt</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và</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biện</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pháp</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tư</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pháp</a:t>
            </a:r>
            <a:endParaRPr lang="en-US" dirty="0">
              <a:solidFill>
                <a:srgbClr val="FFFFFF"/>
              </a:solidFill>
              <a:latin typeface="Times New Roman" pitchFamily="18" charset="0"/>
              <a:cs typeface="Times New Roman" pitchFamily="18" charset="0"/>
            </a:endParaRPr>
          </a:p>
          <a:p>
            <a:pPr marL="514350" indent="-514350" algn="just">
              <a:buAutoNum type="romanUcPeriod"/>
            </a:pPr>
            <a:r>
              <a:rPr lang="en-US" dirty="0" err="1" smtClean="0">
                <a:solidFill>
                  <a:srgbClr val="FFFFFF"/>
                </a:solidFill>
                <a:latin typeface="Times New Roman" pitchFamily="18" charset="0"/>
                <a:cs typeface="Times New Roman" pitchFamily="18" charset="0"/>
              </a:rPr>
              <a:t>Miễn</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giảm</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trách</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nhiệm</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hình</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sự</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và</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xóa</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án</a:t>
            </a:r>
            <a:r>
              <a:rPr lang="en-US" dirty="0" smtClean="0">
                <a:solidFill>
                  <a:srgbClr val="FFFFFF"/>
                </a:solidFill>
                <a:latin typeface="Times New Roman" pitchFamily="18" charset="0"/>
                <a:cs typeface="Times New Roman" pitchFamily="18" charset="0"/>
              </a:rPr>
              <a:t> </a:t>
            </a:r>
            <a:r>
              <a:rPr lang="en-US" dirty="0" err="1" smtClean="0">
                <a:solidFill>
                  <a:srgbClr val="FFFFFF"/>
                </a:solidFill>
                <a:latin typeface="Times New Roman" pitchFamily="18" charset="0"/>
                <a:cs typeface="Times New Roman" pitchFamily="18" charset="0"/>
              </a:rPr>
              <a:t>tích</a:t>
            </a:r>
            <a:endParaRPr lang="en-US" dirty="0">
              <a:solidFill>
                <a:srgbClr val="FFFFFF"/>
              </a:solidFill>
              <a:latin typeface="Times New Roman" pitchFamily="18" charset="0"/>
              <a:cs typeface="Times New Roman" pitchFamily="18" charset="0"/>
            </a:endParaRPr>
          </a:p>
        </p:txBody>
      </p:sp>
    </p:spTree>
    <p:extLst>
      <p:ext uri="{BB962C8B-B14F-4D97-AF65-F5344CB8AC3E}">
        <p14:creationId xmlns:p14="http://schemas.microsoft.com/office/powerpoint/2010/main" val="42143410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3A138B1-D4FA-4D5B-A3F0-166BB863C501}"/>
              </a:ext>
            </a:extLst>
          </p:cNvPr>
          <p:cNvSpPr>
            <a:spLocks noGrp="1"/>
          </p:cNvSpPr>
          <p:nvPr>
            <p:ph type="title"/>
          </p:nvPr>
        </p:nvSpPr>
        <p:spPr/>
        <p:txBody>
          <a:bodyPr/>
          <a:lstStyle/>
          <a:p>
            <a:r>
              <a:rPr lang="en-US" b="1" dirty="0">
                <a:latin typeface="Times New Roman" pitchFamily="18" charset="0"/>
                <a:cs typeface="Times New Roman" pitchFamily="18" charset="0"/>
              </a:rPr>
              <a:t>I. </a:t>
            </a:r>
            <a:r>
              <a:rPr lang="en-US" b="1" dirty="0" smtClean="0">
                <a:latin typeface="Times New Roman" pitchFamily="18" charset="0"/>
                <a:cs typeface="Times New Roman" pitchFamily="18" charset="0"/>
              </a:rPr>
              <a:t>KHÁI NIỆM, NHIỆM VỤ VÀ CÁC NGUYÊN TẮC CỦA LUẬT HÌNH SỰ</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9E57B6B1-53A6-45E6-8FC0-96A4FE69BEF2}"/>
              </a:ext>
            </a:extLst>
          </p:cNvPr>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CHXHCN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bao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ban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coi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ấy</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40719320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3431DD-3507-4056-94B4-3DB8562216DC}"/>
              </a:ext>
            </a:extLst>
          </p:cNvPr>
          <p:cNvSpPr>
            <a:spLocks noGrp="1"/>
          </p:cNvSpPr>
          <p:nvPr>
            <p:ph type="title"/>
          </p:nvPr>
        </p:nvSpPr>
        <p:spPr/>
        <p:txBody>
          <a:bodyPr/>
          <a:lstStyle/>
          <a:p>
            <a:r>
              <a:rPr lang="en-US" dirty="0" smtClean="0">
                <a:latin typeface="Times New Roman" pitchFamily="18" charset="0"/>
                <a:cs typeface="Times New Roman" pitchFamily="18" charset="0"/>
              </a:rPr>
              <a:t>ĐỐI TƯỢNG ĐIỀU CHỈNH CỦA LUẬT HÌNH SỰ VIỆT NAM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2BB1013B-15EE-4824-A1CA-7392AC02B578}"/>
              </a:ext>
            </a:extLst>
          </p:cNvPr>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Quan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gọi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757857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F4F7A8-0271-46A8-AE22-63BD761EDD79}"/>
              </a:ext>
            </a:extLst>
          </p:cNvPr>
          <p:cNvSpPr>
            <a:spLocks noGrp="1"/>
          </p:cNvSpPr>
          <p:nvPr>
            <p:ph type="title"/>
          </p:nvPr>
        </p:nvSpPr>
        <p:spPr>
          <a:xfrm>
            <a:off x="680321" y="753228"/>
            <a:ext cx="9506868" cy="1080938"/>
          </a:xfrm>
        </p:spPr>
        <p:txBody>
          <a:bodyPr>
            <a:normAutofit/>
          </a:bodyPr>
          <a:lstStyle/>
          <a:p>
            <a:r>
              <a:rPr lang="en-US" sz="3200" dirty="0" smtClean="0">
                <a:latin typeface="Times New Roman" pitchFamily="18" charset="0"/>
                <a:cs typeface="Times New Roman" pitchFamily="18" charset="0"/>
              </a:rPr>
              <a:t>PHƯƠNG PHÁP ĐIỀU CHỈNH CỦA LUẬT HÌNH SỰ VIỆT NAM</a:t>
            </a:r>
            <a:endParaRPr lang="en-US" sz="3200"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F0AF266A-DEDD-45D1-B1F7-AF96680DDB30}"/>
              </a:ext>
            </a:extLst>
          </p:cNvPr>
          <p:cNvSpPr>
            <a:spLocks noGrp="1"/>
          </p:cNvSpPr>
          <p:nvPr>
            <p:ph idx="1"/>
          </p:nvPr>
        </p:nvSpPr>
        <p:spPr>
          <a:xfrm>
            <a:off x="680321" y="2336873"/>
            <a:ext cx="3878800" cy="3599316"/>
          </a:xfrm>
        </p:spPr>
        <p:txBody>
          <a:bodyPr>
            <a:normAutofit/>
          </a:bodyPr>
          <a:lstStyle/>
          <a:p>
            <a:pPr marL="0" indent="0" algn="just">
              <a:buNone/>
            </a:pPr>
            <a:r>
              <a:rPr lang="en-US" sz="3000" dirty="0" err="1" smtClean="0">
                <a:latin typeface="Times New Roman" pitchFamily="18" charset="0"/>
                <a:cs typeface="Times New Roman" pitchFamily="18" charset="0"/>
              </a:rPr>
              <a:t>Ph</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phục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tùng</a:t>
            </a:r>
            <a:endParaRPr lang="en-US" sz="3000" dirty="0">
              <a:latin typeface="Times New Roman" pitchFamily="18" charset="0"/>
              <a:cs typeface="Times New Roman" pitchFamily="18" charset="0"/>
            </a:endParaRPr>
          </a:p>
          <a:p>
            <a:pPr marL="0" indent="0">
              <a:buNone/>
            </a:pPr>
            <a:endParaRPr lang="en-US" sz="1400" dirty="0"/>
          </a:p>
        </p:txBody>
      </p:sp>
      <p:pic>
        <p:nvPicPr>
          <p:cNvPr id="5" name="Picture 4">
            <a:extLst>
              <a:ext uri="{FF2B5EF4-FFF2-40B4-BE49-F238E27FC236}">
                <a16:creationId xmlns="" xmlns:a16="http://schemas.microsoft.com/office/drawing/2014/main" id="{28BF749E-A6F4-49B7-89C4-E16A500D37D3}"/>
              </a:ext>
            </a:extLst>
          </p:cNvPr>
          <p:cNvPicPr>
            <a:picLocks noChangeAspect="1"/>
          </p:cNvPicPr>
          <p:nvPr/>
        </p:nvPicPr>
        <p:blipFill>
          <a:blip r:embed="rId2"/>
          <a:stretch>
            <a:fillRect/>
          </a:stretch>
        </p:blipFill>
        <p:spPr>
          <a:xfrm>
            <a:off x="5276089" y="2213420"/>
            <a:ext cx="6269479" cy="4028140"/>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18536839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73487" y="301938"/>
            <a:ext cx="10174310" cy="6304924"/>
          </a:xfrm>
        </p:spPr>
        <p:txBody>
          <a:bodyPr>
            <a:normAutofit/>
          </a:bodyPr>
          <a:lstStyle/>
          <a:p>
            <a:pPr marL="0" indent="0" algn="just">
              <a:buNone/>
            </a:pPr>
            <a:r>
              <a:rPr lang="en-US" sz="2200" dirty="0" smtClean="0">
                <a:latin typeface="Times New Roman" pitchFamily="18" charset="0"/>
                <a:cs typeface="Times New Roman" pitchFamily="18" charset="0"/>
              </a:rPr>
              <a:t>A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học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viên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1 </a:t>
            </a:r>
            <a:r>
              <a:rPr lang="en-US" sz="2200" dirty="0" err="1">
                <a:latin typeface="Times New Roman" pitchFamily="18" charset="0"/>
                <a:cs typeface="Times New Roman" pitchFamily="18" charset="0"/>
              </a:rPr>
              <a:t>trường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dạy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nghề</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Vì</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có</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xích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mích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nhân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với</a:t>
            </a:r>
            <a:r>
              <a:rPr lang="en-US" sz="2200" dirty="0">
                <a:latin typeface="Times New Roman" pitchFamily="18" charset="0"/>
                <a:cs typeface="Times New Roman" pitchFamily="18" charset="0"/>
              </a:rPr>
              <a:t> B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bạn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cùng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lớp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nên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đánh</a:t>
            </a:r>
            <a:r>
              <a:rPr lang="en-US" sz="2200" dirty="0">
                <a:latin typeface="Times New Roman" pitchFamily="18" charset="0"/>
                <a:cs typeface="Times New Roman" pitchFamily="18" charset="0"/>
              </a:rPr>
              <a:t> B </a:t>
            </a:r>
            <a:r>
              <a:rPr lang="en-US" sz="2200" dirty="0" err="1">
                <a:latin typeface="Times New Roman" pitchFamily="18" charset="0"/>
                <a:cs typeface="Times New Roman" pitchFamily="18" charset="0"/>
              </a:rPr>
              <a:t>bị</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tích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với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tỷ</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lệ</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tật</a:t>
            </a:r>
            <a:r>
              <a:rPr lang="en-US" sz="2200" dirty="0">
                <a:latin typeface="Times New Roman" pitchFamily="18" charset="0"/>
                <a:cs typeface="Times New Roman" pitchFamily="18" charset="0"/>
              </a:rPr>
              <a:t> 30%. </a:t>
            </a:r>
            <a:r>
              <a:rPr lang="en-US" sz="2200" dirty="0" err="1">
                <a:latin typeface="Times New Roman" pitchFamily="18" charset="0"/>
                <a:cs typeface="Times New Roman" pitchFamily="18" charset="0"/>
              </a:rPr>
              <a:t>Vì</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thế</a:t>
            </a:r>
            <a:r>
              <a:rPr lang="en-US" sz="2200" dirty="0">
                <a:latin typeface="Times New Roman" pitchFamily="18" charset="0"/>
                <a:cs typeface="Times New Roman" pitchFamily="18" charset="0"/>
              </a:rPr>
              <a:t> B </a:t>
            </a:r>
            <a:r>
              <a:rPr lang="en-US" sz="2200" dirty="0" err="1">
                <a:latin typeface="Times New Roman" pitchFamily="18" charset="0"/>
                <a:cs typeface="Times New Roman" pitchFamily="18" charset="0"/>
              </a:rPr>
              <a:t>phải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điều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trị</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bệnh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viện</a:t>
            </a:r>
            <a:r>
              <a:rPr lang="en-US" sz="2200" dirty="0">
                <a:latin typeface="Times New Roman" pitchFamily="18" charset="0"/>
                <a:cs typeface="Times New Roman" pitchFamily="18" charset="0"/>
              </a:rPr>
              <a:t> 15 </a:t>
            </a:r>
            <a:r>
              <a:rPr lang="en-US" sz="2200" dirty="0" err="1">
                <a:latin typeface="Times New Roman" pitchFamily="18" charset="0"/>
                <a:cs typeface="Times New Roman" pitchFamily="18" charset="0"/>
              </a:rPr>
              <a:t>ngày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và</a:t>
            </a:r>
            <a:r>
              <a:rPr lang="en-US" sz="2200" dirty="0">
                <a:latin typeface="Times New Roman" pitchFamily="18" charset="0"/>
                <a:cs typeface="Times New Roman" pitchFamily="18" charset="0"/>
              </a:rPr>
              <a:t> chi </a:t>
            </a:r>
            <a:r>
              <a:rPr lang="en-US" sz="2200" dirty="0" err="1">
                <a:latin typeface="Times New Roman" pitchFamily="18" charset="0"/>
                <a:cs typeface="Times New Roman" pitchFamily="18" charset="0"/>
              </a:rPr>
              <a:t>phí</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điều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trị</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bệnh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5.320.000 </a:t>
            </a:r>
            <a:r>
              <a:rPr lang="en-US" sz="2200" dirty="0" err="1">
                <a:latin typeface="Times New Roman" pitchFamily="18" charset="0"/>
                <a:cs typeface="Times New Roman" pitchFamily="18" charset="0"/>
              </a:rPr>
              <a:t>đồng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Việc</a:t>
            </a:r>
            <a:r>
              <a:rPr lang="en-US" sz="2200" dirty="0">
                <a:latin typeface="Times New Roman" pitchFamily="18" charset="0"/>
                <a:cs typeface="Times New Roman" pitchFamily="18" charset="0"/>
              </a:rPr>
              <a:t> A </a:t>
            </a:r>
            <a:r>
              <a:rPr lang="en-US" sz="2200" dirty="0" err="1">
                <a:latin typeface="Times New Roman" pitchFamily="18" charset="0"/>
                <a:cs typeface="Times New Roman" pitchFamily="18" charset="0"/>
              </a:rPr>
              <a:t>cố</a:t>
            </a:r>
            <a:r>
              <a:rPr lang="en-US" sz="2200" dirty="0">
                <a:latin typeface="Times New Roman" pitchFamily="18" charset="0"/>
                <a:cs typeface="Times New Roman" pitchFamily="18" charset="0"/>
              </a:rPr>
              <a:t> ý </a:t>
            </a:r>
            <a:r>
              <a:rPr lang="en-US" sz="2200" dirty="0" err="1">
                <a:latin typeface="Times New Roman" pitchFamily="18" charset="0"/>
                <a:cs typeface="Times New Roman" pitchFamily="18" charset="0"/>
              </a:rPr>
              <a:t>gây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tích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B </a:t>
            </a:r>
            <a:r>
              <a:rPr lang="en-US" sz="2200" dirty="0" err="1">
                <a:latin typeface="Times New Roman" pitchFamily="18" charset="0"/>
                <a:cs typeface="Times New Roman" pitchFamily="18" charset="0"/>
              </a:rPr>
              <a:t>đã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sinh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các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hệ</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luật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sau</a:t>
            </a:r>
            <a:r>
              <a:rPr lang="en-US" sz="2200" dirty="0">
                <a:latin typeface="Times New Roman" pitchFamily="18" charset="0"/>
                <a:cs typeface="Times New Roman" pitchFamily="18" charset="0"/>
              </a:rPr>
              <a:t>:</a:t>
            </a:r>
          </a:p>
          <a:p>
            <a:pPr marL="0" lvl="0" indent="0" algn="just">
              <a:buNone/>
            </a:pPr>
            <a:r>
              <a:rPr lang="en-US" sz="2200" dirty="0">
                <a:latin typeface="Times New Roman" pitchFamily="18" charset="0"/>
                <a:cs typeface="Times New Roman" pitchFamily="18" charset="0"/>
              </a:rPr>
              <a:t>a)  A </a:t>
            </a:r>
            <a:r>
              <a:rPr lang="en-US" sz="2200" dirty="0" err="1">
                <a:latin typeface="Times New Roman" pitchFamily="18" charset="0"/>
                <a:cs typeface="Times New Roman" pitchFamily="18" charset="0"/>
              </a:rPr>
              <a:t>bị</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Tòa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án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tuyên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phạt</a:t>
            </a:r>
            <a:r>
              <a:rPr lang="en-US" sz="2200" dirty="0">
                <a:latin typeface="Times New Roman" pitchFamily="18" charset="0"/>
                <a:cs typeface="Times New Roman" pitchFamily="18" charset="0"/>
              </a:rPr>
              <a:t> 1 </a:t>
            </a:r>
            <a:r>
              <a:rPr lang="en-US" sz="2200" dirty="0" err="1">
                <a:latin typeface="Times New Roman" pitchFamily="18" charset="0"/>
                <a:cs typeface="Times New Roman" pitchFamily="18" charset="0"/>
              </a:rPr>
              <a:t>năm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tù</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về</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việc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gây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tích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B.</a:t>
            </a:r>
          </a:p>
          <a:p>
            <a:pPr marL="0" lvl="0" indent="0" algn="just">
              <a:buNone/>
            </a:pPr>
            <a:r>
              <a:rPr lang="en-US" sz="2200" dirty="0">
                <a:latin typeface="Times New Roman" pitchFamily="18" charset="0"/>
                <a:cs typeface="Times New Roman" pitchFamily="18" charset="0"/>
              </a:rPr>
              <a:t>b) A </a:t>
            </a:r>
            <a:r>
              <a:rPr lang="en-US" sz="2200" dirty="0" err="1">
                <a:latin typeface="Times New Roman" pitchFamily="18" charset="0"/>
                <a:cs typeface="Times New Roman" pitchFamily="18" charset="0"/>
              </a:rPr>
              <a:t>phải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bồi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B </a:t>
            </a:r>
            <a:r>
              <a:rPr lang="en-US" sz="2200" dirty="0" err="1">
                <a:latin typeface="Times New Roman" pitchFamily="18" charset="0"/>
                <a:cs typeface="Times New Roman" pitchFamily="18" charset="0"/>
              </a:rPr>
              <a:t>toàn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bộ</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số</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tiền</a:t>
            </a:r>
            <a:r>
              <a:rPr lang="en-US" sz="2200" dirty="0">
                <a:latin typeface="Times New Roman" pitchFamily="18" charset="0"/>
                <a:cs typeface="Times New Roman" pitchFamily="18" charset="0"/>
              </a:rPr>
              <a:t> chi </a:t>
            </a:r>
            <a:r>
              <a:rPr lang="en-US" sz="2200" dirty="0" err="1">
                <a:latin typeface="Times New Roman" pitchFamily="18" charset="0"/>
                <a:cs typeface="Times New Roman" pitchFamily="18" charset="0"/>
              </a:rPr>
              <a:t>phí</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điều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trị</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bệnh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viện</a:t>
            </a:r>
            <a:r>
              <a:rPr lang="en-US" sz="2200" dirty="0">
                <a:latin typeface="Times New Roman" pitchFamily="18" charset="0"/>
                <a:cs typeface="Times New Roman" pitchFamily="18" charset="0"/>
              </a:rPr>
              <a:t>.</a:t>
            </a:r>
          </a:p>
          <a:p>
            <a:pPr marL="0" lvl="0" indent="0" algn="just">
              <a:buNone/>
            </a:pPr>
            <a:r>
              <a:rPr lang="en-US" sz="2200" dirty="0">
                <a:latin typeface="Times New Roman" pitchFamily="18" charset="0"/>
                <a:cs typeface="Times New Roman" pitchFamily="18" charset="0"/>
              </a:rPr>
              <a:t>c) A </a:t>
            </a:r>
            <a:r>
              <a:rPr lang="en-US" sz="2200" dirty="0" err="1">
                <a:latin typeface="Times New Roman" pitchFamily="18" charset="0"/>
                <a:cs typeface="Times New Roman" pitchFamily="18" charset="0"/>
              </a:rPr>
              <a:t>bị</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dạy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nghề</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buộc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thôi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học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vì</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có</a:t>
            </a:r>
            <a:r>
              <a:rPr lang="en-US" sz="2200" dirty="0">
                <a:latin typeface="Times New Roman" pitchFamily="18" charset="0"/>
                <a:cs typeface="Times New Roman" pitchFamily="18" charset="0"/>
              </a:rPr>
              <a:t> vi </a:t>
            </a:r>
            <a:r>
              <a:rPr lang="en-US" sz="2200" dirty="0" err="1">
                <a:latin typeface="Times New Roman" pitchFamily="18" charset="0"/>
                <a:cs typeface="Times New Roman" pitchFamily="18" charset="0"/>
              </a:rPr>
              <a:t>phạm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nghiêm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trọng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đến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trường</a:t>
            </a:r>
            <a:r>
              <a:rPr lang="en-US" sz="2200" dirty="0">
                <a:latin typeface="Times New Roman" pitchFamily="18" charset="0"/>
                <a:cs typeface="Times New Roman" pitchFamily="18" charset="0"/>
              </a:rPr>
              <a:t>.</a:t>
            </a:r>
          </a:p>
          <a:p>
            <a:pPr marL="0" indent="0" algn="just">
              <a:buNone/>
            </a:pPr>
            <a:r>
              <a:rPr lang="en-US" sz="2200" dirty="0" err="1">
                <a:latin typeface="Times New Roman" pitchFamily="18" charset="0"/>
                <a:cs typeface="Times New Roman" pitchFamily="18" charset="0"/>
              </a:rPr>
              <a:t>Anh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chị</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hãy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xác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định</a:t>
            </a:r>
            <a:r>
              <a:rPr lang="en-US" sz="2200" dirty="0">
                <a:latin typeface="Times New Roman" pitchFamily="18" charset="0"/>
                <a:cs typeface="Times New Roman" pitchFamily="18" charset="0"/>
              </a:rPr>
              <a:t>:</a:t>
            </a:r>
          </a:p>
          <a:p>
            <a:pPr marL="0" lvl="0" indent="0" algn="just">
              <a:buNone/>
            </a:pPr>
            <a:r>
              <a:rPr lang="en-US" sz="2200" dirty="0">
                <a:latin typeface="Times New Roman" pitchFamily="18" charset="0"/>
                <a:cs typeface="Times New Roman" pitchFamily="18" charset="0"/>
              </a:rPr>
              <a:t>1.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hệ</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nào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hệ</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luật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hình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sao</a:t>
            </a:r>
            <a:r>
              <a:rPr lang="en-US" sz="2200" dirty="0">
                <a:latin typeface="Times New Roman" pitchFamily="18" charset="0"/>
                <a:cs typeface="Times New Roman" pitchFamily="18" charset="0"/>
              </a:rPr>
              <a:t>?</a:t>
            </a:r>
          </a:p>
          <a:p>
            <a:pPr marL="0" lvl="0" indent="0" algn="just">
              <a:buNone/>
            </a:pPr>
            <a:r>
              <a:rPr lang="en-US" sz="2200" dirty="0">
                <a:latin typeface="Times New Roman" pitchFamily="18" charset="0"/>
                <a:cs typeface="Times New Roman" pitchFamily="18" charset="0"/>
              </a:rPr>
              <a:t>2.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lý</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sinh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hệ</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luật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hình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trong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vụ</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án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này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gì</a:t>
            </a:r>
            <a:r>
              <a:rPr lang="en-US" sz="2200" dirty="0">
                <a:latin typeface="Times New Roman" pitchFamily="18" charset="0"/>
                <a:cs typeface="Times New Roman" pitchFamily="18" charset="0"/>
              </a:rPr>
              <a:t>?</a:t>
            </a:r>
          </a:p>
          <a:p>
            <a:pPr marL="0" lvl="0" indent="0" algn="just">
              <a:buNone/>
            </a:pPr>
            <a:r>
              <a:rPr lang="en-US" sz="2200" dirty="0">
                <a:latin typeface="Times New Roman" pitchFamily="18" charset="0"/>
                <a:cs typeface="Times New Roman" pitchFamily="18" charset="0"/>
              </a:rPr>
              <a:t>3. A </a:t>
            </a:r>
            <a:r>
              <a:rPr lang="en-US" sz="2200" dirty="0" err="1">
                <a:latin typeface="Times New Roman" pitchFamily="18" charset="0"/>
                <a:cs typeface="Times New Roman" pitchFamily="18" charset="0"/>
              </a:rPr>
              <a:t>có</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thể</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nhờ</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người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khác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tham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hệ</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luật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hình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thay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mình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được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không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sao</a:t>
            </a:r>
            <a:r>
              <a:rPr lang="en-US" sz="2200" dirty="0">
                <a:latin typeface="Times New Roman" pitchFamily="18" charset="0"/>
                <a:cs typeface="Times New Roman" pitchFamily="18" charset="0"/>
              </a:rPr>
              <a:t>?</a:t>
            </a:r>
          </a:p>
          <a:p>
            <a:pPr marL="0" indent="0" algn="just">
              <a:buNone/>
            </a:pPr>
            <a:r>
              <a:rPr lang="en-US" sz="2200" dirty="0">
                <a:latin typeface="Times New Roman" pitchFamily="18" charset="0"/>
                <a:cs typeface="Times New Roman" pitchFamily="18" charset="0"/>
              </a:rPr>
              <a:t>4. </a:t>
            </a:r>
            <a:r>
              <a:rPr lang="en-US" sz="2200" dirty="0" err="1">
                <a:latin typeface="Times New Roman" pitchFamily="18" charset="0"/>
                <a:cs typeface="Times New Roman" pitchFamily="18" charset="0"/>
              </a:rPr>
              <a:t>Quyền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nghĩa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vụ</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lý</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hình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 </a:t>
            </a:r>
            <a:r>
              <a:rPr lang="en-US" sz="2200" dirty="0" err="1">
                <a:latin typeface="Times New Roman" pitchFamily="18" charset="0"/>
                <a:cs typeface="Times New Roman" pitchFamily="18" charset="0"/>
              </a:rPr>
              <a:t>khi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tham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hệ</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luật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hình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a:t>
            </a:r>
            <a:endParaRPr lang="en-US" sz="2200" b="1" dirty="0">
              <a:latin typeface="Times New Roman" pitchFamily="18" charset="0"/>
              <a:cs typeface="Times New Roman" pitchFamily="18" charset="0"/>
            </a:endParaRPr>
          </a:p>
          <a:p>
            <a:pPr marL="0" indent="0">
              <a:buNone/>
            </a:pPr>
            <a:endParaRPr lang="en-US" dirty="0"/>
          </a:p>
        </p:txBody>
      </p:sp>
    </p:spTree>
    <p:extLst>
      <p:ext uri="{BB962C8B-B14F-4D97-AF65-F5344CB8AC3E}">
        <p14:creationId xmlns:p14="http://schemas.microsoft.com/office/powerpoint/2010/main" val="755551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089347-BF17-41C5-982C-CE4D47A038F9}"/>
              </a:ext>
            </a:extLst>
          </p:cNvPr>
          <p:cNvSpPr>
            <a:spLocks noGrp="1"/>
          </p:cNvSpPr>
          <p:nvPr>
            <p:ph type="title"/>
          </p:nvPr>
        </p:nvSpPr>
        <p:spPr>
          <a:xfrm>
            <a:off x="680321" y="753228"/>
            <a:ext cx="9365200" cy="1080938"/>
          </a:xfrm>
        </p:spPr>
        <p:txBody>
          <a:bodyPr>
            <a:normAutofit/>
          </a:bodyPr>
          <a:lstStyle/>
          <a:p>
            <a:r>
              <a:rPr lang="en-US" dirty="0" smtClean="0">
                <a:latin typeface="Times New Roman" pitchFamily="18" charset="0"/>
                <a:cs typeface="Times New Roman" pitchFamily="18" charset="0"/>
              </a:rPr>
              <a:t>BẢN CHẤT GIAI CẤP CỦA LUẬT HÌNH SỰ </a:t>
            </a:r>
            <a:endParaRPr lang="en-US" dirty="0">
              <a:latin typeface="Times New Roman" pitchFamily="18" charset="0"/>
              <a:cs typeface="Times New Roman" pitchFamily="18" charset="0"/>
            </a:endParaRPr>
          </a:p>
        </p:txBody>
      </p:sp>
      <p:pic>
        <p:nvPicPr>
          <p:cNvPr id="5" name="Picture 4">
            <a:extLst>
              <a:ext uri="{FF2B5EF4-FFF2-40B4-BE49-F238E27FC236}">
                <a16:creationId xmlns="" xmlns:a16="http://schemas.microsoft.com/office/drawing/2014/main" id="{362E75D5-54ED-4B0C-82EA-9B131932265C}"/>
              </a:ext>
            </a:extLst>
          </p:cNvPr>
          <p:cNvPicPr>
            <a:picLocks noChangeAspect="1"/>
          </p:cNvPicPr>
          <p:nvPr/>
        </p:nvPicPr>
        <p:blipFill rotWithShape="1">
          <a:blip r:embed="rId2"/>
          <a:srcRect l="1396" r="3" b="3"/>
          <a:stretch/>
        </p:blipFill>
        <p:spPr>
          <a:xfrm>
            <a:off x="519192" y="2446986"/>
            <a:ext cx="5333431" cy="3204806"/>
          </a:xfrm>
          <a:prstGeom prst="rect">
            <a:avLst/>
          </a:prstGeom>
          <a:ln>
            <a:noFill/>
          </a:ln>
          <a:effectLst>
            <a:outerShdw blurRad="76200" dist="63500" dir="5040000" algn="tl" rotWithShape="0">
              <a:srgbClr val="000000">
                <a:alpha val="41000"/>
              </a:srgbClr>
            </a:outerShdw>
          </a:effectLst>
        </p:spPr>
      </p:pic>
      <p:pic>
        <p:nvPicPr>
          <p:cNvPr id="7" name="Picture 6">
            <a:extLst>
              <a:ext uri="{FF2B5EF4-FFF2-40B4-BE49-F238E27FC236}">
                <a16:creationId xmlns="" xmlns:a16="http://schemas.microsoft.com/office/drawing/2014/main" id="{867117C8-2230-446B-9B68-D8E94C2B2DD5}"/>
              </a:ext>
            </a:extLst>
          </p:cNvPr>
          <p:cNvPicPr>
            <a:picLocks noChangeAspect="1"/>
          </p:cNvPicPr>
          <p:nvPr/>
        </p:nvPicPr>
        <p:blipFill rotWithShape="1">
          <a:blip r:embed="rId3"/>
          <a:srcRect l="220" r="4" b="4"/>
          <a:stretch/>
        </p:blipFill>
        <p:spPr>
          <a:xfrm>
            <a:off x="6350060" y="2446986"/>
            <a:ext cx="5354132" cy="3112252"/>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26227982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AD6CCB-BC5B-4DE1-A529-D04BC35F5D94}"/>
              </a:ext>
            </a:extLst>
          </p:cNvPr>
          <p:cNvSpPr>
            <a:spLocks noGrp="1"/>
          </p:cNvSpPr>
          <p:nvPr>
            <p:ph type="title"/>
          </p:nvPr>
        </p:nvSpPr>
        <p:spPr/>
        <p:txBody>
          <a:bodyPr/>
          <a:lstStyle/>
          <a:p>
            <a:r>
              <a:rPr lang="en-US" dirty="0" smtClean="0">
                <a:latin typeface="Times New Roman" pitchFamily="18" charset="0"/>
                <a:cs typeface="Times New Roman" pitchFamily="18" charset="0"/>
              </a:rPr>
              <a:t>NHIỆM VỤ CỦA LUẬT HÌNH 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FA74D256-E8C2-4560-BB11-453403586426}"/>
              </a:ext>
            </a:extLst>
          </p:cNvPr>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Bảo</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an </a:t>
            </a:r>
            <a:r>
              <a:rPr lang="en-US" sz="2800" dirty="0" err="1">
                <a:latin typeface="Times New Roman" pitchFamily="18" charset="0"/>
                <a:cs typeface="Times New Roman" pitchFamily="18" charset="0"/>
              </a:rPr>
              <a:t>ninh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XHCN,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con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đẳng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mọi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mọi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phòng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ngừa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1 BLHS </a:t>
            </a:r>
            <a:r>
              <a:rPr lang="en-US" sz="2800" dirty="0" err="1" smtClean="0">
                <a:latin typeface="Times New Roman" pitchFamily="18" charset="0"/>
                <a:cs typeface="Times New Roman" pitchFamily="18" charset="0"/>
              </a:rPr>
              <a:t>năm</a:t>
            </a:r>
            <a:r>
              <a:rPr lang="en-US" sz="2800" dirty="0" smtClean="0">
                <a:latin typeface="Times New Roman" pitchFamily="18" charset="0"/>
                <a:cs typeface="Times New Roman" pitchFamily="18" charset="0"/>
              </a:rPr>
              <a:t> 2015 – </a:t>
            </a:r>
            <a:r>
              <a:rPr lang="en-US" sz="2800" dirty="0" err="1" smtClean="0">
                <a:latin typeface="Times New Roman" pitchFamily="18" charset="0"/>
                <a:cs typeface="Times New Roman" pitchFamily="18" charset="0"/>
              </a:rPr>
              <a:t>sửa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bổ</a:t>
            </a:r>
            <a:r>
              <a:rPr lang="en-US" sz="2800" dirty="0" smtClean="0">
                <a:latin typeface="Times New Roman" pitchFamily="18" charset="0"/>
                <a:cs typeface="Times New Roman" pitchFamily="18" charset="0"/>
              </a:rPr>
              <a:t> sung </a:t>
            </a:r>
            <a:r>
              <a:rPr lang="en-US" sz="2800" dirty="0" err="1" smtClean="0">
                <a:latin typeface="Times New Roman" pitchFamily="18" charset="0"/>
                <a:cs typeface="Times New Roman" pitchFamily="18" charset="0"/>
              </a:rPr>
              <a:t>năm</a:t>
            </a:r>
            <a:r>
              <a:rPr lang="en-US" sz="2800" dirty="0" smtClean="0">
                <a:latin typeface="Times New Roman" pitchFamily="18" charset="0"/>
                <a:cs typeface="Times New Roman" pitchFamily="18" charset="0"/>
              </a:rPr>
              <a:t> 2017).</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0525858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 xmlns:a16="http://schemas.microsoft.com/office/drawing/2014/main" id="{BDE2FA70-7AFB-4306-8A6F-05575DE0284E}"/>
              </a:ext>
            </a:extLst>
          </p:cNvPr>
          <p:cNvGraphicFramePr>
            <a:graphicFrameLocks noGrp="1"/>
          </p:cNvGraphicFramePr>
          <p:nvPr>
            <p:ph idx="4294967295"/>
            <p:extLst>
              <p:ext uri="{D42A27DB-BD31-4B8C-83A1-F6EECF244321}">
                <p14:modId xmlns:p14="http://schemas.microsoft.com/office/powerpoint/2010/main" val="3921254662"/>
              </p:ext>
            </p:extLst>
          </p:nvPr>
        </p:nvGraphicFramePr>
        <p:xfrm>
          <a:off x="695460" y="424220"/>
          <a:ext cx="9432925" cy="5937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17567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II. NGUỒN VÀ HIỆU LỰC CỦA LUẬT HÌNH SỰ VIỆT NAM, CẤU TẠO CỦA BỘ LUẬT HÌNH SỰ</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b="1" dirty="0" err="1" smtClean="0">
                <a:latin typeface="Times New Roman" pitchFamily="18" charset="0"/>
                <a:cs typeface="Times New Roman" pitchFamily="18" charset="0"/>
              </a:rPr>
              <a:t>Nguồn</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của</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luật</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hình</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sự</a:t>
            </a:r>
            <a:r>
              <a:rPr lang="en-US" sz="2800" b="1"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Việt</a:t>
            </a:r>
            <a:r>
              <a:rPr lang="en-US" sz="2800" dirty="0" smtClean="0">
                <a:latin typeface="Times New Roman" pitchFamily="18" charset="0"/>
                <a:cs typeface="Times New Roman" pitchFamily="18" charset="0"/>
              </a:rPr>
              <a:t> Nam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nội</a:t>
            </a:r>
            <a:r>
              <a:rPr lang="en-US" sz="2800" dirty="0" smtClean="0">
                <a:latin typeface="Times New Roman" pitchFamily="18" charset="0"/>
                <a:cs typeface="Times New Roman" pitchFamily="18" charset="0"/>
              </a:rPr>
              <a:t> dung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15489"/>
            <a:ext cx="5573065" cy="324251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6845" y="3615488"/>
            <a:ext cx="4759649" cy="324251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6142" y="3615489"/>
            <a:ext cx="4375858" cy="3242511"/>
          </a:xfrm>
          <a:prstGeom prst="rect">
            <a:avLst/>
          </a:prstGeom>
        </p:spPr>
      </p:pic>
    </p:spTree>
    <p:extLst>
      <p:ext uri="{BB962C8B-B14F-4D97-AF65-F5344CB8AC3E}">
        <p14:creationId xmlns:p14="http://schemas.microsoft.com/office/powerpoint/2010/main" val="10330927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HIỆU LỰC CỦA LUẬT HÌNH SỰ</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Tx/>
              <a:buChar char="-"/>
            </a:pP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gian</a:t>
            </a:r>
            <a:endParaRPr lang="en-US" sz="2800" dirty="0" smtClean="0">
              <a:latin typeface="Times New Roman" pitchFamily="18" charset="0"/>
              <a:cs typeface="Times New Roman" pitchFamily="18" charset="0"/>
            </a:endParaRPr>
          </a:p>
          <a:p>
            <a:pPr>
              <a:buFontTx/>
              <a:buChar char="-"/>
            </a:pP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gian</a:t>
            </a: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2250" y="3524250"/>
            <a:ext cx="5619750" cy="3333750"/>
          </a:xfrm>
          <a:prstGeom prst="rect">
            <a:avLst/>
          </a:prstGeom>
        </p:spPr>
      </p:pic>
    </p:spTree>
    <p:extLst>
      <p:ext uri="{BB962C8B-B14F-4D97-AF65-F5344CB8AC3E}">
        <p14:creationId xmlns:p14="http://schemas.microsoft.com/office/powerpoint/2010/main" val="24958328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HIỆU LỰC CỦA LUẬT HÌNH SỰ THEO KHÔNG GIAN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Việt</a:t>
            </a:r>
            <a:r>
              <a:rPr lang="en-US" sz="2800" dirty="0" smtClean="0">
                <a:latin typeface="Times New Roman" pitchFamily="18" charset="0"/>
                <a:cs typeface="Times New Roman" pitchFamily="18" charset="0"/>
              </a:rPr>
              <a:t> Nam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a:t>
            </a:r>
          </a:p>
          <a:p>
            <a:pPr marL="0" indent="0" algn="just">
              <a:buNone/>
            </a:pP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Nguyên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tắc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quyền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quốc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tắc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lãnh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thổ</a:t>
            </a:r>
            <a:r>
              <a:rPr lang="en-US" sz="2800" dirty="0" smtClean="0">
                <a:latin typeface="Times New Roman" pitchFamily="18" charset="0"/>
                <a:cs typeface="Times New Roman" pitchFamily="18" charset="0"/>
              </a:rPr>
              <a:t>)</a:t>
            </a:r>
          </a:p>
          <a:p>
            <a:pPr algn="just">
              <a:buFontTx/>
              <a:buChar char="-"/>
            </a:pPr>
            <a:r>
              <a:rPr lang="en-US" sz="2800" dirty="0" err="1" smtClean="0">
                <a:latin typeface="Times New Roman" pitchFamily="18" charset="0"/>
                <a:cs typeface="Times New Roman" pitchFamily="18" charset="0"/>
              </a:rPr>
              <a:t>Nguyên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tắc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quốc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tịch</a:t>
            </a: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Nguyên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tắc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phổ</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cập</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9704606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714" y="457200"/>
            <a:ext cx="9220200" cy="5943600"/>
          </a:xfrm>
          <a:prstGeom prst="rect">
            <a:avLst/>
          </a:prstGeom>
        </p:spPr>
      </p:pic>
    </p:spTree>
    <p:extLst>
      <p:ext uri="{BB962C8B-B14F-4D97-AF65-F5344CB8AC3E}">
        <p14:creationId xmlns:p14="http://schemas.microsoft.com/office/powerpoint/2010/main" val="4562177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40912" y="559516"/>
            <a:ext cx="9813701" cy="5751132"/>
          </a:xfrm>
        </p:spPr>
        <p:txBody>
          <a:bodyPr>
            <a:normAutofit/>
          </a:bodyPr>
          <a:lstStyle/>
          <a:p>
            <a:pPr marL="0" indent="0" algn="just">
              <a:buNone/>
            </a:pPr>
            <a:r>
              <a:rPr lang="en-US" sz="2800" dirty="0">
                <a:latin typeface="Times New Roman" pitchFamily="18" charset="0"/>
                <a:cs typeface="Times New Roman" pitchFamily="18" charset="0"/>
              </a:rPr>
              <a:t>A 30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sân</a:t>
            </a:r>
            <a:r>
              <a:rPr lang="en-US" sz="2800" dirty="0">
                <a:latin typeface="Times New Roman" pitchFamily="18" charset="0"/>
                <a:cs typeface="Times New Roman" pitchFamily="18" charset="0"/>
              </a:rPr>
              <a:t> bay </a:t>
            </a:r>
            <a:r>
              <a:rPr lang="en-US" sz="2800" dirty="0" err="1">
                <a:latin typeface="Times New Roman" pitchFamily="18" charset="0"/>
                <a:cs typeface="Times New Roman" pitchFamily="18" charset="0"/>
              </a:rPr>
              <a:t>Tân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mang</a:t>
            </a:r>
            <a:r>
              <a:rPr lang="en-US" sz="2800" dirty="0">
                <a:latin typeface="Times New Roman" pitchFamily="18" charset="0"/>
                <a:cs typeface="Times New Roman" pitchFamily="18" charset="0"/>
              </a:rPr>
              <a:t> 50.000 USD </a:t>
            </a:r>
            <a:r>
              <a:rPr lang="en-US" sz="2800" dirty="0" err="1">
                <a:latin typeface="Times New Roman" pitchFamily="18" charset="0"/>
                <a:cs typeface="Times New Roman" pitchFamily="18" charset="0"/>
              </a:rPr>
              <a:t>trái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phép</a:t>
            </a:r>
            <a:r>
              <a:rPr lang="en-US" sz="2800" dirty="0">
                <a:latin typeface="Times New Roman" pitchFamily="18" charset="0"/>
                <a:cs typeface="Times New Roman" pitchFamily="18" charset="0"/>
              </a:rPr>
              <a:t> sang </a:t>
            </a:r>
            <a:r>
              <a:rPr lang="en-US" sz="2800" dirty="0" err="1">
                <a:latin typeface="Times New Roman" pitchFamily="18" charset="0"/>
                <a:cs typeface="Times New Roman" pitchFamily="18" charset="0"/>
              </a:rPr>
              <a:t>Lào</a:t>
            </a:r>
            <a:r>
              <a:rPr lang="en-US" sz="2800" dirty="0">
                <a:latin typeface="Times New Roman" pitchFamily="18" charset="0"/>
                <a:cs typeface="Times New Roman" pitchFamily="18" charset="0"/>
              </a:rPr>
              <a:t>. Qua </a:t>
            </a:r>
            <a:r>
              <a:rPr lang="en-US" sz="2800" dirty="0" err="1">
                <a:latin typeface="Times New Roman" pitchFamily="18" charset="0"/>
                <a:cs typeface="Times New Roman" pitchFamily="18" charset="0"/>
              </a:rPr>
              <a:t>thẩm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vấn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khai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3 </a:t>
            </a:r>
            <a:r>
              <a:rPr lang="en-US" sz="2800" dirty="0" err="1">
                <a:latin typeface="Times New Roman" pitchFamily="18" charset="0"/>
                <a:cs typeface="Times New Roman" pitchFamily="18" charset="0"/>
              </a:rPr>
              <a:t>tháng</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bán</a:t>
            </a:r>
            <a:r>
              <a:rPr lang="en-US" sz="2800" dirty="0">
                <a:latin typeface="Times New Roman" pitchFamily="18" charset="0"/>
                <a:cs typeface="Times New Roman" pitchFamily="18" charset="0"/>
              </a:rPr>
              <a:t> heroine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nợ</a:t>
            </a:r>
            <a:r>
              <a:rPr lang="en-US" sz="2800" dirty="0">
                <a:latin typeface="Times New Roman" pitchFamily="18" charset="0"/>
                <a:cs typeface="Times New Roman" pitchFamily="18" charset="0"/>
              </a:rPr>
              <a:t> 50.000 USD </a:t>
            </a:r>
            <a:r>
              <a:rPr lang="en-US" sz="2800" dirty="0" err="1">
                <a:latin typeface="Times New Roman" pitchFamily="18" charset="0"/>
                <a:cs typeface="Times New Roman" pitchFamily="18" charset="0"/>
              </a:rPr>
              <a:t>hẹn</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tháng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mua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hẹn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đem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nên</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qua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đòi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50.000 USD, A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1. </a:t>
            </a:r>
            <a:r>
              <a:rPr lang="en-US" sz="2800" dirty="0" err="1">
                <a:latin typeface="Times New Roman" pitchFamily="18" charset="0"/>
                <a:cs typeface="Times New Roman" pitchFamily="18" charset="0"/>
              </a:rPr>
              <a:t>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p>
          <a:p>
            <a:pPr marL="0" lvl="0" indent="0" algn="just">
              <a:buNone/>
            </a:pPr>
            <a:r>
              <a:rPr lang="en-US" sz="2800" dirty="0">
                <a:latin typeface="Times New Roman" pitchFamily="18" charset="0"/>
                <a:cs typeface="Times New Roman" pitchFamily="18" charset="0"/>
              </a:rPr>
              <a:t>2.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coi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hay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sao</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3. BLHS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sao</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109694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56823" y="430727"/>
            <a:ext cx="9800821" cy="6034467"/>
          </a:xfrm>
        </p:spPr>
        <p:txBody>
          <a:bodyPr>
            <a:normAutofit/>
          </a:bodyPr>
          <a:lstStyle/>
          <a:p>
            <a:pPr marL="0" indent="0" algn="just">
              <a:buNone/>
            </a:pPr>
            <a:r>
              <a:rPr lang="en-US" dirty="0">
                <a:latin typeface="Times New Roman" pitchFamily="18" charset="0"/>
                <a:cs typeface="Times New Roman" pitchFamily="18" charset="0"/>
              </a:rPr>
              <a:t>A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a:t>
            </a:r>
            <a:r>
              <a:rPr lang="en-US" dirty="0" err="1">
                <a:latin typeface="Times New Roman" pitchFamily="18" charset="0"/>
                <a:cs typeface="Times New Roman" pitchFamily="18" charset="0"/>
              </a:rPr>
              <a:t>thường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xuyên</a:t>
            </a:r>
            <a:r>
              <a:rPr lang="en-US" dirty="0">
                <a:latin typeface="Times New Roman" pitchFamily="18" charset="0"/>
                <a:cs typeface="Times New Roman" pitchFamily="18" charset="0"/>
              </a:rPr>
              <a:t> sang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móc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C (</a:t>
            </a:r>
            <a:r>
              <a:rPr lang="en-US" dirty="0" err="1">
                <a:latin typeface="Times New Roman" pitchFamily="18" charset="0"/>
                <a:cs typeface="Times New Roman" pitchFamily="18" charset="0"/>
              </a:rPr>
              <a:t>đều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buôn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a:t>
            </a:r>
            <a:r>
              <a:rPr lang="en-US" dirty="0" err="1">
                <a:latin typeface="Times New Roman" pitchFamily="18" charset="0"/>
                <a:cs typeface="Times New Roman" pitchFamily="18" charset="0"/>
              </a:rPr>
              <a:t>dụ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dỗ</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hứa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hẹn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nữ</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qua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kiếm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cao</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đã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qua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họ</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C.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cùng</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C </a:t>
            </a:r>
            <a:r>
              <a:rPr lang="en-US" dirty="0" err="1">
                <a:latin typeface="Times New Roman" pitchFamily="18" charset="0"/>
                <a:cs typeface="Times New Roman" pitchFamily="18" charset="0"/>
              </a:rPr>
              <a:t>đã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rồi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họ</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lấy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2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được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hiếp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a:t>
            </a:r>
          </a:p>
          <a:p>
            <a:pPr marL="0" indent="0" algn="just">
              <a:buNone/>
            </a:pPr>
            <a:r>
              <a:rPr lang="en-US" dirty="0" err="1">
                <a:latin typeface="Times New Roman" pitchFamily="18" charset="0"/>
                <a:cs typeface="Times New Roman" pitchFamily="18" charset="0"/>
              </a:rPr>
              <a:t>Anh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hãy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a:t>
            </a:r>
          </a:p>
          <a:p>
            <a:pPr marL="0" lvl="0" indent="0" algn="just">
              <a:buNone/>
            </a:pPr>
            <a:r>
              <a:rPr lang="en-US" dirty="0">
                <a:latin typeface="Times New Roman" pitchFamily="18" charset="0"/>
                <a:cs typeface="Times New Roman" pitchFamily="18" charset="0"/>
              </a:rPr>
              <a:t>1.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được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lãnh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sao</a:t>
            </a:r>
            <a:r>
              <a:rPr lang="en-US" dirty="0">
                <a:latin typeface="Times New Roman" pitchFamily="18" charset="0"/>
                <a:cs typeface="Times New Roman" pitchFamily="18" charset="0"/>
              </a:rPr>
              <a:t>?</a:t>
            </a:r>
          </a:p>
          <a:p>
            <a:pPr marL="0" lvl="0" indent="0" algn="just">
              <a:buNone/>
            </a:pPr>
            <a:r>
              <a:rPr lang="en-US" dirty="0">
                <a:latin typeface="Times New Roman" pitchFamily="18" charset="0"/>
                <a:cs typeface="Times New Roman" pitchFamily="18" charset="0"/>
              </a:rPr>
              <a:t>2. BLHS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sao</a:t>
            </a:r>
            <a:r>
              <a:rPr lang="en-US" dirty="0">
                <a:latin typeface="Times New Roman" pitchFamily="18" charset="0"/>
                <a:cs typeface="Times New Roman" pitchFamily="18" charset="0"/>
              </a:rPr>
              <a:t>?</a:t>
            </a:r>
          </a:p>
          <a:p>
            <a:pPr marL="0" lvl="0" indent="0" algn="just">
              <a:buNone/>
            </a:pPr>
            <a:r>
              <a:rPr lang="en-US" dirty="0">
                <a:latin typeface="Times New Roman" pitchFamily="18" charset="0"/>
                <a:cs typeface="Times New Roman" pitchFamily="18" charset="0"/>
              </a:rPr>
              <a:t>3. BLHS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hiếp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sao</a:t>
            </a:r>
            <a:r>
              <a:rPr lang="en-US" dirty="0">
                <a:latin typeface="Times New Roman" pitchFamily="18" charset="0"/>
                <a:cs typeface="Times New Roman" pitchFamily="18" charset="0"/>
              </a:rPr>
              <a:t>?</a:t>
            </a:r>
          </a:p>
          <a:p>
            <a:pPr marL="0" indent="0" algn="just">
              <a:buNone/>
            </a:pPr>
            <a:r>
              <a:rPr lang="en-US" dirty="0">
                <a:latin typeface="Times New Roman" pitchFamily="18" charset="0"/>
                <a:cs typeface="Times New Roman" pitchFamily="18" charset="0"/>
              </a:rPr>
              <a:t>4. Ai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a:t>
            </a:r>
          </a:p>
          <a:p>
            <a:pPr marL="0" indent="0">
              <a:buNone/>
            </a:pPr>
            <a:endParaRPr lang="en-US" dirty="0"/>
          </a:p>
        </p:txBody>
      </p:sp>
    </p:spTree>
    <p:extLst>
      <p:ext uri="{BB962C8B-B14F-4D97-AF65-F5344CB8AC3E}">
        <p14:creationId xmlns:p14="http://schemas.microsoft.com/office/powerpoint/2010/main" val="3737802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itchFamily="18" charset="0"/>
                <a:cs typeface="Times New Roman" pitchFamily="18" charset="0"/>
              </a:rPr>
              <a:t>HIỆU LỰC CỦA LUẬT HÌNH SỰ THEO THỜI GIAN</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Tx/>
              <a:buChar char="-"/>
            </a:pP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a:t>
            </a:r>
          </a:p>
          <a:p>
            <a:pPr marL="0" indent="0" algn="just">
              <a:buNone/>
            </a:pP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hồi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tố</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hiểu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38600902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 xmlns:a16="http://schemas.microsoft.com/office/drawing/2014/main" id="{5BBB3996-ECA8-4520-A971-56802FF8B07F}"/>
              </a:ext>
            </a:extLst>
          </p:cNvPr>
          <p:cNvGraphicFramePr>
            <a:graphicFrameLocks noGrp="1"/>
          </p:cNvGraphicFramePr>
          <p:nvPr>
            <p:ph idx="4294967295"/>
            <p:extLst>
              <p:ext uri="{D42A27DB-BD31-4B8C-83A1-F6EECF244321}">
                <p14:modId xmlns:p14="http://schemas.microsoft.com/office/powerpoint/2010/main" val="268679970"/>
              </p:ext>
            </p:extLst>
          </p:nvPr>
        </p:nvGraphicFramePr>
        <p:xfrm>
          <a:off x="502276" y="605308"/>
          <a:ext cx="10327649" cy="58727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00713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15155" y="585274"/>
            <a:ext cx="9852338" cy="5764011"/>
          </a:xfrm>
        </p:spPr>
        <p:txBody>
          <a:bodyPr>
            <a:normAutofit/>
          </a:bodyPr>
          <a:lstStyle/>
          <a:p>
            <a:pPr marL="0" indent="0" algn="just">
              <a:buNone/>
            </a:pPr>
            <a:r>
              <a:rPr lang="en-US" sz="2800" dirty="0" err="1" smtClean="0">
                <a:latin typeface="Times New Roman" pitchFamily="18" charset="0"/>
                <a:cs typeface="Times New Roman" pitchFamily="18" charset="0"/>
              </a:rPr>
              <a:t>Hãy</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1.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169 BLHS: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bắt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con tin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chiếm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02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07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a:t>
            </a:r>
          </a:p>
          <a:p>
            <a:pPr marL="0" lvl="0" indent="0" algn="just">
              <a:buNone/>
            </a:pPr>
            <a:r>
              <a:rPr lang="en-US" sz="2800" dirty="0">
                <a:latin typeface="Times New Roman" pitchFamily="18" charset="0"/>
                <a:cs typeface="Times New Roman" pitchFamily="18" charset="0"/>
              </a:rPr>
              <a:t>2.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4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249 BLHS: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15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20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3.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134 BLHS: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cố</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khỏe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tỷ</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11%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30%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11%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a:t>
            </a:r>
            <a:r>
              <a:rPr lang="en-US" sz="2800" dirty="0">
                <a:latin typeface="Times New Roman" pitchFamily="18" charset="0"/>
                <a:cs typeface="Times New Roman" pitchFamily="18" charset="0"/>
              </a:rPr>
              <a:t> u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03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06 </a:t>
            </a:r>
            <a:r>
              <a:rPr lang="en-US" sz="2800" dirty="0" err="1">
                <a:latin typeface="Times New Roman" pitchFamily="18" charset="0"/>
                <a:cs typeface="Times New Roman" pitchFamily="18" charset="0"/>
              </a:rPr>
              <a:t>tháng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03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2582920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6F6E5A-8FC1-49E7-A2D0-AA67958B7E9A}"/>
              </a:ext>
            </a:extLst>
          </p:cNvPr>
          <p:cNvSpPr>
            <a:spLocks noGrp="1"/>
          </p:cNvSpPr>
          <p:nvPr>
            <p:ph type="title"/>
          </p:nvPr>
        </p:nvSpPr>
        <p:spPr/>
        <p:txBody>
          <a:bodyPr>
            <a:normAutofit/>
          </a:bodyPr>
          <a:lstStyle/>
          <a:p>
            <a:r>
              <a:rPr lang="en-US" b="1" dirty="0">
                <a:solidFill>
                  <a:srgbClr val="FFFFFF"/>
                </a:solidFill>
                <a:latin typeface="Times New Roman" pitchFamily="18" charset="0"/>
                <a:cs typeface="Times New Roman" pitchFamily="18" charset="0"/>
              </a:rPr>
              <a:t>III. TỘI PHẠM</a:t>
            </a:r>
          </a:p>
        </p:txBody>
      </p:sp>
      <p:sp>
        <p:nvSpPr>
          <p:cNvPr id="3" name="Content Placeholder 2">
            <a:extLst>
              <a:ext uri="{FF2B5EF4-FFF2-40B4-BE49-F238E27FC236}">
                <a16:creationId xmlns="" xmlns:a16="http://schemas.microsoft.com/office/drawing/2014/main" id="{F7A69AA9-9FB3-4236-9A30-9C174DFBDDFD}"/>
              </a:ext>
            </a:extLst>
          </p:cNvPr>
          <p:cNvSpPr>
            <a:spLocks noGrp="1"/>
          </p:cNvSpPr>
          <p:nvPr>
            <p:ph idx="1"/>
          </p:nvPr>
        </p:nvSpPr>
        <p:spPr>
          <a:xfrm>
            <a:off x="680322" y="2228046"/>
            <a:ext cx="9687171" cy="3940934"/>
          </a:xfrm>
        </p:spPr>
        <p:txBody>
          <a:bodyPr>
            <a:noAutofit/>
          </a:bodyPr>
          <a:lstStyle/>
          <a:p>
            <a:pPr marL="0" indent="0" algn="just">
              <a:buNone/>
            </a:pPr>
            <a:r>
              <a:rPr lang="en-US" sz="2600" dirty="0" err="1" smtClean="0">
                <a:solidFill>
                  <a:srgbClr val="FFFFFF"/>
                </a:solidFill>
                <a:latin typeface="Times New Roman" pitchFamily="18" charset="0"/>
                <a:cs typeface="Times New Roman" pitchFamily="18" charset="0"/>
              </a:rPr>
              <a:t>Khoản</a:t>
            </a:r>
            <a:r>
              <a:rPr lang="en-US" sz="2600" dirty="0" smtClean="0">
                <a:solidFill>
                  <a:srgbClr val="FFFFFF"/>
                </a:solidFill>
                <a:latin typeface="Times New Roman" pitchFamily="18" charset="0"/>
                <a:cs typeface="Times New Roman" pitchFamily="18" charset="0"/>
              </a:rPr>
              <a:t> </a:t>
            </a:r>
            <a:r>
              <a:rPr lang="en-US" sz="2600" dirty="0">
                <a:solidFill>
                  <a:srgbClr val="FFFFFF"/>
                </a:solidFill>
                <a:latin typeface="Times New Roman" pitchFamily="18" charset="0"/>
                <a:cs typeface="Times New Roman" pitchFamily="18" charset="0"/>
              </a:rPr>
              <a:t>1 </a:t>
            </a:r>
            <a:r>
              <a:rPr lang="en-US" sz="2600" dirty="0" err="1">
                <a:solidFill>
                  <a:srgbClr val="FFFFFF"/>
                </a:solidFill>
                <a:latin typeface="Times New Roman" pitchFamily="18" charset="0"/>
                <a:cs typeface="Times New Roman" pitchFamily="18" charset="0"/>
              </a:rPr>
              <a:t>Điều</a:t>
            </a:r>
            <a:r>
              <a:rPr lang="en-US" sz="2600" dirty="0">
                <a:solidFill>
                  <a:srgbClr val="FFFFFF"/>
                </a:solidFill>
                <a:latin typeface="Times New Roman" pitchFamily="18" charset="0"/>
                <a:cs typeface="Times New Roman" pitchFamily="18" charset="0"/>
              </a:rPr>
              <a:t> </a:t>
            </a:r>
            <a:r>
              <a:rPr lang="en-US" sz="2600" dirty="0" smtClean="0">
                <a:solidFill>
                  <a:srgbClr val="FFFFFF"/>
                </a:solidFill>
                <a:latin typeface="Times New Roman" pitchFamily="18" charset="0"/>
                <a:cs typeface="Times New Roman" pitchFamily="18" charset="0"/>
              </a:rPr>
              <a:t>8 BLHS: </a:t>
            </a:r>
            <a:r>
              <a:rPr lang="vi-VN" sz="2600" i="1" dirty="0">
                <a:solidFill>
                  <a:srgbClr val="FFFFFF"/>
                </a:solidFill>
                <a:latin typeface="Times New Roman" pitchFamily="18" charset="0"/>
                <a:cs typeface="Times New Roman" pitchFamily="18" charset="0"/>
              </a:rPr>
              <a:t>Tội phạm là hành vi nguy hiểm cho xã hội được quy định trong Bộ luật Hình sự, do người có năng lực trách nhiệm hình sự hoặc pháp nhân thương mại thực hiện một cách cố ý hoặc vô ý, xâm phạm độc lập, chủ quyền, thống nhất, toàn vẹn lãnh thổ Tổ quốc, xâm phạm chế độ chính trị, chế độ kinh tế, nền văn hóa, quốc phòng, an ninh, trật tự, an toàn xã hội, quyền, lợi ích hợp pháp của tổ chức, xâm phạm quyền con người, quyền, lợi ích hợp pháp của công dân, xâm phạm những lĩnh vực khác của trật tự pháp luật xã hội chủ nghĩa mà theo quy định của Bộ luật này phải bị xử lý hình sự.</a:t>
            </a:r>
            <a:endParaRPr lang="en-US" sz="2600" i="1" dirty="0">
              <a:solidFill>
                <a:srgbClr val="FFFFFF"/>
              </a:solidFill>
              <a:latin typeface="Times New Roman" pitchFamily="18" charset="0"/>
              <a:cs typeface="Times New Roman" pitchFamily="18" charset="0"/>
            </a:endParaRPr>
          </a:p>
        </p:txBody>
      </p:sp>
    </p:spTree>
    <p:extLst>
      <p:ext uri="{BB962C8B-B14F-4D97-AF65-F5344CB8AC3E}">
        <p14:creationId xmlns:p14="http://schemas.microsoft.com/office/powerpoint/2010/main" val="27475842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latin typeface="Times New Roman" pitchFamily="18" charset="0"/>
                <a:cs typeface="Times New Roman" pitchFamily="18" charset="0"/>
              </a:rPr>
              <a:t>CÁC DẤU HIỆU CỦA TỘI PHẠM</a:t>
            </a:r>
            <a:endParaRPr lang="en-US" dirty="0">
              <a:latin typeface="Times New Roman" pitchFamily="18" charset="0"/>
              <a:cs typeface="Times New Roman" pitchFamily="18" charset="0"/>
            </a:endParaRPr>
          </a:p>
        </p:txBody>
      </p:sp>
      <p:sp>
        <p:nvSpPr>
          <p:cNvPr id="4" name="Content Placeholder 3"/>
          <p:cNvSpPr>
            <a:spLocks noGrp="1"/>
          </p:cNvSpPr>
          <p:nvPr>
            <p:ph idx="1"/>
          </p:nvPr>
        </p:nvSpPr>
        <p:spPr/>
        <p:txBody>
          <a:bodyPr>
            <a:normAutofit/>
          </a:bodyPr>
          <a:lstStyle/>
          <a:p>
            <a:pPr algn="just"/>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endParaRPr lang="en-US" sz="2800" dirty="0" smtClean="0">
              <a:latin typeface="Times New Roman" pitchFamily="18" charset="0"/>
              <a:cs typeface="Times New Roman" pitchFamily="18" charset="0"/>
            </a:endParaRPr>
          </a:p>
          <a:p>
            <a:pPr algn="just"/>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lỗi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endParaRPr lang="en-US" sz="2800" dirty="0" smtClean="0">
              <a:latin typeface="Times New Roman" pitchFamily="18" charset="0"/>
              <a:cs typeface="Times New Roman" pitchFamily="18" charset="0"/>
            </a:endParaRPr>
          </a:p>
          <a:p>
            <a:pPr algn="just"/>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endParaRPr lang="en-US" sz="2800" dirty="0" smtClean="0">
              <a:latin typeface="Times New Roman" pitchFamily="18" charset="0"/>
              <a:cs typeface="Times New Roman" pitchFamily="18" charset="0"/>
            </a:endParaRPr>
          </a:p>
          <a:p>
            <a:pPr algn="just"/>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chịu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1206471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DABEBA-2E4A-4FEE-8188-7EDAA53FD9F5}"/>
              </a:ext>
            </a:extLst>
          </p:cNvPr>
          <p:cNvSpPr>
            <a:spLocks noGrp="1"/>
          </p:cNvSpPr>
          <p:nvPr>
            <p:ph type="title"/>
          </p:nvPr>
        </p:nvSpPr>
        <p:spPr/>
        <p:txBody>
          <a:bodyPr/>
          <a:lstStyle/>
          <a:p>
            <a:r>
              <a:rPr lang="en-US" dirty="0" smtClean="0">
                <a:latin typeface="Times New Roman" pitchFamily="18" charset="0"/>
                <a:cs typeface="Times New Roman" pitchFamily="18" charset="0"/>
              </a:rPr>
              <a:t>PHÂN LOẠI TỘI PHẠM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62E13E45-6A30-44D4-8508-B7A53795E11D}"/>
              </a:ext>
            </a:extLst>
          </p:cNvPr>
          <p:cNvSpPr>
            <a:spLocks noGrp="1"/>
          </p:cNvSpPr>
          <p:nvPr>
            <p:ph idx="1"/>
          </p:nvPr>
        </p:nvSpPr>
        <p:spPr/>
        <p:txBody>
          <a:bodyPr>
            <a:normAutofit/>
          </a:bodyPr>
          <a:lstStyle/>
          <a:p>
            <a:pPr marL="0" indent="0" algn="just">
              <a:buNone/>
            </a:pPr>
            <a:r>
              <a:rPr lang="en-US" sz="2600" dirty="0" err="1" smtClean="0">
                <a:latin typeface="Times New Roman" pitchFamily="18" charset="0"/>
                <a:cs typeface="Times New Roman" pitchFamily="18" charset="0"/>
              </a:rPr>
              <a:t>Khoản</a:t>
            </a:r>
            <a:r>
              <a:rPr lang="en-US" sz="2600" dirty="0" smtClean="0">
                <a:latin typeface="Times New Roman" pitchFamily="18" charset="0"/>
                <a:cs typeface="Times New Roman" pitchFamily="18" charset="0"/>
              </a:rPr>
              <a:t> </a:t>
            </a:r>
            <a:r>
              <a:rPr lang="en-US" sz="2600" dirty="0">
                <a:latin typeface="Times New Roman" pitchFamily="18" charset="0"/>
                <a:cs typeface="Times New Roman" pitchFamily="18" charset="0"/>
              </a:rPr>
              <a:t>1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a:t>
            </a:r>
            <a:r>
              <a:rPr lang="en-US" sz="2600" dirty="0" smtClean="0">
                <a:latin typeface="Times New Roman" pitchFamily="18" charset="0"/>
                <a:cs typeface="Times New Roman" pitchFamily="18" charset="0"/>
              </a:rPr>
              <a:t>9 BLHS: </a:t>
            </a:r>
            <a:r>
              <a:rPr lang="vi-VN" sz="2600" dirty="0">
                <a:latin typeface="Times New Roman" pitchFamily="18" charset="0"/>
                <a:cs typeface="Times New Roman" pitchFamily="18" charset="0"/>
              </a:rPr>
              <a:t>Căn cứ vào tính chất và mức độ nguy hiểm cho xã hội của hành vi phạm tội được quy định trong Bộ luật này, tội phạm được phân thành 04 loại sau đây:</a:t>
            </a:r>
            <a:endParaRPr lang="en-US" sz="2600" dirty="0">
              <a:latin typeface="Times New Roman" pitchFamily="18" charset="0"/>
              <a:cs typeface="Times New Roman" pitchFamily="18" charset="0"/>
            </a:endParaRPr>
          </a:p>
          <a:p>
            <a:pPr algn="just">
              <a:buFontTx/>
              <a:buChar char="-"/>
            </a:pP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nghiêm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trọng</a:t>
            </a:r>
            <a:endParaRPr lang="en-US" sz="2600" dirty="0">
              <a:latin typeface="Times New Roman" pitchFamily="18" charset="0"/>
              <a:cs typeface="Times New Roman" pitchFamily="18" charset="0"/>
            </a:endParaRPr>
          </a:p>
          <a:p>
            <a:pPr algn="just">
              <a:buFontTx/>
              <a:buChar char="-"/>
            </a:pP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nghiêm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trọng</a:t>
            </a:r>
            <a:endParaRPr lang="en-US" sz="2600" dirty="0">
              <a:latin typeface="Times New Roman" pitchFamily="18" charset="0"/>
              <a:cs typeface="Times New Roman" pitchFamily="18" charset="0"/>
            </a:endParaRPr>
          </a:p>
          <a:p>
            <a:pPr algn="just">
              <a:buFontTx/>
              <a:buChar char="-"/>
            </a:pP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rất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nghiêm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trọng</a:t>
            </a:r>
            <a:endParaRPr lang="en-US" sz="2600" dirty="0">
              <a:latin typeface="Times New Roman" pitchFamily="18" charset="0"/>
              <a:cs typeface="Times New Roman" pitchFamily="18" charset="0"/>
            </a:endParaRPr>
          </a:p>
          <a:p>
            <a:pPr algn="just">
              <a:buFontTx/>
              <a:buChar char="-"/>
            </a:pP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biệt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nghiêm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trọng</a:t>
            </a: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18141162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48F402-0888-4BFA-B6F2-8E1C65635D29}"/>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860186EF-2F85-44E4-B4B2-B58D9CFC4EC6}"/>
              </a:ext>
            </a:extLst>
          </p:cNvPr>
          <p:cNvSpPr>
            <a:spLocks noGrp="1"/>
          </p:cNvSpPr>
          <p:nvPr>
            <p:ph idx="1"/>
          </p:nvPr>
        </p:nvSpPr>
        <p:spPr/>
        <p:txBody>
          <a:bodyPr>
            <a:normAutofit/>
          </a:bodyPr>
          <a:lstStyle/>
          <a:p>
            <a:pPr marL="0" indent="0" algn="just">
              <a:buNone/>
            </a:pPr>
            <a:r>
              <a:rPr lang="en-US" sz="2800" b="1" dirty="0" err="1">
                <a:latin typeface="Times New Roman" pitchFamily="18" charset="0"/>
                <a:cs typeface="Times New Roman" pitchFamily="18" charset="0"/>
              </a:rPr>
              <a:t>Tội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phạm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ít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nghiêm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trọng</a:t>
            </a:r>
            <a:r>
              <a:rPr lang="en-US" sz="2800" b="1"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lớn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03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927205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575249-62F8-42A4-8612-750A82D3ED34}"/>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B98B93BE-8063-4DFE-88D9-B6F13827EBC9}"/>
              </a:ext>
            </a:extLst>
          </p:cNvPr>
          <p:cNvSpPr>
            <a:spLocks noGrp="1"/>
          </p:cNvSpPr>
          <p:nvPr>
            <p:ph idx="1"/>
          </p:nvPr>
        </p:nvSpPr>
        <p:spPr/>
        <p:txBody>
          <a:bodyPr>
            <a:normAutofit/>
          </a:bodyPr>
          <a:lstStyle/>
          <a:p>
            <a:pPr marL="0" indent="0" algn="just">
              <a:buNone/>
            </a:pPr>
            <a:r>
              <a:rPr lang="en-US" sz="2800" b="1" dirty="0" err="1">
                <a:latin typeface="Times New Roman" pitchFamily="18" charset="0"/>
                <a:cs typeface="Times New Roman" pitchFamily="18" charset="0"/>
              </a:rPr>
              <a:t>Tội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phạm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nghiêm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trọng</a:t>
            </a:r>
            <a:r>
              <a:rPr lang="en-US" sz="2800" b="1"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lớn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03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07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16008074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3DFA0E-7FC3-44A1-9B7E-B02AA39559D7}"/>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FB7701AC-F246-48C4-A2E1-900F3BC2094B}"/>
              </a:ext>
            </a:extLst>
          </p:cNvPr>
          <p:cNvSpPr>
            <a:spLocks noGrp="1"/>
          </p:cNvSpPr>
          <p:nvPr>
            <p:ph idx="1"/>
          </p:nvPr>
        </p:nvSpPr>
        <p:spPr/>
        <p:txBody>
          <a:bodyPr>
            <a:normAutofit/>
          </a:bodyPr>
          <a:lstStyle/>
          <a:p>
            <a:pPr marL="0" indent="0" algn="just">
              <a:buNone/>
            </a:pPr>
            <a:r>
              <a:rPr lang="en-US" sz="2800" b="1" dirty="0" err="1">
                <a:latin typeface="Times New Roman" pitchFamily="18" charset="0"/>
                <a:cs typeface="Times New Roman" pitchFamily="18" charset="0"/>
              </a:rPr>
              <a:t>Tội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phạm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rất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nghiêm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lớn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07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15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0731630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A7B875-383B-4CCD-A515-30B3F5839F8D}"/>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110B4F0F-947E-4244-9F72-ECA6E77C53CA}"/>
              </a:ext>
            </a:extLst>
          </p:cNvPr>
          <p:cNvSpPr>
            <a:spLocks noGrp="1"/>
          </p:cNvSpPr>
          <p:nvPr>
            <p:ph idx="1"/>
          </p:nvPr>
        </p:nvSpPr>
        <p:spPr/>
        <p:txBody>
          <a:bodyPr>
            <a:normAutofit/>
          </a:bodyPr>
          <a:lstStyle/>
          <a:p>
            <a:pPr marL="0" indent="0" algn="just">
              <a:buNone/>
            </a:pPr>
            <a:r>
              <a:rPr lang="en-US" sz="2800" b="1" dirty="0" err="1">
                <a:latin typeface="Times New Roman" pitchFamily="18" charset="0"/>
                <a:cs typeface="Times New Roman" pitchFamily="18" charset="0"/>
              </a:rPr>
              <a:t>Tội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phạm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đặc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biệt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nghiêm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trọng</a:t>
            </a:r>
            <a:r>
              <a:rPr lang="en-US" sz="2800" b="1" dirty="0">
                <a:latin typeface="Times New Roman" pitchFamily="18" charset="0"/>
                <a:cs typeface="Times New Roman" pitchFamily="18" charset="0"/>
              </a:rPr>
              <a: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lớn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15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20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6254882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866E21-C3DF-4076-AE42-36FF9F2FF0CF}"/>
              </a:ext>
            </a:extLst>
          </p:cNvPr>
          <p:cNvSpPr>
            <a:spLocks noGrp="1"/>
          </p:cNvSpPr>
          <p:nvPr>
            <p:ph type="title"/>
          </p:nvPr>
        </p:nvSpPr>
        <p:spPr>
          <a:xfrm>
            <a:off x="332589" y="710981"/>
            <a:ext cx="9648537" cy="1143577"/>
          </a:xfrm>
        </p:spPr>
        <p:txBody>
          <a:bodyPr>
            <a:normAutofit fontScale="90000"/>
          </a:bodyPr>
          <a:lstStyle/>
          <a:p>
            <a:r>
              <a:rPr lang="en-US" sz="4400" b="1" dirty="0">
                <a:latin typeface="Times New Roman" pitchFamily="18" charset="0"/>
                <a:cs typeface="Times New Roman" pitchFamily="18" charset="0"/>
              </a:rPr>
              <a:t>IV. </a:t>
            </a:r>
            <a:r>
              <a:rPr lang="en-US" sz="4400" b="1" dirty="0" smtClean="0">
                <a:latin typeface="Times New Roman" pitchFamily="18" charset="0"/>
                <a:cs typeface="Times New Roman" pitchFamily="18" charset="0"/>
              </a:rPr>
              <a:t>TRÁCH NHIỆM HÌNH SỰ VÀ      CẤU THÀNH TỘI PHẠM</a:t>
            </a:r>
            <a:endParaRPr lang="en-US" sz="44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b="1" dirty="0" err="1" smtClean="0">
                <a:latin typeface="Times New Roman" pitchFamily="18" charset="0"/>
                <a:cs typeface="Times New Roman" pitchFamily="18" charset="0"/>
              </a:rPr>
              <a:t>Trách</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nhiệm</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hình</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lý</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hậu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lý</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ở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chịu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động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lý</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Tòa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tố</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567529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CẤU THÀNH TỘI PHẠM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80321" y="2336872"/>
            <a:ext cx="10524299" cy="4218473"/>
          </a:xfrm>
        </p:spPr>
        <p:txBody>
          <a:bodyPr/>
          <a:lstStyle/>
          <a:p>
            <a:pPr marL="0" indent="0">
              <a:buNone/>
            </a:pPr>
            <a:r>
              <a:rPr lang="en-US" dirty="0" smtClean="0"/>
              <a:t>	</a:t>
            </a:r>
            <a:r>
              <a:rPr lang="en-US" sz="2800" dirty="0" err="1" smtClean="0">
                <a:latin typeface="Times New Roman" pitchFamily="18" charset="0"/>
                <a:cs typeface="Times New Roman" pitchFamily="18" charset="0"/>
              </a:rPr>
              <a:t>Khách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marL="0" indent="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Mặt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marL="0" indent="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marL="0" indent="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Mặt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endParaRPr lang="en-US" sz="2800" dirty="0">
              <a:latin typeface="Times New Roman" pitchFamily="18" charset="0"/>
              <a:cs typeface="Times New Roman" pitchFamily="18" charset="0"/>
            </a:endParaRPr>
          </a:p>
        </p:txBody>
      </p:sp>
      <p:sp>
        <p:nvSpPr>
          <p:cNvPr id="4" name="Left Brace 3"/>
          <p:cNvSpPr/>
          <p:nvPr/>
        </p:nvSpPr>
        <p:spPr>
          <a:xfrm>
            <a:off x="1030310" y="2395470"/>
            <a:ext cx="566670" cy="337426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659439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KHÁI NIỆM CẤU THÀNH TỘI PHẠM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Cấu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tổng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chung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7892" y="3362995"/>
            <a:ext cx="4377387" cy="246228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057" y="4132509"/>
            <a:ext cx="3943350" cy="26289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5280" y="4146997"/>
            <a:ext cx="3862469" cy="2614412"/>
          </a:xfrm>
          <a:prstGeom prst="rect">
            <a:avLst/>
          </a:prstGeom>
        </p:spPr>
      </p:pic>
    </p:spTree>
    <p:extLst>
      <p:ext uri="{BB962C8B-B14F-4D97-AF65-F5344CB8AC3E}">
        <p14:creationId xmlns:p14="http://schemas.microsoft.com/office/powerpoint/2010/main" val="11010881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2CABB1-226A-4712-816F-89D57F834526}"/>
              </a:ext>
            </a:extLst>
          </p:cNvPr>
          <p:cNvSpPr>
            <a:spLocks noGrp="1"/>
          </p:cNvSpPr>
          <p:nvPr>
            <p:ph type="title"/>
          </p:nvPr>
        </p:nvSpPr>
        <p:spPr>
          <a:xfrm>
            <a:off x="100772" y="618712"/>
            <a:ext cx="10356873" cy="1004026"/>
          </a:xfrm>
        </p:spPr>
        <p:txBody>
          <a:bodyPr anchor="b">
            <a:normAutofit/>
          </a:bodyPr>
          <a:lstStyle/>
          <a:p>
            <a:r>
              <a:rPr lang="en-US" sz="3000" dirty="0" smtClean="0">
                <a:latin typeface="Times New Roman" pitchFamily="18" charset="0"/>
                <a:cs typeface="Times New Roman" pitchFamily="18" charset="0"/>
              </a:rPr>
              <a:t>ĐẶC ĐIỂM CỦA CÁC DẤU HIỆU CẤU THÀNH TỘI PHẠM</a:t>
            </a:r>
            <a:endParaRPr lang="en-US" sz="3000" dirty="0">
              <a:latin typeface="Times New Roman" pitchFamily="18" charset="0"/>
              <a:cs typeface="Times New Roman" pitchFamily="18" charset="0"/>
            </a:endParaRPr>
          </a:p>
        </p:txBody>
      </p:sp>
      <p:graphicFrame>
        <p:nvGraphicFramePr>
          <p:cNvPr id="5" name="Content Placeholder 2">
            <a:extLst>
              <a:ext uri="{FF2B5EF4-FFF2-40B4-BE49-F238E27FC236}">
                <a16:creationId xmlns="" xmlns:a16="http://schemas.microsoft.com/office/drawing/2014/main" id="{3BFAC4D3-6193-4235-8BDC-0761765FBA3B}"/>
              </a:ext>
            </a:extLst>
          </p:cNvPr>
          <p:cNvGraphicFramePr>
            <a:graphicFrameLocks noGrp="1"/>
          </p:cNvGraphicFramePr>
          <p:nvPr>
            <p:ph idx="1"/>
            <p:extLst>
              <p:ext uri="{D42A27DB-BD31-4B8C-83A1-F6EECF244321}">
                <p14:modId xmlns:p14="http://schemas.microsoft.com/office/powerpoint/2010/main" val="1364332760"/>
              </p:ext>
            </p:extLst>
          </p:nvPr>
        </p:nvGraphicFramePr>
        <p:xfrm>
          <a:off x="582077" y="2280142"/>
          <a:ext cx="10931525" cy="36052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14849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5A4C6E-E8DB-497B-B8DF-F270FFFC4DBE}"/>
              </a:ext>
            </a:extLst>
          </p:cNvPr>
          <p:cNvSpPr>
            <a:spLocks noGrp="1"/>
          </p:cNvSpPr>
          <p:nvPr>
            <p:ph type="title"/>
          </p:nvPr>
        </p:nvSpPr>
        <p:spPr/>
        <p:txBody>
          <a:bodyPr/>
          <a:lstStyle/>
          <a:p>
            <a:r>
              <a:rPr lang="en-US" dirty="0" smtClean="0">
                <a:latin typeface="Times New Roman" pitchFamily="18" charset="0"/>
                <a:cs typeface="Times New Roman" pitchFamily="18" charset="0"/>
              </a:rPr>
              <a:t>PHÂN LOẠI CẤU THÀNH TỘI PHẠM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8CE2C8FA-370D-4067-9EF9-86377376A976}"/>
              </a:ext>
            </a:extLst>
          </p:cNvPr>
          <p:cNvSpPr>
            <a:spLocks noGrp="1"/>
          </p:cNvSpPr>
          <p:nvPr>
            <p:ph idx="1"/>
          </p:nvPr>
        </p:nvSpPr>
        <p:spPr/>
        <p:txBody>
          <a:bodyPr>
            <a:normAutofit/>
          </a:bodyPr>
          <a:lstStyle/>
          <a:p>
            <a:pPr marL="0" indent="0">
              <a:buNone/>
            </a:pPr>
            <a:r>
              <a:rPr lang="en-US" sz="2800" dirty="0" smtClean="0">
                <a:latin typeface="Times New Roman" pitchFamily="18" charset="0"/>
                <a:cs typeface="Times New Roman" pitchFamily="18" charset="0"/>
              </a:rPr>
              <a:t>Theo </a:t>
            </a:r>
            <a:r>
              <a:rPr lang="en-US" sz="2800" dirty="0" err="1" smtClean="0">
                <a:latin typeface="Times New Roman" pitchFamily="18" charset="0"/>
                <a:cs typeface="Times New Roman" pitchFamily="18" charset="0"/>
              </a:rPr>
              <a:t>mức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độ</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ánh</a:t>
            </a:r>
            <a:r>
              <a:rPr lang="en-US" sz="2800" dirty="0" smtClean="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CTTP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marL="0" indent="0">
              <a:buNone/>
            </a:pPr>
            <a:r>
              <a:rPr lang="en-US" sz="2800" dirty="0" smtClean="0">
                <a:latin typeface="Times New Roman" pitchFamily="18" charset="0"/>
                <a:cs typeface="Times New Roman" pitchFamily="18" charset="0"/>
              </a:rPr>
              <a:t>	CTTP </a:t>
            </a:r>
            <a:r>
              <a:rPr lang="en-US" sz="2800" dirty="0" err="1" smtClean="0">
                <a:latin typeface="Times New Roman" pitchFamily="18" charset="0"/>
                <a:cs typeface="Times New Roman" pitchFamily="18" charset="0"/>
              </a:rPr>
              <a:t>tăng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nặng</a:t>
            </a: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marL="0" indent="0">
              <a:buNone/>
            </a:pPr>
            <a:r>
              <a:rPr lang="en-US" sz="2800" dirty="0" smtClean="0">
                <a:latin typeface="Times New Roman" pitchFamily="18" charset="0"/>
                <a:cs typeface="Times New Roman" pitchFamily="18" charset="0"/>
              </a:rPr>
              <a:t>	CTTP </a:t>
            </a:r>
            <a:r>
              <a:rPr lang="en-US" sz="2800" dirty="0" err="1" smtClean="0">
                <a:latin typeface="Times New Roman" pitchFamily="18" charset="0"/>
                <a:cs typeface="Times New Roman" pitchFamily="18" charset="0"/>
              </a:rPr>
              <a:t>giảm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nhẹ</a:t>
            </a:r>
            <a:endParaRPr lang="en-US" sz="2800" dirty="0">
              <a:latin typeface="Times New Roman" pitchFamily="18" charset="0"/>
              <a:cs typeface="Times New Roman" pitchFamily="18" charset="0"/>
            </a:endParaRPr>
          </a:p>
        </p:txBody>
      </p:sp>
      <p:cxnSp>
        <p:nvCxnSpPr>
          <p:cNvPr id="5" name="Straight Arrow Connector 4"/>
          <p:cNvCxnSpPr/>
          <p:nvPr/>
        </p:nvCxnSpPr>
        <p:spPr>
          <a:xfrm flipV="1">
            <a:off x="785611" y="3425780"/>
            <a:ext cx="772733" cy="1068947"/>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 name="Straight Arrow Connector 6"/>
          <p:cNvCxnSpPr/>
          <p:nvPr/>
        </p:nvCxnSpPr>
        <p:spPr>
          <a:xfrm>
            <a:off x="785611" y="4494727"/>
            <a:ext cx="77273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785611" y="4494727"/>
            <a:ext cx="772733" cy="99167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161345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4CB6DD-0DF6-4568-8B4F-18E23CE10A82}"/>
              </a:ext>
            </a:extLst>
          </p:cNvPr>
          <p:cNvSpPr>
            <a:spLocks noGrp="1"/>
          </p:cNvSpPr>
          <p:nvPr>
            <p:ph type="title"/>
          </p:nvPr>
        </p:nvSpPr>
        <p:spPr/>
        <p:txBody>
          <a:bodyPr/>
          <a:lstStyle/>
          <a:p>
            <a:r>
              <a:rPr lang="en-US" dirty="0" err="1">
                <a:latin typeface="Times New Roman" pitchFamily="18" charset="0"/>
                <a:cs typeface="Times New Roman" pitchFamily="18" charset="0"/>
              </a:rPr>
              <a:t>Cấu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c</a:t>
            </a:r>
            <a:r>
              <a:rPr lang="vi-VN" dirty="0">
                <a:latin typeface="Times New Roman" pitchFamily="18" charset="0"/>
                <a:cs typeface="Times New Roman" pitchFamily="18" charset="0"/>
              </a:rPr>
              <a:t>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ACA99612-4B30-4100-819F-81782B85CA93}"/>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168 BLHS: </a:t>
            </a:r>
            <a:r>
              <a:rPr lang="vi-VN" sz="2800" dirty="0">
                <a:latin typeface="Times New Roman" pitchFamily="18" charset="0"/>
                <a:cs typeface="Times New Roman" pitchFamily="18" charset="0"/>
              </a:rPr>
              <a:t>Người nào dùng vũ lực, đe dọa dùng vũ lực ngay tức khắc hoặc có hành vi khác làm cho người bị tấn công lâm vào tình trạng không thể chống cự được nhằm chiếm đoạt tài sản, thì bị phạt tù từ 03 năm đến 10 năm.</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938984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CE2C7B-EBC5-4741-B8C3-9743A9EF50E0}"/>
              </a:ext>
            </a:extLst>
          </p:cNvPr>
          <p:cNvSpPr>
            <a:spLocks noGrp="1"/>
          </p:cNvSpPr>
          <p:nvPr>
            <p:ph type="title"/>
          </p:nvPr>
        </p:nvSpPr>
        <p:spPr/>
        <p:txBody>
          <a:bodyPr/>
          <a:lstStyle/>
          <a:p>
            <a:r>
              <a:rPr lang="en-US" dirty="0" err="1">
                <a:latin typeface="Times New Roman" pitchFamily="18" charset="0"/>
                <a:cs typeface="Times New Roman" pitchFamily="18" charset="0"/>
              </a:rPr>
              <a:t>Cấu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nặng</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7580254E-FBF7-4710-867F-5BD7E0223D7D}"/>
              </a:ext>
            </a:extLst>
          </p:cNvPr>
          <p:cNvSpPr>
            <a:spLocks noGrp="1"/>
          </p:cNvSpPr>
          <p:nvPr>
            <p:ph idx="1"/>
          </p:nvPr>
        </p:nvSpPr>
        <p:spPr>
          <a:xfrm>
            <a:off x="463639" y="2029823"/>
            <a:ext cx="11178862" cy="4373217"/>
          </a:xfrm>
        </p:spPr>
        <p:txBody>
          <a:bodyPr>
            <a:noAutofit/>
          </a:bodyPr>
          <a:lstStyle/>
          <a:p>
            <a:pPr marL="0" indent="0">
              <a:buNone/>
            </a:pPr>
            <a:r>
              <a:rPr lang="en-US" sz="2200" dirty="0" err="1">
                <a:latin typeface="Times New Roman" pitchFamily="18" charset="0"/>
                <a:cs typeface="Times New Roman" pitchFamily="18" charset="0"/>
              </a:rPr>
              <a:t>Khoản</a:t>
            </a:r>
            <a:r>
              <a:rPr lang="en-US" sz="2200" dirty="0">
                <a:latin typeface="Times New Roman" pitchFamily="18" charset="0"/>
                <a:cs typeface="Times New Roman" pitchFamily="18" charset="0"/>
              </a:rPr>
              <a:t> 2 </a:t>
            </a:r>
            <a:r>
              <a:rPr lang="en-US" sz="2200" dirty="0" err="1">
                <a:latin typeface="Times New Roman" pitchFamily="18" charset="0"/>
                <a:cs typeface="Times New Roman" pitchFamily="18" charset="0"/>
              </a:rPr>
              <a:t>Điều</a:t>
            </a:r>
            <a:r>
              <a:rPr lang="en-US" sz="2200" dirty="0">
                <a:latin typeface="Times New Roman" pitchFamily="18" charset="0"/>
                <a:cs typeface="Times New Roman" pitchFamily="18" charset="0"/>
              </a:rPr>
              <a:t> 168 BLHS: P</a:t>
            </a:r>
            <a:r>
              <a:rPr lang="vi-VN" sz="2200" dirty="0">
                <a:latin typeface="Times New Roman" pitchFamily="18" charset="0"/>
                <a:cs typeface="Times New Roman" pitchFamily="18" charset="0"/>
              </a:rPr>
              <a:t>hạm tội thuộc một trong các trường hợp sau đây, thì bị phạt tù từ 07 năm đến 15 năm:</a:t>
            </a:r>
          </a:p>
          <a:p>
            <a:pPr marL="0" indent="0">
              <a:buNone/>
            </a:pPr>
            <a:r>
              <a:rPr lang="vi-VN" sz="2200" dirty="0">
                <a:latin typeface="Times New Roman" pitchFamily="18" charset="0"/>
                <a:cs typeface="Times New Roman" pitchFamily="18" charset="0"/>
              </a:rPr>
              <a:t>a) Có tổ chức;</a:t>
            </a:r>
          </a:p>
          <a:p>
            <a:pPr marL="0" indent="0">
              <a:buNone/>
            </a:pPr>
            <a:r>
              <a:rPr lang="vi-VN" sz="2200" dirty="0">
                <a:latin typeface="Times New Roman" pitchFamily="18" charset="0"/>
                <a:cs typeface="Times New Roman" pitchFamily="18" charset="0"/>
              </a:rPr>
              <a:t>b) Có tính chất chuyên nghiệp;</a:t>
            </a:r>
          </a:p>
          <a:p>
            <a:pPr marL="0" indent="0">
              <a:buNone/>
            </a:pPr>
            <a:r>
              <a:rPr lang="vi-VN" sz="2200" dirty="0">
                <a:latin typeface="Times New Roman" pitchFamily="18" charset="0"/>
                <a:cs typeface="Times New Roman" pitchFamily="18" charset="0"/>
              </a:rPr>
              <a:t>c) Gây thương tích hoặc gây tổn hại cho sức khỏe của người khác mà tỷ lệ tổn thương cơ thể từ 11% đến 30%;</a:t>
            </a:r>
          </a:p>
          <a:p>
            <a:pPr marL="0" indent="0">
              <a:buNone/>
            </a:pPr>
            <a:r>
              <a:rPr lang="vi-VN" sz="2200" dirty="0">
                <a:latin typeface="Times New Roman" pitchFamily="18" charset="0"/>
                <a:cs typeface="Times New Roman" pitchFamily="18" charset="0"/>
              </a:rPr>
              <a:t>d) Sử dụng vũ khí, phương tiện hoặc thủ đoạn nguy hiểm khác;</a:t>
            </a:r>
          </a:p>
          <a:p>
            <a:pPr marL="0" indent="0">
              <a:buNone/>
            </a:pPr>
            <a:r>
              <a:rPr lang="vi-VN" sz="2200" dirty="0">
                <a:latin typeface="Times New Roman" pitchFamily="18" charset="0"/>
                <a:cs typeface="Times New Roman" pitchFamily="18" charset="0"/>
              </a:rPr>
              <a:t>đ) Chiếm đoạt tài sản trị giá từ 50.000.000 đồng đến dưới 200.000.000 đồng;</a:t>
            </a:r>
          </a:p>
          <a:p>
            <a:pPr marL="0" indent="0">
              <a:buNone/>
            </a:pPr>
            <a:r>
              <a:rPr lang="vi-VN" sz="2200" dirty="0">
                <a:latin typeface="Times New Roman" pitchFamily="18" charset="0"/>
                <a:cs typeface="Times New Roman" pitchFamily="18" charset="0"/>
              </a:rPr>
              <a:t>e) Phạm tội đối với người dưới 16 tuổi, phụ nữ mà biết là có thai, người già yếu hoặc người không có khả năng tự vệ;</a:t>
            </a:r>
          </a:p>
          <a:p>
            <a:pPr marL="0" indent="0">
              <a:buNone/>
            </a:pPr>
            <a:r>
              <a:rPr lang="vi-VN" sz="2200" dirty="0">
                <a:latin typeface="Times New Roman" pitchFamily="18" charset="0"/>
                <a:cs typeface="Times New Roman" pitchFamily="18" charset="0"/>
              </a:rPr>
              <a:t>g) Gây ảnh hưởng xấu đến an ninh, trật tự, an toàn xã hội;</a:t>
            </a:r>
          </a:p>
          <a:p>
            <a:pPr marL="0" indent="0">
              <a:buNone/>
            </a:pPr>
            <a:r>
              <a:rPr lang="vi-VN" sz="2200" dirty="0">
                <a:latin typeface="Times New Roman" pitchFamily="18" charset="0"/>
                <a:cs typeface="Times New Roman" pitchFamily="18" charset="0"/>
              </a:rPr>
              <a:t>h) Tái phạm nguy hiểm.</a:t>
            </a:r>
          </a:p>
          <a:p>
            <a:pPr marL="0" indent="0">
              <a:buNone/>
            </a:pPr>
            <a:r>
              <a:rPr lang="en-US" sz="2200" dirty="0">
                <a:latin typeface="Times New Roman" pitchFamily="18" charset="0"/>
                <a:cs typeface="Times New Roman" pitchFamily="18" charset="0"/>
              </a:rPr>
              <a:t> </a:t>
            </a:r>
          </a:p>
        </p:txBody>
      </p:sp>
    </p:spTree>
    <p:extLst>
      <p:ext uri="{BB962C8B-B14F-4D97-AF65-F5344CB8AC3E}">
        <p14:creationId xmlns:p14="http://schemas.microsoft.com/office/powerpoint/2010/main" val="32976833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82E7A77-1A58-4179-B04F-1595B8EA76FC}"/>
              </a:ext>
            </a:extLst>
          </p:cNvPr>
          <p:cNvSpPr>
            <a:spLocks noGrp="1"/>
          </p:cNvSpPr>
          <p:nvPr>
            <p:ph type="title"/>
          </p:nvPr>
        </p:nvSpPr>
        <p:spPr/>
        <p:txBody>
          <a:bodyPr/>
          <a:lstStyle/>
          <a:p>
            <a:r>
              <a:rPr lang="en-US" dirty="0" err="1">
                <a:latin typeface="Times New Roman" pitchFamily="18" charset="0"/>
                <a:cs typeface="Times New Roman" pitchFamily="18" charset="0"/>
              </a:rPr>
              <a:t>Cấu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nhẹ</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656778B-25FD-41E1-BB35-CF0BF93CFC64}"/>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108 BLHS: </a:t>
            </a:r>
            <a:r>
              <a:rPr lang="vi-VN" sz="2800" dirty="0">
                <a:latin typeface="Times New Roman" pitchFamily="18" charset="0"/>
                <a:cs typeface="Times New Roman" pitchFamily="18" charset="0"/>
              </a:rPr>
              <a:t>Phạm tội trong trường hợp có nhiều tình tiết giảm nhẹ, thì bị phạt tù từ 07 năm đến 15 năm.</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874432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FB25A3-0C02-4233-BFA8-7FF317349B2C}"/>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910A7542-6CA7-4B3C-BE05-FC5424CE4E92}"/>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Mỗi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CTTP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CTTP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CTTP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nhau</a:t>
            </a:r>
            <a:r>
              <a:rPr lang="en-US" sz="2800" dirty="0" smtClean="0">
                <a:latin typeface="Times New Roman" pitchFamily="18" charset="0"/>
                <a:cs typeface="Times New Roman" pitchFamily="18" charset="0"/>
              </a:rPr>
              <a:t>.</a:t>
            </a:r>
          </a:p>
          <a:p>
            <a:pPr marL="0" indent="0" algn="just">
              <a:buNone/>
            </a:pPr>
            <a:endParaRPr lang="en-US" sz="2800" dirty="0" smtClean="0">
              <a:latin typeface="Times New Roman" pitchFamily="18" charset="0"/>
              <a:cs typeface="Times New Roman" pitchFamily="18" charset="0"/>
            </a:endParaRPr>
          </a:p>
          <a:p>
            <a:pPr marL="0" indent="0" algn="just">
              <a:buNone/>
            </a:pPr>
            <a:r>
              <a:rPr lang="en-US" sz="2800" dirty="0" err="1" smtClean="0">
                <a:latin typeface="Times New Roman" pitchFamily="18" charset="0"/>
                <a:cs typeface="Times New Roman" pitchFamily="18" charset="0"/>
              </a:rPr>
              <a:t>Mỗi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danh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r>
              <a:rPr lang="en-US" sz="2800" dirty="0" smtClean="0">
                <a:latin typeface="Times New Roman" pitchFamily="18" charset="0"/>
                <a:cs typeface="Times New Roman" pitchFamily="18" charset="0"/>
              </a:rPr>
              <a:t> CTTP </a:t>
            </a:r>
            <a:r>
              <a:rPr lang="en-US" sz="2800" dirty="0" err="1" smtClean="0">
                <a:latin typeface="Times New Roman" pitchFamily="18" charset="0"/>
                <a:cs typeface="Times New Roman" pitchFamily="18" charset="0"/>
              </a:rPr>
              <a:t>tăng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nặng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giảm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nhẹ</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2526177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0E816A2-AE0F-4604-BD0B-079C2AEEB6CB}"/>
              </a:ext>
            </a:extLst>
          </p:cNvPr>
          <p:cNvSpPr>
            <a:spLocks noGrp="1"/>
          </p:cNvSpPr>
          <p:nvPr>
            <p:ph idx="4294967295"/>
          </p:nvPr>
        </p:nvSpPr>
        <p:spPr>
          <a:xfrm>
            <a:off x="393163" y="393722"/>
            <a:ext cx="10219029" cy="6148745"/>
          </a:xfrm>
        </p:spPr>
        <p:txBody>
          <a:bodyPr>
            <a:normAutofit/>
          </a:bodyPr>
          <a:lstStyle/>
          <a:p>
            <a:pPr marL="0" indent="0" algn="just">
              <a:buNone/>
            </a:pPr>
            <a:r>
              <a:rPr lang="en-US" dirty="0" err="1">
                <a:latin typeface="Times New Roman" pitchFamily="18" charset="0"/>
                <a:cs typeface="Times New Roman" pitchFamily="18" charset="0"/>
              </a:rPr>
              <a:t>Khoản</a:t>
            </a:r>
            <a:r>
              <a:rPr lang="en-US" dirty="0">
                <a:latin typeface="Times New Roman" pitchFamily="18" charset="0"/>
                <a:cs typeface="Times New Roman" pitchFamily="18" charset="0"/>
              </a:rPr>
              <a:t> 1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171: </a:t>
            </a:r>
            <a:r>
              <a:rPr lang="vi-VN" dirty="0">
                <a:latin typeface="Times New Roman" pitchFamily="18" charset="0"/>
                <a:cs typeface="Times New Roman" pitchFamily="18" charset="0"/>
              </a:rPr>
              <a:t>Người nào cướp giật tài sản của người khác, thì bị phạt tù từ 01 năm đến 05 năm.</a:t>
            </a:r>
            <a:endParaRPr lang="en-US" dirty="0">
              <a:latin typeface="Times New Roman" pitchFamily="18" charset="0"/>
              <a:cs typeface="Times New Roman" pitchFamily="18" charset="0"/>
            </a:endParaRPr>
          </a:p>
          <a:p>
            <a:pPr marL="0" indent="0" algn="just">
              <a:buNone/>
            </a:pPr>
            <a:endParaRPr lang="en-US" dirty="0">
              <a:latin typeface="Times New Roman" pitchFamily="18" charset="0"/>
              <a:cs typeface="Times New Roman" pitchFamily="18" charset="0"/>
            </a:endParaRPr>
          </a:p>
          <a:p>
            <a:pPr marL="0" indent="0" algn="just">
              <a:buNone/>
            </a:pPr>
            <a:r>
              <a:rPr lang="en-US" dirty="0" err="1">
                <a:latin typeface="Times New Roman" pitchFamily="18" charset="0"/>
                <a:cs typeface="Times New Roman" pitchFamily="18" charset="0"/>
              </a:rPr>
              <a:t>Khoản</a:t>
            </a:r>
            <a:r>
              <a:rPr lang="en-US" dirty="0">
                <a:latin typeface="Times New Roman" pitchFamily="18" charset="0"/>
                <a:cs typeface="Times New Roman" pitchFamily="18" charset="0"/>
              </a:rPr>
              <a:t> 1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173: </a:t>
            </a:r>
            <a:r>
              <a:rPr lang="vi-VN" dirty="0">
                <a:latin typeface="Times New Roman" pitchFamily="18" charset="0"/>
                <a:cs typeface="Times New Roman" pitchFamily="18" charset="0"/>
              </a:rPr>
              <a:t>Người nào trộm cắp tài sản của người khác trị giá từ 2.000.000 đồng đến dưới 50.000.000 đồng hoặc dưới 2.000.000 đồng nhưng thuộc một trong các trường hợp sau đây, thì bị phạt cải tạo không giam giữ đến 03 năm hoặc phạt tù từ 06 tháng đến 03 năm:</a:t>
            </a:r>
          </a:p>
          <a:p>
            <a:pPr marL="0" indent="0" algn="just">
              <a:buNone/>
            </a:pPr>
            <a:r>
              <a:rPr lang="vi-VN" dirty="0">
                <a:latin typeface="Times New Roman" pitchFamily="18" charset="0"/>
                <a:cs typeface="Times New Roman" pitchFamily="18" charset="0"/>
              </a:rPr>
              <a:t>a) Đã bị xử phạt vi phạm hành chính về hành vi chiếm đoạt tài sản mà còn vi phạm;</a:t>
            </a:r>
          </a:p>
          <a:p>
            <a:pPr marL="0" indent="0" algn="just">
              <a:buNone/>
            </a:pPr>
            <a:r>
              <a:rPr lang="vi-VN" dirty="0">
                <a:latin typeface="Times New Roman" pitchFamily="18" charset="0"/>
                <a:cs typeface="Times New Roman" pitchFamily="18" charset="0"/>
              </a:rPr>
              <a:t>b) Đã bị kết án về tội này hoặc về một trong các tội quy định tại các điều 168, 169, 170, 171, 172, 174, 175 và 290 của Bộ luật này, chưa được xóa án tích mà còn vi phạm;</a:t>
            </a:r>
          </a:p>
          <a:p>
            <a:pPr marL="0" indent="0" algn="just">
              <a:buNone/>
            </a:pPr>
            <a:r>
              <a:rPr lang="vi-VN" dirty="0">
                <a:latin typeface="Times New Roman" pitchFamily="18" charset="0"/>
                <a:cs typeface="Times New Roman" pitchFamily="18" charset="0"/>
              </a:rPr>
              <a:t>c) Gây ảnh hưởng xấu đến an ninh, trật tự, an toàn xã hội;</a:t>
            </a:r>
          </a:p>
          <a:p>
            <a:pPr marL="0" indent="0" algn="just">
              <a:buNone/>
            </a:pPr>
            <a:r>
              <a:rPr lang="vi-VN" dirty="0">
                <a:latin typeface="Times New Roman" pitchFamily="18" charset="0"/>
                <a:cs typeface="Times New Roman" pitchFamily="18" charset="0"/>
              </a:rPr>
              <a:t>d) Tài sản là phương tiện kiếm sống chính của người bị hại và gia đình họ;</a:t>
            </a:r>
          </a:p>
          <a:p>
            <a:pPr marL="0" indent="0" algn="just">
              <a:buNone/>
            </a:pPr>
            <a:r>
              <a:rPr lang="vi-VN" dirty="0">
                <a:latin typeface="Times New Roman" pitchFamily="18" charset="0"/>
                <a:cs typeface="Times New Roman" pitchFamily="18" charset="0"/>
              </a:rPr>
              <a:t>đ) Tài sản là di vật, cổ vật.</a:t>
            </a:r>
          </a:p>
          <a:p>
            <a:pPr marL="0" indent="0">
              <a:buNone/>
            </a:pPr>
            <a:endParaRPr lang="en-US" dirty="0"/>
          </a:p>
        </p:txBody>
      </p:sp>
    </p:spTree>
    <p:extLst>
      <p:ext uri="{BB962C8B-B14F-4D97-AF65-F5344CB8AC3E}">
        <p14:creationId xmlns:p14="http://schemas.microsoft.com/office/powerpoint/2010/main" val="7127208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53792" y="611031"/>
            <a:ext cx="9710670" cy="5570828"/>
          </a:xfrm>
        </p:spPr>
        <p:txBody>
          <a:bodyPr>
            <a:normAutofit/>
          </a:bodyPr>
          <a:lstStyle/>
          <a:p>
            <a:pPr marL="0" indent="0" algn="just">
              <a:buNone/>
            </a:pPr>
            <a:r>
              <a:rPr lang="en-US" sz="2800" dirty="0">
                <a:latin typeface="Times New Roman" pitchFamily="18" charset="0"/>
                <a:cs typeface="Times New Roman" pitchFamily="18" charset="0"/>
              </a:rPr>
              <a:t>A </a:t>
            </a:r>
            <a:r>
              <a:rPr lang="en-US" sz="2800" dirty="0" err="1">
                <a:latin typeface="Times New Roman" pitchFamily="18" charset="0"/>
                <a:cs typeface="Times New Roman" pitchFamily="18" charset="0"/>
              </a:rPr>
              <a:t>trộm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cắp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a:t>
            </a:r>
            <a:r>
              <a:rPr lang="en-US" sz="2800" dirty="0">
                <a:latin typeface="Times New Roman" pitchFamily="18" charset="0"/>
                <a:cs typeface="Times New Roman" pitchFamily="18" charset="0"/>
              </a:rPr>
              <a:t> 70.000.000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trộm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cắp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173 BLHS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Tòa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a:t>
            </a:r>
          </a:p>
          <a:p>
            <a:pPr marL="0" lvl="0" indent="0" algn="just">
              <a:buNone/>
            </a:pPr>
            <a:r>
              <a:rPr lang="en-US" sz="2800" dirty="0">
                <a:latin typeface="Times New Roman" pitchFamily="18" charset="0"/>
                <a:cs typeface="Times New Roman" pitchFamily="18" charset="0"/>
              </a:rPr>
              <a:t>1. </a:t>
            </a:r>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9 BLHS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sao</a:t>
            </a:r>
            <a:r>
              <a:rPr lang="en-US" sz="2800" dirty="0">
                <a:latin typeface="Times New Roman" pitchFamily="18" charset="0"/>
                <a:cs typeface="Times New Roman" pitchFamily="18" charset="0"/>
              </a:rPr>
              <a:t>?</a:t>
            </a:r>
          </a:p>
          <a:p>
            <a:pPr marL="0" lvl="0" indent="0" algn="just">
              <a:buNone/>
            </a:pPr>
            <a:r>
              <a:rPr lang="en-US" sz="2800" dirty="0">
                <a:latin typeface="Times New Roman" pitchFamily="18" charset="0"/>
                <a:cs typeface="Times New Roman" pitchFamily="18" charset="0"/>
              </a:rPr>
              <a:t>2.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trộm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cắp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hay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sao</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3.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CTTP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CTTP </a:t>
            </a:r>
            <a:r>
              <a:rPr lang="en-US" sz="2800" dirty="0" err="1">
                <a:latin typeface="Times New Roman" pitchFamily="18" charset="0"/>
                <a:cs typeface="Times New Roman" pitchFamily="18" charset="0"/>
              </a:rPr>
              <a:t>tăng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nặng</a:t>
            </a:r>
            <a:r>
              <a:rPr lang="en-US" sz="2800" dirty="0">
                <a:latin typeface="Times New Roman" pitchFamily="18" charset="0"/>
                <a:cs typeface="Times New Roman" pitchFamily="18" charset="0"/>
              </a:rPr>
              <a:t> hay CTTP </a:t>
            </a:r>
            <a:r>
              <a:rPr lang="en-US" sz="2800" dirty="0" err="1">
                <a:latin typeface="Times New Roman" pitchFamily="18" charset="0"/>
                <a:cs typeface="Times New Roman" pitchFamily="18" charset="0"/>
              </a:rPr>
              <a:t>giảm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sao</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2270794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5307" y="598152"/>
            <a:ext cx="9697792" cy="5223099"/>
          </a:xfrm>
        </p:spPr>
        <p:txBody>
          <a:bodyPr/>
          <a:lstStyle/>
          <a:p>
            <a:pPr marL="0" indent="0" algn="just">
              <a:buNone/>
            </a:pP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173 BLHS: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trộm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cắp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endParaRPr lang="en-US" sz="2800" dirty="0">
              <a:latin typeface="Times New Roman" pitchFamily="18" charset="0"/>
              <a:cs typeface="Times New Roman" pitchFamily="18" charset="0"/>
            </a:endParaRPr>
          </a:p>
          <a:p>
            <a:pPr marL="0" lvl="0" indent="0" algn="just">
              <a:buNone/>
            </a:pPr>
            <a:r>
              <a:rPr lang="en-US" sz="2800" dirty="0">
                <a:latin typeface="Times New Roman" pitchFamily="18" charset="0"/>
                <a:cs typeface="Times New Roman" pitchFamily="18" charset="0"/>
              </a:rPr>
              <a:t>1.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trộm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cắp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2.000.000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50.000.000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2.000.000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03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06 </a:t>
            </a:r>
            <a:r>
              <a:rPr lang="en-US" sz="2800" dirty="0" err="1">
                <a:latin typeface="Times New Roman" pitchFamily="18" charset="0"/>
                <a:cs typeface="Times New Roman" pitchFamily="18" charset="0"/>
              </a:rPr>
              <a:t>tháng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03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p>
          <a:p>
            <a:pPr marL="0" indent="0" algn="just">
              <a:buNone/>
            </a:pPr>
            <a:r>
              <a:rPr lang="en-US" sz="2800" dirty="0">
                <a:latin typeface="Times New Roman" pitchFamily="18" charset="0"/>
                <a:cs typeface="Times New Roman" pitchFamily="18" charset="0"/>
              </a:rPr>
              <a:t>2.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02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07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p>
          <a:p>
            <a:pPr marL="0" indent="0">
              <a:buNone/>
            </a:pPr>
            <a:endParaRPr lang="en-US" dirty="0"/>
          </a:p>
        </p:txBody>
      </p:sp>
    </p:spTree>
    <p:extLst>
      <p:ext uri="{BB962C8B-B14F-4D97-AF65-F5344CB8AC3E}">
        <p14:creationId xmlns:p14="http://schemas.microsoft.com/office/powerpoint/2010/main" val="33482518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 xmlns:a16="http://schemas.microsoft.com/office/drawing/2014/main" id="{915ED810-65F2-4591-A97A-992C587C0EBD}"/>
              </a:ext>
            </a:extLst>
          </p:cNvPr>
          <p:cNvGraphicFramePr>
            <a:graphicFrameLocks noGrp="1"/>
          </p:cNvGraphicFramePr>
          <p:nvPr>
            <p:ph idx="4294967295"/>
            <p:extLst>
              <p:ext uri="{D42A27DB-BD31-4B8C-83A1-F6EECF244321}">
                <p14:modId xmlns:p14="http://schemas.microsoft.com/office/powerpoint/2010/main" val="1281235774"/>
              </p:ext>
            </p:extLst>
          </p:nvPr>
        </p:nvGraphicFramePr>
        <p:xfrm>
          <a:off x="746974" y="1074670"/>
          <a:ext cx="10779617" cy="4836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04787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0784" y="4191349"/>
            <a:ext cx="3868223" cy="2528672"/>
          </a:xfrm>
          <a:prstGeom prst="rect">
            <a:avLst/>
          </a:prstGeom>
        </p:spPr>
      </p:pic>
      <p:sp>
        <p:nvSpPr>
          <p:cNvPr id="3" name="Content Placeholder 2">
            <a:extLst>
              <a:ext uri="{FF2B5EF4-FFF2-40B4-BE49-F238E27FC236}">
                <a16:creationId xmlns="" xmlns:a16="http://schemas.microsoft.com/office/drawing/2014/main" id="{DB8AB12D-A877-40B2-8BEA-C4F243023C62}"/>
              </a:ext>
            </a:extLst>
          </p:cNvPr>
          <p:cNvSpPr>
            <a:spLocks noGrp="1"/>
          </p:cNvSpPr>
          <p:nvPr>
            <p:ph idx="4294967295"/>
          </p:nvPr>
        </p:nvSpPr>
        <p:spPr>
          <a:xfrm>
            <a:off x="528034" y="593195"/>
            <a:ext cx="9710671" cy="4862490"/>
          </a:xfrm>
        </p:spPr>
        <p:txBody>
          <a:bodyPr/>
          <a:lstStyle/>
          <a:p>
            <a:pPr marL="0" indent="0" algn="just">
              <a:buNone/>
            </a:pPr>
            <a:r>
              <a:rPr lang="vi-VN" sz="2600" b="1" dirty="0">
                <a:latin typeface="+mj-lt"/>
              </a:rPr>
              <a:t>Điều 156. Tội vu khống</a:t>
            </a:r>
            <a:endParaRPr lang="vi-VN" sz="2600" dirty="0">
              <a:latin typeface="+mj-lt"/>
            </a:endParaRPr>
          </a:p>
          <a:p>
            <a:pPr marL="0" indent="0" algn="just">
              <a:buNone/>
            </a:pPr>
            <a:r>
              <a:rPr lang="vi-VN" sz="2600" dirty="0">
                <a:latin typeface="+mj-lt"/>
              </a:rPr>
              <a:t>1. Người nào thực hiện một trong các hành vi sau đây, thì bị phạt tiền từ 10.000.000 đồng đến 50.000.000 đồng, phạt cải tạo không giam giữ đến 02 năm hoặc phạt tù từ 03 tháng đến 01 năm:</a:t>
            </a:r>
          </a:p>
          <a:p>
            <a:pPr marL="0" indent="0" algn="just">
              <a:buNone/>
            </a:pPr>
            <a:r>
              <a:rPr lang="vi-VN" sz="2600" dirty="0">
                <a:latin typeface="+mj-lt"/>
              </a:rPr>
              <a:t>a) Bịa đặt hoặc loan truyền những điều biết rõ là sai sự thật nhằm xúc phạm nghiêm trọng nhân phẩm, danh dự hoặc gây thiệt hại đến quyền, lợi ích hợp pháp của người khác;</a:t>
            </a:r>
          </a:p>
          <a:p>
            <a:pPr marL="0" indent="0" algn="just">
              <a:buNone/>
            </a:pPr>
            <a:r>
              <a:rPr lang="vi-VN" sz="2600" dirty="0">
                <a:latin typeface="+mj-lt"/>
              </a:rPr>
              <a:t>b) Bịa đặt người khác phạm tội và tố </a:t>
            </a:r>
            <a:r>
              <a:rPr lang="vi-VN" sz="2600" dirty="0" smtClean="0">
                <a:latin typeface="+mj-lt"/>
              </a:rPr>
              <a:t>cáo</a:t>
            </a:r>
            <a:r>
              <a:rPr lang="en-US" sz="2600" dirty="0">
                <a:latin typeface="+mj-lt"/>
              </a:rPr>
              <a:t> </a:t>
            </a:r>
            <a:r>
              <a:rPr lang="vi-VN" sz="2600" dirty="0" smtClean="0">
                <a:latin typeface="+mj-lt"/>
              </a:rPr>
              <a:t>họ </a:t>
            </a:r>
            <a:r>
              <a:rPr lang="vi-VN" sz="2600" dirty="0">
                <a:latin typeface="+mj-lt"/>
              </a:rPr>
              <a:t>trước cơ quan có thẩm quyền.</a:t>
            </a:r>
          </a:p>
          <a:p>
            <a:pPr marL="0" indent="0">
              <a:buNone/>
            </a:pP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4038" y="4191349"/>
            <a:ext cx="4214453" cy="2528672"/>
          </a:xfrm>
          <a:prstGeom prst="rect">
            <a:avLst/>
          </a:prstGeom>
        </p:spPr>
      </p:pic>
    </p:spTree>
    <p:extLst>
      <p:ext uri="{BB962C8B-B14F-4D97-AF65-F5344CB8AC3E}">
        <p14:creationId xmlns:p14="http://schemas.microsoft.com/office/powerpoint/2010/main" val="10628862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96B5CBC-CE65-48C8-8987-BE5917026C6D}"/>
              </a:ext>
            </a:extLst>
          </p:cNvPr>
          <p:cNvSpPr>
            <a:spLocks noGrp="1"/>
          </p:cNvSpPr>
          <p:nvPr>
            <p:ph idx="4294967295"/>
          </p:nvPr>
        </p:nvSpPr>
        <p:spPr>
          <a:xfrm>
            <a:off x="669702" y="971640"/>
            <a:ext cx="5769735" cy="4592034"/>
          </a:xfrm>
        </p:spPr>
        <p:txBody>
          <a:bodyPr>
            <a:normAutofit/>
          </a:bodyPr>
          <a:lstStyle/>
          <a:p>
            <a:pPr marL="0" indent="0" algn="just">
              <a:buNone/>
            </a:pPr>
            <a:r>
              <a:rPr lang="en-US" sz="2800" b="1" dirty="0" err="1">
                <a:latin typeface="Times New Roman" pitchFamily="18" charset="0"/>
                <a:cs typeface="Times New Roman" pitchFamily="18" charset="0"/>
              </a:rPr>
              <a:t>Điều</a:t>
            </a:r>
            <a:r>
              <a:rPr lang="en-US" sz="2800" b="1" dirty="0">
                <a:latin typeface="Times New Roman" pitchFamily="18" charset="0"/>
                <a:cs typeface="Times New Roman" pitchFamily="18" charset="0"/>
              </a:rPr>
              <a:t> 123. </a:t>
            </a:r>
            <a:r>
              <a:rPr lang="vi-VN" sz="2800" b="1" dirty="0">
                <a:latin typeface="Times New Roman" pitchFamily="18" charset="0"/>
                <a:cs typeface="Times New Roman" pitchFamily="18" charset="0"/>
              </a:rPr>
              <a:t>Tội giết người</a:t>
            </a:r>
            <a:endParaRPr lang="vi-VN" sz="2800" dirty="0">
              <a:latin typeface="Times New Roman" pitchFamily="18" charset="0"/>
              <a:cs typeface="Times New Roman" pitchFamily="18" charset="0"/>
            </a:endParaRPr>
          </a:p>
          <a:p>
            <a:pPr marL="514350" indent="-514350" algn="just">
              <a:buAutoNum type="arabicPeriod"/>
            </a:pPr>
            <a:r>
              <a:rPr lang="vi-VN" sz="2800" dirty="0" smtClean="0">
                <a:latin typeface="Times New Roman" pitchFamily="18" charset="0"/>
                <a:cs typeface="Times New Roman" pitchFamily="18" charset="0"/>
              </a:rPr>
              <a:t>Người </a:t>
            </a:r>
            <a:r>
              <a:rPr lang="vi-VN" sz="2800" dirty="0">
                <a:latin typeface="Times New Roman" pitchFamily="18" charset="0"/>
                <a:cs typeface="Times New Roman" pitchFamily="18" charset="0"/>
              </a:rPr>
              <a:t>nào giết người thuộc một trong các trường hợp sau đây, thì bị phạt tù từ 12 năm đến 20 năm, tù chung thân hoặc tử hình</a:t>
            </a:r>
            <a:r>
              <a:rPr lang="vi-VN"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pPr marL="0" indent="0" algn="just">
              <a:buNone/>
            </a:pPr>
            <a:r>
              <a:rPr lang="en-US" sz="2800" dirty="0" smtClean="0">
                <a:latin typeface="Times New Roman" pitchFamily="18" charset="0"/>
                <a:cs typeface="Times New Roman" pitchFamily="18" charset="0"/>
              </a:rPr>
              <a:t>…</a:t>
            </a:r>
            <a:endParaRPr lang="vi-VN" sz="2800" dirty="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5646" y="2497361"/>
            <a:ext cx="5580844" cy="4098432"/>
          </a:xfrm>
          <a:prstGeom prst="rect">
            <a:avLst/>
          </a:prstGeom>
        </p:spPr>
      </p:pic>
    </p:spTree>
    <p:extLst>
      <p:ext uri="{BB962C8B-B14F-4D97-AF65-F5344CB8AC3E}">
        <p14:creationId xmlns:p14="http://schemas.microsoft.com/office/powerpoint/2010/main" val="28818883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25002" y="443607"/>
            <a:ext cx="9878095" cy="5738253"/>
          </a:xfrm>
        </p:spPr>
        <p:txBody>
          <a:bodyPr>
            <a:noAutofit/>
          </a:bodyPr>
          <a:lstStyle/>
          <a:p>
            <a:pPr marL="0" indent="0" algn="just">
              <a:buNone/>
            </a:pPr>
            <a:r>
              <a:rPr lang="en-US" sz="2800" dirty="0" err="1">
                <a:latin typeface="Times New Roman" pitchFamily="18" charset="0"/>
                <a:cs typeface="Times New Roman" pitchFamily="18" charset="0"/>
              </a:rPr>
              <a:t>Dựa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trúc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BLHS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CTTP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a:t>
            </a:r>
          </a:p>
          <a:p>
            <a:pPr lvl="0" algn="just"/>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132.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giúp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ở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ở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giúp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dẫn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02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03 </a:t>
            </a:r>
            <a:r>
              <a:rPr lang="en-US" sz="2800" dirty="0" err="1">
                <a:latin typeface="Times New Roman" pitchFamily="18" charset="0"/>
                <a:cs typeface="Times New Roman" pitchFamily="18" charset="0"/>
              </a:rPr>
              <a:t>tháng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02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145.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13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16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18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13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16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142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144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02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05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5978778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76518" y="598152"/>
            <a:ext cx="9813702" cy="5841285"/>
          </a:xfrm>
        </p:spPr>
        <p:txBody>
          <a:bodyPr>
            <a:normAutofit lnSpcReduction="10000"/>
          </a:bodyPr>
          <a:lstStyle/>
          <a:p>
            <a:pPr lvl="0" algn="just"/>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168.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cướp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dùng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đe</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dọa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dùng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ngay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khắc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tấn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lâm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chống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chiếm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đoạt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03 </a:t>
            </a:r>
            <a:r>
              <a:rPr lang="en-US" sz="2600" dirty="0" err="1">
                <a:latin typeface="Times New Roman" pitchFamily="18" charset="0"/>
                <a:cs typeface="Times New Roman" pitchFamily="18" charset="0"/>
              </a:rPr>
              <a:t>năm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10 </a:t>
            </a:r>
            <a:r>
              <a:rPr lang="en-US" sz="2600" dirty="0" err="1">
                <a:latin typeface="Times New Roman" pitchFamily="18" charset="0"/>
                <a:cs typeface="Times New Roman" pitchFamily="18" charset="0"/>
              </a:rPr>
              <a:t>năm</a:t>
            </a:r>
            <a:r>
              <a:rPr lang="en-US" sz="2600" dirty="0">
                <a:latin typeface="Times New Roman" pitchFamily="18" charset="0"/>
                <a:cs typeface="Times New Roman" pitchFamily="18" charset="0"/>
              </a:rPr>
              <a:t>”.</a:t>
            </a:r>
          </a:p>
          <a:p>
            <a:pPr lvl="0" algn="just"/>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266.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đua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xe</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phép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đua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xe</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phép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xe</a:t>
            </a:r>
            <a:r>
              <a:rPr lang="en-US" sz="2600" dirty="0">
                <a:latin typeface="Times New Roman" pitchFamily="18" charset="0"/>
                <a:cs typeface="Times New Roman" pitchFamily="18" charset="0"/>
              </a:rPr>
              <a:t> ô </a:t>
            </a:r>
            <a:r>
              <a:rPr lang="en-US" sz="2600" dirty="0" err="1">
                <a:latin typeface="Times New Roman" pitchFamily="18" charset="0"/>
                <a:cs typeface="Times New Roman" pitchFamily="18" charset="0"/>
              </a:rPr>
              <a:t>tô</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xe</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máy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xe</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gắn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thiệt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thuộc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trường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hợp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xử</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265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Bộ</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chưa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xóa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tích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còn</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10.000.000 </a:t>
            </a:r>
            <a:r>
              <a:rPr lang="en-US" sz="2600" dirty="0" err="1">
                <a:latin typeface="Times New Roman" pitchFamily="18" charset="0"/>
                <a:cs typeface="Times New Roman" pitchFamily="18" charset="0"/>
              </a:rPr>
              <a:t>đồng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50.000.000 </a:t>
            </a:r>
            <a:r>
              <a:rPr lang="en-US" sz="2600" dirty="0" err="1">
                <a:latin typeface="Times New Roman" pitchFamily="18" charset="0"/>
                <a:cs typeface="Times New Roman" pitchFamily="18" charset="0"/>
              </a:rPr>
              <a:t>đồng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cải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giữ</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02 </a:t>
            </a:r>
            <a:r>
              <a:rPr lang="en-US" sz="2600" dirty="0" err="1">
                <a:latin typeface="Times New Roman" pitchFamily="18" charset="0"/>
                <a:cs typeface="Times New Roman" pitchFamily="18" charset="0"/>
              </a:rPr>
              <a:t>năm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06 </a:t>
            </a:r>
            <a:r>
              <a:rPr lang="en-US" sz="2600" dirty="0" err="1">
                <a:latin typeface="Times New Roman" pitchFamily="18" charset="0"/>
                <a:cs typeface="Times New Roman" pitchFamily="18" charset="0"/>
              </a:rPr>
              <a:t>tháng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03 </a:t>
            </a:r>
            <a:r>
              <a:rPr lang="en-US" sz="2600" dirty="0" err="1">
                <a:latin typeface="Times New Roman" pitchFamily="18" charset="0"/>
                <a:cs typeface="Times New Roman" pitchFamily="18" charset="0"/>
              </a:rPr>
              <a:t>năm</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a) </a:t>
            </a:r>
            <a:r>
              <a:rPr lang="en-US" sz="2600" dirty="0" err="1">
                <a:latin typeface="Times New Roman" pitchFamily="18" charset="0"/>
                <a:cs typeface="Times New Roman" pitchFamily="18" charset="0"/>
              </a:rPr>
              <a:t>Gây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thương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tích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khỏe</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01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tỷ</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thương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31%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60%;</a:t>
            </a:r>
          </a:p>
          <a:p>
            <a:pPr marL="0" indent="0" algn="just">
              <a:buNone/>
            </a:pPr>
            <a:r>
              <a:rPr lang="en-US" sz="2600" dirty="0">
                <a:latin typeface="Times New Roman" pitchFamily="18" charset="0"/>
                <a:cs typeface="Times New Roman" pitchFamily="18" charset="0"/>
              </a:rPr>
              <a:t>b) </a:t>
            </a:r>
            <a:r>
              <a:rPr lang="en-US" sz="2600" dirty="0" err="1">
                <a:latin typeface="Times New Roman" pitchFamily="18" charset="0"/>
                <a:cs typeface="Times New Roman" pitchFamily="18" charset="0"/>
              </a:rPr>
              <a:t>Gây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thiệt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50.000.000 </a:t>
            </a:r>
            <a:r>
              <a:rPr lang="en-US" sz="2600" dirty="0" err="1">
                <a:latin typeface="Times New Roman" pitchFamily="18" charset="0"/>
                <a:cs typeface="Times New Roman" pitchFamily="18" charset="0"/>
              </a:rPr>
              <a:t>đồng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dưới</a:t>
            </a:r>
            <a:r>
              <a:rPr lang="en-US" sz="2600" dirty="0">
                <a:latin typeface="Times New Roman" pitchFamily="18" charset="0"/>
                <a:cs typeface="Times New Roman" pitchFamily="18" charset="0"/>
              </a:rPr>
              <a:t> 100.000.000 </a:t>
            </a:r>
            <a:r>
              <a:rPr lang="en-US" sz="2600" dirty="0" err="1">
                <a:latin typeface="Times New Roman" pitchFamily="18" charset="0"/>
                <a:cs typeface="Times New Roman" pitchFamily="18" charset="0"/>
              </a:rPr>
              <a:t>đồng</a:t>
            </a:r>
            <a:r>
              <a:rPr lang="en-US" sz="26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12974857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B87601-1491-47B5-A93C-DC9A445D80EC}"/>
              </a:ext>
            </a:extLst>
          </p:cNvPr>
          <p:cNvSpPr>
            <a:spLocks noGrp="1"/>
          </p:cNvSpPr>
          <p:nvPr>
            <p:ph type="title"/>
          </p:nvPr>
        </p:nvSpPr>
        <p:spPr/>
        <p:txBody>
          <a:bodyPr/>
          <a:lstStyle/>
          <a:p>
            <a:r>
              <a:rPr lang="en-US" b="1" dirty="0" smtClean="0">
                <a:latin typeface="Times New Roman" pitchFamily="18" charset="0"/>
                <a:cs typeface="Times New Roman" pitchFamily="18" charset="0"/>
              </a:rPr>
              <a:t>KHÁCH THỂ CỦA TỘI PHẠM</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9FB193DF-AF80-4089-BDEE-E8C74CFE18AC}"/>
              </a:ext>
            </a:extLst>
          </p:cNvPr>
          <p:cNvSpPr>
            <a:spLocks noGrp="1"/>
          </p:cNvSpPr>
          <p:nvPr>
            <p:ph idx="1"/>
          </p:nvPr>
        </p:nvSpPr>
        <p:spPr>
          <a:xfrm>
            <a:off x="680321" y="2336873"/>
            <a:ext cx="9613861" cy="4012412"/>
          </a:xfrm>
        </p:spPr>
        <p:txBody>
          <a:bodyPr>
            <a:noAutofit/>
          </a:bodyPr>
          <a:lstStyle/>
          <a:p>
            <a:pPr marL="0" indent="0">
              <a:buNone/>
            </a:pP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a:t>
            </a:r>
          </a:p>
          <a:p>
            <a:pPr marL="0" indent="0">
              <a:buNone/>
            </a:pPr>
            <a:endParaRPr lang="en-US" sz="2800" dirty="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Quan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LHS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bởi</a:t>
            </a:r>
            <a:r>
              <a:rPr lang="en-US" sz="2800" dirty="0">
                <a:latin typeface="Times New Roman" pitchFamily="18" charset="0"/>
                <a:cs typeface="Times New Roman" pitchFamily="18" charset="0"/>
              </a:rPr>
              <a:t> 3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phận</a:t>
            </a:r>
            <a:r>
              <a:rPr lang="en-US" sz="2800" dirty="0">
                <a:latin typeface="Times New Roman" pitchFamily="18" charset="0"/>
                <a:cs typeface="Times New Roman" pitchFamily="18" charset="0"/>
              </a:rPr>
              <a:t>:</a:t>
            </a:r>
          </a:p>
          <a:p>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QHXH</a:t>
            </a:r>
          </a:p>
          <a:p>
            <a:r>
              <a:rPr lang="en-US" sz="2800" dirty="0" err="1">
                <a:latin typeface="Times New Roman" pitchFamily="18" charset="0"/>
                <a:cs typeface="Times New Roman" pitchFamily="18" charset="0"/>
              </a:rPr>
              <a:t>Nội</a:t>
            </a:r>
            <a:r>
              <a:rPr lang="en-US" sz="2800" dirty="0">
                <a:latin typeface="Times New Roman" pitchFamily="18" charset="0"/>
                <a:cs typeface="Times New Roman" pitchFamily="18" charset="0"/>
              </a:rPr>
              <a:t> dung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QHXH</a:t>
            </a:r>
          </a:p>
          <a:p>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QHXH</a:t>
            </a:r>
          </a:p>
        </p:txBody>
      </p:sp>
    </p:spTree>
    <p:extLst>
      <p:ext uri="{BB962C8B-B14F-4D97-AF65-F5344CB8AC3E}">
        <p14:creationId xmlns:p14="http://schemas.microsoft.com/office/powerpoint/2010/main" val="12452034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BAFFA2-A27E-4BDD-87E9-8E7D725285F8}"/>
              </a:ext>
            </a:extLst>
          </p:cNvPr>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E76B21AC-E960-4BCA-86DA-D797C97F1576}"/>
              </a:ext>
            </a:extLst>
          </p:cNvPr>
          <p:cNvSpPr>
            <a:spLocks noGrp="1"/>
          </p:cNvSpPr>
          <p:nvPr>
            <p:ph idx="1"/>
          </p:nvPr>
        </p:nvSpPr>
        <p:spPr/>
        <p:txBody>
          <a:bodyPr>
            <a:normAutofit/>
          </a:bodyPr>
          <a:lstStyle/>
          <a:p>
            <a:pPr>
              <a:buFontTx/>
              <a:buChar char="-"/>
            </a:pP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chung</a:t>
            </a: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a:buFontTx/>
              <a:buChar char="-"/>
            </a:pP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a:buFontTx/>
              <a:buChar char="-"/>
            </a:pP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2948914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0970F0-47FF-4AE4-90D6-C48CDC8ED280}"/>
              </a:ext>
            </a:extLst>
          </p:cNvPr>
          <p:cNvSpPr>
            <a:spLocks noGrp="1"/>
          </p:cNvSpPr>
          <p:nvPr>
            <p:ph type="title"/>
          </p:nvPr>
        </p:nvSpPr>
        <p:spPr/>
        <p:txBody>
          <a:bodyPr/>
          <a:lstStyle/>
          <a:p>
            <a:r>
              <a:rPr lang="en-US" dirty="0" err="1">
                <a:latin typeface="Times New Roman" pitchFamily="18" charset="0"/>
                <a:cs typeface="Times New Roman" pitchFamily="18" charset="0"/>
              </a:rPr>
              <a:t>Khách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9A2E5181-1BFB-45C5-88C5-B2680895FEAE}"/>
              </a:ext>
            </a:extLst>
          </p:cNvPr>
          <p:cNvSpPr>
            <a:spLocks noGrp="1"/>
          </p:cNvSpPr>
          <p:nvPr>
            <p:ph idx="1"/>
          </p:nvPr>
        </p:nvSpPr>
        <p:spPr/>
        <p:txBody>
          <a:bodyPr>
            <a:normAutofit/>
          </a:bodyPr>
          <a:lstStyle/>
          <a:p>
            <a:pPr marL="0" indent="0" algn="just">
              <a:buNone/>
            </a:pP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LHS </a:t>
            </a:r>
            <a:r>
              <a:rPr lang="en-US" sz="2600" dirty="0" err="1">
                <a:latin typeface="Times New Roman" pitchFamily="18" charset="0"/>
                <a:cs typeface="Times New Roman" pitchFamily="18" charset="0"/>
              </a:rPr>
              <a:t>bảo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khỏi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xâm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pPr marL="0" indent="0" algn="just">
              <a:buNone/>
            </a:pPr>
            <a:endParaRPr lang="en-US" sz="2600" dirty="0">
              <a:latin typeface="Times New Roman" pitchFamily="18" charset="0"/>
              <a:cs typeface="Times New Roman" pitchFamily="18" charset="0"/>
            </a:endParaRPr>
          </a:p>
          <a:p>
            <a:pPr marL="0" indent="0" algn="just">
              <a:buNone/>
            </a:pPr>
            <a:r>
              <a:rPr lang="en-US" sz="2600" dirty="0" err="1">
                <a:latin typeface="Times New Roman" pitchFamily="18" charset="0"/>
                <a:cs typeface="Times New Roman" pitchFamily="18" charset="0"/>
              </a:rPr>
              <a:t>Khách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khoản</a:t>
            </a:r>
            <a:r>
              <a:rPr lang="en-US" sz="2600" dirty="0">
                <a:latin typeface="Times New Roman" pitchFamily="18" charset="0"/>
                <a:cs typeface="Times New Roman" pitchFamily="18" charset="0"/>
              </a:rPr>
              <a:t> 1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8 BLHS: </a:t>
            </a:r>
            <a:r>
              <a:rPr lang="en-US" sz="2600" dirty="0" err="1">
                <a:latin typeface="Times New Roman" pitchFamily="18" charset="0"/>
                <a:cs typeface="Times New Roman" pitchFamily="18" charset="0"/>
              </a:rPr>
              <a:t>chủ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quốc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a:t>
            </a:r>
            <a:r>
              <a:rPr lang="en-US" sz="2600" dirty="0">
                <a:latin typeface="Times New Roman" pitchFamily="18" charset="0"/>
                <a:cs typeface="Times New Roman" pitchFamily="18" charset="0"/>
              </a:rPr>
              <a:t>, an </a:t>
            </a:r>
            <a:r>
              <a:rPr lang="en-US" sz="2600" dirty="0" err="1">
                <a:latin typeface="Times New Roman" pitchFamily="18" charset="0"/>
                <a:cs typeface="Times New Roman" pitchFamily="18" charset="0"/>
              </a:rPr>
              <a:t>ninh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đất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nghĩa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đẳng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giữa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đồng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bào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lợi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ích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a:t>
            </a:r>
          </a:p>
        </p:txBody>
      </p:sp>
    </p:spTree>
    <p:extLst>
      <p:ext uri="{BB962C8B-B14F-4D97-AF65-F5344CB8AC3E}">
        <p14:creationId xmlns:p14="http://schemas.microsoft.com/office/powerpoint/2010/main" val="42091695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C4280D-4E73-4D14-B575-7DFE5B087725}"/>
              </a:ext>
            </a:extLst>
          </p:cNvPr>
          <p:cNvSpPr>
            <a:spLocks noGrp="1"/>
          </p:cNvSpPr>
          <p:nvPr>
            <p:ph type="title"/>
          </p:nvPr>
        </p:nvSpPr>
        <p:spPr/>
        <p:txBody>
          <a:bodyPr/>
          <a:lstStyle/>
          <a:p>
            <a:r>
              <a:rPr lang="en-US" dirty="0" err="1">
                <a:latin typeface="Times New Roman" pitchFamily="18" charset="0"/>
                <a:cs typeface="Times New Roman" pitchFamily="18" charset="0"/>
              </a:rPr>
              <a:t>Khách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F024DF9B-1FC3-493D-A940-4658F18E3AC1}"/>
              </a:ext>
            </a:extLst>
          </p:cNvPr>
          <p:cNvSpPr>
            <a:spLocks noGrp="1"/>
          </p:cNvSpPr>
          <p:nvPr>
            <p:ph idx="1"/>
          </p:nvPr>
        </p:nvSpPr>
        <p:spPr>
          <a:xfrm>
            <a:off x="680321" y="2336872"/>
            <a:ext cx="10962180" cy="4090431"/>
          </a:xfrm>
        </p:spPr>
        <p:txBody>
          <a:bodyPr/>
          <a:lstStyle/>
          <a:p>
            <a:pPr marL="0" indent="0" algn="just">
              <a:buNone/>
            </a:pP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nhóm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cùng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được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nhóm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khỏi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nhóm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p>
          <a:p>
            <a:pPr algn="just">
              <a:buFontTx/>
              <a:buChar char="-"/>
            </a:pPr>
            <a:r>
              <a:rPr lang="en-US" dirty="0">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XIV: </a:t>
            </a:r>
            <a:r>
              <a:rPr lang="vi-VN" dirty="0">
                <a:latin typeface="Times New Roman" pitchFamily="18" charset="0"/>
                <a:cs typeface="Times New Roman" pitchFamily="18" charset="0"/>
              </a:rPr>
              <a:t>CÁC TỘI XÂM PHẠM TÍNH MẠNG, SỨC KHỎE, NHÂN PHẨM, DANH DỰ CỦA CON NGƯỜI</a:t>
            </a:r>
            <a:endParaRPr lang="en-US" dirty="0">
              <a:latin typeface="Times New Roman" pitchFamily="18" charset="0"/>
              <a:cs typeface="Times New Roman" pitchFamily="18" charset="0"/>
            </a:endParaRPr>
          </a:p>
          <a:p>
            <a:pPr algn="just">
              <a:buFontTx/>
              <a:buChar char="-"/>
            </a:pPr>
            <a:r>
              <a:rPr lang="en-US" dirty="0">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XV: </a:t>
            </a:r>
            <a:r>
              <a:rPr lang="vi-VN" dirty="0">
                <a:latin typeface="Times New Roman" pitchFamily="18" charset="0"/>
                <a:cs typeface="Times New Roman" pitchFamily="18" charset="0"/>
              </a:rPr>
              <a:t>CÁC TỘI XÂM PHẠM QUYỀN TỰ DO CỦA CON NGƯỜI, QUYỀN TỰ DO, DÂN CHỦ CỦA CÔNG DÂN</a:t>
            </a:r>
            <a:endParaRPr lang="en-US" dirty="0">
              <a:latin typeface="Times New Roman" pitchFamily="18" charset="0"/>
              <a:cs typeface="Times New Roman" pitchFamily="18" charset="0"/>
            </a:endParaRPr>
          </a:p>
          <a:p>
            <a:pPr algn="just">
              <a:buFontTx/>
              <a:buChar char="-"/>
            </a:pPr>
            <a:r>
              <a:rPr lang="en-US" dirty="0">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XVI: </a:t>
            </a:r>
            <a:r>
              <a:rPr lang="vi-VN" dirty="0">
                <a:latin typeface="Times New Roman" pitchFamily="18" charset="0"/>
                <a:cs typeface="Times New Roman" pitchFamily="18" charset="0"/>
              </a:rPr>
              <a:t>CÁC TỘI XÂM PHẠM SỞ HỮU</a:t>
            </a:r>
            <a:endParaRPr lang="en-US" dirty="0">
              <a:latin typeface="Times New Roman" pitchFamily="18" charset="0"/>
              <a:cs typeface="Times New Roman" pitchFamily="18" charset="0"/>
            </a:endParaRPr>
          </a:p>
          <a:p>
            <a:pPr algn="just">
              <a:buFontTx/>
              <a:buChar char="-"/>
            </a:pPr>
            <a:r>
              <a:rPr lang="en-US" dirty="0">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XVII: </a:t>
            </a:r>
            <a:r>
              <a:rPr lang="vi-VN" dirty="0">
                <a:latin typeface="Times New Roman" pitchFamily="18" charset="0"/>
                <a:cs typeface="Times New Roman" pitchFamily="18" charset="0"/>
              </a:rPr>
              <a:t>CÁC TỘI XÂM PHẠM CHẾ ĐỘ HÔN NHÂN VÀ GIA ĐÌNH</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5311233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346B23-0835-4E30-92EE-5D29BC9EDE04}"/>
              </a:ext>
            </a:extLst>
          </p:cNvPr>
          <p:cNvSpPr>
            <a:spLocks noGrp="1"/>
          </p:cNvSpPr>
          <p:nvPr>
            <p:ph type="title"/>
          </p:nvPr>
        </p:nvSpPr>
        <p:spPr/>
        <p:txBody>
          <a:bodyPr/>
          <a:lstStyle/>
          <a:p>
            <a:r>
              <a:rPr lang="en-US" dirty="0" err="1">
                <a:latin typeface="Times New Roman" pitchFamily="18" charset="0"/>
                <a:cs typeface="Times New Roman" pitchFamily="18" charset="0"/>
              </a:rPr>
              <a:t>Khách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9F807ACB-D973-4110-B9A9-938F97F8F3B4}"/>
              </a:ext>
            </a:extLst>
          </p:cNvPr>
          <p:cNvSpPr>
            <a:spLocks noGrp="1"/>
          </p:cNvSpPr>
          <p:nvPr>
            <p:ph idx="1"/>
          </p:nvPr>
        </p:nvSpPr>
        <p:spPr>
          <a:xfrm>
            <a:off x="680323" y="2336873"/>
            <a:ext cx="2977278" cy="4231352"/>
          </a:xfrm>
        </p:spPr>
        <p:txBody>
          <a:bodyPr>
            <a:normAutofit/>
          </a:bodyPr>
          <a:lstStyle/>
          <a:p>
            <a:pPr marL="0" indent="0" algn="just">
              <a:buNone/>
            </a:pP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2271645"/>
            <a:ext cx="7620000" cy="4238625"/>
          </a:xfrm>
          <a:prstGeom prst="rect">
            <a:avLst/>
          </a:prstGeom>
        </p:spPr>
      </p:pic>
    </p:spTree>
    <p:extLst>
      <p:ext uri="{BB962C8B-B14F-4D97-AF65-F5344CB8AC3E}">
        <p14:creationId xmlns:p14="http://schemas.microsoft.com/office/powerpoint/2010/main" val="17659421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28033" y="636789"/>
            <a:ext cx="9865218" cy="5660980"/>
          </a:xfrm>
        </p:spPr>
        <p:txBody>
          <a:bodyPr>
            <a:normAutofit/>
          </a:bodyPr>
          <a:lstStyle/>
          <a:p>
            <a:pPr marL="0" indent="0" algn="just">
              <a:buNone/>
            </a:pPr>
            <a:r>
              <a:rPr lang="en-US" sz="2800" dirty="0">
                <a:latin typeface="Times New Roman" pitchFamily="18" charset="0"/>
                <a:cs typeface="Times New Roman" pitchFamily="18" charset="0"/>
              </a:rPr>
              <a:t>A </a:t>
            </a:r>
            <a:r>
              <a:rPr lang="en-US" sz="2800" dirty="0" err="1">
                <a:latin typeface="Times New Roman" pitchFamily="18" charset="0"/>
                <a:cs typeface="Times New Roman" pitchFamily="18" charset="0"/>
              </a:rPr>
              <a:t>mời</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C </a:t>
            </a:r>
            <a:r>
              <a:rPr lang="en-US" sz="2800" dirty="0" err="1">
                <a:latin typeface="Times New Roman" pitchFamily="18" charset="0"/>
                <a:cs typeface="Times New Roman" pitchFamily="18" charset="0"/>
              </a:rPr>
              <a:t>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ông</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hết</a:t>
            </a:r>
            <a:r>
              <a:rPr lang="en-US" sz="2800" dirty="0">
                <a:latin typeface="Times New Roman" pitchFamily="18" charset="0"/>
                <a:cs typeface="Times New Roman" pitchFamily="18" charset="0"/>
              </a:rPr>
              <a:t> 2.300.000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còn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hôm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tin </a:t>
            </a:r>
            <a:r>
              <a:rPr lang="en-US" sz="2800" dirty="0" err="1">
                <a:latin typeface="Times New Roman" pitchFamily="18" charset="0"/>
                <a:cs typeface="Times New Roman" pitchFamily="18" charset="0"/>
              </a:rPr>
              <a:t>tưởng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chiếc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hồ</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a:t>
            </a:r>
            <a:r>
              <a:rPr lang="en-US" sz="2800" dirty="0">
                <a:latin typeface="Times New Roman" pitchFamily="18" charset="0"/>
                <a:cs typeface="Times New Roman" pitchFamily="18" charset="0"/>
              </a:rPr>
              <a:t> 6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tin. A </a:t>
            </a:r>
            <a:r>
              <a:rPr lang="en-US" sz="2800" dirty="0" err="1">
                <a:latin typeface="Times New Roman" pitchFamily="18" charset="0"/>
                <a:cs typeface="Times New Roman" pitchFamily="18" charset="0"/>
              </a:rPr>
              <a:t>cảm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xúc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rút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la </a:t>
            </a:r>
            <a:r>
              <a:rPr lang="en-US" sz="2800" dirty="0" err="1">
                <a:latin typeface="Times New Roman" pitchFamily="18" charset="0"/>
                <a:cs typeface="Times New Roman" pitchFamily="18" charset="0"/>
              </a:rPr>
              <a:t>lên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tin”.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bỏ</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chạy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hơn</a:t>
            </a:r>
            <a:r>
              <a:rPr lang="en-US" sz="2800" dirty="0">
                <a:latin typeface="Times New Roman" pitchFamily="18" charset="0"/>
                <a:cs typeface="Times New Roman" pitchFamily="18" charset="0"/>
              </a:rPr>
              <a:t> 10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bỏ</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chạy</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Hãy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xâm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thứ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hữu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ông</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thoát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cộng</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9182622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D5F49F-9DD9-454C-8782-B14684643495}"/>
              </a:ext>
            </a:extLst>
          </p:cNvPr>
          <p:cNvSpPr>
            <a:spLocks noGrp="1"/>
          </p:cNvSpPr>
          <p:nvPr>
            <p:ph type="title"/>
          </p:nvPr>
        </p:nvSpPr>
        <p:spPr/>
        <p:txBody>
          <a:bodyPr/>
          <a:lstStyle/>
          <a:p>
            <a:r>
              <a:rPr lang="en-US" dirty="0" smtClean="0">
                <a:latin typeface="Times New Roman" pitchFamily="18" charset="0"/>
                <a:cs typeface="Times New Roman" pitchFamily="18" charset="0"/>
              </a:rPr>
              <a:t>ĐỐI TƯỢNG TÁC ĐỘNG CỦA TỘI PHẠM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CBD0DE4E-568E-445B-BC8D-C2F2C1C1F19C}"/>
              </a:ext>
            </a:extLst>
          </p:cNvPr>
          <p:cNvSpPr>
            <a:spLocks noGrp="1"/>
          </p:cNvSpPr>
          <p:nvPr>
            <p:ph idx="1"/>
          </p:nvPr>
        </p:nvSpPr>
        <p:spPr>
          <a:xfrm>
            <a:off x="8203842" y="2336873"/>
            <a:ext cx="3451538" cy="4192716"/>
          </a:xfrm>
        </p:spPr>
        <p:txBody>
          <a:bodyPr>
            <a:normAutofit/>
          </a:bodyPr>
          <a:lstStyle/>
          <a:p>
            <a:pPr marL="0" indent="0" algn="just">
              <a:buNone/>
            </a:pP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dọa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a:t>
            </a:r>
          </a:p>
          <a:p>
            <a:pPr marL="0" indent="0">
              <a:buNone/>
            </a:pPr>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95913"/>
            <a:ext cx="7778839" cy="4365873"/>
          </a:xfrm>
          <a:prstGeom prst="rect">
            <a:avLst/>
          </a:prstGeom>
        </p:spPr>
      </p:pic>
    </p:spTree>
    <p:extLst>
      <p:ext uri="{BB962C8B-B14F-4D97-AF65-F5344CB8AC3E}">
        <p14:creationId xmlns:p14="http://schemas.microsoft.com/office/powerpoint/2010/main" val="36697149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A2C82C-4967-4EBD-A608-A5D18CD3AF36}"/>
              </a:ext>
            </a:extLst>
          </p:cNvPr>
          <p:cNvSpPr>
            <a:spLocks noGrp="1"/>
          </p:cNvSpPr>
          <p:nvPr>
            <p:ph type="title"/>
          </p:nvPr>
        </p:nvSpPr>
        <p:spPr/>
        <p:txBody>
          <a:bodyPr/>
          <a:lstStyle/>
          <a:p>
            <a:r>
              <a:rPr lang="en-US" dirty="0" err="1" smtClean="0">
                <a:latin typeface="Times New Roman" pitchFamily="18" charset="0"/>
                <a:cs typeface="Times New Roman" pitchFamily="18" charset="0"/>
              </a:rPr>
              <a:t>Một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tượng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động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endParaRPr lang="en-US" dirty="0">
              <a:latin typeface="Times New Roman" pitchFamily="18" charset="0"/>
              <a:cs typeface="Times New Roman" pitchFamily="18" charset="0"/>
            </a:endParaRPr>
          </a:p>
        </p:txBody>
      </p:sp>
      <p:pic>
        <p:nvPicPr>
          <p:cNvPr id="5" name="Picture 4" descr="A close up of a mans face&#10;&#10;Description generated with high confidence">
            <a:extLst>
              <a:ext uri="{FF2B5EF4-FFF2-40B4-BE49-F238E27FC236}">
                <a16:creationId xmlns="" xmlns:a16="http://schemas.microsoft.com/office/drawing/2014/main" id="{366AFB67-7616-4D9E-88FC-1EE4ED9DA9B6}"/>
              </a:ext>
            </a:extLst>
          </p:cNvPr>
          <p:cNvPicPr>
            <a:picLocks noChangeAspect="1"/>
          </p:cNvPicPr>
          <p:nvPr/>
        </p:nvPicPr>
        <p:blipFill>
          <a:blip r:embed="rId2"/>
          <a:stretch>
            <a:fillRect/>
          </a:stretch>
        </p:blipFill>
        <p:spPr>
          <a:xfrm>
            <a:off x="114452" y="2869512"/>
            <a:ext cx="3208297" cy="2673581"/>
          </a:xfrm>
          <a:prstGeom prst="rect">
            <a:avLst/>
          </a:prstGeom>
        </p:spPr>
      </p:pic>
      <p:pic>
        <p:nvPicPr>
          <p:cNvPr id="7" name="Picture 6" descr="A motorcycle parked on the side of a road&#10;&#10;Description generated with very high confidence">
            <a:extLst>
              <a:ext uri="{FF2B5EF4-FFF2-40B4-BE49-F238E27FC236}">
                <a16:creationId xmlns="" xmlns:a16="http://schemas.microsoft.com/office/drawing/2014/main" id="{7A2E88BC-3A99-4041-8A48-687230A0C20B}"/>
              </a:ext>
            </a:extLst>
          </p:cNvPr>
          <p:cNvPicPr>
            <a:picLocks noChangeAspect="1"/>
          </p:cNvPicPr>
          <p:nvPr/>
        </p:nvPicPr>
        <p:blipFill>
          <a:blip r:embed="rId3"/>
          <a:stretch>
            <a:fillRect/>
          </a:stretch>
        </p:blipFill>
        <p:spPr>
          <a:xfrm>
            <a:off x="3503053" y="2869512"/>
            <a:ext cx="4455969" cy="2673581"/>
          </a:xfrm>
          <a:prstGeom prst="rect">
            <a:avLst/>
          </a:prstGeom>
        </p:spPr>
      </p:pic>
      <p:pic>
        <p:nvPicPr>
          <p:cNvPr id="9" name="Picture 8">
            <a:extLst>
              <a:ext uri="{FF2B5EF4-FFF2-40B4-BE49-F238E27FC236}">
                <a16:creationId xmlns="" xmlns:a16="http://schemas.microsoft.com/office/drawing/2014/main" id="{0A0105D4-CB14-46BF-9CCD-D9F6415F90FA}"/>
              </a:ext>
            </a:extLst>
          </p:cNvPr>
          <p:cNvPicPr>
            <a:picLocks noChangeAspect="1"/>
          </p:cNvPicPr>
          <p:nvPr/>
        </p:nvPicPr>
        <p:blipFill>
          <a:blip r:embed="rId4"/>
          <a:stretch>
            <a:fillRect/>
          </a:stretch>
        </p:blipFill>
        <p:spPr>
          <a:xfrm>
            <a:off x="8197036" y="2869511"/>
            <a:ext cx="3903428" cy="2673581"/>
          </a:xfrm>
          <a:prstGeom prst="rect">
            <a:avLst/>
          </a:prstGeom>
        </p:spPr>
      </p:pic>
    </p:spTree>
    <p:extLst>
      <p:ext uri="{BB962C8B-B14F-4D97-AF65-F5344CB8AC3E}">
        <p14:creationId xmlns:p14="http://schemas.microsoft.com/office/powerpoint/2010/main" val="39901600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945881-C7D5-4459-87F8-EFE8C828F06D}"/>
              </a:ext>
            </a:extLst>
          </p:cNvPr>
          <p:cNvSpPr>
            <a:spLocks noGrp="1"/>
          </p:cNvSpPr>
          <p:nvPr>
            <p:ph type="title"/>
          </p:nvPr>
        </p:nvSpPr>
        <p:spPr/>
        <p:txBody>
          <a:bodyPr/>
          <a:lstStyle/>
          <a:p>
            <a:r>
              <a:rPr lang="en-US" b="1" dirty="0" smtClean="0">
                <a:latin typeface="Times New Roman" pitchFamily="18" charset="0"/>
                <a:cs typeface="Times New Roman" pitchFamily="18" charset="0"/>
              </a:rPr>
              <a:t>MẶT KHÁCH QUAN CỦA TỘI PHẠM</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E9D2CA12-8952-4D26-AC46-4377EDFB7D70}"/>
              </a:ext>
            </a:extLst>
          </p:cNvPr>
          <p:cNvSpPr>
            <a:spLocks noGrp="1"/>
          </p:cNvSpPr>
          <p:nvPr>
            <p:ph idx="1"/>
          </p:nvPr>
        </p:nvSpPr>
        <p:spPr>
          <a:xfrm>
            <a:off x="680321" y="2336872"/>
            <a:ext cx="10627330" cy="4151013"/>
          </a:xfrm>
        </p:spPr>
        <p:txBody>
          <a:bodyPr>
            <a:normAutofit/>
          </a:bodyPr>
          <a:lstStyle/>
          <a:p>
            <a:pPr marL="0" indent="0" algn="just">
              <a:buNone/>
            </a:pP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biểu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diễn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tồn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p>
          <a:p>
            <a:pPr marL="0" indent="0" algn="just">
              <a:buNone/>
            </a:pP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Mối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ngoài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327603660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1C8D00-13F6-4251-8615-40B8627D844A}"/>
              </a:ext>
            </a:extLst>
          </p:cNvPr>
          <p:cNvSpPr>
            <a:spLocks noGrp="1"/>
          </p:cNvSpPr>
          <p:nvPr>
            <p:ph type="title"/>
          </p:nvPr>
        </p:nvSpPr>
        <p:spPr/>
        <p:txBody>
          <a:bodyPr/>
          <a:lstStyle/>
          <a:p>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nguy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F7329599-0B80-4025-8AD2-1E5DDE61D0C6}"/>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chí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con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dọa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7065" y="4069724"/>
            <a:ext cx="4309237" cy="256987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9197" y="4069724"/>
            <a:ext cx="4138496" cy="2569872"/>
          </a:xfrm>
          <a:prstGeom prst="rect">
            <a:avLst/>
          </a:prstGeom>
        </p:spPr>
      </p:pic>
    </p:spTree>
    <p:extLst>
      <p:ext uri="{BB962C8B-B14F-4D97-AF65-F5344CB8AC3E}">
        <p14:creationId xmlns:p14="http://schemas.microsoft.com/office/powerpoint/2010/main" val="415481437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7DF4DB4-7F0D-4B3E-82ED-7848FADEF8D8}"/>
              </a:ext>
            </a:extLst>
          </p:cNvPr>
          <p:cNvSpPr>
            <a:spLocks noGrp="1"/>
          </p:cNvSpPr>
          <p:nvPr>
            <p:ph idx="4294967295"/>
          </p:nvPr>
        </p:nvSpPr>
        <p:spPr>
          <a:xfrm>
            <a:off x="553790" y="533757"/>
            <a:ext cx="5460643" cy="3598863"/>
          </a:xfrm>
        </p:spPr>
        <p:txBody>
          <a:bodyPr/>
          <a:lstStyle/>
          <a:p>
            <a:pPr marL="0" indent="0" algn="just">
              <a:buNone/>
            </a:pPr>
            <a:r>
              <a:rPr lang="en-US" sz="2800" b="1" i="1" dirty="0" err="1">
                <a:latin typeface="Times New Roman" pitchFamily="18" charset="0"/>
                <a:cs typeface="Times New Roman" pitchFamily="18" charset="0"/>
              </a:rPr>
              <a:t>Đặc</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điểm</a:t>
            </a:r>
            <a:r>
              <a:rPr lang="en-US" sz="2800" b="1" i="1"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chí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con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trái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4208" y="0"/>
            <a:ext cx="5514305" cy="313626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569" y="3416904"/>
            <a:ext cx="4562104" cy="341672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2812" y="3392534"/>
            <a:ext cx="4677096" cy="3465466"/>
          </a:xfrm>
          <a:prstGeom prst="rect">
            <a:avLst/>
          </a:prstGeom>
        </p:spPr>
      </p:pic>
    </p:spTree>
    <p:extLst>
      <p:ext uri="{BB962C8B-B14F-4D97-AF65-F5344CB8AC3E}">
        <p14:creationId xmlns:p14="http://schemas.microsoft.com/office/powerpoint/2010/main" val="372296744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835A8CD-7273-4A60-8A65-74693E4F3EC5}"/>
              </a:ext>
            </a:extLst>
          </p:cNvPr>
          <p:cNvSpPr>
            <a:spLocks noGrp="1"/>
          </p:cNvSpPr>
          <p:nvPr>
            <p:ph idx="4294967295"/>
          </p:nvPr>
        </p:nvSpPr>
        <p:spPr>
          <a:xfrm>
            <a:off x="502276" y="611031"/>
            <a:ext cx="9613900" cy="3598863"/>
          </a:xfrm>
        </p:spPr>
        <p:txBody>
          <a:bodyPr>
            <a:normAutofit/>
          </a:bodyPr>
          <a:lstStyle/>
          <a:p>
            <a:pPr marL="0" indent="0">
              <a:buNone/>
            </a:pPr>
            <a:r>
              <a:rPr lang="en-US" sz="2800" b="1" i="1" dirty="0" err="1">
                <a:latin typeface="Times New Roman" pitchFamily="18" charset="0"/>
                <a:cs typeface="Times New Roman" pitchFamily="18" charset="0"/>
              </a:rPr>
              <a:t>Các</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hình</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thức</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thể</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hiện</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của</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hành</a:t>
            </a:r>
            <a:r>
              <a:rPr lang="en-US" sz="2800" b="1" i="1" dirty="0">
                <a:latin typeface="Times New Roman" pitchFamily="18" charset="0"/>
                <a:cs typeface="Times New Roman" pitchFamily="18" charset="0"/>
              </a:rPr>
              <a:t> vi </a:t>
            </a:r>
            <a:r>
              <a:rPr lang="en-US" sz="2800" b="1" i="1" dirty="0" err="1">
                <a:latin typeface="Times New Roman" pitchFamily="18" charset="0"/>
                <a:cs typeface="Times New Roman" pitchFamily="18" charset="0"/>
              </a:rPr>
              <a:t>khách</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quan</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của</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tội</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phạm</a:t>
            </a:r>
            <a:endParaRPr lang="en-US" sz="2800" b="1" i="1" dirty="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a:t>
            </a:r>
          </a:p>
          <a:p>
            <a:pPr marL="0" indent="0">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368" y="2704529"/>
            <a:ext cx="5199309" cy="415347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9617" y="1635617"/>
            <a:ext cx="5222382" cy="5222382"/>
          </a:xfrm>
          <a:prstGeom prst="rect">
            <a:avLst/>
          </a:prstGeom>
        </p:spPr>
      </p:pic>
    </p:spTree>
    <p:extLst>
      <p:ext uri="{BB962C8B-B14F-4D97-AF65-F5344CB8AC3E}">
        <p14:creationId xmlns:p14="http://schemas.microsoft.com/office/powerpoint/2010/main" val="29188754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CA9759-EAFE-405C-805A-D15C66A1D23E}"/>
              </a:ext>
            </a:extLst>
          </p:cNvPr>
          <p:cNvSpPr>
            <a:spLocks noGrp="1"/>
          </p:cNvSpPr>
          <p:nvPr>
            <p:ph idx="4294967295"/>
          </p:nvPr>
        </p:nvSpPr>
        <p:spPr>
          <a:xfrm>
            <a:off x="502276" y="340575"/>
            <a:ext cx="11294772" cy="6227650"/>
          </a:xfrm>
        </p:spPr>
        <p:txBody>
          <a:bodyPr>
            <a:normAutofit/>
          </a:bodyPr>
          <a:lstStyle/>
          <a:p>
            <a:pPr marL="0" indent="0">
              <a:buNone/>
            </a:pPr>
            <a:r>
              <a:rPr lang="en-US" sz="2800" b="1" dirty="0" err="1" smtClean="0">
                <a:latin typeface="Times New Roman" pitchFamily="18" charset="0"/>
                <a:cs typeface="Times New Roman" pitchFamily="18" charset="0"/>
              </a:rPr>
              <a:t>Các</a:t>
            </a:r>
            <a:r>
              <a:rPr lang="en-US" sz="2800" b="1" dirty="0" smtClean="0">
                <a:latin typeface="Times New Roman" pitchFamily="18" charset="0"/>
                <a:cs typeface="Times New Roman" pitchFamily="18" charset="0"/>
              </a:rPr>
              <a:t> </a:t>
            </a:r>
            <a:r>
              <a:rPr lang="en-US" sz="2800" b="1" dirty="0" err="1">
                <a:latin typeface="Times New Roman" pitchFamily="18" charset="0"/>
                <a:cs typeface="Times New Roman" pitchFamily="18" charset="0"/>
              </a:rPr>
              <a:t>dạng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cấu</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trúc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đặc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biệt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của</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hành</a:t>
            </a:r>
            <a:r>
              <a:rPr lang="en-US" sz="2800" b="1" dirty="0">
                <a:latin typeface="Times New Roman" pitchFamily="18" charset="0"/>
                <a:cs typeface="Times New Roman" pitchFamily="18" charset="0"/>
              </a:rPr>
              <a:t> vi </a:t>
            </a:r>
            <a:r>
              <a:rPr lang="en-US" sz="2800" b="1" dirty="0" err="1">
                <a:latin typeface="Times New Roman" pitchFamily="18" charset="0"/>
                <a:cs typeface="Times New Roman" pitchFamily="18" charset="0"/>
              </a:rPr>
              <a:t>khách</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quan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của</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tội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phạm</a:t>
            </a:r>
            <a:r>
              <a:rPr lang="en-US" sz="2800" b="1" dirty="0">
                <a:latin typeface="Times New Roman" pitchFamily="18" charset="0"/>
                <a:cs typeface="Times New Roman" pitchFamily="18" charset="0"/>
              </a:rPr>
              <a:t>:</a:t>
            </a:r>
          </a:p>
          <a:p>
            <a:pPr marL="0" indent="0">
              <a:buNone/>
            </a:pPr>
            <a:r>
              <a:rPr lang="en-US" sz="2800" dirty="0" smtClean="0">
                <a:latin typeface="Times New Roman" pitchFamily="18" charset="0"/>
                <a:cs typeface="Times New Roman" pitchFamily="18" charset="0"/>
              </a:rPr>
              <a:t>	</a:t>
            </a:r>
          </a:p>
          <a:p>
            <a:pPr marL="0" indent="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kéo</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dài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ghép</a:t>
            </a: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tục</a:t>
            </a:r>
            <a:r>
              <a:rPr lang="en-US" sz="28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301" y="1979088"/>
            <a:ext cx="3773406" cy="21206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6721" y="3327576"/>
            <a:ext cx="3773406" cy="283005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9002" y="1979088"/>
            <a:ext cx="4133419" cy="2322456"/>
          </a:xfrm>
          <a:prstGeom prst="rect">
            <a:avLst/>
          </a:prstGeom>
        </p:spPr>
      </p:pic>
    </p:spTree>
    <p:extLst>
      <p:ext uri="{BB962C8B-B14F-4D97-AF65-F5344CB8AC3E}">
        <p14:creationId xmlns:p14="http://schemas.microsoft.com/office/powerpoint/2010/main" val="159857612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7" name="Picture 6" descr="A picture containing person, ground, outdoor, young&#10;&#10;Description generated with very high confidence">
            <a:extLst>
              <a:ext uri="{FF2B5EF4-FFF2-40B4-BE49-F238E27FC236}">
                <a16:creationId xmlns="" xmlns:a16="http://schemas.microsoft.com/office/drawing/2014/main" id="{DB98AB2C-CA3A-454F-B66A-5F50E2C59302}"/>
              </a:ext>
            </a:extLst>
          </p:cNvPr>
          <p:cNvPicPr>
            <a:picLocks noChangeAspect="1"/>
          </p:cNvPicPr>
          <p:nvPr/>
        </p:nvPicPr>
        <p:blipFill rotWithShape="1">
          <a:blip r:embed="rId2"/>
          <a:srcRect t="14933" r="1" b="20987"/>
          <a:stretch/>
        </p:blipFill>
        <p:spPr>
          <a:xfrm>
            <a:off x="7550979" y="1"/>
            <a:ext cx="4645152" cy="2225039"/>
          </a:xfrm>
          <a:prstGeom prst="rect">
            <a:avLst/>
          </a:prstGeom>
          <a:ln>
            <a:noFill/>
          </a:ln>
          <a:effectLst/>
        </p:spPr>
      </p:pic>
      <p:sp>
        <p:nvSpPr>
          <p:cNvPr id="2" name="Title 1">
            <a:extLst>
              <a:ext uri="{FF2B5EF4-FFF2-40B4-BE49-F238E27FC236}">
                <a16:creationId xmlns="" xmlns:a16="http://schemas.microsoft.com/office/drawing/2014/main" id="{62AF48F0-1209-4816-B6F3-460C82F06D1E}"/>
              </a:ext>
            </a:extLst>
          </p:cNvPr>
          <p:cNvSpPr>
            <a:spLocks noGrp="1"/>
          </p:cNvSpPr>
          <p:nvPr>
            <p:ph type="title"/>
          </p:nvPr>
        </p:nvSpPr>
        <p:spPr>
          <a:xfrm>
            <a:off x="680321" y="753228"/>
            <a:ext cx="7087552" cy="1080938"/>
          </a:xfrm>
        </p:spPr>
        <p:txBody>
          <a:bodyPr>
            <a:normAutofit/>
          </a:bodyPr>
          <a:lstStyle/>
          <a:p>
            <a:r>
              <a:rPr lang="en-US" dirty="0" err="1">
                <a:latin typeface="Times New Roman" pitchFamily="18" charset="0"/>
                <a:cs typeface="Times New Roman" pitchFamily="18" charset="0"/>
              </a:rPr>
              <a:t>Hậu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66F863F4-562E-4177-B433-1340651FE417}"/>
              </a:ext>
            </a:extLst>
          </p:cNvPr>
          <p:cNvSpPr>
            <a:spLocks noGrp="1"/>
          </p:cNvSpPr>
          <p:nvPr>
            <p:ph idx="1"/>
          </p:nvPr>
        </p:nvSpPr>
        <p:spPr>
          <a:xfrm>
            <a:off x="412125" y="2336872"/>
            <a:ext cx="6691408" cy="4128321"/>
          </a:xfrm>
        </p:spPr>
        <p:txBody>
          <a:bodyPr>
            <a:normAutofit/>
          </a:bodyPr>
          <a:lstStyle/>
          <a:p>
            <a:pPr marL="0" indent="0" algn="just">
              <a:buNone/>
            </a:pPr>
            <a:r>
              <a:rPr lang="en-US" dirty="0" err="1">
                <a:latin typeface="Times New Roman" pitchFamily="18" charset="0"/>
                <a:cs typeface="Times New Roman" pitchFamily="18" charset="0"/>
              </a:rPr>
              <a:t>Hậu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do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được</a:t>
            </a:r>
            <a:r>
              <a:rPr lang="en-US" dirty="0">
                <a:latin typeface="Times New Roman" pitchFamily="18" charset="0"/>
                <a:cs typeface="Times New Roman" pitchFamily="18" charset="0"/>
              </a:rPr>
              <a:t> LHS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smtClean="0">
                <a:latin typeface="Times New Roman" pitchFamily="18" charset="0"/>
                <a:cs typeface="Times New Roman" pitchFamily="18" charset="0"/>
              </a:rPr>
              <a:t>.</a:t>
            </a:r>
          </a:p>
          <a:p>
            <a:pPr marL="0" indent="0" algn="just">
              <a:buNone/>
            </a:pPr>
            <a:endParaRPr lang="en-US" dirty="0">
              <a:latin typeface="Times New Roman" pitchFamily="18" charset="0"/>
              <a:cs typeface="Times New Roman" pitchFamily="18" charset="0"/>
            </a:endParaRPr>
          </a:p>
          <a:p>
            <a:pPr marL="0" indent="0" algn="just">
              <a:buNone/>
            </a:pPr>
            <a:r>
              <a:rPr lang="en-US" dirty="0" err="1">
                <a:latin typeface="Times New Roman" pitchFamily="18" charset="0"/>
                <a:cs typeface="Times New Roman" pitchFamily="18" charset="0"/>
              </a:rPr>
              <a:t>Tùy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QHXH </a:t>
            </a:r>
            <a:r>
              <a:rPr lang="en-US" dirty="0" err="1">
                <a:latin typeface="Times New Roman" pitchFamily="18" charset="0"/>
                <a:cs typeface="Times New Roman" pitchFamily="18" charset="0"/>
              </a:rPr>
              <a:t>được</a:t>
            </a:r>
            <a:r>
              <a:rPr lang="en-US" dirty="0">
                <a:latin typeface="Times New Roman" pitchFamily="18" charset="0"/>
                <a:cs typeface="Times New Roman" pitchFamily="18" charset="0"/>
              </a:rPr>
              <a:t> LHS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sẽ</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nhau</a:t>
            </a:r>
            <a:r>
              <a:rPr lang="en-US" dirty="0">
                <a:latin typeface="Times New Roman" pitchFamily="18" charset="0"/>
                <a:cs typeface="Times New Roman" pitchFamily="18" charset="0"/>
              </a:rPr>
              <a:t>:</a:t>
            </a:r>
          </a:p>
          <a:p>
            <a:pPr algn="just">
              <a:buFontTx/>
              <a:buChar char="-"/>
            </a:pPr>
            <a:r>
              <a:rPr lang="en-US" dirty="0" err="1">
                <a:latin typeface="Times New Roman" pitchFamily="18" charset="0"/>
                <a:cs typeface="Times New Roman" pitchFamily="18" charset="0"/>
              </a:rPr>
              <a:t>Thiệt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endParaRPr lang="en-US" dirty="0">
              <a:latin typeface="Times New Roman" pitchFamily="18" charset="0"/>
              <a:cs typeface="Times New Roman" pitchFamily="18" charset="0"/>
            </a:endParaRPr>
          </a:p>
          <a:p>
            <a:pPr algn="just">
              <a:buFontTx/>
              <a:buChar char="-"/>
            </a:pPr>
            <a:r>
              <a:rPr lang="en-US" dirty="0" err="1">
                <a:latin typeface="Times New Roman" pitchFamily="18" charset="0"/>
                <a:cs typeface="Times New Roman" pitchFamily="18" charset="0"/>
              </a:rPr>
              <a:t>Thiệt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endParaRPr lang="en-US" dirty="0">
              <a:latin typeface="Times New Roman" pitchFamily="18" charset="0"/>
              <a:cs typeface="Times New Roman" pitchFamily="18" charset="0"/>
            </a:endParaRPr>
          </a:p>
          <a:p>
            <a:pPr algn="just">
              <a:buFontTx/>
              <a:buChar char="-"/>
            </a:pPr>
            <a:r>
              <a:rPr lang="en-US" dirty="0" err="1">
                <a:latin typeface="Times New Roman" pitchFamily="18" charset="0"/>
                <a:cs typeface="Times New Roman" pitchFamily="18" charset="0"/>
              </a:rPr>
              <a:t>Thiệt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phi </a:t>
            </a: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endParaRPr lang="en-US" dirty="0">
              <a:latin typeface="Times New Roman" pitchFamily="18" charset="0"/>
              <a:cs typeface="Times New Roman" pitchFamily="18" charset="0"/>
            </a:endParaRPr>
          </a:p>
        </p:txBody>
      </p:sp>
      <p:pic>
        <p:nvPicPr>
          <p:cNvPr id="5" name="Picture 4" descr="A sunset over a fire&#10;&#10;Description generated with high confidence">
            <a:extLst>
              <a:ext uri="{FF2B5EF4-FFF2-40B4-BE49-F238E27FC236}">
                <a16:creationId xmlns="" xmlns:a16="http://schemas.microsoft.com/office/drawing/2014/main" id="{07FB2C73-5129-48C9-8415-6B2D342E9361}"/>
              </a:ext>
            </a:extLst>
          </p:cNvPr>
          <p:cNvPicPr>
            <a:picLocks noChangeAspect="1"/>
          </p:cNvPicPr>
          <p:nvPr/>
        </p:nvPicPr>
        <p:blipFill rotWithShape="1">
          <a:blip r:embed="rId3"/>
          <a:srcRect t="36429" r="4" b="4"/>
          <a:stretch/>
        </p:blipFill>
        <p:spPr>
          <a:xfrm>
            <a:off x="7555110" y="2322651"/>
            <a:ext cx="4641021" cy="2212697"/>
          </a:xfrm>
          <a:prstGeom prst="rect">
            <a:avLst/>
          </a:prstGeom>
        </p:spPr>
      </p:pic>
      <p:pic>
        <p:nvPicPr>
          <p:cNvPr id="9" name="Picture 8" descr="A picture containing indoor, sitting, white, wall&#10;&#10;Description generated with high confidence">
            <a:extLst>
              <a:ext uri="{FF2B5EF4-FFF2-40B4-BE49-F238E27FC236}">
                <a16:creationId xmlns="" xmlns:a16="http://schemas.microsoft.com/office/drawing/2014/main" id="{79186821-6388-47BE-85D2-AA668D988BF1}"/>
              </a:ext>
            </a:extLst>
          </p:cNvPr>
          <p:cNvPicPr>
            <a:picLocks noChangeAspect="1"/>
          </p:cNvPicPr>
          <p:nvPr/>
        </p:nvPicPr>
        <p:blipFill rotWithShape="1">
          <a:blip r:embed="rId4"/>
          <a:srcRect t="37532" r="4" b="14527"/>
          <a:stretch/>
        </p:blipFill>
        <p:spPr>
          <a:xfrm>
            <a:off x="7555110" y="4632960"/>
            <a:ext cx="4641021" cy="2225040"/>
          </a:xfrm>
          <a:prstGeom prst="rect">
            <a:avLst/>
          </a:prstGeom>
        </p:spPr>
      </p:pic>
    </p:spTree>
    <p:extLst>
      <p:ext uri="{BB962C8B-B14F-4D97-AF65-F5344CB8AC3E}">
        <p14:creationId xmlns:p14="http://schemas.microsoft.com/office/powerpoint/2010/main" val="200452012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08164B-7409-4824-89EB-0C8F7E4ABCDE}"/>
              </a:ext>
            </a:extLst>
          </p:cNvPr>
          <p:cNvSpPr>
            <a:spLocks noGrp="1"/>
          </p:cNvSpPr>
          <p:nvPr>
            <p:ph type="title"/>
          </p:nvPr>
        </p:nvSpPr>
        <p:spPr/>
        <p:txBody>
          <a:bodyPr/>
          <a:lstStyle/>
          <a:p>
            <a:r>
              <a:rPr lang="en-US" dirty="0" err="1">
                <a:latin typeface="Times New Roman" pitchFamily="18" charset="0"/>
                <a:cs typeface="Times New Roman" pitchFamily="18" charset="0"/>
              </a:rPr>
              <a:t>Mối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D228B282-C8F8-4432-BE6C-9A63C0027D8B}"/>
              </a:ext>
            </a:extLst>
          </p:cNvPr>
          <p:cNvSpPr>
            <a:spLocks noGrp="1"/>
          </p:cNvSpPr>
          <p:nvPr>
            <p:ph idx="1"/>
          </p:nvPr>
        </p:nvSpPr>
        <p:spPr>
          <a:xfrm>
            <a:off x="680321" y="2336873"/>
            <a:ext cx="9390958" cy="3599316"/>
          </a:xfrm>
        </p:spPr>
        <p:txBody>
          <a:bodyPr>
            <a:normAutofit/>
          </a:bodyPr>
          <a:lstStyle/>
          <a:p>
            <a:pPr marL="0" indent="0" algn="just">
              <a:buNone/>
            </a:pPr>
            <a:r>
              <a:rPr lang="en-US" sz="2800" dirty="0" err="1">
                <a:latin typeface="Times New Roman" pitchFamily="18" charset="0"/>
                <a:cs typeface="Times New Roman" pitchFamily="18" charset="0"/>
              </a:rPr>
              <a:t>Mối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trò</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21322879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aphicFrame>
        <p:nvGraphicFramePr>
          <p:cNvPr id="27" name="Content Placeholder 2">
            <a:extLst>
              <a:ext uri="{FF2B5EF4-FFF2-40B4-BE49-F238E27FC236}">
                <a16:creationId xmlns="" xmlns:a16="http://schemas.microsoft.com/office/drawing/2014/main" id="{65E9F17D-F972-426B-99C6-83E223B10309}"/>
              </a:ext>
            </a:extLst>
          </p:cNvPr>
          <p:cNvGraphicFramePr>
            <a:graphicFrameLocks noGrp="1"/>
          </p:cNvGraphicFramePr>
          <p:nvPr>
            <p:ph idx="4294967295"/>
            <p:extLst>
              <p:ext uri="{D42A27DB-BD31-4B8C-83A1-F6EECF244321}">
                <p14:modId xmlns:p14="http://schemas.microsoft.com/office/powerpoint/2010/main" val="567274626"/>
              </p:ext>
            </p:extLst>
          </p:nvPr>
        </p:nvGraphicFramePr>
        <p:xfrm>
          <a:off x="643943" y="1036370"/>
          <a:ext cx="9432925" cy="46560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11629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939FCD-98C8-4910-827C-8767BD63D0AC}"/>
              </a:ext>
            </a:extLst>
          </p:cNvPr>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887E246B-6E0D-449D-81DF-F7D9FBB08035}"/>
              </a:ext>
            </a:extLst>
          </p:cNvPr>
          <p:cNvSpPr>
            <a:spLocks noGrp="1"/>
          </p:cNvSpPr>
          <p:nvPr>
            <p:ph idx="1"/>
          </p:nvPr>
        </p:nvSpPr>
        <p:spPr/>
        <p:txBody>
          <a:bodyPr/>
          <a:lstStyle/>
          <a:p>
            <a:pPr algn="just"/>
            <a:r>
              <a:rPr lang="en-US" sz="2800" dirty="0" err="1">
                <a:latin typeface="Times New Roman" pitchFamily="18" charset="0"/>
                <a:cs typeface="Times New Roman" pitchFamily="18" charset="0"/>
              </a:rPr>
              <a:t>Dạng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đ</a:t>
            </a:r>
            <a:r>
              <a:rPr lang="vi-VN" sz="2800" dirty="0">
                <a:latin typeface="Times New Roman" pitchFamily="18" charset="0"/>
                <a:cs typeface="Times New Roman" pitchFamily="18" charset="0"/>
              </a:rPr>
              <a:t>ơ</a:t>
            </a:r>
            <a:r>
              <a:rPr lang="en-US" sz="2800" dirty="0">
                <a:latin typeface="Times New Roman" pitchFamily="18" charset="0"/>
                <a:cs typeface="Times New Roman" pitchFamily="18" charset="0"/>
              </a:rPr>
              <a:t>n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Dạng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kép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endParaRPr lang="en-US" sz="2800" dirty="0">
              <a:latin typeface="Times New Roman" pitchFamily="18" charset="0"/>
              <a:cs typeface="Times New Roman" pitchFamily="18" charset="0"/>
            </a:endParaRPr>
          </a:p>
          <a:p>
            <a:pPr marL="0" indent="0" algn="just">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Mỗi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trái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Mỗi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trái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392432100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E53A8C-2283-4C84-8FA0-C52DABD0B39D}"/>
              </a:ext>
            </a:extLst>
          </p:cNvPr>
          <p:cNvSpPr>
            <a:spLocks noGrp="1"/>
          </p:cNvSpPr>
          <p:nvPr>
            <p:ph type="title"/>
          </p:nvPr>
        </p:nvSpPr>
        <p:spPr/>
        <p:txBody>
          <a:bodyPr/>
          <a:lstStyle/>
          <a:p>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biểu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mặt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8BF6E90B-0884-4356-87DC-DAC6405EFAFC}"/>
              </a:ext>
            </a:extLst>
          </p:cNvPr>
          <p:cNvSpPr>
            <a:spLocks noGrp="1"/>
          </p:cNvSpPr>
          <p:nvPr>
            <p:ph idx="1"/>
          </p:nvPr>
        </p:nvSpPr>
        <p:spPr/>
        <p:txBody>
          <a:bodyPr/>
          <a:lstStyle/>
          <a:p>
            <a:pPr marL="0" indent="0">
              <a:buNone/>
            </a:pPr>
            <a:r>
              <a:rPr lang="en-US" dirty="0"/>
              <a:t>- </a:t>
            </a:r>
            <a:r>
              <a:rPr lang="en-US" sz="2800" dirty="0" err="1">
                <a:latin typeface="Times New Roman" pitchFamily="18" charset="0"/>
                <a:cs typeface="Times New Roman" pitchFamily="18" charset="0"/>
              </a:rPr>
              <a:t>P</a:t>
            </a:r>
            <a:r>
              <a:rPr lang="en-US" sz="2800" dirty="0" err="1" smtClean="0">
                <a:latin typeface="Times New Roman" pitchFamily="18" charset="0"/>
                <a:cs typeface="Times New Roman" pitchFamily="18" charset="0"/>
              </a:rPr>
              <a:t>hương</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endParaRPr lang="en-US" sz="2800" dirty="0">
              <a:latin typeface="Times New Roman" pitchFamily="18" charset="0"/>
              <a:cs typeface="Times New Roman" pitchFamily="18" charset="0"/>
            </a:endParaRPr>
          </a:p>
          <a:p>
            <a:pPr>
              <a:buFontTx/>
              <a:buChar char="-"/>
            </a:pP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đoạn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endParaRPr lang="en-US" sz="2800" dirty="0">
              <a:latin typeface="Times New Roman" pitchFamily="18" charset="0"/>
              <a:cs typeface="Times New Roman" pitchFamily="18" charset="0"/>
            </a:endParaRPr>
          </a:p>
          <a:p>
            <a:pPr>
              <a:buFontTx/>
              <a:buChar char="-"/>
            </a:pP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55370272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FEED8E-CE8F-421B-8AB0-43899691317F}"/>
              </a:ext>
            </a:extLst>
          </p:cNvPr>
          <p:cNvSpPr>
            <a:spLocks noGrp="1"/>
          </p:cNvSpPr>
          <p:nvPr>
            <p:ph type="title"/>
          </p:nvPr>
        </p:nvSpPr>
        <p:spPr/>
        <p:txBody>
          <a:bodyPr/>
          <a:lstStyle/>
          <a:p>
            <a:r>
              <a:rPr lang="en-US" b="1" dirty="0" smtClean="0">
                <a:latin typeface="Times New Roman" pitchFamily="18" charset="0"/>
                <a:cs typeface="Times New Roman" pitchFamily="18" charset="0"/>
              </a:rPr>
              <a:t>CHỦ THỂ CỦA TỘI PHẠM</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3EAE4214-BB02-4EB3-8B4F-8B64B121DDEE}"/>
              </a:ext>
            </a:extLst>
          </p:cNvPr>
          <p:cNvSpPr>
            <a:spLocks noGrp="1"/>
          </p:cNvSpPr>
          <p:nvPr>
            <p:ph idx="1"/>
          </p:nvPr>
        </p:nvSpPr>
        <p:spPr/>
        <p:txBody>
          <a:bodyPr>
            <a:normAutofit/>
          </a:bodyPr>
          <a:lstStyle/>
          <a:p>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endParaRPr lang="en-US" sz="2800" dirty="0">
              <a:latin typeface="Times New Roman" pitchFamily="18" charset="0"/>
              <a:cs typeface="Times New Roman" pitchFamily="18" charset="0"/>
            </a:endParaRPr>
          </a:p>
        </p:txBody>
      </p:sp>
      <p:pic>
        <p:nvPicPr>
          <p:cNvPr id="5" name="Picture 4" descr="A person in a suit and tie&#10;&#10;Description generated with very high confidence">
            <a:extLst>
              <a:ext uri="{FF2B5EF4-FFF2-40B4-BE49-F238E27FC236}">
                <a16:creationId xmlns="" xmlns:a16="http://schemas.microsoft.com/office/drawing/2014/main" id="{06378852-5C16-47E3-B185-219461158C14}"/>
              </a:ext>
            </a:extLst>
          </p:cNvPr>
          <p:cNvPicPr>
            <a:picLocks noChangeAspect="1"/>
          </p:cNvPicPr>
          <p:nvPr/>
        </p:nvPicPr>
        <p:blipFill>
          <a:blip r:embed="rId2"/>
          <a:stretch>
            <a:fillRect/>
          </a:stretch>
        </p:blipFill>
        <p:spPr>
          <a:xfrm>
            <a:off x="5318163" y="1959388"/>
            <a:ext cx="3342298" cy="2177143"/>
          </a:xfrm>
          <a:prstGeom prst="rect">
            <a:avLst/>
          </a:prstGeom>
        </p:spPr>
      </p:pic>
      <p:pic>
        <p:nvPicPr>
          <p:cNvPr id="7" name="Picture 6" descr="A drawing of a cartoon character&#10;&#10;Description generated with high confidence">
            <a:extLst>
              <a:ext uri="{FF2B5EF4-FFF2-40B4-BE49-F238E27FC236}">
                <a16:creationId xmlns="" xmlns:a16="http://schemas.microsoft.com/office/drawing/2014/main" id="{11EAEB61-E99A-4B27-9165-E3661C54E90C}"/>
              </a:ext>
            </a:extLst>
          </p:cNvPr>
          <p:cNvPicPr>
            <a:picLocks noChangeAspect="1"/>
          </p:cNvPicPr>
          <p:nvPr/>
        </p:nvPicPr>
        <p:blipFill>
          <a:blip r:embed="rId3"/>
          <a:stretch>
            <a:fillRect/>
          </a:stretch>
        </p:blipFill>
        <p:spPr>
          <a:xfrm>
            <a:off x="5318163" y="4455080"/>
            <a:ext cx="3342298" cy="1983816"/>
          </a:xfrm>
          <a:prstGeom prst="rect">
            <a:avLst/>
          </a:prstGeom>
        </p:spPr>
      </p:pic>
    </p:spTree>
    <p:extLst>
      <p:ext uri="{BB962C8B-B14F-4D97-AF65-F5344CB8AC3E}">
        <p14:creationId xmlns:p14="http://schemas.microsoft.com/office/powerpoint/2010/main" val="347553245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4B81C7-898E-4694-8649-150D69D59644}"/>
              </a:ext>
            </a:extLst>
          </p:cNvPr>
          <p:cNvSpPr>
            <a:spLocks noGrp="1"/>
          </p:cNvSpPr>
          <p:nvPr>
            <p:ph type="title"/>
          </p:nvPr>
        </p:nvSpPr>
        <p:spPr/>
        <p:txBody>
          <a:bodyPr>
            <a:normAutofit/>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graphicFrame>
        <p:nvGraphicFramePr>
          <p:cNvPr id="5" name="Content Placeholder 2">
            <a:extLst>
              <a:ext uri="{FF2B5EF4-FFF2-40B4-BE49-F238E27FC236}">
                <a16:creationId xmlns="" xmlns:a16="http://schemas.microsoft.com/office/drawing/2014/main" id="{77C04FA5-9F99-43E7-B819-5A33DB623C02}"/>
              </a:ext>
            </a:extLst>
          </p:cNvPr>
          <p:cNvGraphicFramePr>
            <a:graphicFrameLocks noGrp="1"/>
          </p:cNvGraphicFramePr>
          <p:nvPr>
            <p:ph idx="1"/>
            <p:extLst>
              <p:ext uri="{D42A27DB-BD31-4B8C-83A1-F6EECF244321}">
                <p14:modId xmlns:p14="http://schemas.microsoft.com/office/powerpoint/2010/main" val="4167378439"/>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34662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B6705B-1EA2-46CE-8B75-2F8366A74617}"/>
              </a:ext>
            </a:extLst>
          </p:cNvPr>
          <p:cNvSpPr>
            <a:spLocks noGrp="1"/>
          </p:cNvSpPr>
          <p:nvPr>
            <p:ph type="title"/>
          </p:nvPr>
        </p:nvSpPr>
        <p:spPr/>
        <p:txBody>
          <a:bodyPr>
            <a:normAutofit/>
          </a:bodyPr>
          <a:lstStyle/>
          <a:p>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B959A75-32AC-41A2-88E3-1EB84D81CCD6}"/>
              </a:ext>
            </a:extLst>
          </p:cNvPr>
          <p:cNvSpPr>
            <a:spLocks noGrp="1"/>
          </p:cNvSpPr>
          <p:nvPr>
            <p:ph idx="1"/>
          </p:nvPr>
        </p:nvSpPr>
        <p:spPr>
          <a:xfrm>
            <a:off x="680322" y="2336873"/>
            <a:ext cx="4931045" cy="3599316"/>
          </a:xfrm>
        </p:spPr>
        <p:txBody>
          <a:bodyPr>
            <a:normAutofit/>
          </a:bodyPr>
          <a:lstStyle/>
          <a:p>
            <a:pPr marL="0" indent="0" algn="just">
              <a:buNone/>
            </a:pP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do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a:t>
            </a:r>
          </a:p>
        </p:txBody>
      </p:sp>
      <p:pic>
        <p:nvPicPr>
          <p:cNvPr id="5" name="Picture 4">
            <a:extLst>
              <a:ext uri="{FF2B5EF4-FFF2-40B4-BE49-F238E27FC236}">
                <a16:creationId xmlns="" xmlns:a16="http://schemas.microsoft.com/office/drawing/2014/main" id="{0DDEFEF7-3650-4C0A-A4F5-9595F73D1544}"/>
              </a:ext>
            </a:extLst>
          </p:cNvPr>
          <p:cNvPicPr>
            <a:picLocks noChangeAspect="1"/>
          </p:cNvPicPr>
          <p:nvPr/>
        </p:nvPicPr>
        <p:blipFill>
          <a:blip r:embed="rId2"/>
          <a:stretch>
            <a:fillRect/>
          </a:stretch>
        </p:blipFill>
        <p:spPr>
          <a:xfrm>
            <a:off x="6095999" y="2703602"/>
            <a:ext cx="4198182" cy="2865259"/>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419607508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C1AD29-526B-4FA9-ACE1-6C0D5228ECB3}"/>
              </a:ext>
            </a:extLst>
          </p:cNvPr>
          <p:cNvSpPr>
            <a:spLocks noGrp="1"/>
          </p:cNvSpPr>
          <p:nvPr>
            <p:ph type="title"/>
          </p:nvPr>
        </p:nvSpPr>
        <p:spPr/>
        <p:txBody>
          <a:bodyPr>
            <a:normAutofit/>
          </a:bodyPr>
          <a:lstStyle/>
          <a:p>
            <a:r>
              <a:rPr lang="en-US" dirty="0" err="1">
                <a:latin typeface="Times New Roman" pitchFamily="18" charset="0"/>
                <a:cs typeface="Times New Roman" pitchFamily="18" charset="0"/>
              </a:rPr>
              <a:t>Tình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8EDCD426-0226-4101-ACA2-1B1686458AF1}"/>
              </a:ext>
            </a:extLst>
          </p:cNvPr>
          <p:cNvSpPr>
            <a:spLocks noGrp="1"/>
          </p:cNvSpPr>
          <p:nvPr>
            <p:ph idx="1"/>
          </p:nvPr>
        </p:nvSpPr>
        <p:spPr>
          <a:xfrm>
            <a:off x="3777672" y="2336873"/>
            <a:ext cx="6516509" cy="3599316"/>
          </a:xfrm>
        </p:spPr>
        <p:txBody>
          <a:bodyPr>
            <a:normAutofit/>
          </a:bodyPr>
          <a:lstStyle/>
          <a:p>
            <a:pPr marL="0" indent="0" algn="just">
              <a:buNone/>
            </a:pP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bệnh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bệnh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bắt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bệnh</a:t>
            </a:r>
            <a:r>
              <a:rPr lang="en-US" sz="2800" dirty="0">
                <a:latin typeface="Times New Roman" pitchFamily="18" charset="0"/>
                <a:cs typeface="Times New Roman" pitchFamily="18" charset="0"/>
              </a:rPr>
              <a:t>.</a:t>
            </a:r>
          </a:p>
        </p:txBody>
      </p:sp>
      <p:pic>
        <p:nvPicPr>
          <p:cNvPr id="5" name="Picture 4" descr="A person sitting in front of a brick building&#10;&#10;Description generated with high confidence">
            <a:extLst>
              <a:ext uri="{FF2B5EF4-FFF2-40B4-BE49-F238E27FC236}">
                <a16:creationId xmlns="" xmlns:a16="http://schemas.microsoft.com/office/drawing/2014/main" id="{3959D496-E468-4B6C-ACF0-2286C35CFD3E}"/>
              </a:ext>
            </a:extLst>
          </p:cNvPr>
          <p:cNvPicPr>
            <a:picLocks noChangeAspect="1"/>
          </p:cNvPicPr>
          <p:nvPr/>
        </p:nvPicPr>
        <p:blipFill rotWithShape="1">
          <a:blip r:embed="rId2"/>
          <a:srcRect l="11588" r="38837" b="-2"/>
          <a:stretch/>
        </p:blipFill>
        <p:spPr>
          <a:xfrm>
            <a:off x="794325" y="2336872"/>
            <a:ext cx="2692907" cy="3598789"/>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41934042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B8FF358-E973-46B0-A78D-583EA7E55AEC}"/>
              </a:ext>
            </a:extLst>
          </p:cNvPr>
          <p:cNvSpPr>
            <a:spLocks noGrp="1"/>
          </p:cNvSpPr>
          <p:nvPr>
            <p:ph idx="4294967295"/>
          </p:nvPr>
        </p:nvSpPr>
        <p:spPr>
          <a:xfrm>
            <a:off x="656823" y="546637"/>
            <a:ext cx="9613900" cy="3598863"/>
          </a:xfrm>
        </p:spPr>
        <p:txBody>
          <a:bodyPr>
            <a:normAutofit/>
          </a:bodyPr>
          <a:lstStyle/>
          <a:p>
            <a:pPr marL="0" indent="0" algn="just">
              <a:buNone/>
            </a:pP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say do </a:t>
            </a:r>
            <a:r>
              <a:rPr lang="en-US" sz="2800" dirty="0" err="1">
                <a:latin typeface="Times New Roman" pitchFamily="18" charset="0"/>
                <a:cs typeface="Times New Roman" pitchFamily="18" charset="0"/>
              </a:rPr>
              <a:t>dùng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rượu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endParaRPr lang="en-US" sz="2800" dirty="0">
              <a:latin typeface="Times New Roman" pitchFamily="18" charset="0"/>
              <a:cs typeface="Times New Roman" pitchFamily="18" charset="0"/>
            </a:endParaRPr>
          </a:p>
        </p:txBody>
      </p:sp>
      <p:pic>
        <p:nvPicPr>
          <p:cNvPr id="5" name="Picture 4">
            <a:extLst>
              <a:ext uri="{FF2B5EF4-FFF2-40B4-BE49-F238E27FC236}">
                <a16:creationId xmlns="" xmlns:a16="http://schemas.microsoft.com/office/drawing/2014/main" id="{C41FE16A-A821-4488-AF91-5EAAC476333E}"/>
              </a:ext>
            </a:extLst>
          </p:cNvPr>
          <p:cNvPicPr>
            <a:picLocks noChangeAspect="1"/>
          </p:cNvPicPr>
          <p:nvPr/>
        </p:nvPicPr>
        <p:blipFill>
          <a:blip r:embed="rId2"/>
          <a:stretch>
            <a:fillRect/>
          </a:stretch>
        </p:blipFill>
        <p:spPr>
          <a:xfrm>
            <a:off x="783863" y="2137524"/>
            <a:ext cx="3776870" cy="3174931"/>
          </a:xfrm>
          <a:prstGeom prst="rect">
            <a:avLst/>
          </a:prstGeom>
        </p:spPr>
      </p:pic>
      <p:pic>
        <p:nvPicPr>
          <p:cNvPr id="7" name="Picture 6" descr="A picture containing sky, outdoor, sport, man&#10;&#10;Description generated with very high confidence">
            <a:extLst>
              <a:ext uri="{FF2B5EF4-FFF2-40B4-BE49-F238E27FC236}">
                <a16:creationId xmlns="" xmlns:a16="http://schemas.microsoft.com/office/drawing/2014/main" id="{2E220549-C430-4AA2-9E1B-F1B440498A98}"/>
              </a:ext>
            </a:extLst>
          </p:cNvPr>
          <p:cNvPicPr>
            <a:picLocks noChangeAspect="1"/>
          </p:cNvPicPr>
          <p:nvPr/>
        </p:nvPicPr>
        <p:blipFill>
          <a:blip r:embed="rId3"/>
          <a:stretch>
            <a:fillRect/>
          </a:stretch>
        </p:blipFill>
        <p:spPr>
          <a:xfrm>
            <a:off x="5359733" y="2119226"/>
            <a:ext cx="5707686" cy="3211525"/>
          </a:xfrm>
          <a:prstGeom prst="rect">
            <a:avLst/>
          </a:prstGeom>
        </p:spPr>
      </p:pic>
    </p:spTree>
    <p:extLst>
      <p:ext uri="{BB962C8B-B14F-4D97-AF65-F5344CB8AC3E}">
        <p14:creationId xmlns:p14="http://schemas.microsoft.com/office/powerpoint/2010/main" val="73763365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A5709D-B917-4CB7-B232-B5050A0AFB51}"/>
              </a:ext>
            </a:extLst>
          </p:cNvPr>
          <p:cNvSpPr>
            <a:spLocks noGrp="1"/>
          </p:cNvSpPr>
          <p:nvPr>
            <p:ph type="title" idx="4294967295"/>
          </p:nvPr>
        </p:nvSpPr>
        <p:spPr>
          <a:xfrm>
            <a:off x="953038" y="211563"/>
            <a:ext cx="9613900" cy="857384"/>
          </a:xfrm>
        </p:spPr>
        <p:txBody>
          <a:bodyPr/>
          <a:lstStyle/>
          <a:p>
            <a:r>
              <a:rPr lang="en-US" dirty="0" err="1">
                <a:latin typeface="Times New Roman" pitchFamily="18" charset="0"/>
                <a:cs typeface="Times New Roman" pitchFamily="18" charset="0"/>
              </a:rPr>
              <a:t>Tuổi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9FEA9D3A-0441-421C-9A82-37F76930751A}"/>
              </a:ext>
            </a:extLst>
          </p:cNvPr>
          <p:cNvSpPr>
            <a:spLocks noGrp="1"/>
          </p:cNvSpPr>
          <p:nvPr>
            <p:ph idx="4294967295"/>
          </p:nvPr>
        </p:nvSpPr>
        <p:spPr>
          <a:xfrm>
            <a:off x="360608" y="1043189"/>
            <a:ext cx="11831392" cy="5486355"/>
          </a:xfrm>
        </p:spPr>
        <p:txBody>
          <a:bodyPr>
            <a:normAutofit fontScale="92500" lnSpcReduction="10000"/>
          </a:bodyPr>
          <a:lstStyle/>
          <a:p>
            <a:pPr marL="0" indent="0" algn="just">
              <a:buNone/>
            </a:pP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12 BLHS:</a:t>
            </a:r>
          </a:p>
          <a:p>
            <a:pPr marL="0" indent="0" algn="just">
              <a:buNone/>
            </a:pPr>
            <a:r>
              <a:rPr lang="en-US" dirty="0">
                <a:latin typeface="Times New Roman" pitchFamily="18" charset="0"/>
                <a:cs typeface="Times New Roman" pitchFamily="18" charset="0"/>
              </a:rPr>
              <a:t>1.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từ</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đủ</a:t>
            </a:r>
            <a:r>
              <a:rPr lang="en-US" dirty="0">
                <a:latin typeface="Times New Roman" pitchFamily="18" charset="0"/>
                <a:cs typeface="Times New Roman" pitchFamily="18" charset="0"/>
              </a:rPr>
              <a:t> 16 </a:t>
            </a:r>
            <a:r>
              <a:rPr lang="en-US" dirty="0" err="1">
                <a:latin typeface="Times New Roman" pitchFamily="18" charset="0"/>
                <a:cs typeface="Times New Roman" pitchFamily="18" charset="0"/>
              </a:rPr>
              <a:t>tuổi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trở</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mọi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trừ</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a:t>
            </a:r>
            <a:r>
              <a:rPr lang="en-US" dirty="0">
                <a:latin typeface="Times New Roman" pitchFamily="18" charset="0"/>
                <a:cs typeface="Times New Roman" pitchFamily="18" charset="0"/>
              </a:rPr>
              <a:t>.</a:t>
            </a:r>
          </a:p>
          <a:p>
            <a:pPr marL="0" indent="0" algn="just">
              <a:buNone/>
            </a:pPr>
            <a:r>
              <a:rPr lang="en-US" dirty="0">
                <a:latin typeface="Times New Roman" pitchFamily="18" charset="0"/>
                <a:cs typeface="Times New Roman" pitchFamily="18" charset="0"/>
              </a:rPr>
              <a:t>2.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từ</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đủ</a:t>
            </a:r>
            <a:r>
              <a:rPr lang="en-US" dirty="0">
                <a:latin typeface="Times New Roman" pitchFamily="18" charset="0"/>
                <a:cs typeface="Times New Roman" pitchFamily="18" charset="0"/>
              </a:rPr>
              <a:t> 14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dưới</a:t>
            </a:r>
            <a:r>
              <a:rPr lang="en-US" dirty="0">
                <a:latin typeface="Times New Roman" pitchFamily="18" charset="0"/>
                <a:cs typeface="Times New Roman" pitchFamily="18" charset="0"/>
              </a:rPr>
              <a:t> 16 </a:t>
            </a:r>
            <a:r>
              <a:rPr lang="en-US" dirty="0" err="1">
                <a:latin typeface="Times New Roman" pitchFamily="18" charset="0"/>
                <a:cs typeface="Times New Roman" pitchFamily="18" charset="0"/>
              </a:rPr>
              <a:t>tuổi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nghiêm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trọng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nghiêm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trọng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123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134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cố</a:t>
            </a:r>
            <a:r>
              <a:rPr lang="en-US" dirty="0">
                <a:latin typeface="Times New Roman" pitchFamily="18" charset="0"/>
                <a:cs typeface="Times New Roman" pitchFamily="18" charset="0"/>
              </a:rPr>
              <a:t> ý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khỏe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a:t>
            </a:r>
            <a:r>
              <a:rPr lang="en-US" dirty="0">
                <a:latin typeface="Times New Roman" pitchFamily="18" charset="0"/>
                <a:cs typeface="Times New Roman" pitchFamily="18" charset="0"/>
              </a:rPr>
              <a:t>), 141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dâm</a:t>
            </a:r>
            <a:r>
              <a:rPr lang="en-US" dirty="0">
                <a:latin typeface="Times New Roman" pitchFamily="18" charset="0"/>
                <a:cs typeface="Times New Roman" pitchFamily="18" charset="0"/>
              </a:rPr>
              <a:t>), 142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dưới</a:t>
            </a:r>
            <a:r>
              <a:rPr lang="en-US" dirty="0">
                <a:latin typeface="Times New Roman" pitchFamily="18" charset="0"/>
                <a:cs typeface="Times New Roman" pitchFamily="18" charset="0"/>
              </a:rPr>
              <a:t> 16 </a:t>
            </a:r>
            <a:r>
              <a:rPr lang="en-US" dirty="0" err="1">
                <a:latin typeface="Times New Roman" pitchFamily="18" charset="0"/>
                <a:cs typeface="Times New Roman" pitchFamily="18" charset="0"/>
              </a:rPr>
              <a:t>tuổi</a:t>
            </a:r>
            <a:r>
              <a:rPr lang="en-US" dirty="0">
                <a:latin typeface="Times New Roman" pitchFamily="18" charset="0"/>
                <a:cs typeface="Times New Roman" pitchFamily="18" charset="0"/>
              </a:rPr>
              <a:t>), 143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cưỡng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dâm</a:t>
            </a:r>
            <a:r>
              <a:rPr lang="en-US" dirty="0">
                <a:latin typeface="Times New Roman" pitchFamily="18" charset="0"/>
                <a:cs typeface="Times New Roman" pitchFamily="18" charset="0"/>
              </a:rPr>
              <a:t>), 144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cưỡng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từ</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đủ</a:t>
            </a:r>
            <a:r>
              <a:rPr lang="en-US" dirty="0">
                <a:latin typeface="Times New Roman" pitchFamily="18" charset="0"/>
                <a:cs typeface="Times New Roman" pitchFamily="18" charset="0"/>
              </a:rPr>
              <a:t> 13 </a:t>
            </a:r>
            <a:r>
              <a:rPr lang="en-US" dirty="0" err="1">
                <a:latin typeface="Times New Roman" pitchFamily="18" charset="0"/>
                <a:cs typeface="Times New Roman" pitchFamily="18" charset="0"/>
              </a:rPr>
              <a:t>tuổi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dưới</a:t>
            </a:r>
            <a:r>
              <a:rPr lang="en-US" dirty="0">
                <a:latin typeface="Times New Roman" pitchFamily="18" charset="0"/>
                <a:cs typeface="Times New Roman" pitchFamily="18" charset="0"/>
              </a:rPr>
              <a:t> 16 </a:t>
            </a:r>
            <a:r>
              <a:rPr lang="en-US" dirty="0" err="1">
                <a:latin typeface="Times New Roman" pitchFamily="18" charset="0"/>
                <a:cs typeface="Times New Roman" pitchFamily="18" charset="0"/>
              </a:rPr>
              <a:t>tuổi</a:t>
            </a:r>
            <a:r>
              <a:rPr lang="en-US" dirty="0">
                <a:latin typeface="Times New Roman" pitchFamily="18" charset="0"/>
                <a:cs typeface="Times New Roman" pitchFamily="18" charset="0"/>
              </a:rPr>
              <a:t>), 150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151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dưới</a:t>
            </a:r>
            <a:r>
              <a:rPr lang="en-US" dirty="0">
                <a:latin typeface="Times New Roman" pitchFamily="18" charset="0"/>
                <a:cs typeface="Times New Roman" pitchFamily="18" charset="0"/>
              </a:rPr>
              <a:t> 16 </a:t>
            </a:r>
            <a:r>
              <a:rPr lang="en-US" dirty="0" err="1">
                <a:latin typeface="Times New Roman" pitchFamily="18" charset="0"/>
                <a:cs typeface="Times New Roman" pitchFamily="18" charset="0"/>
              </a:rPr>
              <a:t>tuổi</a:t>
            </a:r>
            <a:r>
              <a:rPr lang="en-US" dirty="0">
                <a:latin typeface="Times New Roman" pitchFamily="18" charset="0"/>
                <a:cs typeface="Times New Roman" pitchFamily="18" charset="0"/>
              </a:rPr>
              <a:t>), 168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cướp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169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bắt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nhằm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170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cưỡng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171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cướp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173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trộm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cắp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178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cố</a:t>
            </a:r>
            <a:r>
              <a:rPr lang="en-US" dirty="0">
                <a:latin typeface="Times New Roman" pitchFamily="18" charset="0"/>
                <a:cs typeface="Times New Roman" pitchFamily="18" charset="0"/>
              </a:rPr>
              <a:t> ý </a:t>
            </a:r>
            <a:r>
              <a:rPr lang="en-US" dirty="0" err="1">
                <a:latin typeface="Times New Roman" pitchFamily="18" charset="0"/>
                <a:cs typeface="Times New Roman" pitchFamily="18" charset="0"/>
              </a:rPr>
              <a:t>làm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hỏng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248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ma </a:t>
            </a:r>
            <a:r>
              <a:rPr lang="en-US" dirty="0" err="1">
                <a:latin typeface="Times New Roman" pitchFamily="18" charset="0"/>
                <a:cs typeface="Times New Roman" pitchFamily="18" charset="0"/>
              </a:rPr>
              <a:t>túy</a:t>
            </a:r>
            <a:r>
              <a:rPr lang="en-US" dirty="0">
                <a:latin typeface="Times New Roman" pitchFamily="18" charset="0"/>
                <a:cs typeface="Times New Roman" pitchFamily="18" charset="0"/>
              </a:rPr>
              <a:t>), 249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trữ</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ma </a:t>
            </a:r>
            <a:r>
              <a:rPr lang="en-US" dirty="0" err="1">
                <a:latin typeface="Times New Roman" pitchFamily="18" charset="0"/>
                <a:cs typeface="Times New Roman" pitchFamily="18" charset="0"/>
              </a:rPr>
              <a:t>túy</a:t>
            </a:r>
            <a:r>
              <a:rPr lang="en-US" dirty="0">
                <a:latin typeface="Times New Roman" pitchFamily="18" charset="0"/>
                <a:cs typeface="Times New Roman" pitchFamily="18" charset="0"/>
              </a:rPr>
              <a:t>), 250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chuyển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ma </a:t>
            </a:r>
            <a:r>
              <a:rPr lang="en-US" dirty="0" err="1">
                <a:latin typeface="Times New Roman" pitchFamily="18" charset="0"/>
                <a:cs typeface="Times New Roman" pitchFamily="18" charset="0"/>
              </a:rPr>
              <a:t>túy</a:t>
            </a:r>
            <a:r>
              <a:rPr lang="en-US" dirty="0">
                <a:latin typeface="Times New Roman" pitchFamily="18" charset="0"/>
                <a:cs typeface="Times New Roman" pitchFamily="18" charset="0"/>
              </a:rPr>
              <a:t>), 251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ma </a:t>
            </a:r>
            <a:r>
              <a:rPr lang="en-US" dirty="0" err="1">
                <a:latin typeface="Times New Roman" pitchFamily="18" charset="0"/>
                <a:cs typeface="Times New Roman" pitchFamily="18" charset="0"/>
              </a:rPr>
              <a:t>túy</a:t>
            </a:r>
            <a:r>
              <a:rPr lang="en-US" dirty="0">
                <a:latin typeface="Times New Roman" pitchFamily="18" charset="0"/>
                <a:cs typeface="Times New Roman" pitchFamily="18" charset="0"/>
              </a:rPr>
              <a:t>), 252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ma </a:t>
            </a:r>
            <a:r>
              <a:rPr lang="en-US" dirty="0" err="1">
                <a:latin typeface="Times New Roman" pitchFamily="18" charset="0"/>
                <a:cs typeface="Times New Roman" pitchFamily="18" charset="0"/>
              </a:rPr>
              <a:t>túy</a:t>
            </a:r>
            <a:r>
              <a:rPr lang="en-US" dirty="0">
                <a:latin typeface="Times New Roman" pitchFamily="18" charset="0"/>
                <a:cs typeface="Times New Roman" pitchFamily="18" charset="0"/>
              </a:rPr>
              <a:t>), 265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266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286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học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máy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viễn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tử</a:t>
            </a:r>
            <a:r>
              <a:rPr lang="en-US" dirty="0">
                <a:latin typeface="Times New Roman" pitchFamily="18" charset="0"/>
                <a:cs typeface="Times New Roman" pitchFamily="18" charset="0"/>
              </a:rPr>
              <a:t>), 287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trở</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máy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viễn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tử</a:t>
            </a:r>
            <a:r>
              <a:rPr lang="en-US" dirty="0">
                <a:latin typeface="Times New Roman" pitchFamily="18" charset="0"/>
                <a:cs typeface="Times New Roman" pitchFamily="18" charset="0"/>
              </a:rPr>
              <a:t>), 289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máy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viễn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a:t>
            </a:r>
            <a:r>
              <a:rPr lang="en-US" dirty="0">
                <a:latin typeface="Times New Roman" pitchFamily="18" charset="0"/>
                <a:cs typeface="Times New Roman" pitchFamily="18" charset="0"/>
              </a:rPr>
              <a:t>), 290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máy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viễn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chiếm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299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khủng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303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sở</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trọng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an </a:t>
            </a:r>
            <a:r>
              <a:rPr lang="en-US" dirty="0" err="1">
                <a:latin typeface="Times New Roman" pitchFamily="18" charset="0"/>
                <a:cs typeface="Times New Roman" pitchFamily="18" charset="0"/>
              </a:rPr>
              <a:t>ninh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304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trữ</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chuyển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vũ</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kỹ</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này</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122323033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Chủ</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đặc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biệt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biệt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ngoài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TNHS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chịu</a:t>
            </a:r>
            <a:r>
              <a:rPr lang="en-US" sz="2800" dirty="0" smtClean="0">
                <a:latin typeface="Times New Roman" pitchFamily="18" charset="0"/>
                <a:cs typeface="Times New Roman" pitchFamily="18" charset="0"/>
              </a:rPr>
              <a:t> TNHS) </a:t>
            </a:r>
            <a:r>
              <a:rPr lang="en-US" sz="2800" dirty="0" err="1" smtClean="0">
                <a:latin typeface="Times New Roman" pitchFamily="18" charset="0"/>
                <a:cs typeface="Times New Roman" pitchFamily="18" charset="0"/>
              </a:rPr>
              <a:t>còn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thêm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biệt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này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họ</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trở</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ứng</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35752963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Phân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loại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đặc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điểm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chủ</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đặc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biệt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FontTx/>
              <a:buChar char="-"/>
            </a:pP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quyền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hạn</a:t>
            </a: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nghiệp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nghĩa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hệ</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đình</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82278331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1BCF74-6B69-4717-9B3F-BF621511CC7F}"/>
              </a:ext>
            </a:extLst>
          </p:cNvPr>
          <p:cNvSpPr>
            <a:spLocks noGrp="1"/>
          </p:cNvSpPr>
          <p:nvPr>
            <p:ph type="title"/>
          </p:nvPr>
        </p:nvSpPr>
        <p:spPr/>
        <p:txBody>
          <a:bodyPr>
            <a:normAutofit/>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endParaRPr lang="en-US" dirty="0">
              <a:latin typeface="Times New Roman" pitchFamily="18" charset="0"/>
              <a:cs typeface="Times New Roman" pitchFamily="18" charset="0"/>
            </a:endParaRPr>
          </a:p>
        </p:txBody>
      </p:sp>
      <p:graphicFrame>
        <p:nvGraphicFramePr>
          <p:cNvPr id="5" name="Content Placeholder 2">
            <a:extLst>
              <a:ext uri="{FF2B5EF4-FFF2-40B4-BE49-F238E27FC236}">
                <a16:creationId xmlns="" xmlns:a16="http://schemas.microsoft.com/office/drawing/2014/main" id="{92E3961F-8B83-4CFA-955C-2A15D1127F92}"/>
              </a:ext>
            </a:extLst>
          </p:cNvPr>
          <p:cNvGraphicFramePr>
            <a:graphicFrameLocks noGrp="1"/>
          </p:cNvGraphicFramePr>
          <p:nvPr>
            <p:ph idx="1"/>
            <p:extLst>
              <p:ext uri="{D42A27DB-BD31-4B8C-83A1-F6EECF244321}">
                <p14:modId xmlns:p14="http://schemas.microsoft.com/office/powerpoint/2010/main" val="965652171"/>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956005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5B4AE76-37C0-429D-B959-A880138E647E}"/>
              </a:ext>
            </a:extLst>
          </p:cNvPr>
          <p:cNvSpPr>
            <a:spLocks noGrp="1"/>
          </p:cNvSpPr>
          <p:nvPr>
            <p:ph idx="4294967295"/>
          </p:nvPr>
        </p:nvSpPr>
        <p:spPr>
          <a:xfrm>
            <a:off x="579549" y="636789"/>
            <a:ext cx="9613900" cy="5184462"/>
          </a:xfrm>
        </p:spPr>
        <p:txBody>
          <a:bodyPr>
            <a:normAutofit/>
          </a:bodyPr>
          <a:lstStyle/>
          <a:p>
            <a:pPr marL="0" lvl="0" indent="0" algn="just">
              <a:buNone/>
            </a:pP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a:t>
            </a:r>
          </a:p>
          <a:p>
            <a:pPr marL="0" lvl="0" indent="0" algn="just">
              <a:buNone/>
            </a:pPr>
            <a:r>
              <a:rPr lang="en-US" sz="2800" dirty="0">
                <a:latin typeface="Times New Roman" pitchFamily="18" charset="0"/>
                <a:cs typeface="Times New Roman" pitchFamily="18" charset="0"/>
              </a:rPr>
              <a:t>a)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a:t>
            </a:r>
          </a:p>
          <a:p>
            <a:pPr marL="0" lvl="0" indent="0" algn="just">
              <a:buNone/>
            </a:pPr>
            <a:r>
              <a:rPr lang="en-US" sz="2800" dirty="0">
                <a:latin typeface="Times New Roman" pitchFamily="18" charset="0"/>
                <a:cs typeface="Times New Roman" pitchFamily="18" charset="0"/>
              </a:rPr>
              <a:t>b)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83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a:t>
            </a:r>
          </a:p>
          <a:p>
            <a:pPr marL="0" lvl="0" indent="0" algn="just">
              <a:buNone/>
            </a:pPr>
            <a:r>
              <a:rPr lang="en-US" sz="2800" dirty="0">
                <a:latin typeface="Times New Roman" pitchFamily="18" charset="0"/>
                <a:cs typeface="Times New Roman" pitchFamily="18" charset="0"/>
              </a:rPr>
              <a:t>c)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d)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329800654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1CD2004-C4EA-4D61-9DAC-88490FE13AAE}"/>
              </a:ext>
            </a:extLst>
          </p:cNvPr>
          <p:cNvSpPr>
            <a:spLocks noGrp="1"/>
          </p:cNvSpPr>
          <p:nvPr>
            <p:ph idx="4294967295"/>
          </p:nvPr>
        </p:nvSpPr>
        <p:spPr>
          <a:xfrm>
            <a:off x="682580" y="605349"/>
            <a:ext cx="4930775" cy="3598863"/>
          </a:xfrm>
        </p:spPr>
        <p:txBody>
          <a:bodyPr>
            <a:normAutofit/>
          </a:bodyPr>
          <a:lstStyle/>
          <a:p>
            <a:pPr algn="just"/>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tiêu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kiếm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nhuận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nhuận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chia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smtClean="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doanh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nghiệp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a:t>
            </a:r>
          </a:p>
        </p:txBody>
      </p:sp>
      <p:pic>
        <p:nvPicPr>
          <p:cNvPr id="5" name="Picture 4" descr="A close up of a device&#10;&#10;Description generated with high confidence">
            <a:extLst>
              <a:ext uri="{FF2B5EF4-FFF2-40B4-BE49-F238E27FC236}">
                <a16:creationId xmlns="" xmlns:a16="http://schemas.microsoft.com/office/drawing/2014/main" id="{18027A86-EF1E-476E-9E6E-1FADDE2542B1}"/>
              </a:ext>
            </a:extLst>
          </p:cNvPr>
          <p:cNvPicPr>
            <a:picLocks noChangeAspect="1"/>
          </p:cNvPicPr>
          <p:nvPr/>
        </p:nvPicPr>
        <p:blipFill>
          <a:blip r:embed="rId2"/>
          <a:stretch>
            <a:fillRect/>
          </a:stretch>
        </p:blipFill>
        <p:spPr>
          <a:xfrm>
            <a:off x="957328" y="4314465"/>
            <a:ext cx="4198182" cy="2193550"/>
          </a:xfrm>
          <a:prstGeom prst="rect">
            <a:avLst/>
          </a:prstGeom>
          <a:ln>
            <a:noFill/>
          </a:ln>
          <a:effectLst>
            <a:outerShdw blurRad="76200" dist="63500" dir="5040000" algn="tl" rotWithShape="0">
              <a:srgbClr val="000000">
                <a:alpha val="41000"/>
              </a:srgbClr>
            </a:outerShdw>
          </a:effectLst>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9989" y="303486"/>
            <a:ext cx="3305579" cy="335004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7057" y="3979089"/>
            <a:ext cx="3871442" cy="2528926"/>
          </a:xfrm>
          <a:prstGeom prst="rect">
            <a:avLst/>
          </a:prstGeom>
        </p:spPr>
      </p:pic>
    </p:spTree>
    <p:extLst>
      <p:ext uri="{BB962C8B-B14F-4D97-AF65-F5344CB8AC3E}">
        <p14:creationId xmlns:p14="http://schemas.microsoft.com/office/powerpoint/2010/main" val="369991335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F9C13E3-8C4E-4168-8C82-C23D2973D8AC}"/>
              </a:ext>
            </a:extLst>
          </p:cNvPr>
          <p:cNvSpPr>
            <a:spLocks noGrp="1"/>
          </p:cNvSpPr>
          <p:nvPr>
            <p:ph idx="4294967295"/>
          </p:nvPr>
        </p:nvSpPr>
        <p:spPr>
          <a:xfrm>
            <a:off x="295991" y="382073"/>
            <a:ext cx="11423784" cy="6276304"/>
          </a:xfrm>
        </p:spPr>
        <p:txBody>
          <a:bodyPr>
            <a:normAutofit fontScale="92500" lnSpcReduction="10000"/>
          </a:bodyPr>
          <a:lstStyle/>
          <a:p>
            <a:pPr marL="0" indent="0" algn="just">
              <a:buNone/>
            </a:pP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188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buôn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lậu</a:t>
            </a:r>
            <a:r>
              <a:rPr lang="en-US" dirty="0">
                <a:latin typeface="Times New Roman" pitchFamily="18" charset="0"/>
                <a:cs typeface="Times New Roman" pitchFamily="18" charset="0"/>
              </a:rPr>
              <a:t>), 189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chuyển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hóa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tệ</a:t>
            </a:r>
            <a:r>
              <a:rPr lang="en-US" dirty="0">
                <a:latin typeface="Times New Roman" pitchFamily="18" charset="0"/>
                <a:cs typeface="Times New Roman" pitchFamily="18" charset="0"/>
              </a:rPr>
              <a:t> qua </a:t>
            </a:r>
            <a:r>
              <a:rPr lang="en-US" dirty="0" err="1">
                <a:latin typeface="Times New Roman" pitchFamily="18" charset="0"/>
                <a:cs typeface="Times New Roman" pitchFamily="18" charset="0"/>
              </a:rPr>
              <a:t>biên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giới</a:t>
            </a:r>
            <a:r>
              <a:rPr lang="en-US" dirty="0">
                <a:latin typeface="Times New Roman" pitchFamily="18" charset="0"/>
                <a:cs typeface="Times New Roman" pitchFamily="18" charset="0"/>
              </a:rPr>
              <a:t>), 190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buôn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cấm</a:t>
            </a:r>
            <a:r>
              <a:rPr lang="en-US" dirty="0">
                <a:latin typeface="Times New Roman" pitchFamily="18" charset="0"/>
                <a:cs typeface="Times New Roman" pitchFamily="18" charset="0"/>
              </a:rPr>
              <a:t>), 191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trữ</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chuyển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cấm</a:t>
            </a:r>
            <a:r>
              <a:rPr lang="en-US" dirty="0">
                <a:latin typeface="Times New Roman" pitchFamily="18" charset="0"/>
                <a:cs typeface="Times New Roman" pitchFamily="18" charset="0"/>
              </a:rPr>
              <a:t>), 192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buôn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a:t>
            </a:r>
            <a:r>
              <a:rPr lang="en-US" dirty="0">
                <a:latin typeface="Times New Roman" pitchFamily="18" charset="0"/>
                <a:cs typeface="Times New Roman" pitchFamily="18" charset="0"/>
              </a:rPr>
              <a:t>), 193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buôn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phẩm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phẩm</a:t>
            </a:r>
            <a:r>
              <a:rPr lang="en-US" dirty="0">
                <a:latin typeface="Times New Roman" pitchFamily="18" charset="0"/>
                <a:cs typeface="Times New Roman" pitchFamily="18" charset="0"/>
              </a:rPr>
              <a:t>), 194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buôn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chữa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bệnh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phòng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bệnh</a:t>
            </a:r>
            <a:r>
              <a:rPr lang="en-US" dirty="0">
                <a:latin typeface="Times New Roman" pitchFamily="18" charset="0"/>
                <a:cs typeface="Times New Roman" pitchFamily="18" charset="0"/>
              </a:rPr>
              <a:t>), 195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buôn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dùng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nuôi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bón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thú</a:t>
            </a:r>
            <a:r>
              <a:rPr lang="en-US" dirty="0">
                <a:latin typeface="Times New Roman" pitchFamily="18" charset="0"/>
                <a:cs typeface="Times New Roman" pitchFamily="18" charset="0"/>
              </a:rPr>
              <a:t> y, </a:t>
            </a:r>
            <a:r>
              <a:rPr lang="en-US" dirty="0" err="1">
                <a:latin typeface="Times New Roman" pitchFamily="18" charset="0"/>
                <a:cs typeface="Times New Roman" pitchFamily="18" charset="0"/>
              </a:rPr>
              <a:t>thuốc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giống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trồng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nuôi</a:t>
            </a:r>
            <a:r>
              <a:rPr lang="en-US" dirty="0">
                <a:latin typeface="Times New Roman" pitchFamily="18" charset="0"/>
                <a:cs typeface="Times New Roman" pitchFamily="18" charset="0"/>
              </a:rPr>
              <a:t>), 196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đầu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cơ</a:t>
            </a:r>
            <a:r>
              <a:rPr lang="en-US" dirty="0">
                <a:latin typeface="Times New Roman" pitchFamily="18" charset="0"/>
                <a:cs typeface="Times New Roman" pitchFamily="18" charset="0"/>
              </a:rPr>
              <a:t>), 200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trốn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thuế</a:t>
            </a:r>
            <a:r>
              <a:rPr lang="en-US" dirty="0">
                <a:latin typeface="Times New Roman" pitchFamily="18" charset="0"/>
                <a:cs typeface="Times New Roman" pitchFamily="18" charset="0"/>
              </a:rPr>
              <a:t>), 203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in,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phép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hóa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từ</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nộp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nước</a:t>
            </a:r>
            <a:r>
              <a:rPr lang="en-US" dirty="0">
                <a:latin typeface="Times New Roman" pitchFamily="18" charset="0"/>
                <a:cs typeface="Times New Roman" pitchFamily="18" charset="0"/>
              </a:rPr>
              <a:t>), 209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cố</a:t>
            </a:r>
            <a:r>
              <a:rPr lang="en-US" dirty="0">
                <a:latin typeface="Times New Roman" pitchFamily="18" charset="0"/>
                <a:cs typeface="Times New Roman" pitchFamily="18" charset="0"/>
              </a:rPr>
              <a:t> ý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sai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lệch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khoán</a:t>
            </a:r>
            <a:r>
              <a:rPr lang="en-US" dirty="0">
                <a:latin typeface="Times New Roman" pitchFamily="18" charset="0"/>
                <a:cs typeface="Times New Roman" pitchFamily="18" charset="0"/>
              </a:rPr>
              <a:t>), 210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thông</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nội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khoán</a:t>
            </a:r>
            <a:r>
              <a:rPr lang="en-US" dirty="0">
                <a:latin typeface="Times New Roman" pitchFamily="18" charset="0"/>
                <a:cs typeface="Times New Roman" pitchFamily="18" charset="0"/>
              </a:rPr>
              <a:t>), 211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túng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khoán</a:t>
            </a:r>
            <a:r>
              <a:rPr lang="en-US" dirty="0">
                <a:latin typeface="Times New Roman" pitchFamily="18" charset="0"/>
                <a:cs typeface="Times New Roman" pitchFamily="18" charset="0"/>
              </a:rPr>
              <a:t>), 213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doanh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hiểm</a:t>
            </a:r>
            <a:r>
              <a:rPr lang="en-US" dirty="0">
                <a:latin typeface="Times New Roman" pitchFamily="18" charset="0"/>
                <a:cs typeface="Times New Roman" pitchFamily="18" charset="0"/>
              </a:rPr>
              <a:t>), 216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trốn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đóng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hiểm</a:t>
            </a:r>
            <a:r>
              <a:rPr lang="en-US" dirty="0">
                <a:latin typeface="Times New Roman" pitchFamily="18" charset="0"/>
                <a:cs typeface="Times New Roman" pitchFamily="18" charset="0"/>
              </a:rPr>
              <a:t> y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nghiệp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lao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217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cạnh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tranh</a:t>
            </a:r>
            <a:r>
              <a:rPr lang="en-US" dirty="0">
                <a:latin typeface="Times New Roman" pitchFamily="18" charset="0"/>
                <a:cs typeface="Times New Roman" pitchFamily="18" charset="0"/>
              </a:rPr>
              <a:t>), 225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226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sở</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hữu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nghiệp</a:t>
            </a:r>
            <a:r>
              <a:rPr lang="en-US" dirty="0">
                <a:latin typeface="Times New Roman" pitchFamily="18" charset="0"/>
                <a:cs typeface="Times New Roman" pitchFamily="18" charset="0"/>
              </a:rPr>
              <a:t>), 227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cứu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dò</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nguyên</a:t>
            </a:r>
            <a:r>
              <a:rPr lang="en-US" dirty="0">
                <a:latin typeface="Times New Roman" pitchFamily="18" charset="0"/>
                <a:cs typeface="Times New Roman" pitchFamily="18" charset="0"/>
              </a:rPr>
              <a:t>), 232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rừng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234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dã</a:t>
            </a:r>
            <a:r>
              <a:rPr lang="en-US" dirty="0">
                <a:latin typeface="Times New Roman" pitchFamily="18" charset="0"/>
                <a:cs typeface="Times New Roman" pitchFamily="18" charset="0"/>
              </a:rPr>
              <a:t>), 235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ô </a:t>
            </a:r>
            <a:r>
              <a:rPr lang="en-US" dirty="0" err="1">
                <a:latin typeface="Times New Roman" pitchFamily="18" charset="0"/>
                <a:cs typeface="Times New Roman" pitchFamily="18" charset="0"/>
              </a:rPr>
              <a:t>nhiễm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môi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237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phòng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ngừa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khắc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phục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môi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238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a:latin typeface="Times New Roman" pitchFamily="18" charset="0"/>
                <a:cs typeface="Times New Roman" pitchFamily="18" charset="0"/>
              </a:rPr>
              <a:t> an </a:t>
            </a:r>
            <a:r>
              <a:rPr lang="en-US" dirty="0" err="1">
                <a:latin typeface="Times New Roman" pitchFamily="18" charset="0"/>
                <a:cs typeface="Times New Roman" pitchFamily="18" charset="0"/>
              </a:rPr>
              <a:t>toàn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đê</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phòng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chống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thiên</a:t>
            </a:r>
            <a:r>
              <a:rPr lang="en-US" dirty="0">
                <a:latin typeface="Times New Roman" pitchFamily="18" charset="0"/>
                <a:cs typeface="Times New Roman" pitchFamily="18" charset="0"/>
              </a:rPr>
              <a:t> tai;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bờ</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sông</a:t>
            </a:r>
            <a:r>
              <a:rPr lang="en-US" dirty="0">
                <a:latin typeface="Times New Roman" pitchFamily="18" charset="0"/>
                <a:cs typeface="Times New Roman" pitchFamily="18" charset="0"/>
              </a:rPr>
              <a:t>), 239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lãnh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242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nguồn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243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rừng</a:t>
            </a:r>
            <a:r>
              <a:rPr lang="en-US" dirty="0">
                <a:latin typeface="Times New Roman" pitchFamily="18" charset="0"/>
                <a:cs typeface="Times New Roman" pitchFamily="18" charset="0"/>
              </a:rPr>
              <a:t>), 244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cấp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quý</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hiếm</a:t>
            </a:r>
            <a:r>
              <a:rPr lang="en-US" dirty="0">
                <a:latin typeface="Times New Roman" pitchFamily="18" charset="0"/>
                <a:cs typeface="Times New Roman" pitchFamily="18" charset="0"/>
              </a:rPr>
              <a:t>), 245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lý</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tồn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nhiên</a:t>
            </a:r>
            <a:r>
              <a:rPr lang="en-US" dirty="0">
                <a:latin typeface="Times New Roman" pitchFamily="18" charset="0"/>
                <a:cs typeface="Times New Roman" pitchFamily="18" charset="0"/>
              </a:rPr>
              <a:t>), 246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khẩu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hại</a:t>
            </a:r>
            <a:r>
              <a:rPr lang="en-US" dirty="0">
                <a:latin typeface="Times New Roman" pitchFamily="18" charset="0"/>
                <a:cs typeface="Times New Roman" pitchFamily="18" charset="0"/>
              </a:rPr>
              <a:t>), 300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khủng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342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tiêu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hủy</a:t>
            </a:r>
            <a:r>
              <a:rPr lang="en-US" dirty="0">
                <a:latin typeface="Times New Roman" pitchFamily="18" charset="0"/>
                <a:cs typeface="Times New Roman" pitchFamily="18" charset="0"/>
              </a:rPr>
              <a:t> con </a:t>
            </a:r>
            <a:r>
              <a:rPr lang="en-US" dirty="0" err="1">
                <a:latin typeface="Times New Roman" pitchFamily="18" charset="0"/>
                <a:cs typeface="Times New Roman" pitchFamily="18" charset="0"/>
              </a:rPr>
              <a:t>dấu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này</a:t>
            </a:r>
            <a:r>
              <a:rPr lang="en-US" dirty="0"/>
              <a:t>.</a:t>
            </a:r>
          </a:p>
        </p:txBody>
      </p:sp>
    </p:spTree>
    <p:extLst>
      <p:ext uri="{BB962C8B-B14F-4D97-AF65-F5344CB8AC3E}">
        <p14:creationId xmlns:p14="http://schemas.microsoft.com/office/powerpoint/2010/main" val="21590029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Điều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kiện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chịu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sự</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pháp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nhân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thương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mại</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80321" y="2336873"/>
            <a:ext cx="10717482" cy="3599316"/>
          </a:xfrm>
        </p:spPr>
        <p:txBody>
          <a:bodyPr>
            <a:normAutofit/>
          </a:bodyPr>
          <a:lstStyle/>
          <a:p>
            <a:pPr algn="just">
              <a:buFontTx/>
              <a:buChar char="-"/>
            </a:pP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danh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mại</a:t>
            </a: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mại</a:t>
            </a:r>
            <a:endParaRPr lang="en-US" sz="2800" dirty="0" smtClean="0">
              <a:latin typeface="Times New Roman" pitchFamily="18" charset="0"/>
              <a:cs typeface="Times New Roman" pitchFamily="18" charset="0"/>
            </a:endParaRPr>
          </a:p>
          <a:p>
            <a:pPr algn="just">
              <a:buFontTx/>
              <a:buChar char="-"/>
            </a:pP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đạo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thuận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mại</a:t>
            </a:r>
            <a:r>
              <a:rPr lang="en-US" sz="2800" dirty="0" smtClean="0">
                <a:latin typeface="Times New Roman" pitchFamily="18" charset="0"/>
                <a:cs typeface="Times New Roman" pitchFamily="18" charset="0"/>
              </a:rPr>
              <a:t>.</a:t>
            </a:r>
          </a:p>
          <a:p>
            <a:pPr algn="just">
              <a:buFontTx/>
              <a:buChar char="-"/>
            </a:pPr>
            <a:r>
              <a:rPr lang="en-US" sz="2800" dirty="0" err="1" smtClean="0">
                <a:latin typeface="Times New Roman" pitchFamily="18" charset="0"/>
                <a:cs typeface="Times New Roman" pitchFamily="18" charset="0"/>
              </a:rPr>
              <a:t>Chưa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cứu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endParaRPr lang="en-US" sz="2800" dirty="0">
              <a:latin typeface="Times New Roman" pitchFamily="18" charset="0"/>
              <a:cs typeface="Times New Roman" pitchFamily="18" charset="0"/>
            </a:endParaRPr>
          </a:p>
        </p:txBody>
      </p:sp>
      <p:sp>
        <p:nvSpPr>
          <p:cNvPr id="4" name="Left Brace 3"/>
          <p:cNvSpPr/>
          <p:nvPr/>
        </p:nvSpPr>
        <p:spPr>
          <a:xfrm>
            <a:off x="347728" y="2266682"/>
            <a:ext cx="515157" cy="2756079"/>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829537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EF6A30-2945-4099-AEF0-D5A16FCA1E36}"/>
              </a:ext>
            </a:extLst>
          </p:cNvPr>
          <p:cNvSpPr>
            <a:spLocks noGrp="1"/>
          </p:cNvSpPr>
          <p:nvPr>
            <p:ph type="title"/>
          </p:nvPr>
        </p:nvSpPr>
        <p:spPr>
          <a:xfrm>
            <a:off x="680321" y="753228"/>
            <a:ext cx="7472006" cy="1080938"/>
          </a:xfrm>
        </p:spPr>
        <p:txBody>
          <a:bodyPr>
            <a:normAutofit/>
          </a:bodyPr>
          <a:lstStyle/>
          <a:p>
            <a:r>
              <a:rPr lang="en-US" b="1" dirty="0" smtClean="0">
                <a:latin typeface="Times New Roman" pitchFamily="18" charset="0"/>
                <a:cs typeface="Times New Roman" pitchFamily="18" charset="0"/>
              </a:rPr>
              <a:t>MẶT CHỦ QUAN CỦA TỘI PHẠM</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2AC7C002-775A-4A55-A1E3-1D92EE838110}"/>
              </a:ext>
            </a:extLst>
          </p:cNvPr>
          <p:cNvSpPr>
            <a:spLocks noGrp="1"/>
          </p:cNvSpPr>
          <p:nvPr>
            <p:ph idx="1"/>
          </p:nvPr>
        </p:nvSpPr>
        <p:spPr>
          <a:xfrm>
            <a:off x="680321" y="2336873"/>
            <a:ext cx="7034124" cy="3599316"/>
          </a:xfrm>
        </p:spPr>
        <p:txBody>
          <a:bodyPr>
            <a:normAutofit/>
          </a:bodyPr>
          <a:lstStyle/>
          <a:p>
            <a:pPr marL="0" indent="0" algn="just">
              <a:buNone/>
            </a:pPr>
            <a:r>
              <a:rPr lang="en-US" sz="2800" dirty="0" err="1" smtClean="0">
                <a:latin typeface="Times New Roman" pitchFamily="18" charset="0"/>
                <a:cs typeface="Times New Roman" pitchFamily="18" charset="0"/>
              </a:rPr>
              <a:t>Mặt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mặt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bao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gồm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lỗi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động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mục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đích</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pic>
        <p:nvPicPr>
          <p:cNvPr id="7" name="Picture 6">
            <a:extLst>
              <a:ext uri="{FF2B5EF4-FFF2-40B4-BE49-F238E27FC236}">
                <a16:creationId xmlns="" xmlns:a16="http://schemas.microsoft.com/office/drawing/2014/main" id="{0D023E0E-030F-49CD-A8E8-5E5E89EA185F}"/>
              </a:ext>
            </a:extLst>
          </p:cNvPr>
          <p:cNvPicPr>
            <a:picLocks noChangeAspect="1"/>
          </p:cNvPicPr>
          <p:nvPr/>
        </p:nvPicPr>
        <p:blipFill>
          <a:blip r:embed="rId2"/>
          <a:stretch>
            <a:fillRect/>
          </a:stretch>
        </p:blipFill>
        <p:spPr>
          <a:xfrm>
            <a:off x="8561783" y="641918"/>
            <a:ext cx="2613388" cy="1744437"/>
          </a:xfrm>
          <a:prstGeom prst="rect">
            <a:avLst/>
          </a:prstGeom>
        </p:spPr>
      </p:pic>
      <p:pic>
        <p:nvPicPr>
          <p:cNvPr id="5" name="Picture 4">
            <a:extLst>
              <a:ext uri="{FF2B5EF4-FFF2-40B4-BE49-F238E27FC236}">
                <a16:creationId xmlns="" xmlns:a16="http://schemas.microsoft.com/office/drawing/2014/main" id="{869C75A3-A16E-4C65-8797-2346575D2D48}"/>
              </a:ext>
            </a:extLst>
          </p:cNvPr>
          <p:cNvPicPr>
            <a:picLocks noChangeAspect="1"/>
          </p:cNvPicPr>
          <p:nvPr/>
        </p:nvPicPr>
        <p:blipFill>
          <a:blip r:embed="rId3"/>
          <a:stretch>
            <a:fillRect/>
          </a:stretch>
        </p:blipFill>
        <p:spPr>
          <a:xfrm>
            <a:off x="8549229" y="2547223"/>
            <a:ext cx="2638496" cy="1765394"/>
          </a:xfrm>
          <a:prstGeom prst="rect">
            <a:avLst/>
          </a:prstGeom>
        </p:spPr>
      </p:pic>
      <p:pic>
        <p:nvPicPr>
          <p:cNvPr id="9" name="Picture 8" descr="A picture containing holding, person&#10;&#10;Description generated with very high confidence">
            <a:extLst>
              <a:ext uri="{FF2B5EF4-FFF2-40B4-BE49-F238E27FC236}">
                <a16:creationId xmlns="" xmlns:a16="http://schemas.microsoft.com/office/drawing/2014/main" id="{9B235324-CD2E-455C-8103-4CAB1DA67089}"/>
              </a:ext>
            </a:extLst>
          </p:cNvPr>
          <p:cNvPicPr>
            <a:picLocks noChangeAspect="1"/>
          </p:cNvPicPr>
          <p:nvPr/>
        </p:nvPicPr>
        <p:blipFill>
          <a:blip r:embed="rId4"/>
          <a:stretch>
            <a:fillRect/>
          </a:stretch>
        </p:blipFill>
        <p:spPr>
          <a:xfrm>
            <a:off x="8561783" y="4452526"/>
            <a:ext cx="2613388" cy="1960042"/>
          </a:xfrm>
          <a:prstGeom prst="rect">
            <a:avLst/>
          </a:prstGeom>
        </p:spPr>
      </p:pic>
    </p:spTree>
    <p:extLst>
      <p:ext uri="{BB962C8B-B14F-4D97-AF65-F5344CB8AC3E}">
        <p14:creationId xmlns:p14="http://schemas.microsoft.com/office/powerpoint/2010/main" val="33275847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EEFF87-5FEA-4291-B9E2-E445EC9FF574}"/>
              </a:ext>
            </a:extLst>
          </p:cNvPr>
          <p:cNvSpPr>
            <a:spLocks noGrp="1"/>
          </p:cNvSpPr>
          <p:nvPr>
            <p:ph type="title"/>
          </p:nvPr>
        </p:nvSpPr>
        <p:spPr/>
        <p:txBody>
          <a:bodyPr/>
          <a:lstStyle/>
          <a:p>
            <a:r>
              <a:rPr lang="en-US" dirty="0" err="1">
                <a:latin typeface="Times New Roman" pitchFamily="18" charset="0"/>
                <a:cs typeface="Times New Roman" pitchFamily="18" charset="0"/>
              </a:rPr>
              <a:t>Lỗi</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C509179A-F91F-484C-B665-48729F2E2B0B}"/>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Lỗi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biểu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cố</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vô</a:t>
            </a:r>
            <a:r>
              <a:rPr lang="en-US" sz="2800" dirty="0">
                <a:latin typeface="Times New Roman" pitchFamily="18" charset="0"/>
                <a:cs typeface="Times New Roman" pitchFamily="18" charset="0"/>
              </a:rPr>
              <a:t> ý.</a:t>
            </a:r>
          </a:p>
        </p:txBody>
      </p:sp>
    </p:spTree>
    <p:extLst>
      <p:ext uri="{BB962C8B-B14F-4D97-AF65-F5344CB8AC3E}">
        <p14:creationId xmlns:p14="http://schemas.microsoft.com/office/powerpoint/2010/main" val="13723016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7B8F07-5443-4DF9-AF5C-5929C260DB5D}"/>
              </a:ext>
            </a:extLst>
          </p:cNvPr>
          <p:cNvSpPr>
            <a:spLocks noGrp="1"/>
          </p:cNvSpPr>
          <p:nvPr>
            <p:ph type="title" idx="4294967295"/>
          </p:nvPr>
        </p:nvSpPr>
        <p:spPr>
          <a:xfrm>
            <a:off x="1" y="2063750"/>
            <a:ext cx="4481848" cy="2660650"/>
          </a:xfrm>
        </p:spPr>
        <p:txBody>
          <a:bodyPr>
            <a:normAutofit/>
          </a:bodyPr>
          <a:lstStyle/>
          <a:p>
            <a:pPr algn="r"/>
            <a:r>
              <a:rPr lang="en-US" sz="4400" dirty="0" err="1">
                <a:latin typeface="Times New Roman" pitchFamily="18" charset="0"/>
                <a:cs typeface="Times New Roman" pitchFamily="18" charset="0"/>
              </a:rPr>
              <a:t>Các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hình</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thức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lỗi</a:t>
            </a:r>
            <a:endParaRPr lang="en-US" sz="4400" dirty="0">
              <a:latin typeface="Times New Roman" pitchFamily="18" charset="0"/>
              <a:cs typeface="Times New Roman" pitchFamily="18" charset="0"/>
            </a:endParaRPr>
          </a:p>
        </p:txBody>
      </p:sp>
      <p:graphicFrame>
        <p:nvGraphicFramePr>
          <p:cNvPr id="5" name="Content Placeholder 2">
            <a:extLst>
              <a:ext uri="{FF2B5EF4-FFF2-40B4-BE49-F238E27FC236}">
                <a16:creationId xmlns="" xmlns:a16="http://schemas.microsoft.com/office/drawing/2014/main" id="{094CAD3D-C9AC-4272-BE7D-94563D0EBB10}"/>
              </a:ext>
            </a:extLst>
          </p:cNvPr>
          <p:cNvGraphicFramePr>
            <a:graphicFrameLocks noGrp="1"/>
          </p:cNvGraphicFramePr>
          <p:nvPr>
            <p:ph idx="4294967295"/>
            <p:extLst>
              <p:ext uri="{D42A27DB-BD31-4B8C-83A1-F6EECF244321}">
                <p14:modId xmlns:p14="http://schemas.microsoft.com/office/powerpoint/2010/main" val="3086652225"/>
              </p:ext>
            </p:extLst>
          </p:nvPr>
        </p:nvGraphicFramePr>
        <p:xfrm>
          <a:off x="4971245" y="639763"/>
          <a:ext cx="6555347" cy="5578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15600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521E62-515D-496D-AFD4-9095B407D659}"/>
              </a:ext>
            </a:extLst>
          </p:cNvPr>
          <p:cNvSpPr>
            <a:spLocks noGrp="1"/>
          </p:cNvSpPr>
          <p:nvPr>
            <p:ph type="title"/>
          </p:nvPr>
        </p:nvSpPr>
        <p:spPr/>
        <p:txBody>
          <a:bodyPr/>
          <a:lstStyle/>
          <a:p>
            <a:r>
              <a:rPr lang="en-US" dirty="0" err="1">
                <a:latin typeface="Times New Roman" pitchFamily="18" charset="0"/>
                <a:cs typeface="Times New Roman" pitchFamily="18" charset="0"/>
              </a:rPr>
              <a:t>Tr</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hỗn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lỗi</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BC2FF12-BF42-4A16-9543-97A96FCA9792}"/>
              </a:ext>
            </a:extLst>
          </p:cNvPr>
          <p:cNvSpPr>
            <a:spLocks noGrp="1"/>
          </p:cNvSpPr>
          <p:nvPr>
            <p:ph idx="1"/>
          </p:nvPr>
        </p:nvSpPr>
        <p:spPr>
          <a:xfrm>
            <a:off x="680322" y="2336872"/>
            <a:ext cx="4316681" cy="3999533"/>
          </a:xfrm>
        </p:spPr>
        <p:txBody>
          <a:bodyPr>
            <a:normAutofit/>
          </a:bodyPr>
          <a:lstStyle/>
          <a:p>
            <a:pPr marL="0" indent="0" algn="just">
              <a:buNone/>
            </a:pP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hỗn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lỗi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lỗi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cố</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vô</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825" y="2279561"/>
            <a:ext cx="5744558" cy="4224270"/>
          </a:xfrm>
          <a:prstGeom prst="rect">
            <a:avLst/>
          </a:prstGeom>
        </p:spPr>
      </p:pic>
    </p:spTree>
    <p:extLst>
      <p:ext uri="{BB962C8B-B14F-4D97-AF65-F5344CB8AC3E}">
        <p14:creationId xmlns:p14="http://schemas.microsoft.com/office/powerpoint/2010/main" val="13680113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69701" y="546636"/>
            <a:ext cx="9672033" cy="5828406"/>
          </a:xfrm>
        </p:spPr>
        <p:txBody>
          <a:bodyPr>
            <a:noAutofit/>
          </a:bodyPr>
          <a:lstStyle/>
          <a:p>
            <a:pPr marL="0" indent="0" algn="just">
              <a:buNone/>
            </a:pPr>
            <a:r>
              <a:rPr lang="en-US" sz="2600" dirty="0">
                <a:latin typeface="Times New Roman" pitchFamily="18" charset="0"/>
                <a:cs typeface="Times New Roman" pitchFamily="18" charset="0"/>
              </a:rPr>
              <a:t>A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khoa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mở</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phòng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riêng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lúc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bệnh</a:t>
            </a:r>
            <a:r>
              <a:rPr lang="en-US" sz="2600" dirty="0">
                <a:latin typeface="Times New Roman" pitchFamily="18" charset="0"/>
                <a:cs typeface="Times New Roman" pitchFamily="18" charset="0"/>
              </a:rPr>
              <a:t> A </a:t>
            </a:r>
            <a:r>
              <a:rPr lang="en-US" sz="2600" dirty="0" err="1">
                <a:latin typeface="Times New Roman" pitchFamily="18" charset="0"/>
                <a:cs typeface="Times New Roman" pitchFamily="18" charset="0"/>
              </a:rPr>
              <a:t>đã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kê</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toa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thuốc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(3 </a:t>
            </a:r>
            <a:r>
              <a:rPr lang="en-US" sz="2600" dirty="0" err="1">
                <a:latin typeface="Times New Roman" pitchFamily="18" charset="0"/>
                <a:cs typeface="Times New Roman" pitchFamily="18" charset="0"/>
              </a:rPr>
              <a:t>tuổi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toa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lớn</a:t>
            </a:r>
            <a:r>
              <a:rPr lang="en-US" sz="2600" dirty="0">
                <a:latin typeface="Times New Roman" pitchFamily="18" charset="0"/>
                <a:cs typeface="Times New Roman" pitchFamily="18" charset="0"/>
              </a:rPr>
              <a:t>. Do </a:t>
            </a:r>
            <a:r>
              <a:rPr lang="en-US" sz="2600" dirty="0" err="1">
                <a:latin typeface="Times New Roman" pitchFamily="18" charset="0"/>
                <a:cs typeface="Times New Roman" pitchFamily="18" charset="0"/>
              </a:rPr>
              <a:t>sơ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suất</a:t>
            </a:r>
            <a:r>
              <a:rPr lang="en-US" sz="2600" dirty="0">
                <a:latin typeface="Times New Roman" pitchFamily="18" charset="0"/>
                <a:cs typeface="Times New Roman" pitchFamily="18" charset="0"/>
              </a:rPr>
              <a:t>, A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kiểm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toa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thuốc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trao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tiệm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thuốc</a:t>
            </a:r>
            <a:r>
              <a:rPr lang="en-US" sz="2600" dirty="0">
                <a:latin typeface="Times New Roman" pitchFamily="18" charset="0"/>
                <a:cs typeface="Times New Roman" pitchFamily="18" charset="0"/>
              </a:rPr>
              <a:t> do H </a:t>
            </a:r>
            <a:r>
              <a:rPr lang="en-US" sz="2600" dirty="0" err="1">
                <a:latin typeface="Times New Roman" pitchFamily="18" charset="0"/>
                <a:cs typeface="Times New Roman" pitchFamily="18" charset="0"/>
              </a:rPr>
              <a:t>đứng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bán</a:t>
            </a:r>
            <a:r>
              <a:rPr lang="en-US" sz="2600" dirty="0">
                <a:latin typeface="Times New Roman" pitchFamily="18" charset="0"/>
                <a:cs typeface="Times New Roman" pitchFamily="18" charset="0"/>
              </a:rPr>
              <a:t>. H </a:t>
            </a:r>
            <a:r>
              <a:rPr lang="en-US" sz="2600" dirty="0" err="1">
                <a:latin typeface="Times New Roman" pitchFamily="18" charset="0"/>
                <a:cs typeface="Times New Roman" pitchFamily="18" charset="0"/>
              </a:rPr>
              <a:t>bán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thuốc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toa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 </a:t>
            </a:r>
            <a:r>
              <a:rPr lang="en-US" sz="2600" dirty="0" err="1">
                <a:latin typeface="Times New Roman" pitchFamily="18" charset="0"/>
                <a:cs typeface="Times New Roman" pitchFamily="18" charset="0"/>
              </a:rPr>
              <a:t>mặc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toa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thuốc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ghi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tuổi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bệnh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3 </a:t>
            </a:r>
            <a:r>
              <a:rPr lang="en-US" sz="2600" dirty="0" err="1">
                <a:latin typeface="Times New Roman" pitchFamily="18" charset="0"/>
                <a:cs typeface="Times New Roman" pitchFamily="18" charset="0"/>
              </a:rPr>
              <a:t>tuổi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do </a:t>
            </a:r>
            <a:r>
              <a:rPr lang="en-US" sz="2600" dirty="0" err="1">
                <a:latin typeface="Times New Roman" pitchFamily="18" charset="0"/>
                <a:cs typeface="Times New Roman" pitchFamily="18" charset="0"/>
              </a:rPr>
              <a:t>uống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thuốc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liều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tử</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vong</a:t>
            </a:r>
            <a:r>
              <a:rPr lang="en-US" sz="2600" dirty="0">
                <a:latin typeface="Times New Roman" pitchFamily="18" charset="0"/>
                <a:cs typeface="Times New Roman" pitchFamily="18" charset="0"/>
              </a:rPr>
              <a:t>.</a:t>
            </a:r>
          </a:p>
          <a:p>
            <a:pPr marL="0" indent="0" algn="just">
              <a:buNone/>
            </a:pPr>
            <a:r>
              <a:rPr lang="en-US" sz="2600" dirty="0">
                <a:latin typeface="Times New Roman" pitchFamily="18" charset="0"/>
                <a:cs typeface="Times New Roman" pitchFamily="18" charset="0"/>
              </a:rPr>
              <a:t>1. </a:t>
            </a:r>
            <a:r>
              <a:rPr lang="en-US" sz="2600" dirty="0" err="1">
                <a:latin typeface="Times New Roman" pitchFamily="18" charset="0"/>
                <a:cs typeface="Times New Roman" pitchFamily="18" charset="0"/>
              </a:rPr>
              <a:t>Anh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hãy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2. </a:t>
            </a:r>
            <a:r>
              <a:rPr lang="en-US" sz="2600" dirty="0" err="1">
                <a:latin typeface="Times New Roman" pitchFamily="18" charset="0"/>
                <a:cs typeface="Times New Roman" pitchFamily="18" charset="0"/>
              </a:rPr>
              <a:t>Đối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tượng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gì</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3.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 </a:t>
            </a:r>
            <a:r>
              <a:rPr lang="en-US" sz="2600" dirty="0" err="1">
                <a:latin typeface="Times New Roman" pitchFamily="18" charset="0"/>
                <a:cs typeface="Times New Roman" pitchFamily="18" charset="0"/>
              </a:rPr>
              <a:t>đã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xâm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tiếp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nào</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4.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giữa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hậu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vụ</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thuộc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sao</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5. </a:t>
            </a:r>
            <a:r>
              <a:rPr lang="en-US" sz="2600" dirty="0" err="1">
                <a:latin typeface="Times New Roman" pitchFamily="18" charset="0"/>
                <a:cs typeface="Times New Roman" pitchFamily="18" charset="0"/>
              </a:rPr>
              <a:t>Lỗi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lỗi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sao</a:t>
            </a:r>
            <a:r>
              <a:rPr lang="en-US" sz="2600" dirty="0">
                <a:latin typeface="Times New Roman" pitchFamily="18" charset="0"/>
                <a:cs typeface="Times New Roman" pitchFamily="18" charset="0"/>
              </a:rPr>
              <a:t>?</a:t>
            </a:r>
          </a:p>
          <a:p>
            <a:pPr marL="0" indent="0" algn="just">
              <a:buNone/>
            </a:pPr>
            <a:r>
              <a:rPr lang="en-US" sz="2600" dirty="0">
                <a:latin typeface="Times New Roman" pitchFamily="18" charset="0"/>
                <a:cs typeface="Times New Roman" pitchFamily="18" charset="0"/>
              </a:rPr>
              <a:t>6. H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lỗi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việc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Nếu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lỗi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sao</a:t>
            </a:r>
            <a:r>
              <a:rPr lang="en-US" sz="2600" dirty="0">
                <a:latin typeface="Times New Roman" pitchFamily="18" charset="0"/>
                <a:cs typeface="Times New Roman" pitchFamily="18" charset="0"/>
              </a:rPr>
              <a:t>?</a:t>
            </a:r>
          </a:p>
        </p:txBody>
      </p:sp>
    </p:spTree>
    <p:extLst>
      <p:ext uri="{BB962C8B-B14F-4D97-AF65-F5344CB8AC3E}">
        <p14:creationId xmlns:p14="http://schemas.microsoft.com/office/powerpoint/2010/main" val="19929622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5306" y="688304"/>
            <a:ext cx="9813701" cy="5519313"/>
          </a:xfrm>
        </p:spPr>
        <p:txBody>
          <a:bodyPr>
            <a:normAutofit/>
          </a:bodyPr>
          <a:lstStyle/>
          <a:p>
            <a:pPr marL="0" indent="0" algn="just">
              <a:buNone/>
            </a:pPr>
            <a:r>
              <a:rPr lang="en-US" sz="2800" dirty="0">
                <a:latin typeface="Times New Roman" pitchFamily="18" charset="0"/>
                <a:cs typeface="Times New Roman" pitchFamily="18" charset="0"/>
              </a:rPr>
              <a:t>A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a:t>
            </a:r>
            <a:r>
              <a:rPr lang="en-US" sz="2800" dirty="0">
                <a:latin typeface="Times New Roman" pitchFamily="18" charset="0"/>
                <a:cs typeface="Times New Roman" pitchFamily="18" charset="0"/>
              </a:rPr>
              <a:t> C6 </a:t>
            </a:r>
            <a:r>
              <a:rPr lang="en-US" sz="2800" dirty="0" err="1">
                <a:latin typeface="Times New Roman" pitchFamily="18" charset="0"/>
                <a:cs typeface="Times New Roman" pitchFamily="18" charset="0"/>
              </a:rPr>
              <a:t>cảng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đêm</a:t>
            </a:r>
            <a:r>
              <a:rPr lang="en-US" sz="2800" dirty="0">
                <a:latin typeface="Times New Roman" pitchFamily="18" charset="0"/>
                <a:cs typeface="Times New Roman" pitchFamily="18" charset="0"/>
              </a:rPr>
              <a:t>, do 1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nên</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lúc</a:t>
            </a:r>
            <a:r>
              <a:rPr lang="en-US" sz="2800" dirty="0">
                <a:latin typeface="Times New Roman" pitchFamily="18" charset="0"/>
                <a:cs typeface="Times New Roman" pitchFamily="18" charset="0"/>
              </a:rPr>
              <a:t> 1h30 </a:t>
            </a:r>
            <a:r>
              <a:rPr lang="en-US" sz="2800" dirty="0" err="1">
                <a:latin typeface="Times New Roman" pitchFamily="18" charset="0"/>
                <a:cs typeface="Times New Roman" pitchFamily="18" charset="0"/>
              </a:rPr>
              <a:t>sáng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hôm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ngờ</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cổ</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chìa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khóa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giết</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ngay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chìa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khóa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chúng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Bọn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trói</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miệng</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chúng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chiếm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hóa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a:t>
            </a:r>
            <a:r>
              <a:rPr lang="en-US" sz="2800" dirty="0">
                <a:latin typeface="Times New Roman" pitchFamily="18" charset="0"/>
                <a:cs typeface="Times New Roman" pitchFamily="18" charset="0"/>
              </a:rPr>
              <a:t> 500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hôm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coi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hưởng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A?</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550349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75763" y="598152"/>
            <a:ext cx="9394960" cy="5699617"/>
          </a:xfrm>
        </p:spPr>
        <p:txBody>
          <a:bodyPr/>
          <a:lstStyle/>
          <a:p>
            <a:pPr marL="0" indent="0" algn="just">
              <a:buNone/>
            </a:pP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vừa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mại</a:t>
            </a:r>
            <a:r>
              <a:rPr lang="en-US" sz="2800" dirty="0">
                <a:latin typeface="Times New Roman" pitchFamily="18" charset="0"/>
                <a:cs typeface="Times New Roman" pitchFamily="18" charset="0"/>
              </a:rPr>
              <a:t> X </a:t>
            </a:r>
            <a:r>
              <a:rPr lang="en-US" sz="2800" dirty="0" err="1">
                <a:latin typeface="Times New Roman" pitchFamily="18" charset="0"/>
                <a:cs typeface="Times New Roman" pitchFamily="18" charset="0"/>
              </a:rPr>
              <a:t>tuyển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rõ</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tên</a:t>
            </a:r>
            <a:r>
              <a:rPr lang="en-US" sz="2800" dirty="0">
                <a:latin typeface="Times New Roman" pitchFamily="18" charset="0"/>
                <a:cs typeface="Times New Roman" pitchFamily="18" charset="0"/>
              </a:rPr>
              <a:t> A, B, C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18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nghiệp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chặn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đòi</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nộp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chúng</a:t>
            </a:r>
            <a:r>
              <a:rPr lang="en-US" sz="2800" dirty="0">
                <a:latin typeface="Times New Roman" pitchFamily="18" charset="0"/>
                <a:cs typeface="Times New Roman" pitchFamily="18" charset="0"/>
              </a:rPr>
              <a:t> 5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chúng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ô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ở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Lo </a:t>
            </a:r>
            <a:r>
              <a:rPr lang="en-US" sz="2800" dirty="0" err="1">
                <a:latin typeface="Times New Roman" pitchFamily="18" charset="0"/>
                <a:cs typeface="Times New Roman" pitchFamily="18" charset="0"/>
              </a:rPr>
              <a:t>sợ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lấy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5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ty</a:t>
            </a:r>
            <a:r>
              <a:rPr lang="en-US" sz="2800" dirty="0">
                <a:latin typeface="Times New Roman" pitchFamily="18" charset="0"/>
                <a:cs typeface="Times New Roman" pitchFamily="18" charset="0"/>
              </a:rPr>
              <a:t> X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bọn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chúng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coi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hưởng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Y?</a:t>
            </a:r>
          </a:p>
          <a:p>
            <a:pPr marL="0" indent="0">
              <a:buNone/>
            </a:pPr>
            <a:endParaRPr lang="en-US" dirty="0"/>
          </a:p>
        </p:txBody>
      </p:sp>
    </p:spTree>
    <p:extLst>
      <p:ext uri="{BB962C8B-B14F-4D97-AF65-F5344CB8AC3E}">
        <p14:creationId xmlns:p14="http://schemas.microsoft.com/office/powerpoint/2010/main" val="22089854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79549" y="450761"/>
            <a:ext cx="9890976" cy="6078828"/>
          </a:xfrm>
        </p:spPr>
        <p:txBody>
          <a:bodyPr>
            <a:normAutofit fontScale="85000" lnSpcReduction="20000"/>
          </a:bodyPr>
          <a:lstStyle/>
          <a:p>
            <a:pPr marL="0" indent="0" algn="just">
              <a:buNone/>
            </a:pPr>
            <a:r>
              <a:rPr lang="en-US" sz="2600" dirty="0" err="1">
                <a:latin typeface="Times New Roman" pitchFamily="18" charset="0"/>
                <a:cs typeface="Times New Roman" pitchFamily="18" charset="0"/>
              </a:rPr>
              <a:t>Bài</a:t>
            </a:r>
            <a:r>
              <a:rPr lang="en-US" sz="2600" dirty="0">
                <a:latin typeface="Times New Roman" pitchFamily="18" charset="0"/>
                <a:cs typeface="Times New Roman" pitchFamily="18" charset="0"/>
              </a:rPr>
              <a:t> 12: Do </a:t>
            </a:r>
            <a:r>
              <a:rPr lang="en-US" sz="2600" dirty="0" err="1">
                <a:latin typeface="Times New Roman" pitchFamily="18" charset="0"/>
                <a:cs typeface="Times New Roman" pitchFamily="18" charset="0"/>
              </a:rPr>
              <a:t>mâu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thuẫn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ruột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Liêu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hồi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cãi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liền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mang</a:t>
            </a:r>
            <a:r>
              <a:rPr lang="en-US" sz="2600" dirty="0">
                <a:latin typeface="Times New Roman" pitchFamily="18" charset="0"/>
                <a:cs typeface="Times New Roman" pitchFamily="18" charset="0"/>
              </a:rPr>
              <a:t> can </a:t>
            </a:r>
            <a:r>
              <a:rPr lang="en-US" sz="2600" dirty="0" err="1">
                <a:latin typeface="Times New Roman" pitchFamily="18" charset="0"/>
                <a:cs typeface="Times New Roman" pitchFamily="18" charset="0"/>
              </a:rPr>
              <a:t>nhựa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mua</a:t>
            </a:r>
            <a:r>
              <a:rPr lang="en-US" sz="2600" dirty="0">
                <a:latin typeface="Times New Roman" pitchFamily="18" charset="0"/>
                <a:cs typeface="Times New Roman" pitchFamily="18" charset="0"/>
              </a:rPr>
              <a:t> 3 </a:t>
            </a:r>
            <a:r>
              <a:rPr lang="en-US" sz="2600" dirty="0" err="1">
                <a:latin typeface="Times New Roman" pitchFamily="18" charset="0"/>
                <a:cs typeface="Times New Roman" pitchFamily="18" charset="0"/>
              </a:rPr>
              <a:t>lít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xăng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đem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Lúc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cháu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Thảo</a:t>
            </a:r>
            <a:r>
              <a:rPr lang="en-US" sz="2600" dirty="0">
                <a:latin typeface="Times New Roman" pitchFamily="18" charset="0"/>
                <a:cs typeface="Times New Roman" pitchFamily="18" charset="0"/>
              </a:rPr>
              <a:t> (con </a:t>
            </a:r>
            <a:r>
              <a:rPr lang="en-US" sz="2600" dirty="0" err="1">
                <a:latin typeface="Times New Roman" pitchFamily="18" charset="0"/>
                <a:cs typeface="Times New Roman" pitchFamily="18" charset="0"/>
              </a:rPr>
              <a:t>gái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đang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giường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đang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đứa</a:t>
            </a:r>
            <a:r>
              <a:rPr lang="en-US" sz="2600" dirty="0">
                <a:latin typeface="Times New Roman" pitchFamily="18" charset="0"/>
                <a:cs typeface="Times New Roman" pitchFamily="18" charset="0"/>
              </a:rPr>
              <a:t> con </a:t>
            </a:r>
            <a:r>
              <a:rPr lang="en-US" sz="2600" dirty="0" err="1">
                <a:latin typeface="Times New Roman" pitchFamily="18" charset="0"/>
                <a:cs typeface="Times New Roman" pitchFamily="18" charset="0"/>
              </a:rPr>
              <a:t>gái</a:t>
            </a:r>
            <a:r>
              <a:rPr lang="en-US" sz="2600" dirty="0">
                <a:latin typeface="Times New Roman" pitchFamily="18" charset="0"/>
                <a:cs typeface="Times New Roman" pitchFamily="18" charset="0"/>
              </a:rPr>
              <a:t> 2 </a:t>
            </a:r>
            <a:r>
              <a:rPr lang="en-US" sz="2600" dirty="0" err="1">
                <a:latin typeface="Times New Roman" pitchFamily="18" charset="0"/>
                <a:cs typeface="Times New Roman" pitchFamily="18" charset="0"/>
              </a:rPr>
              <a:t>tuổi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cháu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Thấy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tay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cầm</a:t>
            </a:r>
            <a:r>
              <a:rPr lang="en-US" sz="2600" dirty="0">
                <a:latin typeface="Times New Roman" pitchFamily="18" charset="0"/>
                <a:cs typeface="Times New Roman" pitchFamily="18" charset="0"/>
              </a:rPr>
              <a:t> can </a:t>
            </a:r>
            <a:r>
              <a:rPr lang="en-US" sz="2600" dirty="0" err="1">
                <a:latin typeface="Times New Roman" pitchFamily="18" charset="0"/>
                <a:cs typeface="Times New Roman" pitchFamily="18" charset="0"/>
              </a:rPr>
              <a:t>xăng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rất</a:t>
            </a:r>
            <a:r>
              <a:rPr lang="en-US" sz="2600" dirty="0">
                <a:latin typeface="Times New Roman" pitchFamily="18" charset="0"/>
                <a:cs typeface="Times New Roman" pitchFamily="18" charset="0"/>
              </a:rPr>
              <a:t> hung </a:t>
            </a:r>
            <a:r>
              <a:rPr lang="en-US" sz="2600" dirty="0" err="1">
                <a:latin typeface="Times New Roman" pitchFamily="18" charset="0"/>
                <a:cs typeface="Times New Roman" pitchFamily="18" charset="0"/>
              </a:rPr>
              <a:t>hăng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liền</a:t>
            </a:r>
            <a:r>
              <a:rPr lang="en-US" sz="2600" dirty="0">
                <a:latin typeface="Times New Roman" pitchFamily="18" charset="0"/>
                <a:cs typeface="Times New Roman" pitchFamily="18" charset="0"/>
              </a:rPr>
              <a:t> can </a:t>
            </a:r>
            <a:r>
              <a:rPr lang="en-US" sz="2600" dirty="0" err="1">
                <a:latin typeface="Times New Roman" pitchFamily="18" charset="0"/>
                <a:cs typeface="Times New Roman" pitchFamily="18" charset="0"/>
              </a:rPr>
              <a:t>ngăn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nhưng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vừa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quát</a:t>
            </a:r>
            <a:r>
              <a:rPr lang="en-US" sz="2600" dirty="0">
                <a:latin typeface="Times New Roman" pitchFamily="18" charset="0"/>
                <a:cs typeface="Times New Roman" pitchFamily="18" charset="0"/>
              </a:rPr>
              <a:t>: “Tao </a:t>
            </a:r>
            <a:r>
              <a:rPr lang="en-US" sz="2600" dirty="0" err="1">
                <a:latin typeface="Times New Roman" pitchFamily="18" charset="0"/>
                <a:cs typeface="Times New Roman" pitchFamily="18" charset="0"/>
              </a:rPr>
              <a:t>đốt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rồi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Liêu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vừa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tưới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xăng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bằng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gỗ</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tay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bế</a:t>
            </a:r>
            <a:r>
              <a:rPr lang="en-US" sz="2600" dirty="0">
                <a:latin typeface="Times New Roman" pitchFamily="18" charset="0"/>
                <a:cs typeface="Times New Roman" pitchFamily="18" charset="0"/>
              </a:rPr>
              <a:t> con,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tay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giật</a:t>
            </a:r>
            <a:r>
              <a:rPr lang="en-US" sz="2600" dirty="0">
                <a:latin typeface="Times New Roman" pitchFamily="18" charset="0"/>
                <a:cs typeface="Times New Roman" pitchFamily="18" charset="0"/>
              </a:rPr>
              <a:t> can </a:t>
            </a:r>
            <a:r>
              <a:rPr lang="en-US" sz="2600" dirty="0" err="1">
                <a:latin typeface="Times New Roman" pitchFamily="18" charset="0"/>
                <a:cs typeface="Times New Roman" pitchFamily="18" charset="0"/>
              </a:rPr>
              <a:t>xăng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tay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quẹt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lửa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bùng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cháy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xóm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can </a:t>
            </a:r>
            <a:r>
              <a:rPr lang="en-US" sz="2600" dirty="0" err="1">
                <a:latin typeface="Times New Roman" pitchFamily="18" charset="0"/>
                <a:cs typeface="Times New Roman" pitchFamily="18" charset="0"/>
              </a:rPr>
              <a:t>ngăn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lửa</a:t>
            </a:r>
            <a:r>
              <a:rPr lang="en-US" sz="2600" dirty="0">
                <a:latin typeface="Times New Roman" pitchFamily="18" charset="0"/>
                <a:cs typeface="Times New Roman" pitchFamily="18" charset="0"/>
              </a:rPr>
              <a:t>.</a:t>
            </a:r>
          </a:p>
          <a:p>
            <a:pPr marL="0" indent="0" algn="just">
              <a:buNone/>
            </a:pP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cháu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bỏng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nặng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ngay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cũng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bỏng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nhưng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thoát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bỏng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nặng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tỷ</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thương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41%).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phần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gồm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giường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bàn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ghế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cháy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thiệt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10 </a:t>
            </a:r>
            <a:r>
              <a:rPr lang="en-US" sz="2600" dirty="0" err="1">
                <a:latin typeface="Times New Roman" pitchFamily="18" charset="0"/>
                <a:cs typeface="Times New Roman" pitchFamily="18" charset="0"/>
              </a:rPr>
              <a:t>triệu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đồng</a:t>
            </a:r>
            <a:r>
              <a:rPr lang="en-US" sz="2600" dirty="0">
                <a:latin typeface="Times New Roman" pitchFamily="18" charset="0"/>
                <a:cs typeface="Times New Roman" pitchFamily="18" charset="0"/>
              </a:rPr>
              <a:t>.</a:t>
            </a:r>
          </a:p>
          <a:p>
            <a:pPr marL="0" indent="0" algn="just">
              <a:buNone/>
            </a:pPr>
            <a:r>
              <a:rPr lang="en-US" sz="2600" dirty="0" err="1">
                <a:latin typeface="Times New Roman" pitchFamily="18" charset="0"/>
                <a:cs typeface="Times New Roman" pitchFamily="18" charset="0"/>
              </a:rPr>
              <a:t>Anh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hãy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1. </a:t>
            </a:r>
            <a:r>
              <a:rPr lang="en-US" sz="2600" dirty="0" err="1">
                <a:latin typeface="Times New Roman" pitchFamily="18" charset="0"/>
                <a:cs typeface="Times New Roman" pitchFamily="18" charset="0"/>
              </a:rPr>
              <a:t>Đối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tượng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gì</a:t>
            </a:r>
            <a:r>
              <a:rPr lang="en-US" sz="2600" dirty="0">
                <a:latin typeface="Times New Roman" pitchFamily="18" charset="0"/>
                <a:cs typeface="Times New Roman" pitchFamily="18" charset="0"/>
              </a:rPr>
              <a:t>? </a:t>
            </a:r>
          </a:p>
          <a:p>
            <a:pPr marL="0" lvl="0" indent="0" algn="just">
              <a:buNone/>
            </a:pPr>
            <a:r>
              <a:rPr lang="en-US" sz="2600" dirty="0">
                <a:latin typeface="Times New Roman" pitchFamily="18" charset="0"/>
                <a:cs typeface="Times New Roman" pitchFamily="18" charset="0"/>
              </a:rPr>
              <a:t>2.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xâm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tiếp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nào</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3. </a:t>
            </a:r>
            <a:r>
              <a:rPr lang="en-US" sz="2600" dirty="0" err="1">
                <a:latin typeface="Times New Roman" pitchFamily="18" charset="0"/>
                <a:cs typeface="Times New Roman" pitchFamily="18" charset="0"/>
              </a:rPr>
              <a:t>Xét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thuộc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nào</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4.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hậu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do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thiệt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mỗi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hậu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như</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nào</a:t>
            </a:r>
            <a:r>
              <a:rPr lang="en-US" sz="2600" dirty="0">
                <a:latin typeface="Times New Roman" pitchFamily="18" charset="0"/>
                <a:cs typeface="Times New Roman" pitchFamily="18" charset="0"/>
              </a:rPr>
              <a:t>?</a:t>
            </a:r>
          </a:p>
          <a:p>
            <a:pPr marL="0" lvl="0" indent="0" algn="just">
              <a:buNone/>
            </a:pPr>
            <a:r>
              <a:rPr lang="en-US" sz="2600" dirty="0">
                <a:latin typeface="Times New Roman" pitchFamily="18" charset="0"/>
                <a:cs typeface="Times New Roman" pitchFamily="18" charset="0"/>
              </a:rPr>
              <a:t>5. </a:t>
            </a:r>
            <a:r>
              <a:rPr lang="en-US" sz="2600" dirty="0" err="1">
                <a:latin typeface="Times New Roman" pitchFamily="18" charset="0"/>
                <a:cs typeface="Times New Roman" pitchFamily="18" charset="0"/>
              </a:rPr>
              <a:t>Dạng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giữa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hậu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vụ</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này</a:t>
            </a:r>
            <a:r>
              <a:rPr lang="en-US" sz="2600" dirty="0">
                <a:latin typeface="Times New Roman" pitchFamily="18" charset="0"/>
                <a:cs typeface="Times New Roman" pitchFamily="18" charset="0"/>
              </a:rPr>
              <a:t>.</a:t>
            </a:r>
          </a:p>
          <a:p>
            <a:pPr marL="0" indent="0" algn="just">
              <a:buNone/>
            </a:pPr>
            <a:r>
              <a:rPr lang="en-US" sz="2600" dirty="0">
                <a:latin typeface="Times New Roman" pitchFamily="18" charset="0"/>
                <a:cs typeface="Times New Roman" pitchFamily="18" charset="0"/>
              </a:rPr>
              <a:t>6. </a:t>
            </a:r>
            <a:r>
              <a:rPr lang="en-US" sz="2600" dirty="0" err="1">
                <a:latin typeface="Times New Roman" pitchFamily="18" charset="0"/>
                <a:cs typeface="Times New Roman" pitchFamily="18" charset="0"/>
              </a:rPr>
              <a:t>Lỗi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thiệt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vụ</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trên</a:t>
            </a:r>
            <a:r>
              <a:rPr lang="en-US" sz="26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29809499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21216" y="623910"/>
            <a:ext cx="9697791" cy="5660980"/>
          </a:xfrm>
        </p:spPr>
        <p:txBody>
          <a:bodyPr>
            <a:normAutofit/>
          </a:bodyPr>
          <a:lstStyle/>
          <a:p>
            <a:pPr marL="0" indent="0" algn="just">
              <a:buNone/>
            </a:pPr>
            <a:r>
              <a:rPr lang="en-US" dirty="0" err="1">
                <a:latin typeface="Times New Roman" pitchFamily="18" charset="0"/>
                <a:cs typeface="Times New Roman" pitchFamily="18" charset="0"/>
              </a:rPr>
              <a:t>Ngày</a:t>
            </a:r>
            <a:r>
              <a:rPr lang="en-US" dirty="0">
                <a:latin typeface="Times New Roman" pitchFamily="18" charset="0"/>
                <a:cs typeface="Times New Roman" pitchFamily="18" charset="0"/>
              </a:rPr>
              <a:t> 14/2, </a:t>
            </a:r>
            <a:r>
              <a:rPr lang="en-US" dirty="0" err="1">
                <a:latin typeface="Times New Roman" pitchFamily="18" charset="0"/>
                <a:cs typeface="Times New Roman" pitchFamily="18" charset="0"/>
              </a:rPr>
              <a:t>khi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máy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thì</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nên</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nảy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sinh</a:t>
            </a:r>
            <a:r>
              <a:rPr lang="en-US" dirty="0">
                <a:latin typeface="Times New Roman" pitchFamily="18" charset="0"/>
                <a:cs typeface="Times New Roman" pitchFamily="18" charset="0"/>
              </a:rPr>
              <a:t> ý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đoạt</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chạy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nhanh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rồi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bỏ</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chạy</a:t>
            </a:r>
            <a:r>
              <a:rPr lang="en-US" dirty="0">
                <a:latin typeface="Times New Roman" pitchFamily="18" charset="0"/>
                <a:cs typeface="Times New Roman" pitchFamily="18" charset="0"/>
              </a:rPr>
              <a:t>. Do </a:t>
            </a:r>
            <a:r>
              <a:rPr lang="en-US" dirty="0" err="1">
                <a:latin typeface="Times New Roman" pitchFamily="18" charset="0"/>
                <a:cs typeface="Times New Roman" pitchFamily="18" charset="0"/>
              </a:rPr>
              <a:t>bị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ngờ</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mất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bằng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té</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đầu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xuống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dẫn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sọ</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não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từ</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vong</a:t>
            </a:r>
            <a:r>
              <a:rPr lang="en-US" dirty="0">
                <a:latin typeface="Times New Roman" pitchFamily="18" charset="0"/>
                <a:cs typeface="Times New Roman" pitchFamily="18" charset="0"/>
              </a:rPr>
              <a:t>.</a:t>
            </a:r>
          </a:p>
          <a:p>
            <a:pPr marL="0" indent="0" algn="just">
              <a:buNone/>
            </a:pP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Biết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rằng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cướp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nêu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được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khoản</a:t>
            </a:r>
            <a:r>
              <a:rPr lang="en-US" dirty="0">
                <a:latin typeface="Times New Roman" pitchFamily="18" charset="0"/>
                <a:cs typeface="Times New Roman" pitchFamily="18" charset="0"/>
              </a:rPr>
              <a:t> 4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171 BLHS.</a:t>
            </a:r>
          </a:p>
          <a:p>
            <a:pPr marL="0" indent="0" algn="just">
              <a:buNone/>
            </a:pPr>
            <a:r>
              <a:rPr lang="en-US" dirty="0" err="1">
                <a:latin typeface="Times New Roman" pitchFamily="18" charset="0"/>
                <a:cs typeface="Times New Roman" pitchFamily="18" charset="0"/>
              </a:rPr>
              <a:t>Anh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hãy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a:t>
            </a:r>
          </a:p>
          <a:p>
            <a:pPr marL="0" lvl="0" indent="0" algn="just">
              <a:buNone/>
            </a:pPr>
            <a:r>
              <a:rPr lang="en-US" dirty="0">
                <a:latin typeface="Times New Roman" pitchFamily="18" charset="0"/>
                <a:cs typeface="Times New Roman" pitchFamily="18" charset="0"/>
              </a:rPr>
              <a:t>1. </a:t>
            </a:r>
            <a:r>
              <a:rPr lang="en-US" dirty="0" err="1">
                <a:latin typeface="Times New Roman" pitchFamily="18" charset="0"/>
                <a:cs typeface="Times New Roman" pitchFamily="18" charset="0"/>
              </a:rPr>
              <a:t>Đối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tượng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do A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a:t>
            </a:r>
          </a:p>
          <a:p>
            <a:pPr marL="0" lvl="0" indent="0" algn="just">
              <a:buNone/>
            </a:pPr>
            <a:r>
              <a:rPr lang="en-US" dirty="0">
                <a:latin typeface="Times New Roman" pitchFamily="18" charset="0"/>
                <a:cs typeface="Times New Roman" pitchFamily="18" charset="0"/>
              </a:rPr>
              <a:t>2.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đã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nào</a:t>
            </a:r>
            <a:r>
              <a:rPr lang="en-US" dirty="0">
                <a:latin typeface="Times New Roman" pitchFamily="18" charset="0"/>
                <a:cs typeface="Times New Roman" pitchFamily="18" charset="0"/>
              </a:rPr>
              <a:t>?</a:t>
            </a:r>
          </a:p>
          <a:p>
            <a:pPr marL="0" lvl="0" indent="0" algn="just">
              <a:buNone/>
            </a:pPr>
            <a:r>
              <a:rPr lang="en-US" dirty="0">
                <a:latin typeface="Times New Roman" pitchFamily="18" charset="0"/>
                <a:cs typeface="Times New Roman" pitchFamily="18" charset="0"/>
              </a:rPr>
              <a:t>3.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hậu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do A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a:t>
            </a:r>
          </a:p>
          <a:p>
            <a:pPr marL="0" indent="0" algn="just">
              <a:buNone/>
            </a:pPr>
            <a:r>
              <a:rPr lang="en-US" dirty="0">
                <a:latin typeface="Times New Roman" pitchFamily="18" charset="0"/>
                <a:cs typeface="Times New Roman" pitchFamily="18" charset="0"/>
              </a:rPr>
              <a:t>4. </a:t>
            </a:r>
            <a:r>
              <a:rPr lang="en-US" dirty="0" err="1">
                <a:latin typeface="Times New Roman" pitchFamily="18" charset="0"/>
                <a:cs typeface="Times New Roman" pitchFamily="18" charset="0"/>
              </a:rPr>
              <a:t>Thái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cướp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hỗn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lỗi</a:t>
            </a:r>
            <a:r>
              <a:rPr lang="en-US" dirty="0">
                <a:latin typeface="Times New Roman" pitchFamily="18" charset="0"/>
                <a:cs typeface="Times New Roman" pitchFamily="18" charset="0"/>
              </a:rPr>
              <a:t>” hay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sao</a:t>
            </a:r>
            <a:r>
              <a:rPr lang="en-US"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11642530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703959-0F9D-4BC1-922B-0A0BBBD94E35}"/>
              </a:ext>
            </a:extLst>
          </p:cNvPr>
          <p:cNvSpPr>
            <a:spLocks noGrp="1"/>
          </p:cNvSpPr>
          <p:nvPr>
            <p:ph type="title"/>
          </p:nvPr>
        </p:nvSpPr>
        <p:spPr/>
        <p:txBody>
          <a:bodyPr/>
          <a:lstStyle/>
          <a:p>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ngờ</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78E6BC9E-09F9-4F11-AE39-EDBC0AD67F37}"/>
              </a:ext>
            </a:extLst>
          </p:cNvPr>
          <p:cNvSpPr>
            <a:spLocks noGrp="1"/>
          </p:cNvSpPr>
          <p:nvPr>
            <p:ph idx="1"/>
          </p:nvPr>
        </p:nvSpPr>
        <p:spPr>
          <a:xfrm>
            <a:off x="8075053" y="2336872"/>
            <a:ext cx="3618963" cy="4189765"/>
          </a:xfrm>
        </p:spPr>
        <p:txBody>
          <a:bodyPr>
            <a:normAutofit lnSpcReduction="10000"/>
          </a:bodyPr>
          <a:lstStyle/>
          <a:p>
            <a:pPr marL="0" indent="0" algn="just">
              <a:buNone/>
            </a:pP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hậu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ngờ</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thấy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buộc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thấy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hậu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đó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chịu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20 BLHS).</a:t>
            </a: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6" y="2368434"/>
            <a:ext cx="7269587" cy="4158204"/>
          </a:xfrm>
          <a:prstGeom prst="rect">
            <a:avLst/>
          </a:prstGeom>
        </p:spPr>
      </p:pic>
    </p:spTree>
    <p:extLst>
      <p:ext uri="{BB962C8B-B14F-4D97-AF65-F5344CB8AC3E}">
        <p14:creationId xmlns:p14="http://schemas.microsoft.com/office/powerpoint/2010/main" val="25168968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5052FA-FCDE-428A-961E-4CCA821C09F0}"/>
              </a:ext>
            </a:extLst>
          </p:cNvPr>
          <p:cNvSpPr>
            <a:spLocks noGrp="1"/>
          </p:cNvSpPr>
          <p:nvPr>
            <p:ph type="title"/>
          </p:nvPr>
        </p:nvSpPr>
        <p:spPr/>
        <p:txBody>
          <a:bodyPr/>
          <a:lstStyle/>
          <a:p>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c</a:t>
            </a:r>
            <a:r>
              <a:rPr lang="vi-VN" dirty="0">
                <a:latin typeface="Times New Roman" pitchFamily="18" charset="0"/>
                <a:cs typeface="Times New Roman" pitchFamily="18" charset="0"/>
              </a:rPr>
              <a:t>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mục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đích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DF5A2197-4B90-4B51-9AC8-54D0FA7A18ED}"/>
              </a:ext>
            </a:extLst>
          </p:cNvPr>
          <p:cNvSpPr>
            <a:spLocks noGrp="1"/>
          </p:cNvSpPr>
          <p:nvPr>
            <p:ph idx="1"/>
          </p:nvPr>
        </p:nvSpPr>
        <p:spPr>
          <a:xfrm>
            <a:off x="386366" y="2202287"/>
            <a:ext cx="4353060" cy="4288664"/>
          </a:xfrm>
        </p:spPr>
        <p:txBody>
          <a:bodyPr>
            <a:normAutofit/>
          </a:bodyPr>
          <a:lstStyle/>
          <a:p>
            <a:pPr algn="just"/>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thúc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đẩy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cố</a:t>
            </a:r>
            <a:r>
              <a:rPr lang="en-US" sz="2800" dirty="0">
                <a:latin typeface="Times New Roman" pitchFamily="18" charset="0"/>
                <a:cs typeface="Times New Roman" pitchFamily="18" charset="0"/>
              </a:rPr>
              <a:t> ý</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Mục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muốn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2269" y="2350796"/>
            <a:ext cx="6900258" cy="4140155"/>
          </a:xfrm>
          <a:prstGeom prst="rect">
            <a:avLst/>
          </a:prstGeom>
        </p:spPr>
      </p:pic>
    </p:spTree>
    <p:extLst>
      <p:ext uri="{BB962C8B-B14F-4D97-AF65-F5344CB8AC3E}">
        <p14:creationId xmlns:p14="http://schemas.microsoft.com/office/powerpoint/2010/main" val="7192191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B7A798-62D2-4F01-B285-EF309A661888}"/>
              </a:ext>
            </a:extLst>
          </p:cNvPr>
          <p:cNvSpPr>
            <a:spLocks noGrp="1"/>
          </p:cNvSpPr>
          <p:nvPr>
            <p:ph type="title" idx="4294967295"/>
          </p:nvPr>
        </p:nvSpPr>
        <p:spPr>
          <a:xfrm>
            <a:off x="283336" y="2050871"/>
            <a:ext cx="3738563" cy="2660650"/>
          </a:xfrm>
        </p:spPr>
        <p:txBody>
          <a:bodyPr>
            <a:normAutofit/>
          </a:bodyPr>
          <a:lstStyle/>
          <a:p>
            <a:pPr algn="r"/>
            <a:r>
              <a:rPr lang="en-US" sz="3700" dirty="0" err="1">
                <a:latin typeface="Times New Roman" pitchFamily="18" charset="0"/>
                <a:cs typeface="Times New Roman" pitchFamily="18" charset="0"/>
              </a:rPr>
              <a:t>Sai</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lầm</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và</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ảnh</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hưởng</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của</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sai</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lầm</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đối</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với</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trách</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nhiệm</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hình</a:t>
            </a:r>
            <a:r>
              <a:rPr lang="en-US" sz="3700" dirty="0">
                <a:latin typeface="Times New Roman" pitchFamily="18" charset="0"/>
                <a:cs typeface="Times New Roman" pitchFamily="18" charset="0"/>
              </a:rPr>
              <a:t> </a:t>
            </a:r>
            <a:r>
              <a:rPr lang="en-US" sz="3700" dirty="0" err="1">
                <a:latin typeface="Times New Roman" pitchFamily="18" charset="0"/>
                <a:cs typeface="Times New Roman" pitchFamily="18" charset="0"/>
              </a:rPr>
              <a:t>sự</a:t>
            </a:r>
            <a:endParaRPr lang="en-US" sz="3700" dirty="0">
              <a:latin typeface="Times New Roman" pitchFamily="18" charset="0"/>
              <a:cs typeface="Times New Roman" pitchFamily="18" charset="0"/>
            </a:endParaRPr>
          </a:p>
        </p:txBody>
      </p:sp>
      <p:graphicFrame>
        <p:nvGraphicFramePr>
          <p:cNvPr id="5" name="Content Placeholder 2">
            <a:extLst>
              <a:ext uri="{FF2B5EF4-FFF2-40B4-BE49-F238E27FC236}">
                <a16:creationId xmlns="" xmlns:a16="http://schemas.microsoft.com/office/drawing/2014/main" id="{417550BB-B8D7-4548-851B-6B580C88AF22}"/>
              </a:ext>
            </a:extLst>
          </p:cNvPr>
          <p:cNvGraphicFramePr>
            <a:graphicFrameLocks noGrp="1"/>
          </p:cNvGraphicFramePr>
          <p:nvPr>
            <p:ph idx="4294967295"/>
            <p:extLst>
              <p:ext uri="{D42A27DB-BD31-4B8C-83A1-F6EECF244321}">
                <p14:modId xmlns:p14="http://schemas.microsoft.com/office/powerpoint/2010/main" val="2957386199"/>
              </p:ext>
            </p:extLst>
          </p:nvPr>
        </p:nvGraphicFramePr>
        <p:xfrm>
          <a:off x="4365938" y="468781"/>
          <a:ext cx="7031865" cy="5803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98744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 up of a device&#10;&#10;Description generated with very high confidence">
            <a:extLst>
              <a:ext uri="{FF2B5EF4-FFF2-40B4-BE49-F238E27FC236}">
                <a16:creationId xmlns="" xmlns:a16="http://schemas.microsoft.com/office/drawing/2014/main" id="{691FB35F-ED13-42EC-9CA6-C2DE588BE420}"/>
              </a:ext>
            </a:extLst>
          </p:cNvPr>
          <p:cNvPicPr>
            <a:picLocks noGrp="1" noChangeAspect="1"/>
          </p:cNvPicPr>
          <p:nvPr>
            <p:ph idx="4294967295"/>
          </p:nvPr>
        </p:nvPicPr>
        <p:blipFill>
          <a:blip r:embed="rId2"/>
          <a:stretch>
            <a:fillRect/>
          </a:stretch>
        </p:blipFill>
        <p:spPr>
          <a:xfrm>
            <a:off x="605306" y="686068"/>
            <a:ext cx="4504267" cy="2533650"/>
          </a:xfrm>
        </p:spPr>
      </p:pic>
      <p:pic>
        <p:nvPicPr>
          <p:cNvPr id="7" name="Picture 6" descr="A person swimming in a body of water&#10;&#10;Description generated with high confidence">
            <a:extLst>
              <a:ext uri="{FF2B5EF4-FFF2-40B4-BE49-F238E27FC236}">
                <a16:creationId xmlns="" xmlns:a16="http://schemas.microsoft.com/office/drawing/2014/main" id="{249AD0F7-23B1-42C5-8C7A-3A8234538AFE}"/>
              </a:ext>
            </a:extLst>
          </p:cNvPr>
          <p:cNvPicPr>
            <a:picLocks noChangeAspect="1"/>
          </p:cNvPicPr>
          <p:nvPr/>
        </p:nvPicPr>
        <p:blipFill>
          <a:blip r:embed="rId3"/>
          <a:stretch>
            <a:fillRect/>
          </a:stretch>
        </p:blipFill>
        <p:spPr>
          <a:xfrm>
            <a:off x="5782614" y="660568"/>
            <a:ext cx="4511568" cy="2537757"/>
          </a:xfrm>
          <a:prstGeom prst="rect">
            <a:avLst/>
          </a:prstGeom>
        </p:spPr>
      </p:pic>
      <p:pic>
        <p:nvPicPr>
          <p:cNvPr id="9" name="Picture 8" descr="A hand holding a piece of food&#10;&#10;Description generated with high confidence">
            <a:extLst>
              <a:ext uri="{FF2B5EF4-FFF2-40B4-BE49-F238E27FC236}">
                <a16:creationId xmlns="" xmlns:a16="http://schemas.microsoft.com/office/drawing/2014/main" id="{D6173098-9B87-498B-BE39-6ABE2BF78649}"/>
              </a:ext>
            </a:extLst>
          </p:cNvPr>
          <p:cNvPicPr>
            <a:picLocks noChangeAspect="1"/>
          </p:cNvPicPr>
          <p:nvPr/>
        </p:nvPicPr>
        <p:blipFill>
          <a:blip r:embed="rId4"/>
          <a:stretch>
            <a:fillRect/>
          </a:stretch>
        </p:blipFill>
        <p:spPr>
          <a:xfrm>
            <a:off x="3362237" y="3555490"/>
            <a:ext cx="4468118" cy="2978745"/>
          </a:xfrm>
          <a:prstGeom prst="rect">
            <a:avLst/>
          </a:prstGeom>
        </p:spPr>
      </p:pic>
    </p:spTree>
    <p:extLst>
      <p:ext uri="{BB962C8B-B14F-4D97-AF65-F5344CB8AC3E}">
        <p14:creationId xmlns:p14="http://schemas.microsoft.com/office/powerpoint/2010/main" val="19695075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50006" y="649668"/>
            <a:ext cx="8976574" cy="5351887"/>
          </a:xfrm>
        </p:spPr>
        <p:txBody>
          <a:bodyPr/>
          <a:lstStyle/>
          <a:p>
            <a:pPr marL="0" indent="0" algn="just">
              <a:buNone/>
            </a:pPr>
            <a:r>
              <a:rPr lang="en-US" sz="2800" dirty="0">
                <a:latin typeface="Times New Roman" pitchFamily="18" charset="0"/>
                <a:cs typeface="Times New Roman" pitchFamily="18" charset="0"/>
              </a:rPr>
              <a:t>Theo </a:t>
            </a:r>
            <a:r>
              <a:rPr lang="en-US" sz="2800" dirty="0" err="1">
                <a:latin typeface="Times New Roman" pitchFamily="18" charset="0"/>
                <a:cs typeface="Times New Roman" pitchFamily="18" charset="0"/>
              </a:rPr>
              <a:t>tập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chôn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trẻ</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Vợ</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chết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nên</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chôn</a:t>
            </a:r>
            <a:r>
              <a:rPr lang="en-US" sz="2800" dirty="0">
                <a:latin typeface="Times New Roman" pitchFamily="18" charset="0"/>
                <a:cs typeface="Times New Roman" pitchFamily="18" charset="0"/>
              </a:rPr>
              <a:t> con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vợ</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lầm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hay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sao</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26748759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89397" y="585274"/>
            <a:ext cx="9852338" cy="5879920"/>
          </a:xfrm>
        </p:spPr>
        <p:txBody>
          <a:bodyPr>
            <a:normAutofit/>
          </a:bodyPr>
          <a:lstStyle/>
          <a:p>
            <a:pPr marL="0" indent="0" algn="just">
              <a:buNone/>
            </a:pP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chơi</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học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lớp</a:t>
            </a:r>
            <a:r>
              <a:rPr lang="en-US" dirty="0">
                <a:latin typeface="Times New Roman" pitchFamily="18" charset="0"/>
                <a:cs typeface="Times New Roman" pitchFamily="18" charset="0"/>
              </a:rPr>
              <a:t> 9) </a:t>
            </a:r>
            <a:r>
              <a:rPr lang="en-US" dirty="0" err="1">
                <a:latin typeface="Times New Roman" pitchFamily="18" charset="0"/>
                <a:cs typeface="Times New Roman" pitchFamily="18" charset="0"/>
              </a:rPr>
              <a:t>nảy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cảm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cô</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nữ</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lớp</a:t>
            </a:r>
            <a:r>
              <a:rPr lang="en-US" dirty="0">
                <a:latin typeface="Times New Roman" pitchFamily="18" charset="0"/>
                <a:cs typeface="Times New Roman" pitchFamily="18" charset="0"/>
              </a:rPr>
              <a:t> 8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quen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nghe</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kể</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yêu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cũ</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B hay </a:t>
            </a:r>
            <a:r>
              <a:rPr lang="en-US" dirty="0" err="1">
                <a:latin typeface="Times New Roman" pitchFamily="18" charset="0"/>
                <a:cs typeface="Times New Roman" pitchFamily="18" charset="0"/>
              </a:rPr>
              <a:t>nhắn</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cảm</a:t>
            </a:r>
            <a:r>
              <a:rPr lang="en-US" dirty="0">
                <a:latin typeface="Times New Roman" pitchFamily="18" charset="0"/>
                <a:cs typeface="Times New Roman" pitchFamily="18" charset="0"/>
              </a:rPr>
              <a:t>. Do </a:t>
            </a:r>
            <a:r>
              <a:rPr lang="en-US" dirty="0" err="1">
                <a:latin typeface="Times New Roman" pitchFamily="18" charset="0"/>
                <a:cs typeface="Times New Roman" pitchFamily="18" charset="0"/>
              </a:rPr>
              <a:t>ghen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tuông</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quyết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tìm</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đánh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dằn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mặt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chuẩn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con </a:t>
            </a:r>
            <a:r>
              <a:rPr lang="en-US" dirty="0" err="1">
                <a:latin typeface="Times New Roman" pitchFamily="18" charset="0"/>
                <a:cs typeface="Times New Roman" pitchFamily="18" charset="0"/>
              </a:rPr>
              <a:t>dao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nhọn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cổng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gái</a:t>
            </a:r>
            <a:r>
              <a:rPr lang="en-US" dirty="0">
                <a:latin typeface="Times New Roman" pitchFamily="18" charset="0"/>
                <a:cs typeface="Times New Roman" pitchFamily="18" charset="0"/>
              </a:rPr>
              <a:t>, do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mặt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nên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thấy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lớp</a:t>
            </a:r>
            <a:r>
              <a:rPr lang="en-US" dirty="0">
                <a:latin typeface="Times New Roman" pitchFamily="18" charset="0"/>
                <a:cs typeface="Times New Roman" pitchFamily="18" charset="0"/>
              </a:rPr>
              <a:t> 10 </a:t>
            </a:r>
            <a:r>
              <a:rPr lang="en-US" dirty="0" err="1">
                <a:latin typeface="Times New Roman" pitchFamily="18" charset="0"/>
                <a:cs typeface="Times New Roman" pitchFamily="18" charset="0"/>
              </a:rPr>
              <a:t>cùng</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ngang</a:t>
            </a:r>
            <a:r>
              <a:rPr lang="en-US" dirty="0">
                <a:latin typeface="Times New Roman" pitchFamily="18" charset="0"/>
                <a:cs typeface="Times New Roman" pitchFamily="18" charset="0"/>
              </a:rPr>
              <a:t> qua, A </a:t>
            </a:r>
            <a:r>
              <a:rPr lang="en-US" dirty="0" err="1">
                <a:latin typeface="Times New Roman" pitchFamily="18" charset="0"/>
                <a:cs typeface="Times New Roman" pitchFamily="18" charset="0"/>
              </a:rPr>
              <a:t>nghĩ</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X </a:t>
            </a:r>
            <a:r>
              <a:rPr lang="en-US" dirty="0" err="1">
                <a:latin typeface="Times New Roman" pitchFamily="18" charset="0"/>
                <a:cs typeface="Times New Roman" pitchFamily="18" charset="0"/>
              </a:rPr>
              <a:t>nên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đánh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rút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đâm</a:t>
            </a:r>
            <a:r>
              <a:rPr lang="en-US" dirty="0">
                <a:latin typeface="Times New Roman" pitchFamily="18" charset="0"/>
                <a:cs typeface="Times New Roman" pitchFamily="18" charset="0"/>
              </a:rPr>
              <a:t> 2 </a:t>
            </a:r>
            <a:r>
              <a:rPr lang="en-US" dirty="0" err="1">
                <a:latin typeface="Times New Roman" pitchFamily="18" charset="0"/>
                <a:cs typeface="Times New Roman" pitchFamily="18" charset="0"/>
              </a:rPr>
              <a:t>nhát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ngay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chỗ</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X.</a:t>
            </a:r>
          </a:p>
          <a:p>
            <a:pPr marL="0" indent="0" algn="just">
              <a:buNone/>
            </a:pP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Biết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rằng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cấu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khoản</a:t>
            </a:r>
            <a:r>
              <a:rPr lang="en-US" dirty="0">
                <a:latin typeface="Times New Roman" pitchFamily="18" charset="0"/>
                <a:cs typeface="Times New Roman" pitchFamily="18" charset="0"/>
              </a:rPr>
              <a:t> 2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123 BLHS).</a:t>
            </a:r>
          </a:p>
          <a:p>
            <a:pPr marL="0" indent="0" algn="just">
              <a:buNone/>
            </a:pPr>
            <a:r>
              <a:rPr lang="en-US" dirty="0" err="1">
                <a:latin typeface="Times New Roman" pitchFamily="18" charset="0"/>
                <a:cs typeface="Times New Roman" pitchFamily="18" charset="0"/>
              </a:rPr>
              <a:t>Anh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hãy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a:t>
            </a:r>
          </a:p>
          <a:p>
            <a:pPr marL="0" lvl="0" indent="0" algn="just">
              <a:buNone/>
            </a:pPr>
            <a:r>
              <a:rPr lang="en-US" dirty="0">
                <a:latin typeface="Times New Roman" pitchFamily="18" charset="0"/>
                <a:cs typeface="Times New Roman" pitchFamily="18" charset="0"/>
              </a:rPr>
              <a:t>1. </a:t>
            </a:r>
            <a:r>
              <a:rPr lang="en-US" dirty="0" err="1">
                <a:latin typeface="Times New Roman" pitchFamily="18" charset="0"/>
                <a:cs typeface="Times New Roman" pitchFamily="18" charset="0"/>
              </a:rPr>
              <a:t>Đối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tượng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a:t>
            </a:r>
          </a:p>
          <a:p>
            <a:pPr marL="0" lvl="0" indent="0" algn="just">
              <a:buNone/>
            </a:pPr>
            <a:r>
              <a:rPr lang="en-US" dirty="0">
                <a:latin typeface="Times New Roman" pitchFamily="18" charset="0"/>
                <a:cs typeface="Times New Roman" pitchFamily="18" charset="0"/>
              </a:rPr>
              <a:t>2.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hay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Nếu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thì</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lầm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nào</a:t>
            </a:r>
            <a:r>
              <a:rPr lang="en-US" dirty="0">
                <a:latin typeface="Times New Roman" pitchFamily="18" charset="0"/>
                <a:cs typeface="Times New Roman" pitchFamily="18" charset="0"/>
              </a:rPr>
              <a:t>?</a:t>
            </a:r>
          </a:p>
          <a:p>
            <a:pPr marL="0" indent="0" algn="just">
              <a:buNone/>
            </a:pPr>
            <a:r>
              <a:rPr lang="en-US" dirty="0">
                <a:latin typeface="Times New Roman" pitchFamily="18" charset="0"/>
                <a:cs typeface="Times New Roman" pitchFamily="18" charset="0"/>
              </a:rPr>
              <a:t>3.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giữa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hậu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sao</a:t>
            </a:r>
            <a:r>
              <a:rPr lang="en-US"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33358381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82580" y="623910"/>
            <a:ext cx="9613900" cy="5429160"/>
          </a:xfrm>
        </p:spPr>
        <p:txBody>
          <a:bodyPr/>
          <a:lstStyle/>
          <a:p>
            <a:pPr marL="0" indent="0" algn="just">
              <a:buNone/>
            </a:pP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10 </a:t>
            </a:r>
            <a:r>
              <a:rPr lang="en-US" sz="2800" dirty="0" err="1">
                <a:latin typeface="Times New Roman" pitchFamily="18" charset="0"/>
                <a:cs typeface="Times New Roman" pitchFamily="18" charset="0"/>
              </a:rPr>
              <a:t>giờ</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đêm</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chiều</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liền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đòi</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đưa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nói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hiếp</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móc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chiếc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túi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lấy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chiếc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tờ</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lầm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hay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sao</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21490204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28033" y="572395"/>
            <a:ext cx="9787943" cy="5764011"/>
          </a:xfrm>
        </p:spPr>
        <p:txBody>
          <a:bodyPr>
            <a:normAutofit/>
          </a:bodyPr>
          <a:lstStyle/>
          <a:p>
            <a:pPr marL="0" indent="0" algn="just">
              <a:buNone/>
            </a:pP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muốn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B. A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giường</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nằm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ngủ</a:t>
            </a:r>
            <a:r>
              <a:rPr lang="en-US" sz="2800" dirty="0">
                <a:latin typeface="Times New Roman" pitchFamily="18" charset="0"/>
                <a:cs typeface="Times New Roman" pitchFamily="18" charset="0"/>
              </a:rPr>
              <a:t>. A </a:t>
            </a:r>
            <a:r>
              <a:rPr lang="en-US" sz="2800" dirty="0" err="1">
                <a:latin typeface="Times New Roman" pitchFamily="18" charset="0"/>
                <a:cs typeface="Times New Roman" pitchFamily="18" charset="0"/>
              </a:rPr>
              <a:t>lẻn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phản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y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B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tim.</a:t>
            </a:r>
            <a:endParaRPr lang="en-US" sz="2800" dirty="0">
              <a:latin typeface="Times New Roman" pitchFamily="18" charset="0"/>
              <a:cs typeface="Times New Roman" pitchFamily="18" charset="0"/>
            </a:endParaRPr>
          </a:p>
          <a:p>
            <a:pPr marL="0" indent="0" algn="just">
              <a:buNone/>
            </a:pPr>
            <a:r>
              <a:rPr lang="en-US" sz="2800" dirty="0" err="1">
                <a:latin typeface="Times New Roman" pitchFamily="18" charset="0"/>
                <a:cs typeface="Times New Roman" pitchFamily="18" charset="0"/>
              </a:rPr>
              <a:t>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a:t>
            </a:r>
          </a:p>
          <a:p>
            <a:pPr marL="0" lvl="0" indent="0" algn="just">
              <a:buNone/>
            </a:pPr>
            <a:r>
              <a:rPr lang="en-US" sz="2800" dirty="0">
                <a:latin typeface="Times New Roman" pitchFamily="18" charset="0"/>
                <a:cs typeface="Times New Roman" pitchFamily="18" charset="0"/>
              </a:rPr>
              <a:t>1. A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hay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a:t>
            </a:r>
          </a:p>
          <a:p>
            <a:pPr marL="0" lvl="0" indent="0" algn="just">
              <a:buNone/>
            </a:pPr>
            <a:r>
              <a:rPr lang="en-US" sz="2800" dirty="0">
                <a:latin typeface="Times New Roman" pitchFamily="18" charset="0"/>
                <a:cs typeface="Times New Roman" pitchFamily="18" charset="0"/>
              </a:rPr>
              <a:t>2. </a:t>
            </a:r>
            <a:r>
              <a:rPr lang="en-US" sz="2800" dirty="0" err="1">
                <a:latin typeface="Times New Roman" pitchFamily="18" charset="0"/>
                <a:cs typeface="Times New Roman" pitchFamily="18" charset="0"/>
              </a:rPr>
              <a:t>Bạn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a:t>
            </a:r>
          </a:p>
          <a:p>
            <a:pPr marL="0" lvl="0" indent="0" algn="just">
              <a:buNone/>
            </a:pPr>
            <a:r>
              <a:rPr lang="en-US" sz="2800" dirty="0">
                <a:latin typeface="Times New Roman" pitchFamily="18" charset="0"/>
                <a:cs typeface="Times New Roman" pitchFamily="18" charset="0"/>
              </a:rPr>
              <a:t>a.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b.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lầm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hưởng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lầm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37444511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1A4E0D-0972-476C-BE52-65CCC19DCED7}"/>
              </a:ext>
            </a:extLst>
          </p:cNvPr>
          <p:cNvSpPr>
            <a:spLocks noGrp="1"/>
          </p:cNvSpPr>
          <p:nvPr>
            <p:ph type="title"/>
          </p:nvPr>
        </p:nvSpPr>
        <p:spPr/>
        <p:txBody>
          <a:bodyPr/>
          <a:lstStyle/>
          <a:p>
            <a:r>
              <a:rPr lang="en-US" b="1" dirty="0">
                <a:latin typeface="Times New Roman" pitchFamily="18" charset="0"/>
                <a:cs typeface="Times New Roman" pitchFamily="18" charset="0"/>
              </a:rPr>
              <a:t>V. CÁC GIAI ĐOẠN THỰC HIỆN TỘI PHẠM</a:t>
            </a:r>
          </a:p>
        </p:txBody>
      </p:sp>
      <p:sp>
        <p:nvSpPr>
          <p:cNvPr id="3" name="Content Placeholder 2">
            <a:extLst>
              <a:ext uri="{FF2B5EF4-FFF2-40B4-BE49-F238E27FC236}">
                <a16:creationId xmlns="" xmlns:a16="http://schemas.microsoft.com/office/drawing/2014/main" id="{3DBD7AC7-C39C-4D0E-95F8-E031F0D23192}"/>
              </a:ext>
            </a:extLst>
          </p:cNvPr>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đoạn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cố</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bao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4557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32FDA5C-7D19-4295-8B7D-EDDD5731822C}"/>
              </a:ext>
            </a:extLst>
          </p:cNvPr>
          <p:cNvSpPr>
            <a:spLocks noGrp="1"/>
          </p:cNvSpPr>
          <p:nvPr>
            <p:ph type="title"/>
          </p:nvPr>
        </p:nvSpPr>
        <p:spPr/>
        <p:txBody>
          <a:bodyPr/>
          <a:lstStyle/>
          <a:p>
            <a:r>
              <a:rPr lang="en-US" dirty="0" err="1">
                <a:latin typeface="Times New Roman" pitchFamily="18" charset="0"/>
                <a:cs typeface="Times New Roman" pitchFamily="18" charset="0"/>
              </a:rPr>
              <a:t>Chuẩn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8F680D1B-40A0-4514-8FA3-5BD245282083}"/>
              </a:ext>
            </a:extLst>
          </p:cNvPr>
          <p:cNvSpPr>
            <a:spLocks noGrp="1"/>
          </p:cNvSpPr>
          <p:nvPr>
            <p:ph idx="1"/>
          </p:nvPr>
        </p:nvSpPr>
        <p:spPr/>
        <p:txBody>
          <a:bodyPr>
            <a:normAutofit/>
          </a:bodyPr>
          <a:lstStyle/>
          <a:p>
            <a:pPr marL="0" indent="0" algn="just">
              <a:buNone/>
            </a:pPr>
            <a:r>
              <a:rPr lang="en-US" sz="2600" dirty="0" err="1">
                <a:latin typeface="Times New Roman" pitchFamily="18" charset="0"/>
                <a:cs typeface="Times New Roman" pitchFamily="18" charset="0"/>
              </a:rPr>
              <a:t>Chuẩn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tìm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kiếm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sửa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soạn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cụ</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phương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những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tham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nhóm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trừ</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trường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hợp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tham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nhóm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109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điểm</a:t>
            </a:r>
            <a:r>
              <a:rPr lang="en-US" sz="2600" dirty="0">
                <a:latin typeface="Times New Roman" pitchFamily="18" charset="0"/>
                <a:cs typeface="Times New Roman" pitchFamily="18" charset="0"/>
              </a:rPr>
              <a:t> a </a:t>
            </a:r>
            <a:r>
              <a:rPr lang="en-US" sz="2600" dirty="0" err="1">
                <a:latin typeface="Times New Roman" pitchFamily="18" charset="0"/>
                <a:cs typeface="Times New Roman" pitchFamily="18" charset="0"/>
              </a:rPr>
              <a:t>khoản</a:t>
            </a:r>
            <a:r>
              <a:rPr lang="en-US" sz="2600" dirty="0">
                <a:latin typeface="Times New Roman" pitchFamily="18" charset="0"/>
                <a:cs typeface="Times New Roman" pitchFamily="18" charset="0"/>
              </a:rPr>
              <a:t> 2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113 (</a:t>
            </a:r>
            <a:r>
              <a:rPr lang="en-US" sz="2600" dirty="0" err="1">
                <a:latin typeface="Times New Roman" pitchFamily="18" charset="0"/>
                <a:cs typeface="Times New Roman" pitchFamily="18" charset="0"/>
              </a:rPr>
              <a:t>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tham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chống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điểm</a:t>
            </a:r>
            <a:r>
              <a:rPr lang="en-US" sz="2600" dirty="0">
                <a:latin typeface="Times New Roman" pitchFamily="18" charset="0"/>
                <a:cs typeface="Times New Roman" pitchFamily="18" charset="0"/>
              </a:rPr>
              <a:t> a </a:t>
            </a:r>
            <a:r>
              <a:rPr lang="en-US" sz="2600" dirty="0" err="1">
                <a:latin typeface="Times New Roman" pitchFamily="18" charset="0"/>
                <a:cs typeface="Times New Roman" pitchFamily="18" charset="0"/>
              </a:rPr>
              <a:t>khoản</a:t>
            </a:r>
            <a:r>
              <a:rPr lang="en-US" sz="2600" dirty="0">
                <a:latin typeface="Times New Roman" pitchFamily="18" charset="0"/>
                <a:cs typeface="Times New Roman" pitchFamily="18" charset="0"/>
              </a:rPr>
              <a:t> 2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299 (</a:t>
            </a:r>
            <a:r>
              <a:rPr lang="en-US" sz="2600" dirty="0" err="1">
                <a:latin typeface="Times New Roman" pitchFamily="18" charset="0"/>
                <a:cs typeface="Times New Roman" pitchFamily="18" charset="0"/>
              </a:rPr>
              <a:t>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tham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Bộ</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này</a:t>
            </a:r>
            <a:r>
              <a:rPr lang="en-US" sz="2600" dirty="0" smtClean="0">
                <a:latin typeface="Times New Roman" pitchFamily="18" charset="0"/>
                <a:cs typeface="Times New Roman" pitchFamily="18" charset="0"/>
              </a:rPr>
              <a:t>.</a:t>
            </a:r>
          </a:p>
          <a:p>
            <a:pPr marL="0" indent="0" algn="r">
              <a:buNone/>
            </a:pPr>
            <a:r>
              <a:rPr lang="en-US" sz="2600" i="1" dirty="0" smtClean="0">
                <a:latin typeface="Times New Roman" pitchFamily="18" charset="0"/>
                <a:cs typeface="Times New Roman" pitchFamily="18" charset="0"/>
              </a:rPr>
              <a:t>(</a:t>
            </a:r>
            <a:r>
              <a:rPr lang="en-US" sz="2600" i="1" dirty="0" err="1" smtClean="0">
                <a:latin typeface="Times New Roman" pitchFamily="18" charset="0"/>
                <a:cs typeface="Times New Roman" pitchFamily="18" charset="0"/>
              </a:rPr>
              <a:t>Khoản</a:t>
            </a:r>
            <a:r>
              <a:rPr lang="en-US" sz="2600" i="1" dirty="0" smtClean="0">
                <a:latin typeface="Times New Roman" pitchFamily="18" charset="0"/>
                <a:cs typeface="Times New Roman" pitchFamily="18" charset="0"/>
              </a:rPr>
              <a:t> 1 </a:t>
            </a:r>
            <a:r>
              <a:rPr lang="en-US" sz="2600" i="1" dirty="0" err="1" smtClean="0">
                <a:latin typeface="Times New Roman" pitchFamily="18" charset="0"/>
                <a:cs typeface="Times New Roman" pitchFamily="18" charset="0"/>
              </a:rPr>
              <a:t>Điều</a:t>
            </a:r>
            <a:r>
              <a:rPr lang="en-US" sz="2600" i="1" dirty="0" smtClean="0">
                <a:latin typeface="Times New Roman" pitchFamily="18" charset="0"/>
                <a:cs typeface="Times New Roman" pitchFamily="18" charset="0"/>
              </a:rPr>
              <a:t> 14 BLHS)</a:t>
            </a:r>
            <a:endParaRPr lang="en-US" sz="2600" i="1" dirty="0">
              <a:latin typeface="Times New Roman" pitchFamily="18" charset="0"/>
              <a:cs typeface="Times New Roman" pitchFamily="18" charset="0"/>
            </a:endParaRPr>
          </a:p>
        </p:txBody>
      </p:sp>
    </p:spTree>
    <p:extLst>
      <p:ext uri="{BB962C8B-B14F-4D97-AF65-F5344CB8AC3E}">
        <p14:creationId xmlns:p14="http://schemas.microsoft.com/office/powerpoint/2010/main" val="33064055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68CB592-8189-4472-80E2-006E6786D4A8}"/>
              </a:ext>
            </a:extLst>
          </p:cNvPr>
          <p:cNvSpPr>
            <a:spLocks noGrp="1"/>
          </p:cNvSpPr>
          <p:nvPr>
            <p:ph idx="4294967295"/>
          </p:nvPr>
        </p:nvSpPr>
        <p:spPr>
          <a:xfrm>
            <a:off x="414897" y="463618"/>
            <a:ext cx="10094264" cy="5962940"/>
          </a:xfrm>
        </p:spPr>
        <p:txBody>
          <a:bodyPr>
            <a:normAutofit fontScale="92500" lnSpcReduction="10000"/>
          </a:bodyPr>
          <a:lstStyle/>
          <a:p>
            <a:pPr marL="0" indent="0" algn="just">
              <a:buNone/>
            </a:pP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chuẩn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108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quốc</a:t>
            </a:r>
            <a:r>
              <a:rPr lang="en-US" sz="2600" dirty="0">
                <a:latin typeface="Times New Roman" pitchFamily="18" charset="0"/>
                <a:cs typeface="Times New Roman" pitchFamily="18" charset="0"/>
              </a:rPr>
              <a:t>), 109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110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điệp</a:t>
            </a:r>
            <a:r>
              <a:rPr lang="en-US" sz="2600" dirty="0">
                <a:latin typeface="Times New Roman" pitchFamily="18" charset="0"/>
                <a:cs typeface="Times New Roman" pitchFamily="18" charset="0"/>
              </a:rPr>
              <a:t>), 111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xâm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an </a:t>
            </a:r>
            <a:r>
              <a:rPr lang="en-US" sz="2600" dirty="0" err="1">
                <a:latin typeface="Times New Roman" pitchFamily="18" charset="0"/>
                <a:cs typeface="Times New Roman" pitchFamily="18" charset="0"/>
              </a:rPr>
              <a:t>ninh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lãnh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thổ</a:t>
            </a:r>
            <a:r>
              <a:rPr lang="en-US" sz="2600" dirty="0">
                <a:latin typeface="Times New Roman" pitchFamily="18" charset="0"/>
                <a:cs typeface="Times New Roman" pitchFamily="18" charset="0"/>
              </a:rPr>
              <a:t>), 112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bạo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loạn</a:t>
            </a:r>
            <a:r>
              <a:rPr lang="en-US" sz="2600" dirty="0">
                <a:latin typeface="Times New Roman" pitchFamily="18" charset="0"/>
                <a:cs typeface="Times New Roman" pitchFamily="18" charset="0"/>
              </a:rPr>
              <a:t>), 113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chống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114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sở</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chất</a:t>
            </a:r>
            <a:r>
              <a:rPr lang="en-US" sz="2600" dirty="0">
                <a:latin typeface="Times New Roman" pitchFamily="18" charset="0"/>
                <a:cs typeface="Times New Roman" pitchFamily="18" charset="0"/>
              </a:rPr>
              <a:t> – </a:t>
            </a:r>
            <a:r>
              <a:rPr lang="en-US" sz="2600" dirty="0" err="1">
                <a:latin typeface="Times New Roman" pitchFamily="18" charset="0"/>
                <a:cs typeface="Times New Roman" pitchFamily="18" charset="0"/>
              </a:rPr>
              <a:t>kỹ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CHXHCN </a:t>
            </a:r>
            <a:r>
              <a:rPr lang="en-US" sz="2600" dirty="0" err="1">
                <a:latin typeface="Times New Roman" pitchFamily="18" charset="0"/>
                <a:cs typeface="Times New Roman" pitchFamily="18" charset="0"/>
              </a:rPr>
              <a:t>Việt</a:t>
            </a:r>
            <a:r>
              <a:rPr lang="en-US" sz="2600" dirty="0">
                <a:latin typeface="Times New Roman" pitchFamily="18" charset="0"/>
                <a:cs typeface="Times New Roman" pitchFamily="18" charset="0"/>
              </a:rPr>
              <a:t> Nam), 115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việc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tế</a:t>
            </a:r>
            <a:r>
              <a:rPr lang="en-US" sz="2600" dirty="0">
                <a:latin typeface="Times New Roman" pitchFamily="18" charset="0"/>
                <a:cs typeface="Times New Roman" pitchFamily="18" charset="0"/>
              </a:rPr>
              <a:t> - </a:t>
            </a:r>
            <a:r>
              <a:rPr lang="en-US" sz="2600" dirty="0" err="1">
                <a:latin typeface="Times New Roman" pitchFamily="18" charset="0"/>
                <a:cs typeface="Times New Roman" pitchFamily="18" charset="0"/>
              </a:rPr>
              <a:t>xã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hội</a:t>
            </a:r>
            <a:r>
              <a:rPr lang="en-US" sz="2600" dirty="0">
                <a:latin typeface="Times New Roman" pitchFamily="18" charset="0"/>
                <a:cs typeface="Times New Roman" pitchFamily="18" charset="0"/>
              </a:rPr>
              <a:t>) , 116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đoàn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117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trữ</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tuyên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thông</a:t>
            </a:r>
            <a:r>
              <a:rPr lang="en-US" sz="2600" dirty="0">
                <a:latin typeface="Times New Roman" pitchFamily="18" charset="0"/>
                <a:cs typeface="Times New Roman" pitchFamily="18" charset="0"/>
              </a:rPr>
              <a:t> tin,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liệu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phẩm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chống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CHXHCN </a:t>
            </a:r>
            <a:r>
              <a:rPr lang="en-US" sz="2600" dirty="0" err="1">
                <a:latin typeface="Times New Roman" pitchFamily="18" charset="0"/>
                <a:cs typeface="Times New Roman" pitchFamily="18" charset="0"/>
              </a:rPr>
              <a:t>Việt</a:t>
            </a:r>
            <a:r>
              <a:rPr lang="en-US" sz="2600" dirty="0">
                <a:latin typeface="Times New Roman" pitchFamily="18" charset="0"/>
                <a:cs typeface="Times New Roman" pitchFamily="18" charset="0"/>
              </a:rPr>
              <a:t> Nam), 118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rối</a:t>
            </a:r>
            <a:r>
              <a:rPr lang="en-US" sz="2600" dirty="0">
                <a:latin typeface="Times New Roman" pitchFamily="18" charset="0"/>
                <a:cs typeface="Times New Roman" pitchFamily="18" charset="0"/>
              </a:rPr>
              <a:t> an </a:t>
            </a:r>
            <a:r>
              <a:rPr lang="en-US" sz="2600" dirty="0" err="1">
                <a:latin typeface="Times New Roman" pitchFamily="18" charset="0"/>
                <a:cs typeface="Times New Roman" pitchFamily="18" charset="0"/>
              </a:rPr>
              <a:t>ninh</a:t>
            </a:r>
            <a:r>
              <a:rPr lang="en-US" sz="2600" dirty="0">
                <a:latin typeface="Times New Roman" pitchFamily="18" charset="0"/>
                <a:cs typeface="Times New Roman" pitchFamily="18" charset="0"/>
              </a:rPr>
              <a:t>), 119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chống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sở</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giữ</a:t>
            </a:r>
            <a:r>
              <a:rPr lang="en-US" sz="2600" dirty="0">
                <a:latin typeface="Times New Roman" pitchFamily="18" charset="0"/>
                <a:cs typeface="Times New Roman" pitchFamily="18" charset="0"/>
              </a:rPr>
              <a:t>), 120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cưỡng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ép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xúi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giục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trốn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ngoài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trốn</a:t>
            </a:r>
            <a:r>
              <a:rPr lang="en-US" sz="2600" dirty="0">
                <a:latin typeface="Times New Roman" pitchFamily="18" charset="0"/>
                <a:cs typeface="Times New Roman" pitchFamily="18" charset="0"/>
              </a:rPr>
              <a:t> ở </a:t>
            </a:r>
            <a:r>
              <a:rPr lang="en-US" sz="2600" dirty="0" err="1">
                <a:latin typeface="Times New Roman" pitchFamily="18" charset="0"/>
                <a:cs typeface="Times New Roman" pitchFamily="18" charset="0"/>
              </a:rPr>
              <a:t>lại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ngoài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chống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121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trốn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ngoài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trốn</a:t>
            </a:r>
            <a:r>
              <a:rPr lang="en-US" sz="2600" dirty="0">
                <a:latin typeface="Times New Roman" pitchFamily="18" charset="0"/>
                <a:cs typeface="Times New Roman" pitchFamily="18" charset="0"/>
              </a:rPr>
              <a:t> ở </a:t>
            </a:r>
            <a:r>
              <a:rPr lang="en-US" sz="2600" dirty="0" err="1">
                <a:latin typeface="Times New Roman" pitchFamily="18" charset="0"/>
                <a:cs typeface="Times New Roman" pitchFamily="18" charset="0"/>
              </a:rPr>
              <a:t>lại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ngoài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chống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123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134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cố</a:t>
            </a:r>
            <a:r>
              <a:rPr lang="en-US" sz="2600" dirty="0">
                <a:latin typeface="Times New Roman" pitchFamily="18" charset="0"/>
                <a:cs typeface="Times New Roman" pitchFamily="18" charset="0"/>
              </a:rPr>
              <a:t> ý </a:t>
            </a:r>
            <a:r>
              <a:rPr lang="en-US" sz="2600" dirty="0" err="1">
                <a:latin typeface="Times New Roman" pitchFamily="18" charset="0"/>
                <a:cs typeface="Times New Roman" pitchFamily="18" charset="0"/>
              </a:rPr>
              <a:t>gây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thương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tích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gây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khỏe</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168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cướp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169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bắt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nhằm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chiếm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đoạt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207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trữ</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vận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chuyển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lưu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giả</a:t>
            </a:r>
            <a:r>
              <a:rPr lang="en-US" sz="2600" dirty="0">
                <a:latin typeface="Times New Roman" pitchFamily="18" charset="0"/>
                <a:cs typeface="Times New Roman" pitchFamily="18" charset="0"/>
              </a:rPr>
              <a:t>), 299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300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khủng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301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bắt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cóc</a:t>
            </a:r>
            <a:r>
              <a:rPr lang="en-US" sz="2600" dirty="0">
                <a:latin typeface="Times New Roman" pitchFamily="18" charset="0"/>
                <a:cs typeface="Times New Roman" pitchFamily="18" charset="0"/>
              </a:rPr>
              <a:t> con tin), 302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cướp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biển</a:t>
            </a:r>
            <a:r>
              <a:rPr lang="en-US" sz="2600" dirty="0">
                <a:latin typeface="Times New Roman" pitchFamily="18" charset="0"/>
                <a:cs typeface="Times New Roman" pitchFamily="18" charset="0"/>
              </a:rPr>
              <a:t>), 303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hủy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sở</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phương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trọng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an </a:t>
            </a:r>
            <a:r>
              <a:rPr lang="en-US" sz="2600" dirty="0" err="1">
                <a:latin typeface="Times New Roman" pitchFamily="18" charset="0"/>
                <a:cs typeface="Times New Roman" pitchFamily="18" charset="0"/>
              </a:rPr>
              <a:t>ninh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quốc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304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trữ</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vận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chuyển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mua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phép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chiếm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đoạt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khí</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dụng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phương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Bộ</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này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phải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chịu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nhiệm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r>
              <a:rPr lang="en-US" sz="2600" dirty="0">
                <a:latin typeface="Times New Roman" pitchFamily="18" charset="0"/>
                <a:cs typeface="Times New Roman" pitchFamily="18" charset="0"/>
              </a:rPr>
              <a:t>.</a:t>
            </a:r>
          </a:p>
        </p:txBody>
      </p:sp>
    </p:spTree>
    <p:extLst>
      <p:ext uri="{BB962C8B-B14F-4D97-AF65-F5344CB8AC3E}">
        <p14:creationId xmlns:p14="http://schemas.microsoft.com/office/powerpoint/2010/main" val="8205364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C077326-94E8-4540-8A40-0411F0657223}"/>
              </a:ext>
            </a:extLst>
          </p:cNvPr>
          <p:cNvSpPr>
            <a:spLocks noGrp="1"/>
          </p:cNvSpPr>
          <p:nvPr>
            <p:ph idx="4294967295"/>
          </p:nvPr>
        </p:nvSpPr>
        <p:spPr>
          <a:xfrm>
            <a:off x="680321" y="611031"/>
            <a:ext cx="9613900" cy="3598863"/>
          </a:xfrm>
        </p:spPr>
        <p:txBody>
          <a:bodyPr>
            <a:normAutofit/>
          </a:bodyPr>
          <a:lstStyle/>
          <a:p>
            <a:pPr marL="0" indent="0" algn="just">
              <a:buNone/>
            </a:pP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14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16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123 ,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168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p:txBody>
      </p:sp>
      <p:pic>
        <p:nvPicPr>
          <p:cNvPr id="5" name="Picture 4" descr="A picture containing person, indoor, man, floor&#10;&#10;Description generated with high confidence">
            <a:extLst>
              <a:ext uri="{FF2B5EF4-FFF2-40B4-BE49-F238E27FC236}">
                <a16:creationId xmlns="" xmlns:a16="http://schemas.microsoft.com/office/drawing/2014/main" id="{EBCD81B3-1FE6-48CE-BEB1-2FDC8195F710}"/>
              </a:ext>
            </a:extLst>
          </p:cNvPr>
          <p:cNvPicPr>
            <a:picLocks noChangeAspect="1"/>
          </p:cNvPicPr>
          <p:nvPr/>
        </p:nvPicPr>
        <p:blipFill>
          <a:blip r:embed="rId2"/>
          <a:stretch>
            <a:fillRect/>
          </a:stretch>
        </p:blipFill>
        <p:spPr>
          <a:xfrm>
            <a:off x="538652" y="2557578"/>
            <a:ext cx="3654963" cy="2387909"/>
          </a:xfrm>
          <a:prstGeom prst="rect">
            <a:avLst/>
          </a:prstGeom>
        </p:spPr>
      </p:pic>
      <p:pic>
        <p:nvPicPr>
          <p:cNvPr id="7" name="Picture 6" descr="A person holding a phone&#10;&#10;Description generated with high confidence">
            <a:extLst>
              <a:ext uri="{FF2B5EF4-FFF2-40B4-BE49-F238E27FC236}">
                <a16:creationId xmlns="" xmlns:a16="http://schemas.microsoft.com/office/drawing/2014/main" id="{A03B94C2-78DB-4A7C-885A-AFC0BAFD54E6}"/>
              </a:ext>
            </a:extLst>
          </p:cNvPr>
          <p:cNvPicPr>
            <a:picLocks noChangeAspect="1"/>
          </p:cNvPicPr>
          <p:nvPr/>
        </p:nvPicPr>
        <p:blipFill>
          <a:blip r:embed="rId3"/>
          <a:stretch>
            <a:fillRect/>
          </a:stretch>
        </p:blipFill>
        <p:spPr>
          <a:xfrm>
            <a:off x="4497419" y="2557578"/>
            <a:ext cx="3177134" cy="2387909"/>
          </a:xfrm>
          <a:prstGeom prst="rect">
            <a:avLst/>
          </a:prstGeom>
        </p:spPr>
      </p:pic>
      <p:pic>
        <p:nvPicPr>
          <p:cNvPr id="9" name="Picture 8" descr="A picture containing object&#10;&#10;Description generated with high confidence">
            <a:extLst>
              <a:ext uri="{FF2B5EF4-FFF2-40B4-BE49-F238E27FC236}">
                <a16:creationId xmlns="" xmlns:a16="http://schemas.microsoft.com/office/drawing/2014/main" id="{7D1F7E9E-484A-40F2-98BB-88F03A0CFF07}"/>
              </a:ext>
            </a:extLst>
          </p:cNvPr>
          <p:cNvPicPr>
            <a:picLocks noChangeAspect="1"/>
          </p:cNvPicPr>
          <p:nvPr/>
        </p:nvPicPr>
        <p:blipFill>
          <a:blip r:embed="rId4"/>
          <a:stretch>
            <a:fillRect/>
          </a:stretch>
        </p:blipFill>
        <p:spPr>
          <a:xfrm>
            <a:off x="7966140" y="2557577"/>
            <a:ext cx="4024566" cy="2387909"/>
          </a:xfrm>
          <a:prstGeom prst="rect">
            <a:avLst/>
          </a:prstGeom>
        </p:spPr>
      </p:pic>
    </p:spTree>
    <p:extLst>
      <p:ext uri="{BB962C8B-B14F-4D97-AF65-F5344CB8AC3E}">
        <p14:creationId xmlns:p14="http://schemas.microsoft.com/office/powerpoint/2010/main" val="298497852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48C023E-9DFC-4301-B51B-1BEB660DC8A1}"/>
              </a:ext>
            </a:extLst>
          </p:cNvPr>
          <p:cNvSpPr>
            <a:spLocks noGrp="1"/>
          </p:cNvSpPr>
          <p:nvPr>
            <p:ph idx="4294967295"/>
          </p:nvPr>
        </p:nvSpPr>
        <p:spPr>
          <a:xfrm>
            <a:off x="631065" y="1461037"/>
            <a:ext cx="9613900" cy="3598863"/>
          </a:xfrm>
        </p:spPr>
        <p:txBody>
          <a:bodyPr>
            <a:normAutofit/>
          </a:bodyPr>
          <a:lstStyle/>
          <a:p>
            <a:pPr marL="0" indent="0" algn="just">
              <a:buNone/>
            </a:pP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khung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a:p>
            <a:pPr marL="0" indent="0" algn="just">
              <a:buNone/>
            </a:pP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p>
        </p:txBody>
      </p:sp>
    </p:spTree>
    <p:extLst>
      <p:ext uri="{BB962C8B-B14F-4D97-AF65-F5344CB8AC3E}">
        <p14:creationId xmlns:p14="http://schemas.microsoft.com/office/powerpoint/2010/main" val="12059304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0760" y="482243"/>
            <a:ext cx="9968248" cy="5918557"/>
          </a:xfrm>
        </p:spPr>
        <p:txBody>
          <a:bodyPr/>
          <a:lstStyle/>
          <a:p>
            <a:pPr marL="0" indent="0" algn="just">
              <a:buNone/>
            </a:pPr>
            <a:r>
              <a:rPr lang="en-US" sz="2800" dirty="0" err="1" smtClean="0">
                <a:latin typeface="Times New Roman" pitchFamily="18" charset="0"/>
                <a:cs typeface="Times New Roman" pitchFamily="18" charset="0"/>
              </a:rPr>
              <a:t>Vũ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Đỗ</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bàn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Hương</a:t>
            </a:r>
            <a:r>
              <a:rPr lang="en-US" sz="2800" dirty="0" smtClean="0">
                <a:latin typeface="Times New Roman" pitchFamily="18" charset="0"/>
                <a:cs typeface="Times New Roman" pitchFamily="18" charset="0"/>
              </a:rPr>
              <a:t> ở </a:t>
            </a:r>
            <a:r>
              <a:rPr lang="en-US" sz="2800" dirty="0" err="1" smtClean="0">
                <a:latin typeface="Times New Roman" pitchFamily="18" charset="0"/>
                <a:cs typeface="Times New Roman" pitchFamily="18" charset="0"/>
              </a:rPr>
              <a:t>xóm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trộm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máy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cả</a:t>
            </a:r>
            <a:r>
              <a:rPr lang="en-US" sz="2800" dirty="0" smtClean="0">
                <a:latin typeface="Times New Roman" pitchFamily="18" charset="0"/>
                <a:cs typeface="Times New Roman" pitchFamily="18" charset="0"/>
              </a:rPr>
              <a:t> 2 </a:t>
            </a:r>
            <a:r>
              <a:rPr lang="en-US" sz="2800" dirty="0" err="1" smtClean="0">
                <a:latin typeface="Times New Roman" pitchFamily="18" charset="0"/>
                <a:cs typeface="Times New Roman" pitchFamily="18" charset="0"/>
              </a:rPr>
              <a:t>chuẩn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1 </a:t>
            </a:r>
            <a:r>
              <a:rPr lang="en-US" sz="2800" dirty="0" err="1" smtClean="0">
                <a:latin typeface="Times New Roman" pitchFamily="18" charset="0"/>
                <a:cs typeface="Times New Roman" pitchFamily="18" charset="0"/>
              </a:rPr>
              <a:t>đèn</a:t>
            </a:r>
            <a:r>
              <a:rPr lang="en-US" sz="2800" dirty="0" smtClean="0">
                <a:latin typeface="Times New Roman" pitchFamily="18" charset="0"/>
                <a:cs typeface="Times New Roman" pitchFamily="18" charset="0"/>
              </a:rPr>
              <a:t> pin,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chùm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chìa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khóa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hai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khoảng</a:t>
            </a:r>
            <a:r>
              <a:rPr lang="en-US" sz="2800" dirty="0" smtClean="0">
                <a:latin typeface="Times New Roman" pitchFamily="18" charset="0"/>
                <a:cs typeface="Times New Roman" pitchFamily="18" charset="0"/>
              </a:rPr>
              <a:t> 30 </a:t>
            </a:r>
            <a:r>
              <a:rPr lang="en-US" sz="2800" dirty="0" err="1" smtClean="0">
                <a:latin typeface="Times New Roman" pitchFamily="18" charset="0"/>
                <a:cs typeface="Times New Roman" pitchFamily="18" charset="0"/>
              </a:rPr>
              <a:t>mét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tổ</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phòng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bắt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giữ</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khai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nhận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toàn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ý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trộm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cắp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máy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như</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trên</a:t>
            </a:r>
            <a:r>
              <a:rPr lang="en-US" sz="2800" dirty="0" smtClean="0">
                <a:latin typeface="Times New Roman" pitchFamily="18" charset="0"/>
                <a:cs typeface="Times New Roman" pitchFamily="18" charset="0"/>
              </a:rPr>
              <a:t>.</a:t>
            </a:r>
          </a:p>
          <a:p>
            <a:pPr marL="0" indent="0" algn="just">
              <a:buNone/>
            </a:pPr>
            <a:r>
              <a:rPr lang="en-US" sz="2800" dirty="0" err="1" smtClean="0">
                <a:latin typeface="Times New Roman" pitchFamily="18" charset="0"/>
                <a:cs typeface="Times New Roman" pitchFamily="18" charset="0"/>
              </a:rPr>
              <a:t>Hãy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Thắng</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nêu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trên</a:t>
            </a:r>
            <a:r>
              <a:rPr lang="en-US" sz="2800" dirty="0" smtClean="0">
                <a:latin typeface="Times New Roman" pitchFamily="18" charset="0"/>
                <a:cs typeface="Times New Roman" pitchFamily="18" charset="0"/>
              </a:rPr>
              <a:t> ở </a:t>
            </a:r>
            <a:r>
              <a:rPr lang="en-US" sz="2800" dirty="0" err="1" smtClean="0">
                <a:latin typeface="Times New Roman" pitchFamily="18" charset="0"/>
                <a:cs typeface="Times New Roman" pitchFamily="18" charset="0"/>
              </a:rPr>
              <a:t>giai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đoạn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nào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Chúng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chịu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30122228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022B52-4E5B-454D-91AE-2CD4C0BD1ABC}"/>
              </a:ext>
            </a:extLst>
          </p:cNvPr>
          <p:cNvSpPr>
            <a:spLocks noGrp="1"/>
          </p:cNvSpPr>
          <p:nvPr>
            <p:ph type="title"/>
          </p:nvPr>
        </p:nvSpPr>
        <p:spPr/>
        <p:txBody>
          <a:bodyPr/>
          <a:lstStyle/>
          <a:p>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a:latin typeface="Times New Roman" pitchFamily="18" charset="0"/>
                <a:cs typeface="Times New Roman" pitchFamily="18" charset="0"/>
              </a:rPr>
              <a:t>a </a:t>
            </a:r>
            <a:r>
              <a:rPr lang="en-US" dirty="0" err="1">
                <a:latin typeface="Times New Roman" pitchFamily="18" charset="0"/>
                <a:cs typeface="Times New Roman" pitchFamily="18" charset="0"/>
              </a:rPr>
              <a:t>đạt</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FEA3C970-C0B9-452E-B57F-576264B54880}"/>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cố</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ngoài</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muốn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15 BLHS)</a:t>
            </a:r>
            <a:endParaRPr lang="en-US" sz="2800" i="1" dirty="0">
              <a:latin typeface="Times New Roman" pitchFamily="18" charset="0"/>
              <a:cs typeface="Times New Roman" pitchFamily="18" charset="0"/>
            </a:endParaRPr>
          </a:p>
        </p:txBody>
      </p:sp>
    </p:spTree>
    <p:extLst>
      <p:ext uri="{BB962C8B-B14F-4D97-AF65-F5344CB8AC3E}">
        <p14:creationId xmlns:p14="http://schemas.microsoft.com/office/powerpoint/2010/main" val="14368588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F503CF-1B2A-49D5-9007-80451F9C021C}"/>
              </a:ext>
            </a:extLst>
          </p:cNvPr>
          <p:cNvSpPr>
            <a:spLocks noGrp="1"/>
          </p:cNvSpPr>
          <p:nvPr>
            <p:ph type="title"/>
          </p:nvPr>
        </p:nvSpPr>
        <p:spPr/>
        <p:txBody>
          <a:bodyPr/>
          <a:lstStyle/>
          <a:p>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loại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hợp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chưa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đạt</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730D6E7C-3DAC-4515-BD3B-180DC54E3EB3}"/>
              </a:ext>
            </a:extLst>
          </p:cNvPr>
          <p:cNvSpPr>
            <a:spLocks noGrp="1"/>
          </p:cNvSpPr>
          <p:nvPr>
            <p:ph idx="1"/>
          </p:nvPr>
        </p:nvSpPr>
        <p:spPr>
          <a:xfrm>
            <a:off x="680321" y="2336872"/>
            <a:ext cx="10781876" cy="3883623"/>
          </a:xfrm>
        </p:spPr>
        <p:txBody>
          <a:bodyPr>
            <a:normAutofit/>
          </a:bodyPr>
          <a:lstStyle/>
          <a:p>
            <a:pPr algn="just"/>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smtClean="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ngoài</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muốn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0626750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03F293-1BA6-4F3F-A1A1-4E09E18B1771}"/>
              </a:ext>
            </a:extLst>
          </p:cNvPr>
          <p:cNvSpPr>
            <a:spLocks noGrp="1"/>
          </p:cNvSpPr>
          <p:nvPr>
            <p:ph idx="4294967295"/>
          </p:nvPr>
        </p:nvSpPr>
        <p:spPr>
          <a:xfrm>
            <a:off x="631065" y="636789"/>
            <a:ext cx="9613900" cy="3598863"/>
          </a:xfrm>
        </p:spPr>
        <p:txBody>
          <a:bodyPr>
            <a:normAutofit/>
          </a:bodyPr>
          <a:lstStyle/>
          <a:p>
            <a:pPr algn="just"/>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đạt</a:t>
            </a:r>
            <a:r>
              <a:rPr lang="en-US" sz="2800" dirty="0" smtClean="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a:t>
            </a:r>
            <a:r>
              <a:rPr lang="en-US" sz="2800" dirty="0">
                <a:latin typeface="Times New Roman" pitchFamily="18" charset="0"/>
                <a:cs typeface="Times New Roman" pitchFamily="18" charset="0"/>
              </a:rPr>
              <a:t> 20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6768517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D87BE3-A3CC-4A58-B67D-0921F5D53B44}"/>
              </a:ext>
            </a:extLst>
          </p:cNvPr>
          <p:cNvSpPr>
            <a:spLocks noGrp="1"/>
          </p:cNvSpPr>
          <p:nvPr>
            <p:ph type="title"/>
          </p:nvPr>
        </p:nvSpPr>
        <p:spPr/>
        <p:txBody>
          <a:bodyPr/>
          <a:lstStyle/>
          <a:p>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hoàn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thành</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128FB156-64F5-4CB2-AB96-C017BA35C92E}"/>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thỏa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18627025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2582F6-17DF-4602-9CE3-B7FB4EA5B0A7}"/>
              </a:ext>
            </a:extLst>
          </p:cNvPr>
          <p:cNvSpPr>
            <a:spLocks noGrp="1"/>
          </p:cNvSpPr>
          <p:nvPr>
            <p:ph type="title"/>
          </p:nvPr>
        </p:nvSpPr>
        <p:spPr/>
        <p:txBody>
          <a:bodyPr>
            <a:normAutofit/>
          </a:bodyPr>
          <a:lstStyle/>
          <a:p>
            <a:r>
              <a:rPr lang="en-US" sz="3400" dirty="0" smtClean="0">
                <a:latin typeface="Times New Roman" pitchFamily="18" charset="0"/>
                <a:cs typeface="Times New Roman" pitchFamily="18" charset="0"/>
              </a:rPr>
              <a:t>TỰ Ý NỬA CHỪNG CHẤM DỨT VIỆC PHẠM TỘI</a:t>
            </a:r>
            <a:br>
              <a:rPr lang="en-US" sz="3400" dirty="0" smtClean="0">
                <a:latin typeface="Times New Roman" pitchFamily="18" charset="0"/>
                <a:cs typeface="Times New Roman" pitchFamily="18" charset="0"/>
              </a:rPr>
            </a:br>
            <a:r>
              <a:rPr lang="en-US" sz="3400" dirty="0" smtClean="0">
                <a:latin typeface="Times New Roman" pitchFamily="18" charset="0"/>
                <a:cs typeface="Times New Roman" pitchFamily="18" charset="0"/>
              </a:rPr>
              <a:t>(</a:t>
            </a:r>
            <a:r>
              <a:rPr lang="en-US" sz="3400" dirty="0" err="1" smtClean="0">
                <a:latin typeface="Times New Roman" pitchFamily="18" charset="0"/>
                <a:cs typeface="Times New Roman" pitchFamily="18" charset="0"/>
              </a:rPr>
              <a:t>Điều</a:t>
            </a:r>
            <a:r>
              <a:rPr lang="en-US" sz="3400" dirty="0" smtClean="0">
                <a:latin typeface="Times New Roman" pitchFamily="18" charset="0"/>
                <a:cs typeface="Times New Roman" pitchFamily="18" charset="0"/>
              </a:rPr>
              <a:t> 16 BLHS)</a:t>
            </a:r>
            <a:endParaRPr lang="en-US" sz="3400"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9F3A07F2-BAD2-498F-8F41-337134AA7587}"/>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nửa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chừng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cản</a:t>
            </a:r>
            <a:r>
              <a:rPr lang="en-US" sz="2800" dirty="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a:p>
            <a:pPr marL="0" indent="0" algn="just">
              <a:buNone/>
            </a:pP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nửa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chừng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miễn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yếu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9920945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89397" y="559516"/>
            <a:ext cx="9878096" cy="6008709"/>
          </a:xfrm>
        </p:spPr>
        <p:txBody>
          <a:bodyPr>
            <a:normAutofit/>
          </a:bodyPr>
          <a:lstStyle/>
          <a:p>
            <a:pPr marL="0" indent="0" algn="just">
              <a:buNone/>
            </a:pPr>
            <a:r>
              <a:rPr lang="en-US" dirty="0" err="1" smtClean="0">
                <a:latin typeface="Times New Roman" pitchFamily="18" charset="0"/>
                <a:cs typeface="Times New Roman" pitchFamily="18" charset="0"/>
              </a:rPr>
              <a:t>Vì</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mâu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thuẫn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nhân</a:t>
            </a:r>
            <a:r>
              <a:rPr lang="en-US" dirty="0" smtClean="0">
                <a:latin typeface="Times New Roman" pitchFamily="18" charset="0"/>
                <a:cs typeface="Times New Roman" pitchFamily="18" charset="0"/>
              </a:rPr>
              <a:t>, A </a:t>
            </a:r>
            <a:r>
              <a:rPr lang="en-US" dirty="0" err="1" smtClean="0">
                <a:latin typeface="Times New Roman" pitchFamily="18" charset="0"/>
                <a:cs typeface="Times New Roman" pitchFamily="18" charset="0"/>
              </a:rPr>
              <a:t>lên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kế</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giết</a:t>
            </a:r>
            <a:r>
              <a:rPr lang="en-US" dirty="0" smtClean="0">
                <a:latin typeface="Times New Roman" pitchFamily="18" charset="0"/>
                <a:cs typeface="Times New Roman" pitchFamily="18" charset="0"/>
              </a:rPr>
              <a:t> B. </a:t>
            </a:r>
            <a:r>
              <a:rPr lang="en-US" dirty="0" err="1" smtClean="0">
                <a:latin typeface="Times New Roman" pitchFamily="18" charset="0"/>
                <a:cs typeface="Times New Roman" pitchFamily="18" charset="0"/>
              </a:rPr>
              <a:t>Sau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nghiên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cứu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lịch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sinh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B, </a:t>
            </a:r>
            <a:r>
              <a:rPr lang="en-US" dirty="0" err="1" smtClean="0">
                <a:latin typeface="Times New Roman" pitchFamily="18" charset="0"/>
                <a:cs typeface="Times New Roman" pitchFamily="18" charset="0"/>
              </a:rPr>
              <a:t>lựa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chọn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địa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điểm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thích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hợp</a:t>
            </a:r>
            <a:r>
              <a:rPr lang="en-US" dirty="0" smtClean="0">
                <a:latin typeface="Times New Roman" pitchFamily="18" charset="0"/>
                <a:cs typeface="Times New Roman" pitchFamily="18" charset="0"/>
              </a:rPr>
              <a:t>, A </a:t>
            </a:r>
            <a:r>
              <a:rPr lang="en-US" dirty="0" err="1" smtClean="0">
                <a:latin typeface="Times New Roman" pitchFamily="18" charset="0"/>
                <a:cs typeface="Times New Roman" pitchFamily="18" charset="0"/>
              </a:rPr>
              <a:t>quyết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định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tay</a:t>
            </a:r>
            <a:r>
              <a:rPr lang="en-US" dirty="0" smtClean="0">
                <a:latin typeface="Times New Roman" pitchFamily="18" charset="0"/>
                <a:cs typeface="Times New Roman" pitchFamily="18" charset="0"/>
              </a:rPr>
              <a:t>. B </a:t>
            </a:r>
            <a:r>
              <a:rPr lang="en-US" dirty="0" err="1" smtClean="0">
                <a:latin typeface="Times New Roman" pitchFamily="18" charset="0"/>
                <a:cs typeface="Times New Roman" pitchFamily="18" charset="0"/>
              </a:rPr>
              <a:t>trên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với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gái</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lúc</a:t>
            </a:r>
            <a:r>
              <a:rPr lang="en-US" dirty="0" smtClean="0">
                <a:latin typeface="Times New Roman" pitchFamily="18" charset="0"/>
                <a:cs typeface="Times New Roman" pitchFamily="18" charset="0"/>
              </a:rPr>
              <a:t> 22h </a:t>
            </a:r>
            <a:r>
              <a:rPr lang="en-US" dirty="0" err="1" smtClean="0">
                <a:latin typeface="Times New Roman" pitchFamily="18" charset="0"/>
                <a:cs typeface="Times New Roman" pitchFamily="18" charset="0"/>
              </a:rPr>
              <a:t>thì</a:t>
            </a:r>
            <a:r>
              <a:rPr lang="en-US" dirty="0" smtClean="0">
                <a:latin typeface="Times New Roman" pitchFamily="18" charset="0"/>
                <a:cs typeface="Times New Roman" pitchFamily="18" charset="0"/>
              </a:rPr>
              <a:t> A </a:t>
            </a:r>
            <a:r>
              <a:rPr lang="en-US" dirty="0" err="1" smtClean="0">
                <a:latin typeface="Times New Roman" pitchFamily="18" charset="0"/>
                <a:cs typeface="Times New Roman" pitchFamily="18" charset="0"/>
              </a:rPr>
              <a:t>canh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sẵn</a:t>
            </a:r>
            <a:r>
              <a:rPr lang="en-US" dirty="0" smtClean="0">
                <a:latin typeface="Times New Roman" pitchFamily="18" charset="0"/>
                <a:cs typeface="Times New Roman" pitchFamily="18" charset="0"/>
              </a:rPr>
              <a:t> ở </a:t>
            </a:r>
            <a:r>
              <a:rPr lang="en-US" dirty="0" err="1" smtClean="0">
                <a:latin typeface="Times New Roman" pitchFamily="18" charset="0"/>
                <a:cs typeface="Times New Roman" pitchFamily="18" charset="0"/>
              </a:rPr>
              <a:t>vị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đã</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chọn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rồi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dùng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súng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bắn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tim</a:t>
            </a:r>
            <a:r>
              <a:rPr lang="en-US" dirty="0" smtClean="0">
                <a:latin typeface="Times New Roman" pitchFamily="18" charset="0"/>
                <a:cs typeface="Times New Roman" pitchFamily="18" charset="0"/>
              </a:rPr>
              <a:t> B. Do </a:t>
            </a:r>
            <a:r>
              <a:rPr lang="en-US" dirty="0" err="1" smtClean="0">
                <a:latin typeface="Times New Roman" pitchFamily="18" charset="0"/>
                <a:cs typeface="Times New Roman" pitchFamily="18" charset="0"/>
              </a:rPr>
              <a:t>trời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sáng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đủ</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sáng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nên</a:t>
            </a:r>
            <a:r>
              <a:rPr lang="en-US" dirty="0" smtClean="0">
                <a:latin typeface="Times New Roman" pitchFamily="18" charset="0"/>
                <a:cs typeface="Times New Roman" pitchFamily="18" charset="0"/>
              </a:rPr>
              <a:t> B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trúng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bắn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thành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đó</a:t>
            </a:r>
            <a:r>
              <a:rPr lang="en-US" dirty="0" smtClean="0">
                <a:latin typeface="Times New Roman" pitchFamily="18" charset="0"/>
                <a:cs typeface="Times New Roman" pitchFamily="18" charset="0"/>
              </a:rPr>
              <a:t>. A </a:t>
            </a:r>
            <a:r>
              <a:rPr lang="en-US" dirty="0" err="1" smtClean="0">
                <a:latin typeface="Times New Roman" pitchFamily="18" charset="0"/>
                <a:cs typeface="Times New Roman" pitchFamily="18" charset="0"/>
              </a:rPr>
              <a:t>mang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súng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ý </a:t>
            </a:r>
            <a:r>
              <a:rPr lang="en-US" dirty="0" err="1" smtClean="0">
                <a:latin typeface="Times New Roman" pitchFamily="18" charset="0"/>
                <a:cs typeface="Times New Roman" pitchFamily="18" charset="0"/>
              </a:rPr>
              <a:t>định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giết</a:t>
            </a:r>
            <a:r>
              <a:rPr lang="en-US" dirty="0" smtClean="0">
                <a:latin typeface="Times New Roman" pitchFamily="18" charset="0"/>
                <a:cs typeface="Times New Roman" pitchFamily="18" charset="0"/>
              </a:rPr>
              <a:t> B </a:t>
            </a:r>
            <a:r>
              <a:rPr lang="en-US" dirty="0" err="1" smtClean="0">
                <a:latin typeface="Times New Roman" pitchFamily="18" charset="0"/>
                <a:cs typeface="Times New Roman" pitchFamily="18" charset="0"/>
              </a:rPr>
              <a:t>nữa</a:t>
            </a:r>
            <a:r>
              <a:rPr lang="en-US" dirty="0" smtClean="0">
                <a:latin typeface="Times New Roman" pitchFamily="18" charset="0"/>
                <a:cs typeface="Times New Roman" pitchFamily="18" charset="0"/>
              </a:rPr>
              <a:t>.</a:t>
            </a:r>
          </a:p>
          <a:p>
            <a:pPr marL="0" indent="0" algn="just">
              <a:buNone/>
            </a:pPr>
            <a:r>
              <a:rPr lang="en-US" dirty="0" err="1" smtClean="0">
                <a:latin typeface="Times New Roman" pitchFamily="18" charset="0"/>
                <a:cs typeface="Times New Roman" pitchFamily="18" charset="0"/>
              </a:rPr>
              <a:t>Anh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hãy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định</a:t>
            </a:r>
            <a:r>
              <a:rPr lang="en-US" dirty="0" smtClean="0">
                <a:latin typeface="Times New Roman" pitchFamily="18" charset="0"/>
                <a:cs typeface="Times New Roman" pitchFamily="18" charset="0"/>
              </a:rPr>
              <a:t>:</a:t>
            </a:r>
          </a:p>
          <a:p>
            <a:pPr marL="457200" indent="-457200" algn="just">
              <a:buAutoNum type="arabicPeriod"/>
            </a:pPr>
            <a:r>
              <a:rPr lang="en-US" dirty="0" err="1" smtClean="0">
                <a:latin typeface="Times New Roman" pitchFamily="18" charset="0"/>
                <a:cs typeface="Times New Roman" pitchFamily="18" charset="0"/>
              </a:rPr>
              <a:t>Hành</a:t>
            </a:r>
            <a:r>
              <a:rPr lang="en-US" dirty="0" smtClean="0">
                <a:latin typeface="Times New Roman" pitchFamily="18" charset="0"/>
                <a:cs typeface="Times New Roman" pitchFamily="18" charset="0"/>
              </a:rPr>
              <a:t> vi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đủ</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điều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kiện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tự</a:t>
            </a:r>
            <a:r>
              <a:rPr lang="en-US" dirty="0" smtClean="0">
                <a:latin typeface="Times New Roman" pitchFamily="18" charset="0"/>
                <a:cs typeface="Times New Roman" pitchFamily="18" charset="0"/>
              </a:rPr>
              <a:t> ý </a:t>
            </a:r>
            <a:r>
              <a:rPr lang="en-US" dirty="0" err="1" smtClean="0">
                <a:latin typeface="Times New Roman" pitchFamily="18" charset="0"/>
                <a:cs typeface="Times New Roman" pitchFamily="18" charset="0"/>
              </a:rPr>
              <a:t>nửa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chừng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chấm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dứt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việc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a:t>
            </a:r>
          </a:p>
          <a:p>
            <a:pPr marL="457200" indent="-457200" algn="just">
              <a:buAutoNum type="arabicPeriod"/>
            </a:pPr>
            <a:r>
              <a:rPr lang="en-US" dirty="0" smtClean="0">
                <a:latin typeface="Times New Roman" pitchFamily="18" charset="0"/>
                <a:cs typeface="Times New Roman" pitchFamily="18" charset="0"/>
              </a:rPr>
              <a:t>A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chịu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sự</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a:t>
            </a:r>
          </a:p>
          <a:p>
            <a:pPr marL="457200" indent="-457200" algn="just">
              <a:buAutoNum type="arabicPeriod"/>
            </a:pPr>
            <a:r>
              <a:rPr lang="en-US" dirty="0" smtClean="0">
                <a:latin typeface="Times New Roman" pitchFamily="18" charset="0"/>
                <a:cs typeface="Times New Roman" pitchFamily="18" charset="0"/>
              </a:rPr>
              <a:t>A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chịu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dụng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vũ</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phép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a:t>
            </a: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2999369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F65CD0-9A9C-4971-89AF-EC1A31145484}"/>
              </a:ext>
            </a:extLst>
          </p:cNvPr>
          <p:cNvSpPr>
            <a:spLocks noGrp="1"/>
          </p:cNvSpPr>
          <p:nvPr>
            <p:ph type="title"/>
          </p:nvPr>
        </p:nvSpPr>
        <p:spPr>
          <a:xfrm>
            <a:off x="680321" y="753228"/>
            <a:ext cx="5887904" cy="1080938"/>
          </a:xfrm>
        </p:spPr>
        <p:txBody>
          <a:bodyPr>
            <a:noAutofit/>
          </a:bodyPr>
          <a:lstStyle/>
          <a:p>
            <a:r>
              <a:rPr lang="en-US" sz="4000" b="1" dirty="0">
                <a:latin typeface="Times New Roman" pitchFamily="18" charset="0"/>
                <a:cs typeface="Times New Roman" pitchFamily="18" charset="0"/>
              </a:rPr>
              <a:t>VI. ĐỒNG PHẠM</a:t>
            </a:r>
          </a:p>
        </p:txBody>
      </p:sp>
      <p:sp>
        <p:nvSpPr>
          <p:cNvPr id="3" name="Content Placeholder 2">
            <a:extLst>
              <a:ext uri="{FF2B5EF4-FFF2-40B4-BE49-F238E27FC236}">
                <a16:creationId xmlns="" xmlns:a16="http://schemas.microsoft.com/office/drawing/2014/main" id="{F5C98758-43F8-436E-8D5E-194BB6E4AF42}"/>
              </a:ext>
            </a:extLst>
          </p:cNvPr>
          <p:cNvSpPr>
            <a:spLocks noGrp="1"/>
          </p:cNvSpPr>
          <p:nvPr>
            <p:ph idx="1"/>
          </p:nvPr>
        </p:nvSpPr>
        <p:spPr>
          <a:xfrm>
            <a:off x="680321" y="2336873"/>
            <a:ext cx="4136123" cy="3599316"/>
          </a:xfrm>
        </p:spPr>
        <p:txBody>
          <a:bodyPr>
            <a:normAutofit/>
          </a:bodyPr>
          <a:lstStyle/>
          <a:p>
            <a:pPr marL="0" indent="0" algn="just">
              <a:buNone/>
            </a:pP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17 BLHS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cố</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p:txBody>
      </p:sp>
      <p:pic>
        <p:nvPicPr>
          <p:cNvPr id="5" name="Picture 4" descr="A group of people looking at each other&#10;&#10;Description generated with very high confidence">
            <a:extLst>
              <a:ext uri="{FF2B5EF4-FFF2-40B4-BE49-F238E27FC236}">
                <a16:creationId xmlns="" xmlns:a16="http://schemas.microsoft.com/office/drawing/2014/main" id="{FBEE736C-45E9-434E-AF93-BF1C640201C9}"/>
              </a:ext>
            </a:extLst>
          </p:cNvPr>
          <p:cNvPicPr>
            <a:picLocks noChangeAspect="1"/>
          </p:cNvPicPr>
          <p:nvPr/>
        </p:nvPicPr>
        <p:blipFill>
          <a:blip r:embed="rId2"/>
          <a:stretch>
            <a:fillRect/>
          </a:stretch>
        </p:blipFill>
        <p:spPr>
          <a:xfrm>
            <a:off x="5276090" y="1641004"/>
            <a:ext cx="6303134" cy="3545512"/>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40545831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DDD88A-EB27-43CA-9FFF-45CB8A584F6F}"/>
              </a:ext>
            </a:extLst>
          </p:cNvPr>
          <p:cNvSpPr>
            <a:spLocks noGrp="1"/>
          </p:cNvSpPr>
          <p:nvPr>
            <p:ph type="title" idx="4294967295"/>
          </p:nvPr>
        </p:nvSpPr>
        <p:spPr>
          <a:xfrm>
            <a:off x="115909" y="2036763"/>
            <a:ext cx="3013657" cy="2662237"/>
          </a:xfrm>
        </p:spPr>
        <p:txBody>
          <a:bodyPr>
            <a:normAutofit/>
          </a:bodyPr>
          <a:lstStyle/>
          <a:p>
            <a:pPr algn="r"/>
            <a:r>
              <a:rPr lang="en-US" sz="4400" dirty="0" err="1" smtClean="0">
                <a:latin typeface="Times New Roman" pitchFamily="18" charset="0"/>
                <a:cs typeface="Times New Roman" pitchFamily="18" charset="0"/>
              </a:rPr>
              <a:t>Các</a:t>
            </a:r>
            <a:r>
              <a:rPr lang="en-US" sz="4400" dirty="0" smtClean="0">
                <a:latin typeface="Times New Roman" pitchFamily="18" charset="0"/>
                <a:cs typeface="Times New Roman" pitchFamily="18" charset="0"/>
              </a:rPr>
              <a:t> </a:t>
            </a:r>
            <a:r>
              <a:rPr lang="en-US" sz="4400" dirty="0" err="1" smtClean="0">
                <a:latin typeface="Times New Roman" pitchFamily="18" charset="0"/>
                <a:cs typeface="Times New Roman" pitchFamily="18" charset="0"/>
              </a:rPr>
              <a:t>dấu</a:t>
            </a:r>
            <a:r>
              <a:rPr lang="en-US" sz="4400" dirty="0" smtClean="0">
                <a:latin typeface="Times New Roman" pitchFamily="18" charset="0"/>
                <a:cs typeface="Times New Roman" pitchFamily="18" charset="0"/>
              </a:rPr>
              <a:t> </a:t>
            </a:r>
            <a:r>
              <a:rPr lang="en-US" sz="4400" dirty="0" err="1" smtClean="0">
                <a:latin typeface="Times New Roman" pitchFamily="18" charset="0"/>
                <a:cs typeface="Times New Roman" pitchFamily="18" charset="0"/>
              </a:rPr>
              <a:t>hiệu</a:t>
            </a:r>
            <a:r>
              <a:rPr lang="en-US" sz="4400" dirty="0" smtClean="0">
                <a:latin typeface="Times New Roman" pitchFamily="18" charset="0"/>
                <a:cs typeface="Times New Roman" pitchFamily="18" charset="0"/>
              </a:rPr>
              <a:t> </a:t>
            </a:r>
            <a:r>
              <a:rPr lang="en-US" sz="4400" dirty="0" err="1" smtClean="0">
                <a:latin typeface="Times New Roman" pitchFamily="18" charset="0"/>
                <a:cs typeface="Times New Roman" pitchFamily="18" charset="0"/>
              </a:rPr>
              <a:t>của</a:t>
            </a:r>
            <a:r>
              <a:rPr lang="en-US" sz="4400" dirty="0" smtClean="0">
                <a:latin typeface="Times New Roman" pitchFamily="18" charset="0"/>
                <a:cs typeface="Times New Roman" pitchFamily="18" charset="0"/>
              </a:rPr>
              <a:t> </a:t>
            </a:r>
            <a:r>
              <a:rPr lang="en-US" sz="4400" dirty="0" err="1" smtClean="0">
                <a:latin typeface="Times New Roman" pitchFamily="18" charset="0"/>
                <a:cs typeface="Times New Roman" pitchFamily="18" charset="0"/>
              </a:rPr>
              <a:t>đồng</a:t>
            </a:r>
            <a:r>
              <a:rPr lang="en-US" sz="4400" dirty="0" smtClean="0">
                <a:latin typeface="Times New Roman" pitchFamily="18" charset="0"/>
                <a:cs typeface="Times New Roman" pitchFamily="18" charset="0"/>
              </a:rPr>
              <a:t> </a:t>
            </a:r>
            <a:r>
              <a:rPr lang="en-US" sz="4400" dirty="0" err="1" smtClean="0">
                <a:latin typeface="Times New Roman" pitchFamily="18" charset="0"/>
                <a:cs typeface="Times New Roman" pitchFamily="18" charset="0"/>
              </a:rPr>
              <a:t>phạm</a:t>
            </a:r>
            <a:endParaRPr lang="en-US" sz="4400" dirty="0">
              <a:latin typeface="Times New Roman" pitchFamily="18" charset="0"/>
              <a:cs typeface="Times New Roman" pitchFamily="18" charset="0"/>
            </a:endParaRPr>
          </a:p>
        </p:txBody>
      </p:sp>
      <p:graphicFrame>
        <p:nvGraphicFramePr>
          <p:cNvPr id="25" name="Content Placeholder 2">
            <a:extLst>
              <a:ext uri="{FF2B5EF4-FFF2-40B4-BE49-F238E27FC236}">
                <a16:creationId xmlns="" xmlns:a16="http://schemas.microsoft.com/office/drawing/2014/main" id="{B3C52FBE-285F-4612-B0C8-33C2121A6630}"/>
              </a:ext>
            </a:extLst>
          </p:cNvPr>
          <p:cNvGraphicFramePr>
            <a:graphicFrameLocks noGrp="1"/>
          </p:cNvGraphicFramePr>
          <p:nvPr>
            <p:ph idx="4294967295"/>
            <p:extLst>
              <p:ext uri="{D42A27DB-BD31-4B8C-83A1-F6EECF244321}">
                <p14:modId xmlns:p14="http://schemas.microsoft.com/office/powerpoint/2010/main" val="912752425"/>
              </p:ext>
            </p:extLst>
          </p:nvPr>
        </p:nvGraphicFramePr>
        <p:xfrm>
          <a:off x="3541690" y="296213"/>
          <a:ext cx="8650310" cy="61432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452426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15154" y="572395"/>
            <a:ext cx="9929611" cy="5416281"/>
          </a:xfrm>
        </p:spPr>
        <p:txBody>
          <a:bodyPr>
            <a:normAutofit/>
          </a:bodyPr>
          <a:lstStyle/>
          <a:p>
            <a:pPr marL="0" indent="0" algn="just">
              <a:buNone/>
            </a:pPr>
            <a:r>
              <a:rPr lang="en-US" sz="2800" dirty="0" smtClean="0">
                <a:latin typeface="Times New Roman" pitchFamily="18" charset="0"/>
                <a:cs typeface="Times New Roman" pitchFamily="18" charset="0"/>
              </a:rPr>
              <a:t>A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B </a:t>
            </a:r>
            <a:r>
              <a:rPr lang="en-US" sz="2800" dirty="0" err="1" smtClean="0">
                <a:latin typeface="Times New Roman" pitchFamily="18" charset="0"/>
                <a:cs typeface="Times New Roman" pitchFamily="18" charset="0"/>
              </a:rPr>
              <a:t>cùng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thống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dọc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phố</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tìm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trộm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cắp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máy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lúc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ông</a:t>
            </a:r>
            <a:r>
              <a:rPr lang="en-US" sz="2800" dirty="0" smtClean="0">
                <a:latin typeface="Times New Roman" pitchFamily="18" charset="0"/>
                <a:cs typeface="Times New Roman" pitchFamily="18" charset="0"/>
              </a:rPr>
              <a:t> C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mua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báo</a:t>
            </a:r>
            <a:r>
              <a:rPr lang="en-US" sz="2800" dirty="0" smtClean="0">
                <a:latin typeface="Times New Roman" pitchFamily="18" charset="0"/>
                <a:cs typeface="Times New Roman" pitchFamily="18" charset="0"/>
              </a:rPr>
              <a:t>. A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B </a:t>
            </a:r>
            <a:r>
              <a:rPr lang="en-US" sz="2800" dirty="0" err="1" smtClean="0">
                <a:latin typeface="Times New Roman" pitchFamily="18" charset="0"/>
                <a:cs typeface="Times New Roman" pitchFamily="18" charset="0"/>
              </a:rPr>
              <a:t>dùng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khóa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nhanh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chóng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mở</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khóa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lấy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cắp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ông</a:t>
            </a:r>
            <a:r>
              <a:rPr lang="en-US" sz="2800" dirty="0" smtClean="0">
                <a:latin typeface="Times New Roman" pitchFamily="18" charset="0"/>
                <a:cs typeface="Times New Roman" pitchFamily="18" charset="0"/>
              </a:rPr>
              <a:t> C </a:t>
            </a:r>
            <a:r>
              <a:rPr lang="en-US" sz="2800" dirty="0" err="1" smtClean="0">
                <a:latin typeface="Times New Roman" pitchFamily="18" charset="0"/>
                <a:cs typeface="Times New Roman" pitchFamily="18" charset="0"/>
              </a:rPr>
              <a:t>thì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bắt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giữ</a:t>
            </a:r>
            <a:r>
              <a:rPr lang="en-US" sz="2800" dirty="0" smtClean="0">
                <a:latin typeface="Times New Roman" pitchFamily="18" charset="0"/>
                <a:cs typeface="Times New Roman" pitchFamily="18" charset="0"/>
              </a:rPr>
              <a:t>.</a:t>
            </a:r>
          </a:p>
          <a:p>
            <a:pPr marL="0" indent="0" algn="just">
              <a:buNone/>
            </a:pPr>
            <a:r>
              <a:rPr lang="en-US" sz="2800" dirty="0" err="1" smtClean="0">
                <a:latin typeface="Times New Roman" pitchFamily="18" charset="0"/>
                <a:cs typeface="Times New Roman" pitchFamily="18" charset="0"/>
              </a:rPr>
              <a:t>Anh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hãy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a:t>
            </a:r>
          </a:p>
          <a:p>
            <a:pPr marL="457200" indent="-457200" algn="just">
              <a:buAutoNum type="arabicPeriod"/>
            </a:pP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 B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ở </a:t>
            </a:r>
            <a:r>
              <a:rPr lang="en-US" sz="2800" dirty="0" err="1" smtClean="0">
                <a:latin typeface="Times New Roman" pitchFamily="18" charset="0"/>
                <a:cs typeface="Times New Roman" pitchFamily="18" charset="0"/>
              </a:rPr>
              <a:t>giai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đoạn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nào</a:t>
            </a:r>
            <a:r>
              <a:rPr lang="en-US" sz="2800" dirty="0" smtClean="0">
                <a:latin typeface="Times New Roman" pitchFamily="18" charset="0"/>
                <a:cs typeface="Times New Roman" pitchFamily="18" charset="0"/>
              </a:rPr>
              <a:t>?</a:t>
            </a:r>
          </a:p>
          <a:p>
            <a:pPr marL="457200" indent="-457200" algn="just">
              <a:buAutoNum type="arabicPeriod"/>
            </a:pP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 (17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B (15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thì</a:t>
            </a:r>
            <a:r>
              <a:rPr lang="en-US" sz="2800" dirty="0" smtClean="0">
                <a:latin typeface="Times New Roman" pitchFamily="18" charset="0"/>
                <a:cs typeface="Times New Roman" pitchFamily="18" charset="0"/>
              </a:rPr>
              <a:t> A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B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đồng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sao</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21952958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C3B846-A9E0-46D8-9066-1AAD24B89BA0}"/>
              </a:ext>
            </a:extLst>
          </p:cNvPr>
          <p:cNvSpPr>
            <a:spLocks noGrp="1"/>
          </p:cNvSpPr>
          <p:nvPr>
            <p:ph type="title" idx="4294967295"/>
          </p:nvPr>
        </p:nvSpPr>
        <p:spPr>
          <a:xfrm>
            <a:off x="0" y="2063750"/>
            <a:ext cx="3740150" cy="2660650"/>
          </a:xfrm>
        </p:spPr>
        <p:txBody>
          <a:bodyPr>
            <a:normAutofit/>
          </a:bodyPr>
          <a:lstStyle/>
          <a:p>
            <a:pPr algn="r"/>
            <a:r>
              <a:rPr lang="en-US" sz="4400" dirty="0" err="1">
                <a:latin typeface="Times New Roman" pitchFamily="18" charset="0"/>
                <a:cs typeface="Times New Roman" pitchFamily="18" charset="0"/>
              </a:rPr>
              <a:t>Các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loại</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ng</a:t>
            </a:r>
            <a:r>
              <a:rPr lang="vi-VN" sz="4400" dirty="0">
                <a:latin typeface="Times New Roman" pitchFamily="18" charset="0"/>
                <a:cs typeface="Times New Roman" pitchFamily="18" charset="0"/>
              </a:rPr>
              <a:t>ư</a:t>
            </a:r>
            <a:r>
              <a:rPr lang="en-US" sz="4400" dirty="0" err="1">
                <a:latin typeface="Times New Roman" pitchFamily="18" charset="0"/>
                <a:cs typeface="Times New Roman" pitchFamily="18" charset="0"/>
              </a:rPr>
              <a:t>ời</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đồng</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phạm</a:t>
            </a:r>
            <a:endParaRPr lang="en-US" sz="4400" dirty="0">
              <a:latin typeface="Times New Roman" pitchFamily="18" charset="0"/>
              <a:cs typeface="Times New Roman" pitchFamily="18" charset="0"/>
            </a:endParaRPr>
          </a:p>
        </p:txBody>
      </p:sp>
      <p:graphicFrame>
        <p:nvGraphicFramePr>
          <p:cNvPr id="7" name="Content Placeholder 2">
            <a:extLst>
              <a:ext uri="{FF2B5EF4-FFF2-40B4-BE49-F238E27FC236}">
                <a16:creationId xmlns="" xmlns:a16="http://schemas.microsoft.com/office/drawing/2014/main" id="{1040A1A6-C36E-45E1-89DE-46157BE4736E}"/>
              </a:ext>
            </a:extLst>
          </p:cNvPr>
          <p:cNvGraphicFramePr>
            <a:graphicFrameLocks noGrp="1"/>
          </p:cNvGraphicFramePr>
          <p:nvPr>
            <p:ph idx="4294967295"/>
            <p:extLst>
              <p:ext uri="{D42A27DB-BD31-4B8C-83A1-F6EECF244321}">
                <p14:modId xmlns:p14="http://schemas.microsoft.com/office/powerpoint/2010/main" val="3919798194"/>
              </p:ext>
            </p:extLst>
          </p:nvPr>
        </p:nvGraphicFramePr>
        <p:xfrm>
          <a:off x="4224270" y="463639"/>
          <a:ext cx="7967730" cy="5950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16175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623F64-CFE5-4F01-91A0-7C4E2C9F8E33}"/>
              </a:ext>
            </a:extLst>
          </p:cNvPr>
          <p:cNvSpPr>
            <a:spLocks noGrp="1"/>
          </p:cNvSpPr>
          <p:nvPr>
            <p:ph type="title"/>
          </p:nvPr>
        </p:nvSpPr>
        <p:spPr/>
        <p:txBody>
          <a:bodyPr/>
          <a:lstStyle/>
          <a:p>
            <a:r>
              <a:rPr lang="en-US" dirty="0">
                <a:latin typeface="Times New Roman" pitchFamily="18" charset="0"/>
                <a:cs typeface="Times New Roman" pitchFamily="18" charset="0"/>
              </a:rPr>
              <a:t>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FAB9639-EBED-498E-A886-B1B27F3CAD45}"/>
              </a:ext>
            </a:extLst>
          </p:cNvPr>
          <p:cNvSpPr>
            <a:spLocks noGrp="1"/>
          </p:cNvSpPr>
          <p:nvPr>
            <p:ph idx="1"/>
          </p:nvPr>
        </p:nvSpPr>
        <p:spPr/>
        <p:txBody>
          <a:bodyPr>
            <a:noAutofit/>
          </a:bodyPr>
          <a:lstStyle/>
          <a:p>
            <a:pPr marL="0" indent="0" algn="just">
              <a:buNone/>
            </a:pPr>
            <a:r>
              <a:rPr lang="en-US" sz="2800" dirty="0">
                <a:latin typeface="Times New Roman" pitchFamily="18" charset="0"/>
                <a:cs typeface="Times New Roman" pitchFamily="18" charset="0"/>
              </a:rPr>
              <a:t>Theo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3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17 BLHS: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dạng</a:t>
            </a:r>
            <a:r>
              <a:rPr lang="en-US" sz="2800" dirty="0">
                <a:latin typeface="Times New Roman" pitchFamily="18" charset="0"/>
                <a:cs typeface="Times New Roman" pitchFamily="18" charset="0"/>
              </a:rPr>
              <a:t>:</a:t>
            </a:r>
          </a:p>
          <a:p>
            <a:pPr algn="just">
              <a:buFontTx/>
              <a:buChar char="-"/>
            </a:pP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a:p>
            <a:pPr algn="just">
              <a:buFontTx/>
              <a:buChar char="-"/>
            </a:pP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cố</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0203805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593791-8090-4B63-AEB7-F38425C982FC}"/>
              </a:ext>
            </a:extLst>
          </p:cNvPr>
          <p:cNvSpPr>
            <a:spLocks noGrp="1"/>
          </p:cNvSpPr>
          <p:nvPr>
            <p:ph type="title"/>
          </p:nvPr>
        </p:nvSpPr>
        <p:spPr/>
        <p:txBody>
          <a:bodyPr/>
          <a:lstStyle/>
          <a:p>
            <a:r>
              <a:rPr lang="en-US" dirty="0">
                <a:latin typeface="Times New Roman" pitchFamily="18" charset="0"/>
                <a:cs typeface="Times New Roman" pitchFamily="18" charset="0"/>
              </a:rPr>
              <a:t>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74FC2725-B75E-4813-B4C0-4B7DBE646A6F}"/>
              </a:ext>
            </a:extLst>
          </p:cNvPr>
          <p:cNvSpPr>
            <a:spLocks noGrp="1"/>
          </p:cNvSpPr>
          <p:nvPr>
            <p:ph idx="1"/>
          </p:nvPr>
        </p:nvSpPr>
        <p:spPr>
          <a:xfrm>
            <a:off x="680321" y="2292439"/>
            <a:ext cx="9613861" cy="3643750"/>
          </a:xfrm>
        </p:spPr>
        <p:txBody>
          <a:bodyPr>
            <a:normAutofit/>
          </a:bodyPr>
          <a:lstStyle/>
          <a:p>
            <a:pPr marL="0" indent="0" algn="just">
              <a:buNone/>
            </a:pPr>
            <a:r>
              <a:rPr lang="en-US" sz="2800" dirty="0" err="1" smtClean="0">
                <a:latin typeface="Times New Roman" pitchFamily="18" charset="0"/>
                <a:cs typeface="Times New Roman" pitchFamily="18" charset="0"/>
              </a:rPr>
              <a:t>Khoản</a:t>
            </a: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3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17 BLHS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mưu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p:txBody>
      </p:sp>
      <p:pic>
        <p:nvPicPr>
          <p:cNvPr id="5" name="Picture 4" descr="A picture containing table, indoor&#10;&#10;Description generated with very high confidence">
            <a:extLst>
              <a:ext uri="{FF2B5EF4-FFF2-40B4-BE49-F238E27FC236}">
                <a16:creationId xmlns="" xmlns:a16="http://schemas.microsoft.com/office/drawing/2014/main" id="{7E90A562-7073-42CC-9B59-1A1D33B3F8C4}"/>
              </a:ext>
            </a:extLst>
          </p:cNvPr>
          <p:cNvPicPr>
            <a:picLocks noChangeAspect="1"/>
          </p:cNvPicPr>
          <p:nvPr/>
        </p:nvPicPr>
        <p:blipFill>
          <a:blip r:embed="rId2"/>
          <a:stretch>
            <a:fillRect/>
          </a:stretch>
        </p:blipFill>
        <p:spPr>
          <a:xfrm>
            <a:off x="788674" y="3429000"/>
            <a:ext cx="4118177" cy="3026326"/>
          </a:xfrm>
          <a:prstGeom prst="rect">
            <a:avLst/>
          </a:prstGeom>
        </p:spPr>
      </p:pic>
      <p:pic>
        <p:nvPicPr>
          <p:cNvPr id="7" name="Picture 6" descr="A group of people riding on the back of a bicycle&#10;&#10;Description generated with very high confidence">
            <a:extLst>
              <a:ext uri="{FF2B5EF4-FFF2-40B4-BE49-F238E27FC236}">
                <a16:creationId xmlns="" xmlns:a16="http://schemas.microsoft.com/office/drawing/2014/main" id="{E0F0580D-5343-4151-A92B-959F6AEB9E15}"/>
              </a:ext>
            </a:extLst>
          </p:cNvPr>
          <p:cNvPicPr>
            <a:picLocks noChangeAspect="1"/>
          </p:cNvPicPr>
          <p:nvPr/>
        </p:nvPicPr>
        <p:blipFill>
          <a:blip r:embed="rId3"/>
          <a:stretch>
            <a:fillRect/>
          </a:stretch>
        </p:blipFill>
        <p:spPr>
          <a:xfrm>
            <a:off x="5730933" y="3429000"/>
            <a:ext cx="4017247" cy="3026326"/>
          </a:xfrm>
          <a:prstGeom prst="rect">
            <a:avLst/>
          </a:prstGeom>
        </p:spPr>
      </p:pic>
    </p:spTree>
    <p:extLst>
      <p:ext uri="{BB962C8B-B14F-4D97-AF65-F5344CB8AC3E}">
        <p14:creationId xmlns:p14="http://schemas.microsoft.com/office/powerpoint/2010/main" val="352410034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A6D894-92C6-4F4B-90A8-E97D3E261762}"/>
              </a:ext>
            </a:extLst>
          </p:cNvPr>
          <p:cNvSpPr>
            <a:spLocks noGrp="1"/>
          </p:cNvSpPr>
          <p:nvPr>
            <p:ph type="title"/>
          </p:nvPr>
        </p:nvSpPr>
        <p:spPr/>
        <p:txBody>
          <a:bodyPr/>
          <a:lstStyle/>
          <a:p>
            <a:r>
              <a:rPr lang="en-US" dirty="0">
                <a:latin typeface="Times New Roman" pitchFamily="18" charset="0"/>
                <a:cs typeface="Times New Roman" pitchFamily="18" charset="0"/>
              </a:rPr>
              <a:t>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xúi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giục</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EF299A9A-C378-49E8-83E4-088EFBBC0447}"/>
              </a:ext>
            </a:extLst>
          </p:cNvPr>
          <p:cNvSpPr>
            <a:spLocks noGrp="1"/>
          </p:cNvSpPr>
          <p:nvPr>
            <p:ph idx="1"/>
          </p:nvPr>
        </p:nvSpPr>
        <p:spPr>
          <a:xfrm>
            <a:off x="680321" y="2266682"/>
            <a:ext cx="9613861" cy="3669507"/>
          </a:xfrm>
        </p:spPr>
        <p:txBody>
          <a:bodyPr>
            <a:normAutofit/>
          </a:bodyPr>
          <a:lstStyle/>
          <a:p>
            <a:pPr marL="0" indent="0" algn="just">
              <a:buNone/>
            </a:pP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3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17 BLHS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xúi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dỗ</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thúc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đẩy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p:txBody>
      </p:sp>
      <p:pic>
        <p:nvPicPr>
          <p:cNvPr id="5" name="Picture 4" descr="A close up of a person&#10;&#10;Description generated with very high confidence">
            <a:extLst>
              <a:ext uri="{FF2B5EF4-FFF2-40B4-BE49-F238E27FC236}">
                <a16:creationId xmlns="" xmlns:a16="http://schemas.microsoft.com/office/drawing/2014/main" id="{1A623E7F-C8E4-4864-A644-D15645EDEFEF}"/>
              </a:ext>
            </a:extLst>
          </p:cNvPr>
          <p:cNvPicPr>
            <a:picLocks noChangeAspect="1"/>
          </p:cNvPicPr>
          <p:nvPr/>
        </p:nvPicPr>
        <p:blipFill>
          <a:blip r:embed="rId2"/>
          <a:stretch>
            <a:fillRect/>
          </a:stretch>
        </p:blipFill>
        <p:spPr>
          <a:xfrm>
            <a:off x="809677" y="3429000"/>
            <a:ext cx="4303236" cy="2871432"/>
          </a:xfrm>
          <a:prstGeom prst="rect">
            <a:avLst/>
          </a:prstGeom>
        </p:spPr>
      </p:pic>
      <p:pic>
        <p:nvPicPr>
          <p:cNvPr id="7" name="Picture 6" descr="A person standing in front of a window&#10;&#10;Description generated with very high confidence">
            <a:extLst>
              <a:ext uri="{FF2B5EF4-FFF2-40B4-BE49-F238E27FC236}">
                <a16:creationId xmlns="" xmlns:a16="http://schemas.microsoft.com/office/drawing/2014/main" id="{33212E48-963F-4B15-94FB-42C9BEE4EA67}"/>
              </a:ext>
            </a:extLst>
          </p:cNvPr>
          <p:cNvPicPr>
            <a:picLocks noChangeAspect="1"/>
          </p:cNvPicPr>
          <p:nvPr/>
        </p:nvPicPr>
        <p:blipFill>
          <a:blip r:embed="rId3"/>
          <a:stretch>
            <a:fillRect/>
          </a:stretch>
        </p:blipFill>
        <p:spPr>
          <a:xfrm>
            <a:off x="6008916" y="3429000"/>
            <a:ext cx="4940552" cy="2871432"/>
          </a:xfrm>
          <a:prstGeom prst="rect">
            <a:avLst/>
          </a:prstGeom>
        </p:spPr>
      </p:pic>
    </p:spTree>
    <p:extLst>
      <p:ext uri="{BB962C8B-B14F-4D97-AF65-F5344CB8AC3E}">
        <p14:creationId xmlns:p14="http://schemas.microsoft.com/office/powerpoint/2010/main" val="36487790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965C601-0059-41B5-B9BD-080BF533E72E}"/>
              </a:ext>
            </a:extLst>
          </p:cNvPr>
          <p:cNvSpPr>
            <a:spLocks noGrp="1"/>
          </p:cNvSpPr>
          <p:nvPr>
            <p:ph idx="4294967295"/>
          </p:nvPr>
        </p:nvSpPr>
        <p:spPr>
          <a:xfrm>
            <a:off x="682579" y="675425"/>
            <a:ext cx="9620519" cy="5480676"/>
          </a:xfrm>
        </p:spPr>
        <p:txBody>
          <a:bodyPr/>
          <a:lstStyle/>
          <a:p>
            <a:pPr marL="0" indent="0" algn="just">
              <a:buNone/>
            </a:pP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coi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xúi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thỏa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xúi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xúi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xúi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xúi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a:t>
            </a:r>
          </a:p>
          <a:p>
            <a:pPr marL="0" indent="0" algn="just">
              <a:buNone/>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xúi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rõ</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ràng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thúc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đẩy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951665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8AD38A-3991-4B2A-ACD7-B49D11146D3F}"/>
              </a:ext>
            </a:extLst>
          </p:cNvPr>
          <p:cNvSpPr>
            <a:spLocks noGrp="1"/>
          </p:cNvSpPr>
          <p:nvPr>
            <p:ph type="title"/>
          </p:nvPr>
        </p:nvSpPr>
        <p:spPr/>
        <p:txBody>
          <a:bodyPr/>
          <a:lstStyle/>
          <a:p>
            <a:r>
              <a:rPr lang="en-US" dirty="0">
                <a:latin typeface="Times New Roman" pitchFamily="18" charset="0"/>
                <a:cs typeface="Times New Roman" pitchFamily="18" charset="0"/>
              </a:rPr>
              <a:t>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giúp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sức</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1D6CBB63-835A-4956-A816-63D3CE9C8935}"/>
              </a:ext>
            </a:extLst>
          </p:cNvPr>
          <p:cNvSpPr>
            <a:spLocks noGrp="1"/>
          </p:cNvSpPr>
          <p:nvPr>
            <p:ph idx="1"/>
          </p:nvPr>
        </p:nvSpPr>
        <p:spPr>
          <a:xfrm>
            <a:off x="680321" y="2336873"/>
            <a:ext cx="9223533" cy="3599316"/>
          </a:xfrm>
        </p:spPr>
        <p:txBody>
          <a:bodyPr>
            <a:normAutofit/>
          </a:bodyPr>
          <a:lstStyle/>
          <a:p>
            <a:pPr algn="just"/>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3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17 BLHS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giúp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giúp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69260940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96FDB1-03D5-4669-99B6-853970852C73}"/>
              </a:ext>
            </a:extLst>
          </p:cNvPr>
          <p:cNvSpPr>
            <a:spLocks noGrp="1"/>
          </p:cNvSpPr>
          <p:nvPr>
            <p:ph type="title" idx="4294967295"/>
          </p:nvPr>
        </p:nvSpPr>
        <p:spPr>
          <a:xfrm>
            <a:off x="811368" y="170555"/>
            <a:ext cx="7379595" cy="2018853"/>
          </a:xfrm>
        </p:spPr>
        <p:txBody>
          <a:bodyPr>
            <a:normAutofit/>
          </a:bodyPr>
          <a:lstStyle/>
          <a:p>
            <a:pPr algn="r"/>
            <a:r>
              <a:rPr lang="en-US" sz="4400" dirty="0" err="1">
                <a:latin typeface="Times New Roman" pitchFamily="18" charset="0"/>
                <a:cs typeface="Times New Roman" pitchFamily="18" charset="0"/>
              </a:rPr>
              <a:t>Các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hình</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thức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đồng</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phạm</a:t>
            </a:r>
            <a:endParaRPr lang="en-US" sz="4400" dirty="0">
              <a:latin typeface="Times New Roman" pitchFamily="18" charset="0"/>
              <a:cs typeface="Times New Roman" pitchFamily="18" charset="0"/>
            </a:endParaRPr>
          </a:p>
        </p:txBody>
      </p:sp>
      <p:graphicFrame>
        <p:nvGraphicFramePr>
          <p:cNvPr id="5" name="Content Placeholder 2">
            <a:extLst>
              <a:ext uri="{FF2B5EF4-FFF2-40B4-BE49-F238E27FC236}">
                <a16:creationId xmlns="" xmlns:a16="http://schemas.microsoft.com/office/drawing/2014/main" id="{2F8EAAF0-DC40-4D3D-98A2-174E2E83B947}"/>
              </a:ext>
            </a:extLst>
          </p:cNvPr>
          <p:cNvGraphicFramePr>
            <a:graphicFrameLocks noGrp="1"/>
          </p:cNvGraphicFramePr>
          <p:nvPr>
            <p:ph idx="4294967295"/>
            <p:extLst>
              <p:ext uri="{D42A27DB-BD31-4B8C-83A1-F6EECF244321}">
                <p14:modId xmlns:p14="http://schemas.microsoft.com/office/powerpoint/2010/main" val="1744331529"/>
              </p:ext>
            </p:extLst>
          </p:nvPr>
        </p:nvGraphicFramePr>
        <p:xfrm>
          <a:off x="1056067" y="1622738"/>
          <a:ext cx="9491730" cy="4913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729676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 xmlns:a16="http://schemas.microsoft.com/office/drawing/2014/main" id="{CB5358CA-11B7-488C-98C0-FE8ABC30A41C}"/>
              </a:ext>
            </a:extLst>
          </p:cNvPr>
          <p:cNvGraphicFramePr>
            <a:graphicFrameLocks noGrp="1"/>
          </p:cNvGraphicFramePr>
          <p:nvPr>
            <p:ph idx="4294967295"/>
            <p:extLst>
              <p:ext uri="{D42A27DB-BD31-4B8C-83A1-F6EECF244321}">
                <p14:modId xmlns:p14="http://schemas.microsoft.com/office/powerpoint/2010/main" val="3274207479"/>
              </p:ext>
            </p:extLst>
          </p:nvPr>
        </p:nvGraphicFramePr>
        <p:xfrm>
          <a:off x="0" y="592429"/>
          <a:ext cx="10829925" cy="56795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369477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FE031E-F494-415B-92BE-9C1A86D46EE8}"/>
              </a:ext>
            </a:extLst>
          </p:cNvPr>
          <p:cNvSpPr>
            <a:spLocks noGrp="1"/>
          </p:cNvSpPr>
          <p:nvPr>
            <p:ph type="title"/>
          </p:nvPr>
        </p:nvSpPr>
        <p:spPr/>
        <p:txBody>
          <a:bodyPr/>
          <a:lstStyle/>
          <a:p>
            <a:r>
              <a:rPr lang="en-US" dirty="0" err="1" smtClean="0">
                <a:latin typeface="Times New Roman" pitchFamily="18" charset="0"/>
                <a:cs typeface="Times New Roman" pitchFamily="18" charset="0"/>
              </a:rPr>
              <a:t>Phân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loại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theo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dấu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hiệu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chủ</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quan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B7CDEEE7-E2D9-4D94-9BEB-17249E85B08F}"/>
              </a:ext>
            </a:extLst>
          </p:cNvPr>
          <p:cNvSpPr>
            <a:spLocks noGrp="1"/>
          </p:cNvSpPr>
          <p:nvPr>
            <p:ph idx="1"/>
          </p:nvPr>
        </p:nvSpPr>
        <p:spPr/>
        <p:txBody>
          <a:bodyPr/>
          <a:lstStyle/>
          <a:p>
            <a:pPr marL="0" indent="0">
              <a:buNone/>
            </a:pPr>
            <a:r>
              <a:rPr lang="en-US" dirty="0"/>
              <a:t>	</a:t>
            </a:r>
            <a:r>
              <a:rPr lang="en-US" dirty="0" smtClean="0"/>
              <a:t>	</a:t>
            </a:r>
            <a:r>
              <a:rPr lang="en-US" sz="3000" dirty="0" err="1" smtClean="0">
                <a:latin typeface="Times New Roman" pitchFamily="18" charset="0"/>
                <a:cs typeface="Times New Roman" pitchFamily="18" charset="0"/>
              </a:rPr>
              <a:t>Phạm</a:t>
            </a:r>
            <a:r>
              <a:rPr lang="en-US" sz="3000" dirty="0" smtClean="0">
                <a:latin typeface="Times New Roman" pitchFamily="18" charset="0"/>
                <a:cs typeface="Times New Roman" pitchFamily="18" charset="0"/>
              </a:rPr>
              <a:t> </a:t>
            </a:r>
            <a:r>
              <a:rPr lang="en-US" sz="3000" dirty="0" err="1">
                <a:latin typeface="Times New Roman" pitchFamily="18" charset="0"/>
                <a:cs typeface="Times New Roman" pitchFamily="18" charset="0"/>
              </a:rPr>
              <a:t>tội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tổ</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chức</a:t>
            </a:r>
            <a:endParaRPr lang="en-US" sz="3000" dirty="0">
              <a:latin typeface="Times New Roman" pitchFamily="18" charset="0"/>
              <a:cs typeface="Times New Roman" pitchFamily="18" charset="0"/>
            </a:endParaRPr>
          </a:p>
          <a:p>
            <a:pPr marL="0" indent="0">
              <a:buNone/>
            </a:pPr>
            <a:endParaRPr lang="en-US" sz="3000" dirty="0" smtClean="0">
              <a:latin typeface="Times New Roman" pitchFamily="18" charset="0"/>
              <a:cs typeface="Times New Roman" pitchFamily="18" charset="0"/>
            </a:endParaRPr>
          </a:p>
          <a:p>
            <a:pPr marL="0" indent="0">
              <a:buNone/>
            </a:pPr>
            <a:endParaRPr lang="en-US" sz="3000" dirty="0">
              <a:latin typeface="Times New Roman" pitchFamily="18" charset="0"/>
              <a:cs typeface="Times New Roman" pitchFamily="18" charset="0"/>
            </a:endParaRPr>
          </a:p>
          <a:p>
            <a:pPr marL="0" indent="0">
              <a:buNone/>
            </a:pPr>
            <a:endParaRPr lang="en-US" sz="3000" dirty="0" smtClean="0">
              <a:latin typeface="Times New Roman" pitchFamily="18" charset="0"/>
              <a:cs typeface="Times New Roman" pitchFamily="18" charset="0"/>
            </a:endParaRPr>
          </a:p>
          <a:p>
            <a:pPr marL="0" indent="0">
              <a:buNone/>
            </a:pPr>
            <a:endParaRPr lang="en-US" sz="3000" dirty="0">
              <a:latin typeface="Times New Roman" pitchFamily="18" charset="0"/>
              <a:cs typeface="Times New Roman" pitchFamily="18" charset="0"/>
            </a:endParaRPr>
          </a:p>
          <a:p>
            <a:pPr marL="0" indent="0">
              <a:buNone/>
            </a:pP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Các</a:t>
            </a:r>
            <a:r>
              <a:rPr lang="en-US" sz="3000" dirty="0" smtClean="0">
                <a:latin typeface="Times New Roman" pitchFamily="18" charset="0"/>
                <a:cs typeface="Times New Roman" pitchFamily="18" charset="0"/>
              </a:rPr>
              <a:t> </a:t>
            </a:r>
            <a:r>
              <a:rPr lang="en-US" sz="3000" dirty="0" err="1">
                <a:latin typeface="Times New Roman" pitchFamily="18" charset="0"/>
                <a:cs typeface="Times New Roman" pitchFamily="18" charset="0"/>
              </a:rPr>
              <a:t>hình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endParaRPr lang="en-US" sz="3000" dirty="0">
              <a:latin typeface="Times New Roman" pitchFamily="18" charset="0"/>
              <a:cs typeface="Times New Roman" pitchFamily="18" charset="0"/>
            </a:endParaRPr>
          </a:p>
        </p:txBody>
      </p:sp>
      <p:cxnSp>
        <p:nvCxnSpPr>
          <p:cNvPr id="5" name="Straight Arrow Connector 4"/>
          <p:cNvCxnSpPr/>
          <p:nvPr/>
        </p:nvCxnSpPr>
        <p:spPr>
          <a:xfrm flipV="1">
            <a:off x="965915" y="2601532"/>
            <a:ext cx="1493950" cy="1519707"/>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 name="Straight Arrow Connector 6"/>
          <p:cNvCxnSpPr/>
          <p:nvPr/>
        </p:nvCxnSpPr>
        <p:spPr>
          <a:xfrm>
            <a:off x="965915" y="4121239"/>
            <a:ext cx="1493950" cy="117197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36738048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48CADA-3924-4746-B1A5-6DAFB7388EB8}"/>
              </a:ext>
            </a:extLst>
          </p:cNvPr>
          <p:cNvSpPr>
            <a:spLocks noGrp="1"/>
          </p:cNvSpPr>
          <p:nvPr>
            <p:ph type="title"/>
          </p:nvPr>
        </p:nvSpPr>
        <p:spPr/>
        <p:txBody>
          <a:bodyPr/>
          <a:lstStyle/>
          <a:p>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682156CB-F25A-45A1-A604-CB7073E7ED3F}"/>
              </a:ext>
            </a:extLst>
          </p:cNvPr>
          <p:cNvSpPr>
            <a:spLocks noGrp="1"/>
          </p:cNvSpPr>
          <p:nvPr>
            <p:ph idx="1"/>
          </p:nvPr>
        </p:nvSpPr>
        <p:spPr>
          <a:xfrm>
            <a:off x="680321" y="2186609"/>
            <a:ext cx="11047853" cy="4412974"/>
          </a:xfrm>
        </p:spPr>
        <p:txBody>
          <a:bodyPr>
            <a:noAutofit/>
          </a:bodyPr>
          <a:lstStyle/>
          <a:p>
            <a:pPr marL="0" indent="0" algn="just">
              <a:buNone/>
            </a:pP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17 BLHS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câu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Thông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a:t>
            </a:r>
          </a:p>
          <a:p>
            <a:pPr algn="just">
              <a:buFontTx/>
              <a:buChar char="-"/>
            </a:pP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trước</a:t>
            </a:r>
            <a:endParaRPr lang="en-US" sz="2800" dirty="0">
              <a:latin typeface="Times New Roman" pitchFamily="18" charset="0"/>
              <a:cs typeface="Times New Roman" pitchFamily="18" charset="0"/>
            </a:endParaRPr>
          </a:p>
          <a:p>
            <a:pPr algn="just">
              <a:buFontTx/>
              <a:buChar char="-"/>
            </a:pP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lần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càng</a:t>
            </a:r>
            <a:r>
              <a:rPr lang="en-US" sz="2800" dirty="0">
                <a:latin typeface="Times New Roman" pitchFamily="18" charset="0"/>
                <a:cs typeface="Times New Roman" pitchFamily="18" charset="0"/>
              </a:rPr>
              <a:t>, chu </a:t>
            </a:r>
            <a:r>
              <a:rPr lang="en-US" sz="2800" dirty="0" err="1">
                <a:latin typeface="Times New Roman" pitchFamily="18" charset="0"/>
                <a:cs typeface="Times New Roman" pitchFamily="18" charset="0"/>
              </a:rPr>
              <a:t>đáo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còn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30093718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A0C51B-2696-4577-9988-E64DF451CA83}"/>
              </a:ext>
            </a:extLst>
          </p:cNvPr>
          <p:cNvSpPr>
            <a:spLocks noGrp="1"/>
          </p:cNvSpPr>
          <p:nvPr>
            <p:ph type="title" idx="4294967295"/>
          </p:nvPr>
        </p:nvSpPr>
        <p:spPr>
          <a:xfrm>
            <a:off x="0" y="2063750"/>
            <a:ext cx="3738563" cy="2660650"/>
          </a:xfrm>
        </p:spPr>
        <p:txBody>
          <a:bodyPr>
            <a:normAutofit/>
          </a:bodyPr>
          <a:lstStyle/>
          <a:p>
            <a:pPr algn="r"/>
            <a:r>
              <a:rPr lang="en-US" sz="4400" dirty="0" err="1">
                <a:latin typeface="Times New Roman" pitchFamily="18" charset="0"/>
                <a:cs typeface="Times New Roman" pitchFamily="18" charset="0"/>
              </a:rPr>
              <a:t>Trách</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nhiệm</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hình</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sự</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trong</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đồng</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phạm</a:t>
            </a:r>
            <a:endParaRPr lang="en-US" sz="4400" dirty="0">
              <a:latin typeface="Times New Roman" pitchFamily="18" charset="0"/>
              <a:cs typeface="Times New Roman" pitchFamily="18" charset="0"/>
            </a:endParaRPr>
          </a:p>
        </p:txBody>
      </p:sp>
      <p:graphicFrame>
        <p:nvGraphicFramePr>
          <p:cNvPr id="5" name="Content Placeholder 2">
            <a:extLst>
              <a:ext uri="{FF2B5EF4-FFF2-40B4-BE49-F238E27FC236}">
                <a16:creationId xmlns="" xmlns:a16="http://schemas.microsoft.com/office/drawing/2014/main" id="{48E6BB06-9F85-4910-B1D6-B5324087B425}"/>
              </a:ext>
            </a:extLst>
          </p:cNvPr>
          <p:cNvGraphicFramePr>
            <a:graphicFrameLocks noGrp="1"/>
          </p:cNvGraphicFramePr>
          <p:nvPr>
            <p:ph idx="4294967295"/>
            <p:extLst>
              <p:ext uri="{D42A27DB-BD31-4B8C-83A1-F6EECF244321}">
                <p14:modId xmlns:p14="http://schemas.microsoft.com/office/powerpoint/2010/main" val="1606326761"/>
              </p:ext>
            </p:extLst>
          </p:nvPr>
        </p:nvGraphicFramePr>
        <p:xfrm>
          <a:off x="3631842" y="399245"/>
          <a:ext cx="8242480" cy="6027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80154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F9D879-B413-4E1D-8CFE-1746323FED8D}"/>
              </a:ext>
            </a:extLst>
          </p:cNvPr>
          <p:cNvSpPr>
            <a:spLocks noGrp="1"/>
          </p:cNvSpPr>
          <p:nvPr>
            <p:ph type="title"/>
          </p:nvPr>
        </p:nvSpPr>
        <p:spPr/>
        <p:txBody>
          <a:bodyPr>
            <a:normAutofit/>
          </a:bodyPr>
          <a:lstStyle/>
          <a:p>
            <a:r>
              <a:rPr lang="en-US" sz="3400" dirty="0" err="1">
                <a:latin typeface="Times New Roman" pitchFamily="18" charset="0"/>
                <a:cs typeface="Times New Roman" pitchFamily="18" charset="0"/>
              </a:rPr>
              <a:t>Một</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số</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vấn</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đề</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liên</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quan</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đến</a:t>
            </a:r>
            <a:r>
              <a:rPr lang="en-US" sz="3400" dirty="0">
                <a:latin typeface="Times New Roman" pitchFamily="18" charset="0"/>
                <a:cs typeface="Times New Roman" pitchFamily="18" charset="0"/>
              </a:rPr>
              <a:t> TNHS </a:t>
            </a:r>
            <a:r>
              <a:rPr lang="en-US" sz="3400" dirty="0" err="1">
                <a:latin typeface="Times New Roman" pitchFamily="18" charset="0"/>
                <a:cs typeface="Times New Roman" pitchFamily="18" charset="0"/>
              </a:rPr>
              <a:t>trong</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đồng</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phạm</a:t>
            </a:r>
            <a:endParaRPr lang="en-US" sz="3400"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BA326F91-8BD9-4787-BB62-C7F8194C25C4}"/>
              </a:ext>
            </a:extLst>
          </p:cNvPr>
          <p:cNvSpPr>
            <a:spLocks noGrp="1"/>
          </p:cNvSpPr>
          <p:nvPr>
            <p:ph idx="1"/>
          </p:nvPr>
        </p:nvSpPr>
        <p:spPr>
          <a:xfrm>
            <a:off x="680321" y="2336873"/>
            <a:ext cx="10472783" cy="3599316"/>
          </a:xfrm>
        </p:spPr>
        <p:txBody>
          <a:bodyPr>
            <a:normAutofit/>
          </a:bodyPr>
          <a:lstStyle/>
          <a:p>
            <a:pPr algn="just"/>
            <a:r>
              <a:rPr lang="en-US" sz="2800" dirty="0" err="1">
                <a:latin typeface="Times New Roman" pitchFamily="18" charset="0"/>
                <a:cs typeface="Times New Roman" pitchFamily="18" charset="0"/>
              </a:rPr>
              <a:t>Vấn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đoạn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Vấn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nửa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chừng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36461956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37881" y="443605"/>
            <a:ext cx="10045522" cy="6060226"/>
          </a:xfrm>
        </p:spPr>
        <p:txBody>
          <a:bodyPr>
            <a:normAutofit fontScale="92500" lnSpcReduction="20000"/>
          </a:bodyPr>
          <a:lstStyle/>
          <a:p>
            <a:pPr marL="0" indent="0" algn="just">
              <a:buNone/>
            </a:pPr>
            <a:r>
              <a:rPr lang="en-US" dirty="0" err="1" smtClean="0">
                <a:latin typeface="Times New Roman" pitchFamily="18" charset="0"/>
                <a:cs typeface="Times New Roman" pitchFamily="18" charset="0"/>
              </a:rPr>
              <a:t>Trường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Hiếu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Ngọc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những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tượng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lưu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chuyên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nghiệp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Bằng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nhiều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tiền</a:t>
            </a:r>
            <a:r>
              <a:rPr lang="en-US" dirty="0" smtClean="0">
                <a:latin typeface="Times New Roman" pitchFamily="18" charset="0"/>
                <a:cs typeface="Times New Roman" pitchFamily="18" charset="0"/>
              </a:rPr>
              <a:t> do </a:t>
            </a:r>
            <a:r>
              <a:rPr lang="en-US" dirty="0" err="1" smtClean="0">
                <a:latin typeface="Times New Roman" pitchFamily="18" charset="0"/>
                <a:cs typeface="Times New Roman" pitchFamily="18" charset="0"/>
              </a:rPr>
              <a:t>trúng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xổ</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bọn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chúng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bàn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lấy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trộm</a:t>
            </a:r>
            <a:r>
              <a:rPr lang="en-US" dirty="0" smtClean="0">
                <a:latin typeface="Times New Roman" pitchFamily="18" charset="0"/>
                <a:cs typeface="Times New Roman" pitchFamily="18" charset="0"/>
              </a:rPr>
              <a:t>. Theo </a:t>
            </a:r>
            <a:r>
              <a:rPr lang="en-US" dirty="0" err="1" smtClean="0">
                <a:latin typeface="Times New Roman" pitchFamily="18" charset="0"/>
                <a:cs typeface="Times New Roman" pitchFamily="18" charset="0"/>
              </a:rPr>
              <a:t>kế</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Hiếu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Ngọc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đã</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tẩm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thuốc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độc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thức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ăn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chết</a:t>
            </a:r>
            <a:r>
              <a:rPr lang="en-US" dirty="0" smtClean="0">
                <a:latin typeface="Times New Roman" pitchFamily="18" charset="0"/>
                <a:cs typeface="Times New Roman" pitchFamily="18" charset="0"/>
              </a:rPr>
              <a:t> 2 con </a:t>
            </a:r>
            <a:r>
              <a:rPr lang="en-US" dirty="0" err="1" smtClean="0">
                <a:latin typeface="Times New Roman" pitchFamily="18" charset="0"/>
                <a:cs typeface="Times New Roman" pitchFamily="18" charset="0"/>
              </a:rPr>
              <a:t>chó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Bằng</a:t>
            </a:r>
            <a:r>
              <a:rPr lang="en-US" dirty="0" smtClean="0">
                <a:latin typeface="Times New Roman" pitchFamily="18" charset="0"/>
                <a:cs typeface="Times New Roman" pitchFamily="18" charset="0"/>
              </a:rPr>
              <a:t>.</a:t>
            </a:r>
          </a:p>
          <a:p>
            <a:pPr marL="0" indent="0" algn="just">
              <a:buNone/>
            </a:pPr>
            <a:r>
              <a:rPr lang="en-US" dirty="0" err="1" smtClean="0">
                <a:latin typeface="Times New Roman" pitchFamily="18" charset="0"/>
                <a:cs typeface="Times New Roman" pitchFamily="18" charset="0"/>
              </a:rPr>
              <a:t>Tối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hôm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Hiếu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Ngọc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theo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dụng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cụ</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phục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kích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vườn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Bằng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Vì</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chúng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rút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lui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hôm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theo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hẹn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Hiếu</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điểm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phục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kích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Ngọc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thì</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thấy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Ngọc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Hiếu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Khiêm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rủ</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Khiêm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tham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gia</a:t>
            </a:r>
            <a:r>
              <a:rPr lang="en-US" dirty="0" smtClean="0">
                <a:latin typeface="Times New Roman" pitchFamily="18" charset="0"/>
                <a:cs typeface="Times New Roman" pitchFamily="18" charset="0"/>
              </a:rPr>
              <a:t>.</a:t>
            </a:r>
          </a:p>
          <a:p>
            <a:pPr marL="0" indent="0" algn="just">
              <a:buNone/>
            </a:pP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nửa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đêm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Bằng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ngủ</a:t>
            </a:r>
            <a:r>
              <a:rPr lang="en-US" dirty="0" smtClean="0">
                <a:latin typeface="Times New Roman" pitchFamily="18" charset="0"/>
                <a:cs typeface="Times New Roman" pitchFamily="18" charset="0"/>
              </a:rPr>
              <a:t> say, </a:t>
            </a:r>
            <a:r>
              <a:rPr lang="en-US" dirty="0" err="1" smtClean="0">
                <a:latin typeface="Times New Roman" pitchFamily="18" charset="0"/>
                <a:cs typeface="Times New Roman" pitchFamily="18" charset="0"/>
              </a:rPr>
              <a:t>Hiếu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đứng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ngoài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canh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Khiêm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cạy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tủ</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Nghe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tiếng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động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Bằng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thức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dậy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lộ</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cả</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bọn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bỏ</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chạy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dân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phòng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bắt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được</a:t>
            </a:r>
            <a:r>
              <a:rPr lang="en-US" dirty="0" smtClean="0">
                <a:latin typeface="Times New Roman" pitchFamily="18" charset="0"/>
                <a:cs typeface="Times New Roman" pitchFamily="18" charset="0"/>
              </a:rPr>
              <a:t>.</a:t>
            </a:r>
          </a:p>
          <a:p>
            <a:pPr marL="0" indent="0" algn="just">
              <a:buNone/>
            </a:pPr>
            <a:r>
              <a:rPr lang="en-US" dirty="0" err="1" smtClean="0">
                <a:latin typeface="Times New Roman" pitchFamily="18" charset="0"/>
                <a:cs typeface="Times New Roman" pitchFamily="18" charset="0"/>
              </a:rPr>
              <a:t>Anh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hãy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định</a:t>
            </a:r>
            <a:r>
              <a:rPr lang="en-US" dirty="0" smtClean="0">
                <a:latin typeface="Times New Roman" pitchFamily="18" charset="0"/>
                <a:cs typeface="Times New Roman" pitchFamily="18" charset="0"/>
              </a:rPr>
              <a:t>:</a:t>
            </a:r>
          </a:p>
          <a:p>
            <a:pPr marL="457200" indent="-457200" algn="just">
              <a:buAutoNum type="arabicPeriod"/>
            </a:pPr>
            <a:r>
              <a:rPr lang="en-US" dirty="0" err="1" smtClean="0">
                <a:latin typeface="Times New Roman" pitchFamily="18" charset="0"/>
                <a:cs typeface="Times New Roman" pitchFamily="18" charset="0"/>
              </a:rPr>
              <a:t>Những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ở </a:t>
            </a:r>
            <a:r>
              <a:rPr lang="en-US" dirty="0" err="1" smtClean="0">
                <a:latin typeface="Times New Roman" pitchFamily="18" charset="0"/>
                <a:cs typeface="Times New Roman" pitchFamily="18" charset="0"/>
              </a:rPr>
              <a:t>giai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đoạn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sao</a:t>
            </a:r>
            <a:r>
              <a:rPr lang="en-US" dirty="0" smtClean="0">
                <a:latin typeface="Times New Roman" pitchFamily="18" charset="0"/>
                <a:cs typeface="Times New Roman" pitchFamily="18" charset="0"/>
              </a:rPr>
              <a:t>?</a:t>
            </a:r>
          </a:p>
          <a:p>
            <a:pPr marL="457200" indent="-457200" algn="just">
              <a:buAutoNum type="arabicPeriod"/>
            </a:pPr>
            <a:r>
              <a:rPr lang="en-US" dirty="0" err="1" smtClean="0">
                <a:latin typeface="Times New Roman" pitchFamily="18" charset="0"/>
                <a:cs typeface="Times New Roman" pitchFamily="18" charset="0"/>
              </a:rPr>
              <a:t>Ngọc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được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coi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tự</a:t>
            </a:r>
            <a:r>
              <a:rPr lang="en-US" dirty="0" smtClean="0">
                <a:latin typeface="Times New Roman" pitchFamily="18" charset="0"/>
                <a:cs typeface="Times New Roman" pitchFamily="18" charset="0"/>
              </a:rPr>
              <a:t> ý </a:t>
            </a:r>
            <a:r>
              <a:rPr lang="en-US" dirty="0" err="1" smtClean="0">
                <a:latin typeface="Times New Roman" pitchFamily="18" charset="0"/>
                <a:cs typeface="Times New Roman" pitchFamily="18" charset="0"/>
              </a:rPr>
              <a:t>nửa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chừng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chấm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dứt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việc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Nếu</a:t>
            </a:r>
            <a:r>
              <a:rPr lang="en-US" dirty="0" smtClean="0">
                <a:latin typeface="Times New Roman" pitchFamily="18" charset="0"/>
                <a:cs typeface="Times New Roman" pitchFamily="18" charset="0"/>
              </a:rPr>
              <a:t>:</a:t>
            </a:r>
          </a:p>
          <a:p>
            <a:pPr marL="914400" lvl="1" indent="-457200" algn="just">
              <a:buAutoNum type="alphaLcPeriod"/>
            </a:pPr>
            <a:r>
              <a:rPr lang="en-US" dirty="0" err="1" smtClean="0">
                <a:latin typeface="Times New Roman" pitchFamily="18" charset="0"/>
                <a:cs typeface="Times New Roman" pitchFamily="18" charset="0"/>
              </a:rPr>
              <a:t>Ngọc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vì</a:t>
            </a:r>
            <a:r>
              <a:rPr lang="en-US" dirty="0" smtClean="0">
                <a:latin typeface="Times New Roman" pitchFamily="18" charset="0"/>
                <a:cs typeface="Times New Roman" pitchFamily="18" charset="0"/>
              </a:rPr>
              <a:t> lo </a:t>
            </a:r>
            <a:r>
              <a:rPr lang="en-US" dirty="0" err="1" smtClean="0">
                <a:latin typeface="Times New Roman" pitchFamily="18" charset="0"/>
                <a:cs typeface="Times New Roman" pitchFamily="18" charset="0"/>
              </a:rPr>
              <a:t>sợ</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hiện</a:t>
            </a:r>
            <a:endParaRPr lang="en-US" dirty="0" smtClean="0">
              <a:latin typeface="Times New Roman" pitchFamily="18" charset="0"/>
              <a:cs typeface="Times New Roman" pitchFamily="18" charset="0"/>
            </a:endParaRPr>
          </a:p>
          <a:p>
            <a:pPr marL="914400" lvl="1" indent="-457200" algn="just">
              <a:buAutoNum type="alphaLcPeriod"/>
            </a:pPr>
            <a:r>
              <a:rPr lang="en-US" dirty="0" err="1" smtClean="0">
                <a:latin typeface="Times New Roman" pitchFamily="18" charset="0"/>
                <a:cs typeface="Times New Roman" pitchFamily="18" charset="0"/>
              </a:rPr>
              <a:t>Ngọc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vì</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bệnh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cấp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cứu</a:t>
            </a:r>
            <a:r>
              <a:rPr lang="en-US" dirty="0" smtClean="0">
                <a:latin typeface="Times New Roman" pitchFamily="18" charset="0"/>
                <a:cs typeface="Times New Roman" pitchFamily="18" charset="0"/>
              </a:rPr>
              <a:t> ở </a:t>
            </a:r>
            <a:r>
              <a:rPr lang="en-US" dirty="0" err="1" smtClean="0">
                <a:latin typeface="Times New Roman" pitchFamily="18" charset="0"/>
                <a:cs typeface="Times New Roman" pitchFamily="18" charset="0"/>
              </a:rPr>
              <a:t>bệnh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viện</a:t>
            </a:r>
            <a:r>
              <a:rPr lang="en-US" dirty="0" smtClean="0">
                <a:latin typeface="Times New Roman" pitchFamily="18" charset="0"/>
                <a:cs typeface="Times New Roman" pitchFamily="18" charset="0"/>
              </a:rPr>
              <a:t>.</a:t>
            </a:r>
          </a:p>
          <a:p>
            <a:pPr marL="0" indent="0" algn="just">
              <a:buNone/>
            </a:pPr>
            <a:r>
              <a:rPr lang="en-US" dirty="0" smtClean="0">
                <a:latin typeface="Times New Roman" pitchFamily="18" charset="0"/>
                <a:cs typeface="Times New Roman" pitchFamily="18" charset="0"/>
              </a:rPr>
              <a:t>3. </a:t>
            </a:r>
            <a:r>
              <a:rPr lang="en-US" dirty="0" err="1" smtClean="0">
                <a:latin typeface="Times New Roman" pitchFamily="18" charset="0"/>
                <a:cs typeface="Times New Roman" pitchFamily="18" charset="0"/>
              </a:rPr>
              <a:t>Trong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vụ</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đồng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Nếu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hãy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định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vai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trò</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mỗi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đồng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a:t>
            </a:r>
          </a:p>
          <a:p>
            <a:pPr marL="0" indent="0" algn="just">
              <a:buNone/>
            </a:pPr>
            <a:r>
              <a:rPr lang="en-US" dirty="0" smtClean="0">
                <a:latin typeface="Times New Roman" pitchFamily="18" charset="0"/>
                <a:cs typeface="Times New Roman" pitchFamily="18" charset="0"/>
              </a:rPr>
              <a:t>4. </a:t>
            </a:r>
            <a:r>
              <a:rPr lang="en-US" dirty="0" err="1" smtClean="0">
                <a:latin typeface="Times New Roman" pitchFamily="18" charset="0"/>
                <a:cs typeface="Times New Roman" pitchFamily="18" charset="0"/>
              </a:rPr>
              <a:t>Xét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dấu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hiệu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chủ</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thức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đồng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trong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vụ</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loại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nào</a:t>
            </a:r>
            <a:r>
              <a:rPr lang="en-US" dirty="0" smtClean="0">
                <a:latin typeface="Times New Roman" pitchFamily="18" charset="0"/>
                <a:cs typeface="Times New Roman" pitchFamily="18" charset="0"/>
              </a:rPr>
              <a:t>?</a:t>
            </a:r>
          </a:p>
          <a:p>
            <a:pPr marL="0" indent="0" algn="just">
              <a:buNone/>
            </a:pPr>
            <a:r>
              <a:rPr lang="en-US" dirty="0" smtClean="0">
                <a:latin typeface="Times New Roman" pitchFamily="18" charset="0"/>
                <a:cs typeface="Times New Roman" pitchFamily="18" charset="0"/>
              </a:rPr>
              <a:t>5. </a:t>
            </a:r>
            <a:r>
              <a:rPr lang="en-US" dirty="0" err="1" smtClean="0">
                <a:latin typeface="Times New Roman" pitchFamily="18" charset="0"/>
                <a:cs typeface="Times New Roman" pitchFamily="18" charset="0"/>
              </a:rPr>
              <a:t>Xét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dấu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hiệu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thức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đồng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trong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vụ</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loại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nào</a:t>
            </a:r>
            <a:r>
              <a:rPr lang="en-US" dirty="0" smtClean="0">
                <a:latin typeface="Times New Roman" pitchFamily="18" charset="0"/>
                <a:cs typeface="Times New Roman" pitchFamily="18" charset="0"/>
              </a:rPr>
              <a:t>?</a:t>
            </a:r>
          </a:p>
          <a:p>
            <a:pPr marL="0" indent="0" algn="just">
              <a:buNone/>
            </a:pPr>
            <a:r>
              <a:rPr lang="en-US" dirty="0" smtClean="0">
                <a:latin typeface="Times New Roman" pitchFamily="18" charset="0"/>
                <a:cs typeface="Times New Roman" pitchFamily="18" charset="0"/>
              </a:rPr>
              <a:t>6. </a:t>
            </a:r>
            <a:r>
              <a:rPr lang="en-US" dirty="0" err="1" smtClean="0">
                <a:latin typeface="Times New Roman" pitchFamily="18" charset="0"/>
                <a:cs typeface="Times New Roman" pitchFamily="18" charset="0"/>
              </a:rPr>
              <a:t>Tình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huống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tổ</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chức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sao</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597642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CD5A8E-F082-45A4-9D44-6CBE2B18C15A}"/>
              </a:ext>
            </a:extLst>
          </p:cNvPr>
          <p:cNvSpPr>
            <a:spLocks noGrp="1"/>
          </p:cNvSpPr>
          <p:nvPr>
            <p:ph type="title"/>
          </p:nvPr>
        </p:nvSpPr>
        <p:spPr/>
        <p:txBody>
          <a:bodyPr/>
          <a:lstStyle/>
          <a:p>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liên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cấu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lập</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0594259-8403-414F-A260-A678D41D4E35}"/>
              </a:ext>
            </a:extLst>
          </p:cNvPr>
          <p:cNvSpPr>
            <a:spLocks noGrp="1"/>
          </p:cNvSpPr>
          <p:nvPr>
            <p:ph idx="1"/>
          </p:nvPr>
        </p:nvSpPr>
        <p:spPr/>
        <p:txBody>
          <a:bodyPr>
            <a:normAutofit/>
          </a:bodyPr>
          <a:lstStyle/>
          <a:p>
            <a:pPr algn="just"/>
            <a:r>
              <a:rPr lang="en-US" sz="2800" b="1" i="1" dirty="0" err="1">
                <a:latin typeface="Times New Roman" pitchFamily="18" charset="0"/>
                <a:cs typeface="Times New Roman" pitchFamily="18" charset="0"/>
              </a:rPr>
              <a:t>Tội</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che</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giấu</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tội</a:t>
            </a:r>
            <a:r>
              <a:rPr lang="en-US" sz="2800" b="1" i="1" dirty="0">
                <a:latin typeface="Times New Roman" pitchFamily="18" charset="0"/>
                <a:cs typeface="Times New Roman" pitchFamily="18" charset="0"/>
              </a:rPr>
              <a:t> </a:t>
            </a:r>
            <a:r>
              <a:rPr lang="en-US" sz="2800" b="1" i="1" dirty="0" err="1" smtClean="0">
                <a:latin typeface="Times New Roman" pitchFamily="18" charset="0"/>
                <a:cs typeface="Times New Roman" pitchFamily="18" charset="0"/>
              </a:rPr>
              <a:t>phạm</a:t>
            </a:r>
            <a:r>
              <a:rPr lang="en-US" sz="2800" b="1" i="1" dirty="0" smtClean="0">
                <a:latin typeface="Times New Roman" pitchFamily="18" charset="0"/>
                <a:cs typeface="Times New Roman" pitchFamily="18" charset="0"/>
              </a:rPr>
              <a:t> (</a:t>
            </a:r>
            <a:r>
              <a:rPr lang="en-US" sz="2800" b="1" i="1" dirty="0" err="1" smtClean="0">
                <a:latin typeface="Times New Roman" pitchFamily="18" charset="0"/>
                <a:cs typeface="Times New Roman" pitchFamily="18" charset="0"/>
              </a:rPr>
              <a:t>Điều</a:t>
            </a:r>
            <a:r>
              <a:rPr lang="en-US" sz="2800" b="1" i="1" dirty="0" smtClean="0">
                <a:latin typeface="Times New Roman" pitchFamily="18" charset="0"/>
                <a:cs typeface="Times New Roman" pitchFamily="18" charset="0"/>
              </a:rPr>
              <a:t> 18 BLHS)</a:t>
            </a:r>
            <a:endParaRPr lang="en-US" sz="2800" b="1" i="1" dirty="0">
              <a:latin typeface="Times New Roman" pitchFamily="18" charset="0"/>
              <a:cs typeface="Times New Roman" pitchFamily="18" charset="0"/>
            </a:endParaRPr>
          </a:p>
          <a:p>
            <a:pPr marL="0" indent="0" algn="just">
              <a:buNone/>
            </a:pPr>
            <a:r>
              <a:rPr lang="en-US" sz="2800" dirty="0" err="1">
                <a:latin typeface="Times New Roman" pitchFamily="18" charset="0"/>
                <a:cs typeface="Times New Roman" pitchFamily="18" charset="0"/>
              </a:rPr>
              <a:t>N</a:t>
            </a:r>
            <a:r>
              <a:rPr lang="en-US" sz="2800" dirty="0" err="1" smtClean="0">
                <a:latin typeface="Times New Roman" pitchFamily="18" charset="0"/>
                <a:cs typeface="Times New Roman" pitchFamily="18" charset="0"/>
              </a:rPr>
              <a:t>gười</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hẹn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vết</a:t>
            </a:r>
            <a:r>
              <a:rPr lang="en-US" sz="2800" dirty="0">
                <a:latin typeface="Times New Roman" pitchFamily="18" charset="0"/>
                <a:cs typeface="Times New Roman" pitchFamily="18" charset="0"/>
              </a:rPr>
              <a:t>, tang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TNHS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49291133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3146BB-325E-400F-9722-21DE88D5F6D8}"/>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4B6D5C05-B515-4C72-B722-07996B6E04D1}"/>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bà</a:t>
            </a:r>
            <a:r>
              <a:rPr lang="en-US" sz="2800" dirty="0">
                <a:latin typeface="Times New Roman" pitchFamily="18" charset="0"/>
                <a:cs typeface="Times New Roman" pitchFamily="18" charset="0"/>
              </a:rPr>
              <a:t>, cha, </a:t>
            </a:r>
            <a:r>
              <a:rPr lang="en-US" sz="2800" dirty="0" err="1">
                <a:latin typeface="Times New Roman" pitchFamily="18" charset="0"/>
                <a:cs typeface="Times New Roman" pitchFamily="18" charset="0"/>
              </a:rPr>
              <a:t>mẹ</a:t>
            </a:r>
            <a:r>
              <a:rPr lang="en-US" sz="2800" dirty="0">
                <a:latin typeface="Times New Roman" pitchFamily="18" charset="0"/>
                <a:cs typeface="Times New Roman" pitchFamily="18" charset="0"/>
              </a:rPr>
              <a:t>, con, </a:t>
            </a:r>
            <a:r>
              <a:rPr lang="en-US" sz="2800" dirty="0" err="1">
                <a:latin typeface="Times New Roman" pitchFamily="18" charset="0"/>
                <a:cs typeface="Times New Roman" pitchFamily="18" charset="0"/>
              </a:rPr>
              <a:t>cháu</a:t>
            </a:r>
            <a:r>
              <a:rPr lang="en-US" sz="2800" dirty="0">
                <a:latin typeface="Times New Roman" pitchFamily="18" charset="0"/>
                <a:cs typeface="Times New Roman" pitchFamily="18" charset="0"/>
              </a:rPr>
              <a:t>, anh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em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ruột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an </a:t>
            </a:r>
            <a:r>
              <a:rPr lang="en-US" sz="2800" dirty="0" err="1">
                <a:latin typeface="Times New Roman" pitchFamily="18" charset="0"/>
                <a:cs typeface="Times New Roman" pitchFamily="18" charset="0"/>
              </a:rPr>
              <a:t>ninh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389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32431365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8349A7-2A85-48E0-8CDE-B297DF020469}"/>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2C453938-3D7F-45A3-A5AE-04CB39A5878F}"/>
              </a:ext>
            </a:extLst>
          </p:cNvPr>
          <p:cNvSpPr>
            <a:spLocks noGrp="1"/>
          </p:cNvSpPr>
          <p:nvPr>
            <p:ph idx="1"/>
          </p:nvPr>
        </p:nvSpPr>
        <p:spPr/>
        <p:txBody>
          <a:bodyPr>
            <a:normAutofit/>
          </a:bodyPr>
          <a:lstStyle/>
          <a:p>
            <a:pPr algn="just"/>
            <a:r>
              <a:rPr lang="en-US" sz="2800" b="1" i="1" dirty="0" err="1">
                <a:latin typeface="Times New Roman" pitchFamily="18" charset="0"/>
                <a:cs typeface="Times New Roman" pitchFamily="18" charset="0"/>
              </a:rPr>
              <a:t>Tội</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không</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tố</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giác</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tội</a:t>
            </a:r>
            <a:r>
              <a:rPr lang="en-US" sz="2800" b="1" i="1" dirty="0">
                <a:latin typeface="Times New Roman" pitchFamily="18" charset="0"/>
                <a:cs typeface="Times New Roman" pitchFamily="18" charset="0"/>
              </a:rPr>
              <a:t> </a:t>
            </a:r>
            <a:r>
              <a:rPr lang="en-US" sz="2800" b="1" i="1" dirty="0" err="1" smtClean="0">
                <a:latin typeface="Times New Roman" pitchFamily="18" charset="0"/>
                <a:cs typeface="Times New Roman" pitchFamily="18" charset="0"/>
              </a:rPr>
              <a:t>phạm</a:t>
            </a:r>
            <a:r>
              <a:rPr lang="en-US" sz="2800" b="1" i="1" dirty="0" smtClean="0">
                <a:latin typeface="Times New Roman" pitchFamily="18" charset="0"/>
                <a:cs typeface="Times New Roman" pitchFamily="18" charset="0"/>
              </a:rPr>
              <a:t> (</a:t>
            </a:r>
            <a:r>
              <a:rPr lang="en-US" sz="2800" b="1" i="1" dirty="0" err="1" smtClean="0">
                <a:latin typeface="Times New Roman" pitchFamily="18" charset="0"/>
                <a:cs typeface="Times New Roman" pitchFamily="18" charset="0"/>
              </a:rPr>
              <a:t>Điều</a:t>
            </a:r>
            <a:r>
              <a:rPr lang="en-US" sz="2800" b="1" i="1" dirty="0" smtClean="0">
                <a:latin typeface="Times New Roman" pitchFamily="18" charset="0"/>
                <a:cs typeface="Times New Roman" pitchFamily="18" charset="0"/>
              </a:rPr>
              <a:t> 19 BLHS)</a:t>
            </a:r>
            <a:endParaRPr lang="en-US" sz="2800" b="1" i="1" dirty="0">
              <a:latin typeface="Times New Roman" pitchFamily="18" charset="0"/>
              <a:cs typeface="Times New Roman" pitchFamily="18" charset="0"/>
            </a:endParaRPr>
          </a:p>
          <a:p>
            <a:pPr marL="0" indent="0" algn="just">
              <a:buNone/>
            </a:pPr>
            <a:r>
              <a:rPr lang="en-US" sz="2800" dirty="0" err="1">
                <a:latin typeface="Times New Roman" pitchFamily="18" charset="0"/>
                <a:cs typeface="Times New Roman" pitchFamily="18" charset="0"/>
              </a:rPr>
              <a:t>N</a:t>
            </a:r>
            <a:r>
              <a:rPr lang="en-US" sz="2800" dirty="0" err="1" smtClean="0">
                <a:latin typeface="Times New Roman" pitchFamily="18" charset="0"/>
                <a:cs typeface="Times New Roman" pitchFamily="18" charset="0"/>
              </a:rPr>
              <a:t>gười</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rõ</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TNHS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390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11337528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9D70C1A-3582-46C2-A262-1392F938CE54}"/>
              </a:ext>
            </a:extLst>
          </p:cNvPr>
          <p:cNvSpPr>
            <a:spLocks noGrp="1"/>
          </p:cNvSpPr>
          <p:nvPr>
            <p:ph idx="4294967295"/>
          </p:nvPr>
        </p:nvSpPr>
        <p:spPr>
          <a:xfrm>
            <a:off x="468671" y="536440"/>
            <a:ext cx="9692760" cy="5748449"/>
          </a:xfrm>
        </p:spPr>
        <p:txBody>
          <a:bodyPr>
            <a:normAutofit/>
          </a:bodyPr>
          <a:lstStyle/>
          <a:p>
            <a:pPr algn="just"/>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bà</a:t>
            </a:r>
            <a:r>
              <a:rPr lang="en-US" sz="2800" dirty="0">
                <a:latin typeface="Times New Roman" pitchFamily="18" charset="0"/>
                <a:cs typeface="Times New Roman" pitchFamily="18" charset="0"/>
              </a:rPr>
              <a:t>, cha, </a:t>
            </a:r>
            <a:r>
              <a:rPr lang="en-US" sz="2800" dirty="0" err="1">
                <a:latin typeface="Times New Roman" pitchFamily="18" charset="0"/>
                <a:cs typeface="Times New Roman" pitchFamily="18" charset="0"/>
              </a:rPr>
              <a:t>mẹ</a:t>
            </a:r>
            <a:r>
              <a:rPr lang="en-US" sz="2800" dirty="0">
                <a:latin typeface="Times New Roman" pitchFamily="18" charset="0"/>
                <a:cs typeface="Times New Roman" pitchFamily="18" charset="0"/>
              </a:rPr>
              <a:t>, con, </a:t>
            </a:r>
            <a:r>
              <a:rPr lang="en-US" sz="2800" dirty="0" err="1">
                <a:latin typeface="Times New Roman" pitchFamily="18" charset="0"/>
                <a:cs typeface="Times New Roman" pitchFamily="18" charset="0"/>
              </a:rPr>
              <a:t>cháu</a:t>
            </a:r>
            <a:r>
              <a:rPr lang="en-US" sz="2800" dirty="0">
                <a:latin typeface="Times New Roman" pitchFamily="18" charset="0"/>
                <a:cs typeface="Times New Roman" pitchFamily="18" charset="0"/>
              </a:rPr>
              <a:t>, anh, </a:t>
            </a:r>
            <a:r>
              <a:rPr lang="en-US" sz="2800" dirty="0" err="1">
                <a:latin typeface="Times New Roman" pitchFamily="18" charset="0"/>
                <a:cs typeface="Times New Roman" pitchFamily="18" charset="0"/>
              </a:rPr>
              <a:t>chị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em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ruột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TNHS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Chương</a:t>
            </a:r>
            <a:r>
              <a:rPr lang="en-US" sz="2800" dirty="0">
                <a:latin typeface="Times New Roman" pitchFamily="18" charset="0"/>
                <a:cs typeface="Times New Roman" pitchFamily="18" charset="0"/>
              </a:rPr>
              <a:t> XIII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an </a:t>
            </a:r>
            <a:r>
              <a:rPr lang="en-US" sz="2800" dirty="0" err="1">
                <a:latin typeface="Times New Roman" pitchFamily="18" charset="0"/>
                <a:cs typeface="Times New Roman" pitchFamily="18" charset="0"/>
              </a:rPr>
              <a:t>ninh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Chương</a:t>
            </a:r>
            <a:r>
              <a:rPr lang="en-US" sz="2800" dirty="0">
                <a:latin typeface="Times New Roman" pitchFamily="18" charset="0"/>
                <a:cs typeface="Times New Roman" pitchFamily="18" charset="0"/>
              </a:rPr>
              <a:t> XIII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rõ</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chữa</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53786830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0FC4EB2-E015-4F43-BE5B-5FA55CD74CBE}"/>
              </a:ext>
            </a:extLst>
          </p:cNvPr>
          <p:cNvSpPr>
            <a:spLocks noGrp="1"/>
          </p:cNvSpPr>
          <p:nvPr>
            <p:ph idx="4294967295"/>
          </p:nvPr>
        </p:nvSpPr>
        <p:spPr>
          <a:xfrm>
            <a:off x="497472" y="850006"/>
            <a:ext cx="9818505" cy="3128068"/>
          </a:xfrm>
        </p:spPr>
        <p:txBody>
          <a:bodyPr>
            <a:normAutofit/>
          </a:bodyPr>
          <a:lstStyle/>
          <a:p>
            <a:pPr marL="0" indent="0" algn="just">
              <a:buNone/>
            </a:pP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chứa</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chấp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tiêu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a:t>
            </a:r>
          </a:p>
        </p:txBody>
      </p:sp>
      <p:pic>
        <p:nvPicPr>
          <p:cNvPr id="5" name="Picture 4" descr="A group of items on a table&#10;&#10;Description generated with high confidence">
            <a:extLst>
              <a:ext uri="{FF2B5EF4-FFF2-40B4-BE49-F238E27FC236}">
                <a16:creationId xmlns="" xmlns:a16="http://schemas.microsoft.com/office/drawing/2014/main" id="{1966C197-9B9E-4D8E-8ED3-0258472EA8DB}"/>
              </a:ext>
            </a:extLst>
          </p:cNvPr>
          <p:cNvPicPr>
            <a:picLocks noChangeAspect="1"/>
          </p:cNvPicPr>
          <p:nvPr/>
        </p:nvPicPr>
        <p:blipFill>
          <a:blip r:embed="rId2"/>
          <a:stretch>
            <a:fillRect/>
          </a:stretch>
        </p:blipFill>
        <p:spPr>
          <a:xfrm>
            <a:off x="467113" y="2989782"/>
            <a:ext cx="5148271" cy="2893328"/>
          </a:xfrm>
          <a:prstGeom prst="rect">
            <a:avLst/>
          </a:prstGeom>
        </p:spPr>
      </p:pic>
      <p:pic>
        <p:nvPicPr>
          <p:cNvPr id="7" name="Picture 6" descr="A screenshot of a cell phone&#10;&#10;Description generated with high confidence">
            <a:extLst>
              <a:ext uri="{FF2B5EF4-FFF2-40B4-BE49-F238E27FC236}">
                <a16:creationId xmlns="" xmlns:a16="http://schemas.microsoft.com/office/drawing/2014/main" id="{E716EC01-1BA7-472C-B109-47A689D58F0A}"/>
              </a:ext>
            </a:extLst>
          </p:cNvPr>
          <p:cNvPicPr>
            <a:picLocks noChangeAspect="1"/>
          </p:cNvPicPr>
          <p:nvPr/>
        </p:nvPicPr>
        <p:blipFill>
          <a:blip r:embed="rId3"/>
          <a:stretch>
            <a:fillRect/>
          </a:stretch>
        </p:blipFill>
        <p:spPr>
          <a:xfrm>
            <a:off x="6096000" y="2309737"/>
            <a:ext cx="5965525" cy="4253419"/>
          </a:xfrm>
          <a:prstGeom prst="rect">
            <a:avLst/>
          </a:prstGeom>
        </p:spPr>
      </p:pic>
    </p:spTree>
    <p:extLst>
      <p:ext uri="{BB962C8B-B14F-4D97-AF65-F5344CB8AC3E}">
        <p14:creationId xmlns:p14="http://schemas.microsoft.com/office/powerpoint/2010/main" val="44585786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76518" y="508000"/>
            <a:ext cx="9929612" cy="5944315"/>
          </a:xfrm>
        </p:spPr>
        <p:txBody>
          <a:bodyPr/>
          <a:lstStyle/>
          <a:p>
            <a:pPr marL="0" indent="0" algn="just">
              <a:buNone/>
            </a:pPr>
            <a:r>
              <a:rPr lang="en-US" sz="2600" dirty="0" err="1" smtClean="0">
                <a:latin typeface="Times New Roman" pitchFamily="18" charset="0"/>
                <a:cs typeface="Times New Roman" pitchFamily="18" charset="0"/>
              </a:rPr>
              <a:t>Ngày</a:t>
            </a:r>
            <a:r>
              <a:rPr lang="en-US" sz="2600" dirty="0" smtClean="0">
                <a:latin typeface="Times New Roman" pitchFamily="18" charset="0"/>
                <a:cs typeface="Times New Roman" pitchFamily="18" charset="0"/>
              </a:rPr>
              <a:t> 15/10, </a:t>
            </a:r>
            <a:r>
              <a:rPr lang="en-US" sz="2600" dirty="0" err="1" smtClean="0">
                <a:latin typeface="Times New Roman" pitchFamily="18" charset="0"/>
                <a:cs typeface="Times New Roman" pitchFamily="18" charset="0"/>
              </a:rPr>
              <a:t>trong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đang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ngồi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uống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nước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với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một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số</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thanh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niên</a:t>
            </a:r>
            <a:r>
              <a:rPr lang="en-US" sz="2600" dirty="0" smtClean="0">
                <a:latin typeface="Times New Roman" pitchFamily="18" charset="0"/>
                <a:cs typeface="Times New Roman" pitchFamily="18" charset="0"/>
              </a:rPr>
              <a:t>, A </a:t>
            </a:r>
            <a:r>
              <a:rPr lang="en-US" sz="2600" dirty="0" err="1" smtClean="0">
                <a:latin typeface="Times New Roman" pitchFamily="18" charset="0"/>
                <a:cs typeface="Times New Roman" pitchFamily="18" charset="0"/>
              </a:rPr>
              <a:t>nói</a:t>
            </a:r>
            <a:r>
              <a:rPr lang="en-US" sz="2600" dirty="0" smtClean="0">
                <a:latin typeface="Times New Roman" pitchFamily="18" charset="0"/>
                <a:cs typeface="Times New Roman" pitchFamily="18" charset="0"/>
              </a:rPr>
              <a:t>: “Tao </a:t>
            </a:r>
            <a:r>
              <a:rPr lang="en-US" sz="2600" dirty="0" err="1" smtClean="0">
                <a:latin typeface="Times New Roman" pitchFamily="18" charset="0"/>
                <a:cs typeface="Times New Roman" pitchFamily="18" charset="0"/>
              </a:rPr>
              <a:t>vừa</a:t>
            </a:r>
            <a:r>
              <a:rPr lang="en-US" sz="2600" dirty="0" smtClean="0">
                <a:latin typeface="Times New Roman" pitchFamily="18" charset="0"/>
                <a:cs typeface="Times New Roman" pitchFamily="18" charset="0"/>
              </a:rPr>
              <a:t> qua </a:t>
            </a:r>
            <a:r>
              <a:rPr lang="en-US" sz="2600" dirty="0" err="1" smtClean="0">
                <a:latin typeface="Times New Roman" pitchFamily="18" charset="0"/>
                <a:cs typeface="Times New Roman" pitchFamily="18" charset="0"/>
              </a:rPr>
              <a:t>cảng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thấy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về</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nhiều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lắm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đêm</a:t>
            </a:r>
            <a:r>
              <a:rPr lang="en-US" sz="2600" dirty="0" smtClean="0">
                <a:latin typeface="Times New Roman" pitchFamily="18" charset="0"/>
                <a:cs typeface="Times New Roman" pitchFamily="18" charset="0"/>
              </a:rPr>
              <a:t> nay </a:t>
            </a:r>
            <a:r>
              <a:rPr lang="en-US" sz="2600" dirty="0" err="1" smtClean="0">
                <a:latin typeface="Times New Roman" pitchFamily="18" charset="0"/>
                <a:cs typeface="Times New Roman" pitchFamily="18" charset="0"/>
              </a:rPr>
              <a:t>đứa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nào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bạo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gan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ra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nhất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định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kiếm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được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Trong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số</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những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người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ngồi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uống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nước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B </a:t>
            </a:r>
            <a:r>
              <a:rPr lang="en-US" sz="2600" dirty="0" err="1" smtClean="0">
                <a:latin typeface="Times New Roman" pitchFamily="18" charset="0"/>
                <a:cs typeface="Times New Roman" pitchFamily="18" charset="0"/>
              </a:rPr>
              <a:t>và</a:t>
            </a:r>
            <a:r>
              <a:rPr lang="en-US" sz="2600" dirty="0" smtClean="0">
                <a:latin typeface="Times New Roman" pitchFamily="18" charset="0"/>
                <a:cs typeface="Times New Roman" pitchFamily="18" charset="0"/>
              </a:rPr>
              <a:t> C </a:t>
            </a:r>
            <a:r>
              <a:rPr lang="en-US" sz="2600" dirty="0" err="1" smtClean="0">
                <a:latin typeface="Times New Roman" pitchFamily="18" charset="0"/>
                <a:cs typeface="Times New Roman" pitchFamily="18" charset="0"/>
              </a:rPr>
              <a:t>là</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những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tên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trộm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cắp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nghe</a:t>
            </a:r>
            <a:r>
              <a:rPr lang="en-US" sz="2600" dirty="0" smtClean="0">
                <a:latin typeface="Times New Roman" pitchFamily="18" charset="0"/>
                <a:cs typeface="Times New Roman" pitchFamily="18" charset="0"/>
              </a:rPr>
              <a:t> A </a:t>
            </a:r>
            <a:r>
              <a:rPr lang="en-US" sz="2600" dirty="0" err="1" smtClean="0">
                <a:latin typeface="Times New Roman" pitchFamily="18" charset="0"/>
                <a:cs typeface="Times New Roman" pitchFamily="18" charset="0"/>
              </a:rPr>
              <a:t>nói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vậy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liền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thống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nhất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kế</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hoạch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và</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đêm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đã</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vào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cảng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trộm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một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số</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hóa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trị</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giá</a:t>
            </a:r>
            <a:r>
              <a:rPr lang="en-US" sz="2600" dirty="0" smtClean="0">
                <a:latin typeface="Times New Roman" pitchFamily="18" charset="0"/>
                <a:cs typeface="Times New Roman" pitchFamily="18" charset="0"/>
              </a:rPr>
              <a:t> 60 </a:t>
            </a:r>
            <a:r>
              <a:rPr lang="en-US" sz="2600" dirty="0" err="1" smtClean="0">
                <a:latin typeface="Times New Roman" pitchFamily="18" charset="0"/>
                <a:cs typeface="Times New Roman" pitchFamily="18" charset="0"/>
              </a:rPr>
              <a:t>triệu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đồng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Sau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lấy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được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hóa</a:t>
            </a:r>
            <a:r>
              <a:rPr lang="en-US" sz="2600" dirty="0" smtClean="0">
                <a:latin typeface="Times New Roman" pitchFamily="18" charset="0"/>
                <a:cs typeface="Times New Roman" pitchFamily="18" charset="0"/>
              </a:rPr>
              <a:t> ở </a:t>
            </a:r>
            <a:r>
              <a:rPr lang="en-US" sz="2600" dirty="0" err="1" smtClean="0">
                <a:latin typeface="Times New Roman" pitchFamily="18" charset="0"/>
                <a:cs typeface="Times New Roman" pitchFamily="18" charset="0"/>
              </a:rPr>
              <a:t>cảng</a:t>
            </a:r>
            <a:r>
              <a:rPr lang="en-US" sz="2600" dirty="0" smtClean="0">
                <a:latin typeface="Times New Roman" pitchFamily="18" charset="0"/>
                <a:cs typeface="Times New Roman" pitchFamily="18" charset="0"/>
              </a:rPr>
              <a:t>, B </a:t>
            </a:r>
            <a:r>
              <a:rPr lang="en-US" sz="2600" dirty="0" err="1" smtClean="0">
                <a:latin typeface="Times New Roman" pitchFamily="18" charset="0"/>
                <a:cs typeface="Times New Roman" pitchFamily="18" charset="0"/>
              </a:rPr>
              <a:t>và</a:t>
            </a:r>
            <a:r>
              <a:rPr lang="en-US" sz="2600" dirty="0" smtClean="0">
                <a:latin typeface="Times New Roman" pitchFamily="18" charset="0"/>
                <a:cs typeface="Times New Roman" pitchFamily="18" charset="0"/>
              </a:rPr>
              <a:t> C </a:t>
            </a:r>
            <a:r>
              <a:rPr lang="en-US" sz="2600" dirty="0" err="1" smtClean="0">
                <a:latin typeface="Times New Roman" pitchFamily="18" charset="0"/>
                <a:cs typeface="Times New Roman" pitchFamily="18" charset="0"/>
              </a:rPr>
              <a:t>mang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đến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gửi</a:t>
            </a:r>
            <a:r>
              <a:rPr lang="en-US" sz="2600" dirty="0" smtClean="0">
                <a:latin typeface="Times New Roman" pitchFamily="18" charset="0"/>
                <a:cs typeface="Times New Roman" pitchFamily="18" charset="0"/>
              </a:rPr>
              <a:t> ở </a:t>
            </a:r>
            <a:r>
              <a:rPr lang="en-US" sz="2600" dirty="0" err="1" smtClean="0">
                <a:latin typeface="Times New Roman" pitchFamily="18" charset="0"/>
                <a:cs typeface="Times New Roman" pitchFamily="18" charset="0"/>
              </a:rPr>
              <a:t>nhà</a:t>
            </a:r>
            <a:r>
              <a:rPr lang="en-US" sz="2600" dirty="0" smtClean="0">
                <a:latin typeface="Times New Roman" pitchFamily="18" charset="0"/>
                <a:cs typeface="Times New Roman" pitchFamily="18" charset="0"/>
              </a:rPr>
              <a:t> D. D </a:t>
            </a:r>
            <a:r>
              <a:rPr lang="en-US" sz="2600" dirty="0" err="1" smtClean="0">
                <a:latin typeface="Times New Roman" pitchFamily="18" charset="0"/>
                <a:cs typeface="Times New Roman" pitchFamily="18" charset="0"/>
              </a:rPr>
              <a:t>biết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số</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này</a:t>
            </a:r>
            <a:r>
              <a:rPr lang="en-US" sz="2600" dirty="0" smtClean="0">
                <a:latin typeface="Times New Roman" pitchFamily="18" charset="0"/>
                <a:cs typeface="Times New Roman" pitchFamily="18" charset="0"/>
              </a:rPr>
              <a:t> do </a:t>
            </a:r>
            <a:r>
              <a:rPr lang="en-US" sz="2600" dirty="0" err="1" smtClean="0">
                <a:latin typeface="Times New Roman" pitchFamily="18" charset="0"/>
                <a:cs typeface="Times New Roman" pitchFamily="18" charset="0"/>
              </a:rPr>
              <a:t>trộm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cắp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được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nhưng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vẫn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đồng</a:t>
            </a:r>
            <a:r>
              <a:rPr lang="en-US" sz="2600" dirty="0" smtClean="0">
                <a:latin typeface="Times New Roman" pitchFamily="18" charset="0"/>
                <a:cs typeface="Times New Roman" pitchFamily="18" charset="0"/>
              </a:rPr>
              <a:t> ý </a:t>
            </a:r>
            <a:r>
              <a:rPr lang="en-US" sz="2600" dirty="0" err="1" smtClean="0">
                <a:latin typeface="Times New Roman" pitchFamily="18" charset="0"/>
                <a:cs typeface="Times New Roman" pitchFamily="18" charset="0"/>
              </a:rPr>
              <a:t>nhận</a:t>
            </a:r>
            <a:r>
              <a:rPr lang="en-US" sz="2600" dirty="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giữ</a:t>
            </a:r>
            <a:r>
              <a:rPr lang="en-US" sz="2600" dirty="0" smtClean="0">
                <a:latin typeface="Times New Roman" pitchFamily="18" charset="0"/>
                <a:cs typeface="Times New Roman" pitchFamily="18" charset="0"/>
              </a:rPr>
              <a:t>.</a:t>
            </a:r>
          </a:p>
          <a:p>
            <a:pPr marL="0" indent="0" algn="just">
              <a:buNone/>
            </a:pPr>
            <a:r>
              <a:rPr lang="en-US" sz="2600" dirty="0" err="1" smtClean="0">
                <a:latin typeface="Times New Roman" pitchFamily="18" charset="0"/>
                <a:cs typeface="Times New Roman" pitchFamily="18" charset="0"/>
              </a:rPr>
              <a:t>Anh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chị</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hãy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xác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định</a:t>
            </a:r>
            <a:r>
              <a:rPr lang="en-US" sz="2600" dirty="0" smtClean="0">
                <a:latin typeface="Times New Roman" pitchFamily="18" charset="0"/>
                <a:cs typeface="Times New Roman" pitchFamily="18" charset="0"/>
              </a:rPr>
              <a:t>:</a:t>
            </a:r>
          </a:p>
          <a:p>
            <a:pPr marL="457200" indent="-457200" algn="just">
              <a:buAutoNum type="arabicPeriod"/>
            </a:pPr>
            <a:r>
              <a:rPr lang="en-US" sz="2600" dirty="0" smtClean="0">
                <a:latin typeface="Times New Roman" pitchFamily="18" charset="0"/>
                <a:cs typeface="Times New Roman" pitchFamily="18" charset="0"/>
              </a:rPr>
              <a:t>A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phải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là</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người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xúi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giục</a:t>
            </a:r>
            <a:r>
              <a:rPr lang="en-US" sz="2600" dirty="0" smtClean="0">
                <a:latin typeface="Times New Roman" pitchFamily="18" charset="0"/>
                <a:cs typeface="Times New Roman" pitchFamily="18" charset="0"/>
              </a:rPr>
              <a:t> B </a:t>
            </a:r>
            <a:r>
              <a:rPr lang="en-US" sz="2600" dirty="0" err="1" smtClean="0">
                <a:latin typeface="Times New Roman" pitchFamily="18" charset="0"/>
                <a:cs typeface="Times New Roman" pitchFamily="18" charset="0"/>
              </a:rPr>
              <a:t>và</a:t>
            </a:r>
            <a:r>
              <a:rPr lang="en-US" sz="2600" dirty="0" smtClean="0">
                <a:latin typeface="Times New Roman" pitchFamily="18" charset="0"/>
                <a:cs typeface="Times New Roman" pitchFamily="18" charset="0"/>
              </a:rPr>
              <a:t> C </a:t>
            </a:r>
            <a:r>
              <a:rPr lang="en-US" sz="2600" dirty="0" err="1" smtClean="0">
                <a:latin typeface="Times New Roman" pitchFamily="18" charset="0"/>
                <a:cs typeface="Times New Roman" pitchFamily="18" charset="0"/>
              </a:rPr>
              <a:t>trộm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cắp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tài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sản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Tại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sao</a:t>
            </a:r>
            <a:r>
              <a:rPr lang="en-US" sz="2600" dirty="0" smtClean="0">
                <a:latin typeface="Times New Roman" pitchFamily="18" charset="0"/>
                <a:cs typeface="Times New Roman" pitchFamily="18" charset="0"/>
              </a:rPr>
              <a:t>?</a:t>
            </a:r>
          </a:p>
          <a:p>
            <a:pPr marL="457200" indent="-457200" algn="just">
              <a:buAutoNum type="arabicPeriod"/>
            </a:pPr>
            <a:r>
              <a:rPr lang="en-US" sz="2600" dirty="0" smtClean="0">
                <a:latin typeface="Times New Roman" pitchFamily="18" charset="0"/>
                <a:cs typeface="Times New Roman" pitchFamily="18" charset="0"/>
              </a:rPr>
              <a:t>D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đồng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phạm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về</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tội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trộm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cắp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tài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sản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với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những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người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phạm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tội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trong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vụ</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án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này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Tại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sao</a:t>
            </a:r>
            <a:r>
              <a:rPr lang="en-US" sz="2600" dirty="0" smtClean="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133432053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DFEEB6-BE4D-4A02-B4D4-C1F009DCA568}"/>
              </a:ext>
            </a:extLst>
          </p:cNvPr>
          <p:cNvSpPr>
            <a:spLocks noGrp="1"/>
          </p:cNvSpPr>
          <p:nvPr>
            <p:ph type="title"/>
          </p:nvPr>
        </p:nvSpPr>
        <p:spPr/>
        <p:txBody>
          <a:bodyPr/>
          <a:lstStyle/>
          <a:p>
            <a:r>
              <a:rPr lang="en-US" b="1" dirty="0">
                <a:latin typeface="Times New Roman" pitchFamily="18" charset="0"/>
                <a:cs typeface="Times New Roman" pitchFamily="18" charset="0"/>
              </a:rPr>
              <a:t>VII. </a:t>
            </a:r>
            <a:r>
              <a:rPr lang="en-US" b="1" dirty="0" smtClean="0">
                <a:latin typeface="Times New Roman" pitchFamily="18" charset="0"/>
                <a:cs typeface="Times New Roman" pitchFamily="18" charset="0"/>
              </a:rPr>
              <a:t>CÁC TÌNH TIẾT LOẠI TRỪ TÍNH CHẤT PHẠM TỘI CỦA HÀNH VI</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9C2C192A-5DA7-4D26-95AB-9E8A3123AAD4}"/>
              </a:ext>
            </a:extLst>
          </p:cNvPr>
          <p:cNvSpPr>
            <a:spLocks noGrp="1"/>
          </p:cNvSpPr>
          <p:nvPr>
            <p:ph idx="1"/>
          </p:nvPr>
        </p:nvSpPr>
        <p:spPr>
          <a:xfrm>
            <a:off x="680321" y="2336873"/>
            <a:ext cx="9613861" cy="4012412"/>
          </a:xfrm>
        </p:spPr>
        <p:txBody>
          <a:bodyPr>
            <a:normAutofit/>
          </a:bodyPr>
          <a:lstStyle/>
          <a:p>
            <a:pPr marL="0" indent="0" algn="just">
              <a:buNone/>
            </a:pP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trên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xâm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hệ</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vệ</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nhưng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đó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a:t>
            </a:r>
          </a:p>
          <a:p>
            <a:pPr marL="0" indent="0" algn="just">
              <a:buNone/>
            </a:pPr>
            <a:endParaRPr lang="en-US" sz="2800" dirty="0" smtClean="0">
              <a:latin typeface="Times New Roman" pitchFamily="18" charset="0"/>
              <a:cs typeface="Times New Roman" pitchFamily="18" charset="0"/>
            </a:endParaRPr>
          </a:p>
          <a:p>
            <a:pPr marL="0" indent="0" algn="just">
              <a:buNone/>
            </a:pP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2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trừ</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gồm</a:t>
            </a:r>
            <a:r>
              <a:rPr lang="en-US" sz="2800" dirty="0" smtClean="0">
                <a:latin typeface="Times New Roman" pitchFamily="18" charset="0"/>
                <a:cs typeface="Times New Roman" pitchFamily="18" charset="0"/>
              </a:rPr>
              <a:t>:</a:t>
            </a:r>
          </a:p>
          <a:p>
            <a:pPr algn="just">
              <a:buFontTx/>
              <a:buChar char="-"/>
            </a:pP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trừ</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vi</a:t>
            </a:r>
          </a:p>
          <a:p>
            <a:pPr algn="just">
              <a:buFontTx/>
              <a:buChar char="-"/>
            </a:pP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trừ</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lỗi</a:t>
            </a:r>
            <a:r>
              <a:rPr lang="en-US" sz="28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26472899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4294967295"/>
          </p:nvPr>
        </p:nvSpPr>
        <p:spPr>
          <a:xfrm>
            <a:off x="528034" y="1087549"/>
            <a:ext cx="4471988" cy="693738"/>
          </a:xfrm>
        </p:spPr>
        <p:txBody>
          <a:bodyPr>
            <a:noAutofit/>
          </a:bodyPr>
          <a:lstStyle/>
          <a:p>
            <a:pPr marL="0" indent="0" algn="ctr">
              <a:buNone/>
            </a:pPr>
            <a:r>
              <a:rPr lang="en-US" sz="2600" b="1" dirty="0" err="1" smtClean="0">
                <a:solidFill>
                  <a:schemeClr val="bg1"/>
                </a:solidFill>
                <a:latin typeface="Times New Roman" pitchFamily="18" charset="0"/>
                <a:cs typeface="Times New Roman" pitchFamily="18" charset="0"/>
              </a:rPr>
              <a:t>Tình</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tiết</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loại</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trừ</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tính</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nguy</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hiểm</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cho</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xã</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hội</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của</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hành</a:t>
            </a:r>
            <a:r>
              <a:rPr lang="en-US" sz="2600" b="1" dirty="0" smtClean="0">
                <a:solidFill>
                  <a:schemeClr val="bg1"/>
                </a:solidFill>
                <a:latin typeface="Times New Roman" pitchFamily="18" charset="0"/>
                <a:cs typeface="Times New Roman" pitchFamily="18" charset="0"/>
              </a:rPr>
              <a:t> vi</a:t>
            </a:r>
            <a:endParaRPr lang="en-US" sz="2600" b="1" dirty="0">
              <a:solidFill>
                <a:schemeClr val="bg1"/>
              </a:solidFill>
              <a:latin typeface="Times New Roman" pitchFamily="18" charset="0"/>
              <a:cs typeface="Times New Roman" pitchFamily="18" charset="0"/>
            </a:endParaRPr>
          </a:p>
        </p:txBody>
      </p:sp>
      <p:sp>
        <p:nvSpPr>
          <p:cNvPr id="6" name="Content Placeholder 5"/>
          <p:cNvSpPr>
            <a:spLocks noGrp="1"/>
          </p:cNvSpPr>
          <p:nvPr>
            <p:ph sz="half" idx="4294967295"/>
          </p:nvPr>
        </p:nvSpPr>
        <p:spPr>
          <a:xfrm>
            <a:off x="476518" y="2116138"/>
            <a:ext cx="4868214" cy="4349056"/>
          </a:xfrm>
        </p:spPr>
        <p:txBody>
          <a:bodyPr>
            <a:normAutofit/>
          </a:bodyPr>
          <a:lstStyle/>
          <a:p>
            <a:pPr algn="just"/>
            <a:r>
              <a:rPr lang="en-US" sz="2600" dirty="0" err="1" smtClean="0">
                <a:latin typeface="Times New Roman" pitchFamily="18" charset="0"/>
                <a:cs typeface="Times New Roman" pitchFamily="18" charset="0"/>
              </a:rPr>
              <a:t>Phòng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vệ</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chính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đáng</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Tình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thế</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cấp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thiết</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Gây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thiệt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hại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trong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bắt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giữ</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người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phạm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tội</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Rủi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ro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trong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nghiên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cứu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thử</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nghiệm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áp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dụng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tiến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bộ</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khoa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học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kỹ</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thuật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và</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nghệ</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Thi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mệnh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lệnh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của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người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chỉ</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huy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cấp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trên</a:t>
            </a:r>
            <a:endParaRPr lang="en-US" sz="2600" dirty="0">
              <a:latin typeface="Times New Roman" pitchFamily="18" charset="0"/>
              <a:cs typeface="Times New Roman" pitchFamily="18" charset="0"/>
            </a:endParaRPr>
          </a:p>
        </p:txBody>
      </p:sp>
      <p:sp>
        <p:nvSpPr>
          <p:cNvPr id="7" name="Text Placeholder 6"/>
          <p:cNvSpPr>
            <a:spLocks noGrp="1"/>
          </p:cNvSpPr>
          <p:nvPr>
            <p:ph type="body" sz="quarter" idx="4294967295"/>
          </p:nvPr>
        </p:nvSpPr>
        <p:spPr>
          <a:xfrm>
            <a:off x="5875160" y="1249251"/>
            <a:ext cx="4475162" cy="556206"/>
          </a:xfrm>
        </p:spPr>
        <p:txBody>
          <a:bodyPr>
            <a:normAutofit/>
          </a:bodyPr>
          <a:lstStyle/>
          <a:p>
            <a:pPr marL="0" indent="0" algn="ctr">
              <a:buNone/>
            </a:pPr>
            <a:r>
              <a:rPr lang="en-US" sz="2600" b="1" dirty="0" err="1" smtClean="0">
                <a:solidFill>
                  <a:schemeClr val="bg1"/>
                </a:solidFill>
                <a:latin typeface="Times New Roman" pitchFamily="18" charset="0"/>
                <a:cs typeface="Times New Roman" pitchFamily="18" charset="0"/>
              </a:rPr>
              <a:t>Tình</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tiết</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loại</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trừ</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tính</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có</a:t>
            </a:r>
            <a:r>
              <a:rPr lang="en-US" sz="2600" b="1" dirty="0" smtClean="0">
                <a:solidFill>
                  <a:schemeClr val="bg1"/>
                </a:solidFill>
                <a:latin typeface="Times New Roman" pitchFamily="18" charset="0"/>
                <a:cs typeface="Times New Roman" pitchFamily="18" charset="0"/>
              </a:rPr>
              <a:t> </a:t>
            </a:r>
            <a:r>
              <a:rPr lang="en-US" sz="2600" b="1" dirty="0" err="1" smtClean="0">
                <a:solidFill>
                  <a:schemeClr val="bg1"/>
                </a:solidFill>
                <a:latin typeface="Times New Roman" pitchFamily="18" charset="0"/>
                <a:cs typeface="Times New Roman" pitchFamily="18" charset="0"/>
              </a:rPr>
              <a:t>lỗi</a:t>
            </a:r>
            <a:endParaRPr lang="en-US" sz="2600" b="1" dirty="0">
              <a:solidFill>
                <a:schemeClr val="bg1"/>
              </a:solidFill>
              <a:latin typeface="Times New Roman" pitchFamily="18" charset="0"/>
              <a:cs typeface="Times New Roman" pitchFamily="18" charset="0"/>
            </a:endParaRPr>
          </a:p>
        </p:txBody>
      </p:sp>
      <p:sp>
        <p:nvSpPr>
          <p:cNvPr id="8" name="Content Placeholder 7"/>
          <p:cNvSpPr>
            <a:spLocks noGrp="1"/>
          </p:cNvSpPr>
          <p:nvPr>
            <p:ph sz="quarter" idx="4294967295"/>
          </p:nvPr>
        </p:nvSpPr>
        <p:spPr>
          <a:xfrm>
            <a:off x="5675492" y="2064623"/>
            <a:ext cx="4700587" cy="4091478"/>
          </a:xfrm>
        </p:spPr>
        <p:txBody>
          <a:bodyPr>
            <a:normAutofit/>
          </a:bodyPr>
          <a:lstStyle/>
          <a:p>
            <a:pPr algn="just"/>
            <a:r>
              <a:rPr lang="en-US" sz="2600" dirty="0" err="1" smtClean="0">
                <a:latin typeface="Times New Roman" pitchFamily="18" charset="0"/>
                <a:cs typeface="Times New Roman" pitchFamily="18" charset="0"/>
              </a:rPr>
              <a:t>Sự</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kiện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bất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ngờ</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Tình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trạng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năng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lực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trách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sự</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Chưa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đạt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tuổi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chịu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trách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sự</a:t>
            </a:r>
            <a:endParaRPr lang="en-US" sz="2600" dirty="0">
              <a:latin typeface="Times New Roman" pitchFamily="18" charset="0"/>
              <a:cs typeface="Times New Roman" pitchFamily="18" charset="0"/>
            </a:endParaRPr>
          </a:p>
        </p:txBody>
      </p:sp>
      <p:cxnSp>
        <p:nvCxnSpPr>
          <p:cNvPr id="10" name="Straight Connector 9"/>
          <p:cNvCxnSpPr/>
          <p:nvPr/>
        </p:nvCxnSpPr>
        <p:spPr>
          <a:xfrm>
            <a:off x="5512158" y="669701"/>
            <a:ext cx="51515" cy="54864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9666085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2B36D9-86AD-40AF-969E-FD7B4D5FB5B0}"/>
              </a:ext>
            </a:extLst>
          </p:cNvPr>
          <p:cNvSpPr>
            <a:spLocks noGrp="1"/>
          </p:cNvSpPr>
          <p:nvPr>
            <p:ph type="title"/>
          </p:nvPr>
        </p:nvSpPr>
        <p:spPr/>
        <p:txBody>
          <a:bodyPr/>
          <a:lstStyle/>
          <a:p>
            <a:r>
              <a:rPr lang="en-US" b="1" dirty="0">
                <a:latin typeface="Times New Roman" pitchFamily="18" charset="0"/>
                <a:cs typeface="Times New Roman" pitchFamily="18" charset="0"/>
              </a:rPr>
              <a:t>VIII. </a:t>
            </a:r>
            <a:r>
              <a:rPr lang="en-US" b="1" dirty="0" smtClean="0">
                <a:latin typeface="Times New Roman" pitchFamily="18" charset="0"/>
                <a:cs typeface="Times New Roman" pitchFamily="18" charset="0"/>
              </a:rPr>
              <a:t>HÌNH PHẠT VÀ BIỆN PHÁP TƯ PHÁP</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1274E5B1-39EA-47B6-B200-E7DE83B1C652}"/>
              </a:ext>
            </a:extLst>
          </p:cNvPr>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cưỡng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nghiêm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khắc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Bộ</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này</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Tòa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nhằm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bỏ</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quyền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đó</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30 BLHS)</a:t>
            </a:r>
            <a:endParaRPr lang="en-US" sz="2800" i="1" dirty="0">
              <a:latin typeface="Times New Roman" pitchFamily="18" charset="0"/>
              <a:cs typeface="Times New Roman" pitchFamily="18" charset="0"/>
            </a:endParaRPr>
          </a:p>
        </p:txBody>
      </p:sp>
    </p:spTree>
    <p:extLst>
      <p:ext uri="{BB962C8B-B14F-4D97-AF65-F5344CB8AC3E}">
        <p14:creationId xmlns:p14="http://schemas.microsoft.com/office/powerpoint/2010/main" val="1598983179"/>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D9726EB-BC33-4D9E-B3B2-74FB51B0C7F0}"/>
              </a:ext>
            </a:extLst>
          </p:cNvPr>
          <p:cNvSpPr>
            <a:spLocks noGrp="1"/>
          </p:cNvSpPr>
          <p:nvPr>
            <p:ph idx="4294967295"/>
          </p:nvPr>
        </p:nvSpPr>
        <p:spPr>
          <a:xfrm>
            <a:off x="656822" y="636789"/>
            <a:ext cx="9613900" cy="3598863"/>
          </a:xfrm>
        </p:spPr>
        <p:txBody>
          <a:bodyPr>
            <a:normAutofit/>
          </a:bodyPr>
          <a:lstStyle/>
          <a:p>
            <a:pPr algn="just"/>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TNHS</a:t>
            </a:r>
            <a:r>
              <a:rPr lang="en-US" sz="2800" dirty="0" smtClean="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31 BLHS: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trừng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còn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họ</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ngừa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họ</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tôn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trọng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tranh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phòng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ngừa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chống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0019704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C03CC9-2E98-4500-BD51-C546067D57AE}"/>
              </a:ext>
            </a:extLst>
          </p:cNvPr>
          <p:cNvSpPr>
            <a:spLocks noGrp="1"/>
          </p:cNvSpPr>
          <p:nvPr>
            <p:ph type="title"/>
          </p:nvPr>
        </p:nvSpPr>
        <p:spPr/>
        <p:txBody>
          <a:bodyPr/>
          <a:lstStyle/>
          <a:p>
            <a:r>
              <a:rPr lang="en-US" b="1" dirty="0" err="1" smtClean="0">
                <a:latin typeface="Times New Roman" pitchFamily="18" charset="0"/>
                <a:cs typeface="Times New Roman" pitchFamily="18" charset="0"/>
              </a:rPr>
              <a:t>Hệ</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thống</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hình</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phạt</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607B8CDE-3B67-4085-B41D-DB9098912CB0}"/>
              </a:ext>
            </a:extLst>
          </p:cNvPr>
          <p:cNvSpPr>
            <a:spLocks noGrp="1"/>
          </p:cNvSpPr>
          <p:nvPr>
            <p:ph idx="1"/>
          </p:nvPr>
        </p:nvSpPr>
        <p:spPr/>
        <p:txBody>
          <a:bodyPr>
            <a:noAutofit/>
          </a:bodyPr>
          <a:lstStyle/>
          <a:p>
            <a:pPr algn="just"/>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bao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BLHS,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bao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nhóm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bổ</a:t>
            </a:r>
            <a:r>
              <a:rPr lang="en-US" sz="2800" dirty="0">
                <a:latin typeface="Times New Roman" pitchFamily="18" charset="0"/>
                <a:cs typeface="Times New Roman" pitchFamily="18" charset="0"/>
              </a:rPr>
              <a:t> sung</a:t>
            </a:r>
            <a:r>
              <a:rPr lang="en-US" sz="2800" dirty="0" smtClean="0">
                <a:latin typeface="Times New Roman" pitchFamily="18" charset="0"/>
                <a:cs typeface="Times New Roman" pitchFamily="18" charset="0"/>
              </a:rPr>
              <a:t>.</a:t>
            </a:r>
          </a:p>
          <a:p>
            <a:pPr algn="just"/>
            <a:r>
              <a:rPr lang="en-US" sz="2800" dirty="0" err="1" smtClean="0">
                <a:latin typeface="Times New Roman" pitchFamily="18" charset="0"/>
                <a:cs typeface="Times New Roman" pitchFamily="18" charset="0"/>
              </a:rPr>
              <a:t>Hệ</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thống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từ</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nặng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thuộc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nghiêm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khắc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từng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30229540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C844C3-2659-4C2B-91D7-634267DE9D4A}"/>
              </a:ext>
            </a:extLst>
          </p:cNvPr>
          <p:cNvSpPr>
            <a:spLocks noGrp="1"/>
          </p:cNvSpPr>
          <p:nvPr>
            <p:ph type="title"/>
          </p:nvPr>
        </p:nvSpPr>
        <p:spPr/>
        <p:txBody>
          <a:bodyPr/>
          <a:lstStyle/>
          <a:p>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chính</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1D905B20-D870-4A5B-8718-9283D359D177}"/>
              </a:ext>
            </a:extLst>
          </p:cNvPr>
          <p:cNvSpPr>
            <a:spLocks noGrp="1"/>
          </p:cNvSpPr>
          <p:nvPr>
            <p:ph idx="1"/>
          </p:nvPr>
        </p:nvSpPr>
        <p:spPr/>
        <p:txBody>
          <a:bodyPr>
            <a:noAutofit/>
          </a:bodyPr>
          <a:lstStyle/>
          <a:p>
            <a:pPr algn="just">
              <a:buFontTx/>
              <a:buChar char="-"/>
            </a:pP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Tòa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xuất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vĩnh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viễn</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342125091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BC51BE-9F91-4707-B5A0-06414242E3AA}"/>
              </a:ext>
            </a:extLst>
          </p:cNvPr>
          <p:cNvSpPr>
            <a:spLocks noGrp="1"/>
          </p:cNvSpPr>
          <p:nvPr>
            <p:ph type="title"/>
          </p:nvPr>
        </p:nvSpPr>
        <p:spPr/>
        <p:txBody>
          <a:bodyPr/>
          <a:lstStyle/>
          <a:p>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bổ</a:t>
            </a:r>
            <a:r>
              <a:rPr lang="en-US" dirty="0">
                <a:latin typeface="Times New Roman" pitchFamily="18" charset="0"/>
                <a:cs typeface="Times New Roman" pitchFamily="18" charset="0"/>
              </a:rPr>
              <a:t> sung</a:t>
            </a:r>
          </a:p>
        </p:txBody>
      </p:sp>
      <p:sp>
        <p:nvSpPr>
          <p:cNvPr id="3" name="Content Placeholder 2">
            <a:extLst>
              <a:ext uri="{FF2B5EF4-FFF2-40B4-BE49-F238E27FC236}">
                <a16:creationId xmlns="" xmlns:a16="http://schemas.microsoft.com/office/drawing/2014/main" id="{40D8CB5C-654E-4ACD-AE41-B75FF380E6CD}"/>
              </a:ext>
            </a:extLst>
          </p:cNvPr>
          <p:cNvSpPr>
            <a:spLocks noGrp="1"/>
          </p:cNvSpPr>
          <p:nvPr>
            <p:ph idx="1"/>
          </p:nvPr>
        </p:nvSpPr>
        <p:spPr>
          <a:xfrm>
            <a:off x="680321" y="2336873"/>
            <a:ext cx="10253842" cy="4025290"/>
          </a:xfrm>
        </p:spPr>
        <p:txBody>
          <a:bodyPr>
            <a:noAutofit/>
          </a:bodyPr>
          <a:lstStyle/>
          <a:p>
            <a:pPr algn="just">
              <a:buFontTx/>
              <a:buChar char="-"/>
            </a:pP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tuyên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chỉ</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tuyên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kèm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dụng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hay </a:t>
            </a:r>
            <a:r>
              <a:rPr lang="en-US" sz="2600" dirty="0" err="1">
                <a:latin typeface="Times New Roman" pitchFamily="18" charset="0"/>
                <a:cs typeface="Times New Roman" pitchFamily="18" charset="0"/>
              </a:rPr>
              <a:t>nhiều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bổ</a:t>
            </a:r>
            <a:r>
              <a:rPr lang="en-US" sz="2600" dirty="0">
                <a:latin typeface="Times New Roman" pitchFamily="18" charset="0"/>
                <a:cs typeface="Times New Roman" pitchFamily="18" charset="0"/>
              </a:rPr>
              <a:t> sung. </a:t>
            </a:r>
          </a:p>
          <a:p>
            <a:pPr algn="just">
              <a:buFontTx/>
              <a:buChar char="-"/>
            </a:pP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bổ</a:t>
            </a:r>
            <a:r>
              <a:rPr lang="en-US" sz="2600" dirty="0">
                <a:latin typeface="Times New Roman" pitchFamily="18" charset="0"/>
                <a:cs typeface="Times New Roman" pitchFamily="18" charset="0"/>
              </a:rPr>
              <a:t> sung </a:t>
            </a:r>
            <a:r>
              <a:rPr lang="en-US" sz="2600" dirty="0" err="1">
                <a:latin typeface="Times New Roman" pitchFamily="18" charset="0"/>
                <a:cs typeface="Times New Roman" pitchFamily="18" charset="0"/>
              </a:rPr>
              <a:t>đối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gồm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đảm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nhiệm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vụ</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nghề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việc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nhất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cư</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trú</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tịch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dụng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trục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xuất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dụng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p>
          <a:p>
            <a:pPr algn="just">
              <a:buFontTx/>
              <a:buChar char="-"/>
            </a:pP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bổ</a:t>
            </a:r>
            <a:r>
              <a:rPr lang="en-US" sz="2600" dirty="0">
                <a:latin typeface="Times New Roman" pitchFamily="18" charset="0"/>
                <a:cs typeface="Times New Roman" pitchFamily="18" charset="0"/>
              </a:rPr>
              <a:t> sung </a:t>
            </a:r>
            <a:r>
              <a:rPr lang="en-US" sz="2600" dirty="0" err="1">
                <a:latin typeface="Times New Roman" pitchFamily="18" charset="0"/>
                <a:cs typeface="Times New Roman" pitchFamily="18" charset="0"/>
              </a:rPr>
              <a:t>đối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thương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gồm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doanh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lĩnh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nhất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vốn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dụng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a:t>
            </a:r>
          </a:p>
        </p:txBody>
      </p:sp>
    </p:spTree>
    <p:extLst>
      <p:ext uri="{BB962C8B-B14F-4D97-AF65-F5344CB8AC3E}">
        <p14:creationId xmlns:p14="http://schemas.microsoft.com/office/powerpoint/2010/main" val="348912877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F4D2F7-FAC1-4241-BE12-CD99F20683B8}"/>
              </a:ext>
            </a:extLst>
          </p:cNvPr>
          <p:cNvSpPr>
            <a:spLocks noGrp="1"/>
          </p:cNvSpPr>
          <p:nvPr>
            <p:ph type="title"/>
          </p:nvPr>
        </p:nvSpPr>
        <p:spPr/>
        <p:txBody>
          <a:bodyPr/>
          <a:lstStyle/>
          <a:p>
            <a:r>
              <a:rPr lang="en-US" dirty="0" err="1">
                <a:latin typeface="Times New Roman" pitchFamily="18" charset="0"/>
                <a:cs typeface="Times New Roman" pitchFamily="18" charset="0"/>
              </a:rPr>
              <a:t>Cảnh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cáo</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5E9B08B6-01A0-4B2F-B24A-E4E2B8406F91}"/>
              </a:ext>
            </a:extLst>
          </p:cNvPr>
          <p:cNvSpPr>
            <a:spLocks noGrp="1"/>
          </p:cNvSpPr>
          <p:nvPr>
            <p:ph idx="1"/>
          </p:nvPr>
        </p:nvSpPr>
        <p:spPr>
          <a:xfrm>
            <a:off x="4597758" y="2336873"/>
            <a:ext cx="7057622" cy="3599316"/>
          </a:xfrm>
        </p:spPr>
        <p:txBody>
          <a:bodyPr>
            <a:normAutofit/>
          </a:bodyPr>
          <a:lstStyle/>
          <a:p>
            <a:pPr algn="just"/>
            <a:r>
              <a:rPr lang="en-US" sz="2800" dirty="0" err="1" smtClean="0">
                <a:latin typeface="Times New Roman" pitchFamily="18" charset="0"/>
                <a:cs typeface="Times New Roman" pitchFamily="18" charset="0"/>
              </a:rPr>
              <a:t>Cảnh</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cáo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Cảnh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miễn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34 BLHS)</a:t>
            </a:r>
            <a:endParaRPr lang="en-US" sz="2800" i="1"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352" y="2472743"/>
            <a:ext cx="3654382" cy="2923505"/>
          </a:xfrm>
          <a:prstGeom prst="rect">
            <a:avLst/>
          </a:prstGeom>
        </p:spPr>
      </p:pic>
    </p:spTree>
    <p:extLst>
      <p:ext uri="{BB962C8B-B14F-4D97-AF65-F5344CB8AC3E}">
        <p14:creationId xmlns:p14="http://schemas.microsoft.com/office/powerpoint/2010/main" val="35778377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9E1F15-87B5-46BA-B161-6ADDDD9DD3D8}"/>
              </a:ext>
            </a:extLst>
          </p:cNvPr>
          <p:cNvSpPr>
            <a:spLocks noGrp="1"/>
          </p:cNvSpPr>
          <p:nvPr>
            <p:ph type="title"/>
          </p:nvPr>
        </p:nvSpPr>
        <p:spPr/>
        <p:txBody>
          <a:bodyPr/>
          <a:lstStyle/>
          <a:p>
            <a:r>
              <a:rPr lang="en-US" dirty="0" err="1">
                <a:latin typeface="Times New Roman" pitchFamily="18" charset="0"/>
                <a:cs typeface="Times New Roman" pitchFamily="18" charset="0"/>
              </a:rPr>
              <a:t>Phạt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tiền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A56F1E64-178A-4027-BFC8-4E7DD3D0E784}"/>
              </a:ext>
            </a:extLst>
          </p:cNvPr>
          <p:cNvSpPr>
            <a:spLocks noGrp="1"/>
          </p:cNvSpPr>
          <p:nvPr>
            <p:ph idx="1"/>
          </p:nvPr>
        </p:nvSpPr>
        <p:spPr>
          <a:xfrm>
            <a:off x="680321" y="2923503"/>
            <a:ext cx="9613861" cy="3012685"/>
          </a:xfrm>
        </p:spPr>
        <p:txBody>
          <a:bodyPr>
            <a:normAutofit/>
          </a:bodyPr>
          <a:lstStyle/>
          <a:p>
            <a:pPr algn="just"/>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khoản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sung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thiểu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p>
          <a:p>
            <a:pPr algn="just"/>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nộp</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lần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lần</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35 BLHS)</a:t>
            </a:r>
            <a:endParaRPr lang="en-US" sz="2800" i="1"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6715" y="0"/>
            <a:ext cx="4825285" cy="2739517"/>
          </a:xfrm>
          <a:prstGeom prst="rect">
            <a:avLst/>
          </a:prstGeom>
        </p:spPr>
      </p:pic>
    </p:spTree>
    <p:extLst>
      <p:ext uri="{BB962C8B-B14F-4D97-AF65-F5344CB8AC3E}">
        <p14:creationId xmlns:p14="http://schemas.microsoft.com/office/powerpoint/2010/main" val="178924387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BCC1CE-B2F0-4E87-A2EE-2D7A550D0550}"/>
              </a:ext>
            </a:extLst>
          </p:cNvPr>
          <p:cNvSpPr>
            <a:spLocks noGrp="1"/>
          </p:cNvSpPr>
          <p:nvPr>
            <p:ph type="title"/>
          </p:nvPr>
        </p:nvSpPr>
        <p:spPr/>
        <p:txBody>
          <a:bodyPr/>
          <a:lstStyle/>
          <a:p>
            <a:r>
              <a:rPr lang="en-US" dirty="0" err="1">
                <a:latin typeface="Times New Roman" pitchFamily="18" charset="0"/>
                <a:cs typeface="Times New Roman" pitchFamily="18" charset="0"/>
              </a:rPr>
              <a:t>Cải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giữ</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78F4F429-69CD-4EE0-9097-E38462B8DCF0}"/>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6 </a:t>
            </a:r>
            <a:r>
              <a:rPr lang="en-US" sz="2800" dirty="0" err="1">
                <a:latin typeface="Times New Roman" pitchFamily="18" charset="0"/>
                <a:cs typeface="Times New Roman" pitchFamily="18" charset="0"/>
              </a:rPr>
              <a:t>tháng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3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ổn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trú</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rõ</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ràng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cách</a:t>
            </a:r>
            <a:r>
              <a:rPr lang="en-US" sz="2800" dirty="0">
                <a:latin typeface="Times New Roman" pitchFamily="18" charset="0"/>
                <a:cs typeface="Times New Roman" pitchFamily="18" charset="0"/>
              </a:rPr>
              <a:t> li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khỏi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36 BLHS)</a:t>
            </a:r>
            <a:endParaRPr lang="en-US" sz="2800" i="1" dirty="0">
              <a:latin typeface="Times New Roman" pitchFamily="18" charset="0"/>
              <a:cs typeface="Times New Roman" pitchFamily="18" charset="0"/>
            </a:endParaRPr>
          </a:p>
        </p:txBody>
      </p:sp>
    </p:spTree>
    <p:extLst>
      <p:ext uri="{BB962C8B-B14F-4D97-AF65-F5344CB8AC3E}">
        <p14:creationId xmlns:p14="http://schemas.microsoft.com/office/powerpoint/2010/main" val="2735508568"/>
      </p:ext>
    </p:extLst>
  </p:cSld>
  <p:clrMapOvr>
    <a:masterClrMapping/>
  </p:clrMapOvr>
  <p:transition spd="slow">
    <p:push dir="u"/>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AD5C9B-A366-4822-854B-834C0F39D544}"/>
              </a:ext>
            </a:extLst>
          </p:cNvPr>
          <p:cNvSpPr>
            <a:spLocks noGrp="1"/>
          </p:cNvSpPr>
          <p:nvPr>
            <p:ph type="title"/>
          </p:nvPr>
        </p:nvSpPr>
        <p:spPr/>
        <p:txBody>
          <a:bodyPr/>
          <a:lstStyle/>
          <a:p>
            <a:r>
              <a:rPr lang="en-US" dirty="0" err="1">
                <a:latin typeface="Times New Roman" pitchFamily="18" charset="0"/>
                <a:cs typeface="Times New Roman" pitchFamily="18" charset="0"/>
              </a:rPr>
              <a:t>Trục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CF15B0B9-8E80-4C80-9077-DA123DEB579C}"/>
              </a:ext>
            </a:extLst>
          </p:cNvPr>
          <p:cNvSpPr>
            <a:spLocks noGrp="1"/>
          </p:cNvSpPr>
          <p:nvPr>
            <p:ph idx="1"/>
          </p:nvPr>
        </p:nvSpPr>
        <p:spPr>
          <a:xfrm>
            <a:off x="680321" y="2336872"/>
            <a:ext cx="6493211" cy="3716197"/>
          </a:xfrm>
        </p:spPr>
        <p:txBody>
          <a:bodyPr>
            <a:normAutofit/>
          </a:bodyPr>
          <a:lstStyle/>
          <a:p>
            <a:pPr marL="0" indent="0" algn="just">
              <a:buNone/>
            </a:pPr>
            <a:r>
              <a:rPr lang="en-US" sz="2800" dirty="0" err="1">
                <a:latin typeface="Times New Roman" pitchFamily="18" charset="0"/>
                <a:cs typeface="Times New Roman" pitchFamily="18" charset="0"/>
              </a:rPr>
              <a:t>Trục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xuất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bổ</a:t>
            </a:r>
            <a:r>
              <a:rPr lang="en-US" sz="2800" dirty="0">
                <a:latin typeface="Times New Roman" pitchFamily="18" charset="0"/>
                <a:cs typeface="Times New Roman" pitchFamily="18" charset="0"/>
              </a:rPr>
              <a:t> sung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ngoài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khỏi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CHXHCN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37 BLHS)</a:t>
            </a:r>
            <a:endParaRPr lang="en-US" sz="2800" i="1"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3780" y="0"/>
            <a:ext cx="4488220" cy="6858000"/>
          </a:xfrm>
          <a:prstGeom prst="rect">
            <a:avLst/>
          </a:prstGeom>
        </p:spPr>
      </p:pic>
    </p:spTree>
    <p:extLst>
      <p:ext uri="{BB962C8B-B14F-4D97-AF65-F5344CB8AC3E}">
        <p14:creationId xmlns:p14="http://schemas.microsoft.com/office/powerpoint/2010/main" val="91422288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58AF4-B593-4F26-8F2D-1B126483763D}"/>
              </a:ext>
            </a:extLst>
          </p:cNvPr>
          <p:cNvSpPr>
            <a:spLocks noGrp="1"/>
          </p:cNvSpPr>
          <p:nvPr>
            <p:ph type="title"/>
          </p:nvPr>
        </p:nvSpPr>
        <p:spPr/>
        <p:txBody>
          <a:bodyPr/>
          <a:lstStyle/>
          <a:p>
            <a:r>
              <a:rPr lang="en-US" dirty="0" err="1">
                <a:latin typeface="Times New Roman" pitchFamily="18" charset="0"/>
                <a:cs typeface="Times New Roman" pitchFamily="18" charset="0"/>
              </a:rPr>
              <a:t>Tù</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AF140C62-9830-4949-970B-6A8E03EDAD94}"/>
              </a:ext>
            </a:extLst>
          </p:cNvPr>
          <p:cNvSpPr>
            <a:spLocks noGrp="1"/>
          </p:cNvSpPr>
          <p:nvPr>
            <p:ph idx="1"/>
          </p:nvPr>
        </p:nvSpPr>
        <p:spPr>
          <a:xfrm>
            <a:off x="680321" y="2336872"/>
            <a:ext cx="9613861" cy="4179837"/>
          </a:xfrm>
        </p:spPr>
        <p:txBody>
          <a:bodyPr>
            <a:normAutofit/>
          </a:bodyPr>
          <a:lstStyle/>
          <a:p>
            <a:pPr algn="just"/>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cách</a:t>
            </a:r>
            <a:r>
              <a:rPr lang="en-US" sz="2800" dirty="0">
                <a:latin typeface="Times New Roman" pitchFamily="18" charset="0"/>
                <a:cs typeface="Times New Roman" pitchFamily="18" charset="0"/>
              </a:rPr>
              <a:t> li </a:t>
            </a:r>
            <a:r>
              <a:rPr lang="en-US" sz="2800" dirty="0" err="1">
                <a:latin typeface="Times New Roman" pitchFamily="18" charset="0"/>
                <a:cs typeface="Times New Roman" pitchFamily="18" charset="0"/>
              </a:rPr>
              <a:t>khỏi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học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tập</a:t>
            </a:r>
            <a:r>
              <a:rPr lang="en-US" sz="2800" dirty="0">
                <a:latin typeface="Times New Roman" pitchFamily="18" charset="0"/>
                <a:cs typeface="Times New Roman" pitchFamily="18" charset="0"/>
              </a:rPr>
              <a:t>, lao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mọi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mọi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nhóm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mọi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thiểu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3 </a:t>
            </a:r>
            <a:r>
              <a:rPr lang="en-US" sz="2800" dirty="0" err="1">
                <a:latin typeface="Times New Roman" pitchFamily="18" charset="0"/>
                <a:cs typeface="Times New Roman" pitchFamily="18" charset="0"/>
              </a:rPr>
              <a:t>tháng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20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38 BLHS)</a:t>
            </a:r>
            <a:endParaRPr lang="en-US" sz="2800" i="1" dirty="0">
              <a:latin typeface="Times New Roman" pitchFamily="18" charset="0"/>
              <a:cs typeface="Times New Roman" pitchFamily="18" charset="0"/>
            </a:endParaRPr>
          </a:p>
        </p:txBody>
      </p:sp>
    </p:spTree>
    <p:extLst>
      <p:ext uri="{BB962C8B-B14F-4D97-AF65-F5344CB8AC3E}">
        <p14:creationId xmlns:p14="http://schemas.microsoft.com/office/powerpoint/2010/main" val="312659304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7D4550-A2AF-4A35-9B68-5ED3E29F9AC1}"/>
              </a:ext>
            </a:extLst>
          </p:cNvPr>
          <p:cNvSpPr>
            <a:spLocks noGrp="1"/>
          </p:cNvSpPr>
          <p:nvPr>
            <p:ph type="title"/>
          </p:nvPr>
        </p:nvSpPr>
        <p:spPr/>
        <p:txBody>
          <a:bodyPr/>
          <a:lstStyle/>
          <a:p>
            <a:r>
              <a:rPr lang="en-US" dirty="0" err="1">
                <a:latin typeface="Times New Roman" pitchFamily="18" charset="0"/>
                <a:cs typeface="Times New Roman" pitchFamily="18" charset="0"/>
              </a:rPr>
              <a:t>Tù</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D0EC4F1-DD82-4BE0-AFE4-BAC42EC2A1CA}"/>
              </a:ext>
            </a:extLst>
          </p:cNvPr>
          <p:cNvSpPr>
            <a:spLocks noGrp="1"/>
          </p:cNvSpPr>
          <p:nvPr>
            <p:ph idx="1"/>
          </p:nvPr>
        </p:nvSpPr>
        <p:spPr>
          <a:xfrm>
            <a:off x="6400800" y="2187396"/>
            <a:ext cx="5396248" cy="4286249"/>
          </a:xfrm>
        </p:spPr>
        <p:txBody>
          <a:bodyPr>
            <a:normAutofit/>
          </a:bodyPr>
          <a:lstStyle/>
          <a:p>
            <a:pPr algn="just"/>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18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39 BLHS)</a:t>
            </a:r>
            <a:endParaRPr lang="en-US" sz="2800" i="1"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187396"/>
            <a:ext cx="5715000" cy="4286250"/>
          </a:xfrm>
          <a:prstGeom prst="rect">
            <a:avLst/>
          </a:prstGeom>
        </p:spPr>
      </p:pic>
    </p:spTree>
    <p:extLst>
      <p:ext uri="{BB962C8B-B14F-4D97-AF65-F5344CB8AC3E}">
        <p14:creationId xmlns:p14="http://schemas.microsoft.com/office/powerpoint/2010/main" val="1514530051"/>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8F5055-0D31-4B9B-8DD0-B8224C188CB7}"/>
              </a:ext>
            </a:extLst>
          </p:cNvPr>
          <p:cNvSpPr>
            <a:spLocks noGrp="1"/>
          </p:cNvSpPr>
          <p:nvPr>
            <p:ph type="title"/>
          </p:nvPr>
        </p:nvSpPr>
        <p:spPr/>
        <p:txBody>
          <a:bodyPr/>
          <a:lstStyle/>
          <a:p>
            <a:r>
              <a:rPr lang="en-US" dirty="0" err="1">
                <a:latin typeface="Times New Roman" pitchFamily="18" charset="0"/>
                <a:cs typeface="Times New Roman" pitchFamily="18" charset="0"/>
              </a:rPr>
              <a:t>Tử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5E53157-59B3-4D28-A030-5E271AF06EAA}"/>
              </a:ext>
            </a:extLst>
          </p:cNvPr>
          <p:cNvSpPr>
            <a:spLocks noGrp="1"/>
          </p:cNvSpPr>
          <p:nvPr>
            <p:ph idx="1"/>
          </p:nvPr>
        </p:nvSpPr>
        <p:spPr>
          <a:xfrm>
            <a:off x="412124" y="2336872"/>
            <a:ext cx="6104585" cy="4089685"/>
          </a:xfrm>
        </p:spPr>
        <p:txBody>
          <a:bodyPr>
            <a:normAutofit/>
          </a:bodyPr>
          <a:lstStyle/>
          <a:p>
            <a:pPr marL="0" indent="0" algn="just">
              <a:buNone/>
            </a:pP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nội</a:t>
            </a:r>
            <a:r>
              <a:rPr lang="en-US" sz="2800" dirty="0">
                <a:latin typeface="Times New Roman" pitchFamily="18" charset="0"/>
                <a:cs typeface="Times New Roman" pitchFamily="18" charset="0"/>
              </a:rPr>
              <a:t> dung </a:t>
            </a:r>
            <a:r>
              <a:rPr lang="en-US" sz="2800" dirty="0" err="1">
                <a:latin typeface="Times New Roman" pitchFamily="18" charset="0"/>
                <a:cs typeface="Times New Roman" pitchFamily="18" charset="0"/>
              </a:rPr>
              <a:t>cưỡng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bỏ</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40 BLHS)</a:t>
            </a:r>
            <a:endParaRPr lang="en-US" sz="2800" i="1"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263" y="0"/>
            <a:ext cx="5283737" cy="329833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8263" y="3457092"/>
            <a:ext cx="5283737" cy="3439544"/>
          </a:xfrm>
          <a:prstGeom prst="rect">
            <a:avLst/>
          </a:prstGeom>
        </p:spPr>
      </p:pic>
    </p:spTree>
    <p:extLst>
      <p:ext uri="{BB962C8B-B14F-4D97-AF65-F5344CB8AC3E}">
        <p14:creationId xmlns:p14="http://schemas.microsoft.com/office/powerpoint/2010/main" val="308112438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0818C31-C0C4-4601-BE05-BC9946F35281}"/>
              </a:ext>
            </a:extLst>
          </p:cNvPr>
          <p:cNvSpPr>
            <a:spLocks noGrp="1"/>
          </p:cNvSpPr>
          <p:nvPr>
            <p:ph idx="4294967295"/>
          </p:nvPr>
        </p:nvSpPr>
        <p:spPr>
          <a:xfrm>
            <a:off x="270457" y="602244"/>
            <a:ext cx="10315977" cy="4386262"/>
          </a:xfrm>
        </p:spPr>
        <p:txBody>
          <a:bodyPr>
            <a:normAutofit/>
          </a:bodyPr>
          <a:lstStyle/>
          <a:p>
            <a:pPr algn="just"/>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từ</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dưới</a:t>
            </a:r>
            <a:r>
              <a:rPr lang="en-US" sz="2800" dirty="0" smtClean="0">
                <a:latin typeface="Times New Roman" pitchFamily="18" charset="0"/>
                <a:cs typeface="Times New Roman" pitchFamily="18" charset="0"/>
              </a:rPr>
              <a:t> 18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nữ</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thai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nữ</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nuôi</a:t>
            </a:r>
            <a:r>
              <a:rPr lang="en-US" sz="2800" dirty="0" smtClean="0">
                <a:latin typeface="Times New Roman" pitchFamily="18" charset="0"/>
                <a:cs typeface="Times New Roman" pitchFamily="18" charset="0"/>
              </a:rPr>
              <a:t> con </a:t>
            </a:r>
            <a:r>
              <a:rPr lang="en-US" sz="2800" dirty="0" err="1" smtClean="0">
                <a:latin typeface="Times New Roman" pitchFamily="18" charset="0"/>
                <a:cs typeface="Times New Roman" pitchFamily="18" charset="0"/>
              </a:rPr>
              <a:t>dưới</a:t>
            </a:r>
            <a:r>
              <a:rPr lang="en-US" sz="2800" dirty="0" smtClean="0">
                <a:latin typeface="Times New Roman" pitchFamily="18" charset="0"/>
                <a:cs typeface="Times New Roman" pitchFamily="18" charset="0"/>
              </a:rPr>
              <a:t> 36 </a:t>
            </a:r>
            <a:r>
              <a:rPr lang="en-US" sz="2800" dirty="0" err="1" smtClean="0">
                <a:latin typeface="Times New Roman" pitchFamily="18" charset="0"/>
                <a:cs typeface="Times New Roman" pitchFamily="18" charset="0"/>
              </a:rPr>
              <a:t>tháng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đủ</a:t>
            </a:r>
            <a:r>
              <a:rPr lang="en-US" sz="2800" dirty="0" smtClean="0">
                <a:latin typeface="Times New Roman" pitchFamily="18" charset="0"/>
                <a:cs typeface="Times New Roman" pitchFamily="18" charset="0"/>
              </a:rPr>
              <a:t> 75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trở</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xử</a:t>
            </a:r>
            <a:r>
              <a:rPr lang="en-US" sz="2800" dirty="0" smtClean="0">
                <a:latin typeface="Times New Roman" pitchFamily="18" charset="0"/>
                <a:cs typeface="Times New Roman" pitchFamily="18" charset="0"/>
              </a:rPr>
              <a:t>.</a:t>
            </a:r>
          </a:p>
          <a:p>
            <a:pPr algn="just"/>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thuộc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nữ</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thai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nữ</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nuôi</a:t>
            </a:r>
            <a:r>
              <a:rPr lang="en-US" sz="2800" dirty="0" smtClean="0">
                <a:latin typeface="Times New Roman" pitchFamily="18" charset="0"/>
                <a:cs typeface="Times New Roman" pitchFamily="18" charset="0"/>
              </a:rPr>
              <a:t> con </a:t>
            </a:r>
            <a:r>
              <a:rPr lang="en-US" sz="2800" dirty="0" err="1" smtClean="0">
                <a:latin typeface="Times New Roman" pitchFamily="18" charset="0"/>
                <a:cs typeface="Times New Roman" pitchFamily="18" charset="0"/>
              </a:rPr>
              <a:t>dưới</a:t>
            </a:r>
            <a:r>
              <a:rPr lang="en-US" sz="2800" dirty="0" smtClean="0">
                <a:latin typeface="Times New Roman" pitchFamily="18" charset="0"/>
                <a:cs typeface="Times New Roman" pitchFamily="18" charset="0"/>
              </a:rPr>
              <a:t> 36 </a:t>
            </a:r>
            <a:r>
              <a:rPr lang="en-US" sz="2800" dirty="0" err="1" smtClean="0">
                <a:latin typeface="Times New Roman" pitchFamily="18" charset="0"/>
                <a:cs typeface="Times New Roman" pitchFamily="18" charset="0"/>
              </a:rPr>
              <a:t>tháng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đủ</a:t>
            </a:r>
            <a:r>
              <a:rPr lang="en-US" sz="2800" dirty="0" smtClean="0">
                <a:latin typeface="Times New Roman" pitchFamily="18" charset="0"/>
                <a:cs typeface="Times New Roman" pitchFamily="18" charset="0"/>
              </a:rPr>
              <a:t> 75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trở</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tham</a:t>
            </a:r>
            <a:r>
              <a:rPr lang="en-US" sz="2800" dirty="0" smtClean="0">
                <a:latin typeface="Times New Roman" pitchFamily="18" charset="0"/>
                <a:cs typeface="Times New Roman" pitchFamily="18" charset="0"/>
              </a:rPr>
              <a:t> ô </a:t>
            </a:r>
            <a:r>
              <a:rPr lang="en-US" sz="2800" dirty="0" err="1" smtClean="0">
                <a:latin typeface="Times New Roman" pitchFamily="18" charset="0"/>
                <a:cs typeface="Times New Roman" pitchFamily="18" charset="0"/>
              </a:rPr>
              <a:t>tài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nhận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lộ</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động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nộp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tư</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tài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tham</a:t>
            </a:r>
            <a:r>
              <a:rPr lang="en-US" sz="2800" dirty="0" smtClean="0">
                <a:latin typeface="Times New Roman" pitchFamily="18" charset="0"/>
                <a:cs typeface="Times New Roman" pitchFamily="18" charset="0"/>
              </a:rPr>
              <a:t> ô, </a:t>
            </a:r>
            <a:r>
              <a:rPr lang="en-US" sz="2800" dirty="0" err="1" smtClean="0">
                <a:latin typeface="Times New Roman" pitchFamily="18" charset="0"/>
                <a:cs typeface="Times New Roman" pitchFamily="18" charset="0"/>
              </a:rPr>
              <a:t>nhận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lộ</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lý</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lập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lớn</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456" y="4814686"/>
            <a:ext cx="2724418" cy="204331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6991" y="4814686"/>
            <a:ext cx="3066888" cy="204331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52338" y="4279007"/>
            <a:ext cx="1931831" cy="2578993"/>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7973" y="4814686"/>
            <a:ext cx="2954189" cy="2043314"/>
          </a:xfrm>
          <a:prstGeom prst="rect">
            <a:avLst/>
          </a:prstGeom>
        </p:spPr>
      </p:pic>
    </p:spTree>
    <p:extLst>
      <p:ext uri="{BB962C8B-B14F-4D97-AF65-F5344CB8AC3E}">
        <p14:creationId xmlns:p14="http://schemas.microsoft.com/office/powerpoint/2010/main" val="3689070713"/>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FAF812-3712-446E-A902-9CDA77A0C077}"/>
              </a:ext>
            </a:extLst>
          </p:cNvPr>
          <p:cNvSpPr>
            <a:spLocks noGrp="1"/>
          </p:cNvSpPr>
          <p:nvPr>
            <p:ph type="title"/>
          </p:nvPr>
        </p:nvSpPr>
        <p:spPr/>
        <p:txBody>
          <a:bodyPr/>
          <a:lstStyle/>
          <a:p>
            <a:r>
              <a:rPr lang="en-US" dirty="0" err="1">
                <a:latin typeface="Times New Roman" pitchFamily="18" charset="0"/>
                <a:cs typeface="Times New Roman" pitchFamily="18" charset="0"/>
              </a:rPr>
              <a:t>Cấm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đảm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cấm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4045F31A-2186-427E-B2CC-8FCD5C73C978}"/>
              </a:ext>
            </a:extLst>
          </p:cNvPr>
          <p:cNvSpPr>
            <a:spLocks noGrp="1"/>
          </p:cNvSpPr>
          <p:nvPr>
            <p:ph idx="1"/>
          </p:nvPr>
        </p:nvSpPr>
        <p:spPr>
          <a:xfrm>
            <a:off x="680321" y="2336872"/>
            <a:ext cx="9613861" cy="4154079"/>
          </a:xfrm>
        </p:spPr>
        <p:txBody>
          <a:bodyPr/>
          <a:lstStyle/>
          <a:p>
            <a:pPr marL="0" indent="0" algn="just">
              <a:buNone/>
            </a:pP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bổ</a:t>
            </a:r>
            <a:r>
              <a:rPr lang="en-US" sz="2800" dirty="0">
                <a:latin typeface="Times New Roman" pitchFamily="18" charset="0"/>
                <a:cs typeface="Times New Roman" pitchFamily="18" charset="0"/>
              </a:rPr>
              <a:t> sung,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nói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a:t>
            </a:r>
          </a:p>
          <a:p>
            <a:pPr marL="0" indent="0" algn="just">
              <a:buNone/>
            </a:pP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mọi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kèm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41 BLHS)</a:t>
            </a:r>
            <a:endParaRPr lang="en-US" sz="2800" i="1" dirty="0">
              <a:latin typeface="Times New Roman" pitchFamily="18" charset="0"/>
              <a:cs typeface="Times New Roman" pitchFamily="18" charset="0"/>
            </a:endParaRPr>
          </a:p>
          <a:p>
            <a:pPr marL="0" indent="0">
              <a:buNone/>
            </a:pPr>
            <a:endParaRPr lang="en-US" dirty="0"/>
          </a:p>
        </p:txBody>
      </p:sp>
    </p:spTree>
    <p:extLst>
      <p:ext uri="{BB962C8B-B14F-4D97-AF65-F5344CB8AC3E}">
        <p14:creationId xmlns:p14="http://schemas.microsoft.com/office/powerpoint/2010/main" val="3433509071"/>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BEF6648-22D4-4316-BCDC-8ADBAA700FE1}"/>
              </a:ext>
            </a:extLst>
          </p:cNvPr>
          <p:cNvSpPr>
            <a:spLocks noGrp="1"/>
          </p:cNvSpPr>
          <p:nvPr>
            <p:ph idx="4294967295"/>
          </p:nvPr>
        </p:nvSpPr>
        <p:spPr>
          <a:xfrm>
            <a:off x="695460" y="662547"/>
            <a:ext cx="9613900" cy="4192788"/>
          </a:xfrm>
        </p:spPr>
        <p:txBody>
          <a:bodyPr>
            <a:noAutofit/>
          </a:bodyPr>
          <a:lstStyle/>
          <a:p>
            <a:pPr algn="just">
              <a:buFontTx/>
              <a:buChar char="-"/>
            </a:pP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5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a:t>
            </a:r>
          </a:p>
          <a:p>
            <a:pPr algn="just">
              <a:buFontTx/>
              <a:buChar char="-"/>
            </a:pP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a:t>
            </a:r>
          </a:p>
          <a:p>
            <a:pPr algn="just">
              <a:buFontTx/>
              <a:buChar char="-"/>
            </a:pP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hưởng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977574141"/>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B24C39-30DA-4D90-B166-D74492182982}"/>
              </a:ext>
            </a:extLst>
          </p:cNvPr>
          <p:cNvSpPr>
            <a:spLocks noGrp="1"/>
          </p:cNvSpPr>
          <p:nvPr>
            <p:ph type="title"/>
          </p:nvPr>
        </p:nvSpPr>
        <p:spPr/>
        <p:txBody>
          <a:bodyPr/>
          <a:lstStyle/>
          <a:p>
            <a:r>
              <a:rPr lang="en-US" dirty="0" err="1">
                <a:latin typeface="Times New Roman" pitchFamily="18" charset="0"/>
                <a:cs typeface="Times New Roman" pitchFamily="18" charset="0"/>
              </a:rPr>
              <a:t>Cấm</a:t>
            </a:r>
            <a:r>
              <a:rPr lang="en-US" dirty="0">
                <a:latin typeface="Times New Roman" pitchFamily="18" charset="0"/>
                <a:cs typeface="Times New Roman" pitchFamily="18" charset="0"/>
              </a:rPr>
              <a:t> c</a:t>
            </a:r>
            <a:r>
              <a:rPr lang="vi-VN" dirty="0">
                <a:latin typeface="Times New Roman" pitchFamily="18" charset="0"/>
                <a:cs typeface="Times New Roman" pitchFamily="18" charset="0"/>
              </a:rPr>
              <a:t>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trú</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BCFD9D63-39F0-459A-8EE8-164E56A159EC}"/>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trú</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bổ</a:t>
            </a:r>
            <a:r>
              <a:rPr lang="en-US" sz="2800" dirty="0">
                <a:latin typeface="Times New Roman" pitchFamily="18" charset="0"/>
                <a:cs typeface="Times New Roman" pitchFamily="18" charset="0"/>
              </a:rPr>
              <a:t> sung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trú</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trú</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5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ở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42 BLHS)</a:t>
            </a:r>
            <a:endParaRPr lang="en-US" sz="2800" i="1" dirty="0">
              <a:latin typeface="Times New Roman" pitchFamily="18" charset="0"/>
              <a:cs typeface="Times New Roman" pitchFamily="18" charset="0"/>
            </a:endParaRPr>
          </a:p>
        </p:txBody>
      </p:sp>
    </p:spTree>
    <p:extLst>
      <p:ext uri="{BB962C8B-B14F-4D97-AF65-F5344CB8AC3E}">
        <p14:creationId xmlns:p14="http://schemas.microsoft.com/office/powerpoint/2010/main" val="922303842"/>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FDF533-027A-4395-8D79-E0972358BA9D}"/>
              </a:ext>
            </a:extLst>
          </p:cNvPr>
          <p:cNvSpPr>
            <a:spLocks noGrp="1"/>
          </p:cNvSpPr>
          <p:nvPr>
            <p:ph type="title"/>
          </p:nvPr>
        </p:nvSpPr>
        <p:spPr/>
        <p:txBody>
          <a:bodyPr/>
          <a:lstStyle/>
          <a:p>
            <a:r>
              <a:rPr lang="en-US" dirty="0" err="1">
                <a:latin typeface="Times New Roman" pitchFamily="18" charset="0"/>
                <a:cs typeface="Times New Roman" pitchFamily="18" charset="0"/>
              </a:rPr>
              <a:t>Quản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665D6409-80A4-4321-B998-D575F4850A59}"/>
              </a:ext>
            </a:extLst>
          </p:cNvPr>
          <p:cNvSpPr>
            <a:spLocks noGrp="1"/>
          </p:cNvSpPr>
          <p:nvPr>
            <p:ph idx="1"/>
          </p:nvPr>
        </p:nvSpPr>
        <p:spPr/>
        <p:txBody>
          <a:bodyPr>
            <a:normAutofit/>
          </a:bodyPr>
          <a:lstStyle/>
          <a:p>
            <a:pPr marL="0" indent="0" algn="just">
              <a:buNone/>
            </a:pPr>
            <a:r>
              <a:rPr lang="en-US" sz="2800" dirty="0" err="1">
                <a:latin typeface="Times New Roman" pitchFamily="18" charset="0"/>
                <a:cs typeface="Times New Roman" pitchFamily="18" charset="0"/>
              </a:rPr>
              <a:t>Quản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bổ</a:t>
            </a:r>
            <a:r>
              <a:rPr lang="en-US" sz="2800" dirty="0">
                <a:latin typeface="Times New Roman" pitchFamily="18" charset="0"/>
                <a:cs typeface="Times New Roman" pitchFamily="18" charset="0"/>
              </a:rPr>
              <a:t> sung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an </a:t>
            </a:r>
            <a:r>
              <a:rPr lang="en-US" sz="2800" dirty="0" err="1">
                <a:latin typeface="Times New Roman" pitchFamily="18" charset="0"/>
                <a:cs typeface="Times New Roman" pitchFamily="18" charset="0"/>
              </a:rPr>
              <a:t>ninh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BLHS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trú</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ở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1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5 </a:t>
            </a:r>
            <a:r>
              <a:rPr lang="en-US" sz="2800" dirty="0" err="1">
                <a:latin typeface="Times New Roman" pitchFamily="18" charset="0"/>
                <a:cs typeface="Times New Roman" pitchFamily="18" charset="0"/>
              </a:rPr>
              <a:t>năm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soát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43 BLHS)</a:t>
            </a:r>
            <a:endParaRPr lang="en-US" sz="2800" i="1" dirty="0">
              <a:latin typeface="Times New Roman" pitchFamily="18" charset="0"/>
              <a:cs typeface="Times New Roman" pitchFamily="18" charset="0"/>
            </a:endParaRPr>
          </a:p>
        </p:txBody>
      </p:sp>
    </p:spTree>
    <p:extLst>
      <p:ext uri="{BB962C8B-B14F-4D97-AF65-F5344CB8AC3E}">
        <p14:creationId xmlns:p14="http://schemas.microsoft.com/office/powerpoint/2010/main" val="3202659641"/>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455AC0-C6B1-4CBB-BBD2-D0F45A585325}"/>
              </a:ext>
            </a:extLst>
          </p:cNvPr>
          <p:cNvSpPr>
            <a:spLocks noGrp="1"/>
          </p:cNvSpPr>
          <p:nvPr>
            <p:ph type="title"/>
          </p:nvPr>
        </p:nvSpPr>
        <p:spPr/>
        <p:txBody>
          <a:bodyPr/>
          <a:lstStyle/>
          <a:p>
            <a:r>
              <a:rPr lang="en-US" dirty="0">
                <a:latin typeface="Times New Roman" pitchFamily="18" charset="0"/>
                <a:cs typeface="Times New Roman" pitchFamily="18" charset="0"/>
              </a:rPr>
              <a:t>T</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72113550-0D55-4439-BCDB-011B53E2A09E}"/>
              </a:ext>
            </a:extLst>
          </p:cNvPr>
          <p:cNvSpPr>
            <a:spLocks noGrp="1"/>
          </p:cNvSpPr>
          <p:nvPr>
            <p:ph idx="1"/>
          </p:nvPr>
        </p:nvSpPr>
        <p:spPr>
          <a:xfrm>
            <a:off x="680320" y="2124838"/>
            <a:ext cx="11021350" cy="4421736"/>
          </a:xfrm>
        </p:spPr>
        <p:txBody>
          <a:bodyPr>
            <a:normAutofit/>
          </a:bodyPr>
          <a:lstStyle/>
          <a:p>
            <a:pPr algn="just"/>
            <a:r>
              <a:rPr lang="en-US" sz="2600" dirty="0" err="1">
                <a:latin typeface="Times New Roman" pitchFamily="18" charset="0"/>
                <a:cs typeface="Times New Roman" pitchFamily="18" charset="0"/>
              </a:rPr>
              <a:t>Tước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bổ</a:t>
            </a:r>
            <a:r>
              <a:rPr lang="en-US" sz="2600" dirty="0">
                <a:latin typeface="Times New Roman" pitchFamily="18" charset="0"/>
                <a:cs typeface="Times New Roman" pitchFamily="18" charset="0"/>
              </a:rPr>
              <a:t> sung, </a:t>
            </a:r>
            <a:r>
              <a:rPr lang="en-US" sz="2600" dirty="0" err="1">
                <a:latin typeface="Times New Roman" pitchFamily="18" charset="0"/>
                <a:cs typeface="Times New Roman" pitchFamily="18" charset="0"/>
              </a:rPr>
              <a:t>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dụng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Việt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nam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xâm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an </a:t>
            </a:r>
            <a:r>
              <a:rPr lang="en-US" sz="2600" dirty="0" err="1">
                <a:latin typeface="Times New Roman" pitchFamily="18" charset="0"/>
                <a:cs typeface="Times New Roman" pitchFamily="18" charset="0"/>
              </a:rPr>
              <a:t>ninh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quốc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tội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BLHS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a:t>
            </a:r>
          </a:p>
          <a:p>
            <a:pPr algn="just"/>
            <a:r>
              <a:rPr lang="en-US" sz="2600" dirty="0" err="1">
                <a:latin typeface="Times New Roman" pitchFamily="18" charset="0"/>
                <a:cs typeface="Times New Roman" pitchFamily="18" charset="0"/>
              </a:rPr>
              <a:t>Tước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bỏ</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trọng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ứng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cử</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bầu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xử</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biểu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việc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phục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vụ</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lượng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trang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a:t>
            </a:r>
          </a:p>
          <a:p>
            <a:pPr algn="just"/>
            <a:r>
              <a:rPr lang="en-US" sz="2600" dirty="0" err="1">
                <a:latin typeface="Times New Roman" pitchFamily="18" charset="0"/>
                <a:cs typeface="Times New Roman" pitchFamily="18" charset="0"/>
              </a:rPr>
              <a:t>Thời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tước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1 </a:t>
            </a:r>
            <a:r>
              <a:rPr lang="en-US" sz="2600" dirty="0" err="1">
                <a:latin typeface="Times New Roman" pitchFamily="18" charset="0"/>
                <a:cs typeface="Times New Roman" pitchFamily="18" charset="0"/>
              </a:rPr>
              <a:t>năm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5 </a:t>
            </a:r>
            <a:r>
              <a:rPr lang="en-US" sz="2600" dirty="0" err="1">
                <a:latin typeface="Times New Roman" pitchFamily="18" charset="0"/>
                <a:cs typeface="Times New Roman" pitchFamily="18" charset="0"/>
              </a:rPr>
              <a:t>năm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ngày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chấp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tù</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ngày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hiệu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trường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hợp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hưởng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treo</a:t>
            </a:r>
            <a:r>
              <a:rPr lang="en-US" sz="2600" dirty="0" smtClean="0">
                <a:latin typeface="Times New Roman" pitchFamily="18" charset="0"/>
                <a:cs typeface="Times New Roman" pitchFamily="18" charset="0"/>
              </a:rPr>
              <a:t>.</a:t>
            </a:r>
          </a:p>
          <a:p>
            <a:pPr marL="0" indent="0" algn="r">
              <a:buNone/>
            </a:pPr>
            <a:r>
              <a:rPr lang="en-US" sz="2600" i="1" dirty="0" smtClean="0">
                <a:latin typeface="Times New Roman" pitchFamily="18" charset="0"/>
                <a:cs typeface="Times New Roman" pitchFamily="18" charset="0"/>
              </a:rPr>
              <a:t>(</a:t>
            </a:r>
            <a:r>
              <a:rPr lang="en-US" sz="2600" i="1" dirty="0" err="1" smtClean="0">
                <a:latin typeface="Times New Roman" pitchFamily="18" charset="0"/>
                <a:cs typeface="Times New Roman" pitchFamily="18" charset="0"/>
              </a:rPr>
              <a:t>Điều</a:t>
            </a:r>
            <a:r>
              <a:rPr lang="en-US" sz="2600" i="1" dirty="0" smtClean="0">
                <a:latin typeface="Times New Roman" pitchFamily="18" charset="0"/>
                <a:cs typeface="Times New Roman" pitchFamily="18" charset="0"/>
              </a:rPr>
              <a:t> 44 BLHS)</a:t>
            </a:r>
            <a:endParaRPr lang="en-US" sz="2600" i="1" dirty="0">
              <a:latin typeface="Times New Roman" pitchFamily="18" charset="0"/>
              <a:cs typeface="Times New Roman" pitchFamily="18" charset="0"/>
            </a:endParaRPr>
          </a:p>
        </p:txBody>
      </p:sp>
    </p:spTree>
    <p:extLst>
      <p:ext uri="{BB962C8B-B14F-4D97-AF65-F5344CB8AC3E}">
        <p14:creationId xmlns:p14="http://schemas.microsoft.com/office/powerpoint/2010/main" val="3046420479"/>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330669-25C2-4936-9279-4840F0D19916}"/>
              </a:ext>
            </a:extLst>
          </p:cNvPr>
          <p:cNvSpPr>
            <a:spLocks noGrp="1"/>
          </p:cNvSpPr>
          <p:nvPr>
            <p:ph type="title"/>
          </p:nvPr>
        </p:nvSpPr>
        <p:spPr/>
        <p:txBody>
          <a:bodyPr/>
          <a:lstStyle/>
          <a:p>
            <a:r>
              <a:rPr lang="en-US" dirty="0" err="1">
                <a:latin typeface="Times New Roman" pitchFamily="18" charset="0"/>
                <a:cs typeface="Times New Roman" pitchFamily="18" charset="0"/>
              </a:rPr>
              <a:t>Tịch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330D6E9F-DD84-49FB-8807-2298CDC62261}"/>
              </a:ext>
            </a:extLst>
          </p:cNvPr>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bổ</a:t>
            </a:r>
            <a:r>
              <a:rPr lang="en-US" sz="2800" dirty="0">
                <a:latin typeface="Times New Roman" pitchFamily="18" charset="0"/>
                <a:cs typeface="Times New Roman" pitchFamily="18" charset="0"/>
              </a:rPr>
              <a:t> sung, </a:t>
            </a:r>
            <a:r>
              <a:rPr lang="en-US" sz="2800" dirty="0" err="1">
                <a:latin typeface="Times New Roman" pitchFamily="18" charset="0"/>
                <a:cs typeface="Times New Roman" pitchFamily="18" charset="0"/>
              </a:rPr>
              <a:t>tước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nộp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an </a:t>
            </a:r>
            <a:r>
              <a:rPr lang="en-US" sz="2800" dirty="0" err="1">
                <a:latin typeface="Times New Roman" pitchFamily="18" charset="0"/>
                <a:cs typeface="Times New Roman" pitchFamily="18" charset="0"/>
              </a:rPr>
              <a:t>ninh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ma </a:t>
            </a:r>
            <a:r>
              <a:rPr lang="en-US" sz="2800" dirty="0" err="1">
                <a:latin typeface="Times New Roman" pitchFamily="18" charset="0"/>
                <a:cs typeface="Times New Roman" pitchFamily="18" charset="0"/>
              </a:rPr>
              <a:t>túy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45 BLHS)</a:t>
            </a:r>
            <a:endParaRPr lang="en-US" sz="2800" i="1" dirty="0">
              <a:latin typeface="Times New Roman" pitchFamily="18" charset="0"/>
              <a:cs typeface="Times New Roman" pitchFamily="18" charset="0"/>
            </a:endParaRPr>
          </a:p>
        </p:txBody>
      </p:sp>
    </p:spTree>
    <p:extLst>
      <p:ext uri="{BB962C8B-B14F-4D97-AF65-F5344CB8AC3E}">
        <p14:creationId xmlns:p14="http://schemas.microsoft.com/office/powerpoint/2010/main" val="649405208"/>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2EFA622-68CA-4BB7-9764-540E0ECF5476}"/>
              </a:ext>
            </a:extLst>
          </p:cNvPr>
          <p:cNvSpPr>
            <a:spLocks noGrp="1"/>
          </p:cNvSpPr>
          <p:nvPr>
            <p:ph idx="4294967295"/>
          </p:nvPr>
        </p:nvSpPr>
        <p:spPr>
          <a:xfrm>
            <a:off x="296214" y="614765"/>
            <a:ext cx="10109916" cy="5940581"/>
          </a:xfrm>
        </p:spPr>
        <p:txBody>
          <a:bodyPr>
            <a:normAutofit/>
          </a:bodyPr>
          <a:lstStyle/>
          <a:p>
            <a:pPr algn="just"/>
            <a:r>
              <a:rPr lang="en-US" sz="2800" dirty="0" err="1">
                <a:latin typeface="Times New Roman" pitchFamily="18" charset="0"/>
                <a:cs typeface="Times New Roman" pitchFamily="18" charset="0"/>
              </a:rPr>
              <a:t>Tòa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hữu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hữu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hữu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hữu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vẫn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sống</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bồi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bồi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còn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bồi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nói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199257765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5B8FD7-0F55-42FF-9879-27FAE4493594}"/>
              </a:ext>
            </a:extLst>
          </p:cNvPr>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t</a:t>
            </a:r>
            <a:r>
              <a:rPr lang="vi-VN" dirty="0">
                <a:latin typeface="Times New Roman" pitchFamily="18" charset="0"/>
                <a:cs typeface="Times New Roman" pitchFamily="18" charset="0"/>
              </a:rPr>
              <a:t>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CF42A42F-67DB-4B72-B4E9-6688D7E742BB}"/>
              </a:ext>
            </a:extLst>
          </p:cNvPr>
          <p:cNvSpPr>
            <a:spLocks noGrp="1"/>
          </p:cNvSpPr>
          <p:nvPr>
            <p:ph idx="1"/>
          </p:nvPr>
        </p:nvSpPr>
        <p:spPr>
          <a:xfrm>
            <a:off x="680321" y="2336873"/>
            <a:ext cx="10756118" cy="3599316"/>
          </a:xfrm>
        </p:spPr>
        <p:txBody>
          <a:bodyPr/>
          <a:lstStyle/>
          <a:p>
            <a:pPr algn="just"/>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BLHS, do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hỗ</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smtClean="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1183849112"/>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2E4CE03-C07B-4BE6-85AE-365C23AA8E71}"/>
              </a:ext>
            </a:extLst>
          </p:cNvPr>
          <p:cNvSpPr>
            <a:spLocks noGrp="1"/>
          </p:cNvSpPr>
          <p:nvPr>
            <p:ph idx="4294967295"/>
          </p:nvPr>
        </p:nvSpPr>
        <p:spPr>
          <a:xfrm>
            <a:off x="695460" y="598152"/>
            <a:ext cx="9613900" cy="5480676"/>
          </a:xfrm>
        </p:spPr>
        <p:txBody>
          <a:bodyPr>
            <a:normAutofit/>
          </a:bodyPr>
          <a:lstStyle/>
          <a:p>
            <a:pPr marL="0" indent="0" algn="just">
              <a:buNone/>
            </a:pPr>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BLHS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T</a:t>
            </a:r>
            <a:r>
              <a:rPr lang="en-US" sz="2800" dirty="0" err="1" smtClean="0">
                <a:latin typeface="Times New Roman" pitchFamily="18" charset="0"/>
                <a:cs typeface="Times New Roman" pitchFamily="18" charset="0"/>
              </a:rPr>
              <a:t>ịch</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T</a:t>
            </a:r>
            <a:r>
              <a:rPr lang="en-US" sz="2800" dirty="0" err="1" smtClean="0">
                <a:latin typeface="Times New Roman" pitchFamily="18" charset="0"/>
                <a:cs typeface="Times New Roman" pitchFamily="18" charset="0"/>
              </a:rPr>
              <a:t>rả</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bồi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B</a:t>
            </a:r>
            <a:r>
              <a:rPr lang="en-US" sz="2800" dirty="0" err="1" smtClean="0">
                <a:latin typeface="Times New Roman" pitchFamily="18" charset="0"/>
                <a:cs typeface="Times New Roman" pitchFamily="18" charset="0"/>
              </a:rPr>
              <a:t>uộc</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xin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lỗi</a:t>
            </a:r>
            <a:r>
              <a:rPr lang="en-US" sz="2800" dirty="0">
                <a:latin typeface="Times New Roman" pitchFamily="18" charset="0"/>
                <a:cs typeface="Times New Roman" pitchFamily="18" charset="0"/>
              </a:rPr>
              <a:t>; </a:t>
            </a:r>
          </a:p>
          <a:p>
            <a:pPr algn="just">
              <a:buFontTx/>
              <a:buChar char="-"/>
            </a:pPr>
            <a:r>
              <a:rPr lang="en-US" sz="2800" dirty="0" err="1">
                <a:latin typeface="Times New Roman" pitchFamily="18" charset="0"/>
                <a:cs typeface="Times New Roman" pitchFamily="18" charset="0"/>
              </a:rPr>
              <a:t>B</a:t>
            </a:r>
            <a:r>
              <a:rPr lang="en-US" sz="2800" dirty="0" err="1" smtClean="0">
                <a:latin typeface="Times New Roman" pitchFamily="18" charset="0"/>
                <a:cs typeface="Times New Roman" pitchFamily="18" charset="0"/>
              </a:rPr>
              <a:t>ắt</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bệnh</a:t>
            </a:r>
            <a:r>
              <a:rPr lang="en-US" sz="2800" dirty="0">
                <a:latin typeface="Times New Roman" pitchFamily="18" charset="0"/>
                <a:cs typeface="Times New Roman" pitchFamily="18" charset="0"/>
              </a:rPr>
              <a:t>; </a:t>
            </a:r>
          </a:p>
          <a:p>
            <a:pPr algn="just">
              <a:buFontTx/>
              <a:buChar char="-"/>
            </a:pPr>
            <a:r>
              <a:rPr lang="en-US" sz="2800" dirty="0" err="1" smtClean="0">
                <a:latin typeface="Times New Roman" pitchFamily="18" charset="0"/>
                <a:cs typeface="Times New Roman" pitchFamily="18" charset="0"/>
              </a:rPr>
              <a:t>Giáo</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dục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trấn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a:t>
            </a:r>
          </a:p>
          <a:p>
            <a:pPr algn="just">
              <a:buFontTx/>
              <a:buChar char="-"/>
            </a:pPr>
            <a:r>
              <a:rPr lang="en-US" sz="2800" dirty="0" err="1">
                <a:latin typeface="Times New Roman" pitchFamily="18" charset="0"/>
                <a:cs typeface="Times New Roman" pitchFamily="18" charset="0"/>
              </a:rPr>
              <a:t>Đ</a:t>
            </a:r>
            <a:r>
              <a:rPr lang="en-US" sz="2800" dirty="0" err="1" smtClean="0">
                <a:latin typeface="Times New Roman" pitchFamily="18" charset="0"/>
                <a:cs typeface="Times New Roman" pitchFamily="18" charset="0"/>
              </a:rPr>
              <a:t>ưa</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423436858"/>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40A4967-921D-4DD2-A8B8-289AD6A8C773}"/>
              </a:ext>
            </a:extLst>
          </p:cNvPr>
          <p:cNvSpPr>
            <a:spLocks noGrp="1"/>
          </p:cNvSpPr>
          <p:nvPr>
            <p:ph idx="4294967295"/>
          </p:nvPr>
        </p:nvSpPr>
        <p:spPr>
          <a:xfrm>
            <a:off x="592428" y="726941"/>
            <a:ext cx="9613900" cy="5029915"/>
          </a:xfrm>
        </p:spPr>
        <p:txBody>
          <a:bodyPr>
            <a:normAutofit/>
          </a:bodyPr>
          <a:lstStyle/>
          <a:p>
            <a:pPr algn="just"/>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bởi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Tòa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VKSND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đoạn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thẩm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nhau</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nguy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yếu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hỗ</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phạt</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59939593"/>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E1C11B-D62B-4019-AF6B-A43637D262E7}"/>
              </a:ext>
            </a:extLst>
          </p:cNvPr>
          <p:cNvSpPr>
            <a:spLocks noGrp="1"/>
          </p:cNvSpPr>
          <p:nvPr>
            <p:ph type="title"/>
          </p:nvPr>
        </p:nvSpPr>
        <p:spPr/>
        <p:txBody>
          <a:bodyPr>
            <a:normAutofit/>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4156D447-B4FA-4FB1-9A6C-2E4FD6C6679C}"/>
              </a:ext>
            </a:extLst>
          </p:cNvPr>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Trả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chữa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bồi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xin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lỗi</a:t>
            </a: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Khôi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trạng</a:t>
            </a:r>
            <a:r>
              <a:rPr lang="en-US" sz="2800" dirty="0">
                <a:latin typeface="Times New Roman" pitchFamily="18" charset="0"/>
                <a:cs typeface="Times New Roman" pitchFamily="18" charset="0"/>
              </a:rPr>
              <a:t> ban </a:t>
            </a:r>
            <a:r>
              <a:rPr lang="en-US" sz="2800" dirty="0" err="1">
                <a:latin typeface="Times New Roman" pitchFamily="18" charset="0"/>
                <a:cs typeface="Times New Roman" pitchFamily="18" charset="0"/>
              </a:rPr>
              <a:t>đầu</a:t>
            </a: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chặn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080400184"/>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QUYẾT ĐỊNH HÌNH PHẠT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Quyết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Tòa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chọn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vi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7337" y="4027867"/>
            <a:ext cx="4003719" cy="2669146"/>
          </a:xfrm>
          <a:prstGeom prst="rect">
            <a:avLst/>
          </a:prstGeom>
        </p:spPr>
      </p:pic>
    </p:spTree>
    <p:extLst>
      <p:ext uri="{BB962C8B-B14F-4D97-AF65-F5344CB8AC3E}">
        <p14:creationId xmlns:p14="http://schemas.microsoft.com/office/powerpoint/2010/main" val="3082434861"/>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Các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căn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cứ</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quyết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định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với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BLHS</a:t>
            </a:r>
          </a:p>
          <a:p>
            <a:pPr algn="just"/>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độ</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endParaRPr lang="en-US" sz="2800" dirty="0" smtClean="0">
              <a:latin typeface="Times New Roman" pitchFamily="18" charset="0"/>
              <a:cs typeface="Times New Roman" pitchFamily="18" charset="0"/>
            </a:endParaRPr>
          </a:p>
          <a:p>
            <a:pPr algn="just"/>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endParaRPr lang="en-US" sz="2800" dirty="0">
              <a:latin typeface="Times New Roman" pitchFamily="18" charset="0"/>
              <a:cs typeface="Times New Roman" pitchFamily="18" charset="0"/>
            </a:endParaRPr>
          </a:p>
          <a:p>
            <a:pPr algn="just"/>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giảm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nặng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718164102"/>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Tổng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hợp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nhiều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bản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465193" y="2214562"/>
            <a:ext cx="5087155" cy="4173359"/>
          </a:xfrm>
        </p:spPr>
        <p:txBody>
          <a:bodyPr>
            <a:normAutofit/>
          </a:bodyPr>
          <a:lstStyle/>
          <a:p>
            <a:pPr marL="0" indent="0" algn="just">
              <a:buNone/>
            </a:pP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cùng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lúc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541" y="2214562"/>
            <a:ext cx="5598823" cy="4199117"/>
          </a:xfrm>
          <a:prstGeom prst="rect">
            <a:avLst/>
          </a:prstGeom>
        </p:spPr>
      </p:pic>
    </p:spTree>
    <p:extLst>
      <p:ext uri="{BB962C8B-B14F-4D97-AF65-F5344CB8AC3E}">
        <p14:creationId xmlns:p14="http://schemas.microsoft.com/office/powerpoint/2010/main" val="1772875915"/>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latin typeface="Times New Roman" pitchFamily="18" charset="0"/>
                <a:cs typeface="Times New Roman" pitchFamily="18" charset="0"/>
              </a:rPr>
              <a:t>Tổng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hợp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trong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hợp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một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đang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chấp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hành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một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bản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xét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đã</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trước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bản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này</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457200" indent="-457200" algn="just">
              <a:buAutoNum type="arabicPeriod"/>
            </a:pPr>
            <a:r>
              <a:rPr lang="en-US" sz="2800" dirty="0" err="1" smtClean="0">
                <a:latin typeface="Times New Roman" pitchFamily="18" charset="0"/>
                <a:cs typeface="Times New Roman" pitchFamily="18" charset="0"/>
              </a:rPr>
              <a:t>Tòa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xử</a:t>
            </a:r>
            <a:endParaRPr lang="en-US" sz="2800" dirty="0" smtClean="0">
              <a:latin typeface="Times New Roman" pitchFamily="18" charset="0"/>
              <a:cs typeface="Times New Roman" pitchFamily="18" charset="0"/>
            </a:endParaRPr>
          </a:p>
          <a:p>
            <a:pPr marL="457200" indent="-457200" algn="just">
              <a:buAutoNum type="arabicPeriod"/>
            </a:pPr>
            <a:r>
              <a:rPr lang="en-US" sz="2800" dirty="0" err="1" smtClean="0">
                <a:latin typeface="Times New Roman" pitchFamily="18" charset="0"/>
                <a:cs typeface="Times New Roman" pitchFamily="18" charset="0"/>
              </a:rPr>
              <a:t>Tổng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chung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endParaRPr lang="en-US" sz="2800" dirty="0" smtClean="0">
              <a:latin typeface="Times New Roman" pitchFamily="18" charset="0"/>
              <a:cs typeface="Times New Roman" pitchFamily="18" charset="0"/>
            </a:endParaRPr>
          </a:p>
          <a:p>
            <a:pPr marL="457200" indent="-457200" algn="just">
              <a:buAutoNum type="arabicPeriod"/>
            </a:pPr>
            <a:r>
              <a:rPr lang="en-US" sz="2800" dirty="0" err="1" smtClean="0">
                <a:latin typeface="Times New Roman" pitchFamily="18" charset="0"/>
                <a:cs typeface="Times New Roman" pitchFamily="18" charset="0"/>
              </a:rPr>
              <a:t>Lấy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chung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trừ</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545557652"/>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latin typeface="Times New Roman" pitchFamily="18" charset="0"/>
                <a:cs typeface="Times New Roman" pitchFamily="18" charset="0"/>
              </a:rPr>
              <a:t>Tổng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hợp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trong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hợp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một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đang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chấp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hành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một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bản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mới</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457200" indent="-457200" algn="just">
              <a:buAutoNum type="arabicPeriod"/>
            </a:pPr>
            <a:r>
              <a:rPr lang="en-US" sz="2800" dirty="0" err="1" smtClean="0">
                <a:latin typeface="Times New Roman" pitchFamily="18" charset="0"/>
                <a:cs typeface="Times New Roman" pitchFamily="18" charset="0"/>
              </a:rPr>
              <a:t>Quyết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mới</a:t>
            </a:r>
            <a:endParaRPr lang="en-US" sz="2800" dirty="0" smtClean="0">
              <a:latin typeface="Times New Roman" pitchFamily="18" charset="0"/>
              <a:cs typeface="Times New Roman" pitchFamily="18" charset="0"/>
            </a:endParaRPr>
          </a:p>
          <a:p>
            <a:pPr marL="457200" indent="-457200" algn="just">
              <a:buAutoNum type="arabicPeriod"/>
            </a:pPr>
            <a:r>
              <a:rPr lang="en-US" sz="2800" dirty="0" err="1" smtClean="0">
                <a:latin typeface="Times New Roman" pitchFamily="18" charset="0"/>
                <a:cs typeface="Times New Roman" pitchFamily="18" charset="0"/>
              </a:rPr>
              <a:t>Xác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chưa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cũ</a:t>
            </a:r>
            <a:endParaRPr lang="en-US" sz="2800" dirty="0" smtClean="0">
              <a:latin typeface="Times New Roman" pitchFamily="18" charset="0"/>
              <a:cs typeface="Times New Roman" pitchFamily="18" charset="0"/>
            </a:endParaRPr>
          </a:p>
          <a:p>
            <a:pPr marL="457200" indent="-457200" algn="just">
              <a:buAutoNum type="arabicPeriod"/>
            </a:pPr>
            <a:r>
              <a:rPr lang="en-US" sz="2800" dirty="0" err="1" smtClean="0">
                <a:latin typeface="Times New Roman" pitchFamily="18" charset="0"/>
                <a:cs typeface="Times New Roman" pitchFamily="18" charset="0"/>
              </a:rPr>
              <a:t>Tổng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chưa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cũ</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330449875"/>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79549" y="623910"/>
            <a:ext cx="9613900" cy="3598863"/>
          </a:xfrm>
        </p:spPr>
        <p:txBody>
          <a:bodyPr>
            <a:normAutofit/>
          </a:bodyPr>
          <a:lstStyle/>
          <a:p>
            <a:pPr marL="0" indent="0" algn="just">
              <a:buNone/>
            </a:pPr>
            <a:r>
              <a:rPr lang="en-US" sz="2800" dirty="0" smtClean="0">
                <a:latin typeface="Times New Roman" pitchFamily="18" charset="0"/>
                <a:cs typeface="Times New Roman" pitchFamily="18" charset="0"/>
              </a:rPr>
              <a:t>A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trộm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cắp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tài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Tòa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2 </a:t>
            </a:r>
            <a:r>
              <a:rPr lang="en-US" sz="2800" dirty="0" err="1" smtClean="0">
                <a:latin typeface="Times New Roman" pitchFamily="18" charset="0"/>
                <a:cs typeface="Times New Roman" pitchFamily="18" charset="0"/>
              </a:rPr>
              <a:t>năm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giữ</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12 </a:t>
            </a:r>
            <a:r>
              <a:rPr lang="en-US" sz="2800" dirty="0" err="1" smtClean="0">
                <a:latin typeface="Times New Roman" pitchFamily="18" charset="0"/>
                <a:cs typeface="Times New Roman" pitchFamily="18" charset="0"/>
              </a:rPr>
              <a:t>tháng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thì</a:t>
            </a:r>
            <a:r>
              <a:rPr lang="en-US" sz="2800" dirty="0" smtClean="0">
                <a:latin typeface="Times New Roman" pitchFamily="18" charset="0"/>
                <a:cs typeface="Times New Roman" pitchFamily="18" charset="0"/>
              </a:rPr>
              <a:t> A </a:t>
            </a:r>
            <a:r>
              <a:rPr lang="en-US" sz="2800" dirty="0" err="1" smtClean="0">
                <a:latin typeface="Times New Roman" pitchFamily="18" charset="0"/>
                <a:cs typeface="Times New Roman" pitchFamily="18" charset="0"/>
              </a:rPr>
              <a:t>lại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cố</a:t>
            </a:r>
            <a:r>
              <a:rPr lang="en-US" sz="2800" dirty="0" smtClean="0">
                <a:latin typeface="Times New Roman" pitchFamily="18" charset="0"/>
                <a:cs typeface="Times New Roman" pitchFamily="18" charset="0"/>
              </a:rPr>
              <a:t> ý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giam</a:t>
            </a:r>
            <a:r>
              <a:rPr lang="en-US" sz="2800" dirty="0" smtClean="0">
                <a:latin typeface="Times New Roman" pitchFamily="18" charset="0"/>
                <a:cs typeface="Times New Roman" pitchFamily="18" charset="0"/>
              </a:rPr>
              <a:t> 3 </a:t>
            </a:r>
            <a:r>
              <a:rPr lang="en-US" sz="2800" dirty="0" err="1" smtClean="0">
                <a:latin typeface="Times New Roman" pitchFamily="18" charset="0"/>
                <a:cs typeface="Times New Roman" pitchFamily="18" charset="0"/>
              </a:rPr>
              <a:t>tháng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ngay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cố</a:t>
            </a:r>
            <a:r>
              <a:rPr lang="en-US" sz="2800" dirty="0" smtClean="0">
                <a:latin typeface="Times New Roman" pitchFamily="18" charset="0"/>
                <a:cs typeface="Times New Roman" pitchFamily="18" charset="0"/>
              </a:rPr>
              <a:t> ý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tích</a:t>
            </a:r>
            <a:r>
              <a:rPr lang="en-US" sz="2800" dirty="0" smtClean="0">
                <a:latin typeface="Times New Roman" pitchFamily="18" charset="0"/>
                <a:cs typeface="Times New Roman" pitchFamily="18" charset="0"/>
              </a:rPr>
              <a:t>, A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Tòa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tuyên</a:t>
            </a:r>
            <a:r>
              <a:rPr lang="en-US" sz="2800" dirty="0" smtClean="0">
                <a:latin typeface="Times New Roman" pitchFamily="18" charset="0"/>
                <a:cs typeface="Times New Roman" pitchFamily="18" charset="0"/>
              </a:rPr>
              <a:t> 3 </a:t>
            </a:r>
            <a:r>
              <a:rPr lang="en-US" sz="2800" dirty="0" err="1" smtClean="0">
                <a:latin typeface="Times New Roman" pitchFamily="18" charset="0"/>
                <a:cs typeface="Times New Roman" pitchFamily="18" charset="0"/>
              </a:rPr>
              <a:t>năm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giam</a:t>
            </a:r>
            <a:r>
              <a:rPr lang="en-US" sz="2800" dirty="0" smtClean="0">
                <a:latin typeface="Times New Roman" pitchFamily="18" charset="0"/>
                <a:cs typeface="Times New Roman" pitchFamily="18" charset="0"/>
              </a:rPr>
              <a:t>.</a:t>
            </a:r>
          </a:p>
          <a:p>
            <a:pPr marL="0" indent="0" algn="just">
              <a:buNone/>
            </a:pPr>
            <a:r>
              <a:rPr lang="en-US" sz="2800" dirty="0" err="1" smtClean="0">
                <a:latin typeface="Times New Roman" pitchFamily="18" charset="0"/>
                <a:cs typeface="Times New Roman" pitchFamily="18" charset="0"/>
              </a:rPr>
              <a:t>Anh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hãy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tổng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2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nói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trên</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707410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IX. MIỄN, GIẢM TRÁCH NHIỆM HÌNH SỰ VÀ XÓA ÁN TÍCH</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Miễn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giảm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khoan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hồng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BLHS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bằng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miễn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giảm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động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cưỡng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thuộc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nội</a:t>
            </a:r>
            <a:r>
              <a:rPr lang="en-US" sz="2800" dirty="0" smtClean="0">
                <a:latin typeface="Times New Roman" pitchFamily="18" charset="0"/>
                <a:cs typeface="Times New Roman" pitchFamily="18" charset="0"/>
              </a:rPr>
              <a:t> dung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thẩm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quyền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cứu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647643807"/>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Miễn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Miễn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buộc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chịu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46824594"/>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treo</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miễn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Tòa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quá</a:t>
            </a:r>
            <a:r>
              <a:rPr lang="en-US" sz="2800" dirty="0" smtClean="0">
                <a:latin typeface="Times New Roman" pitchFamily="18" charset="0"/>
                <a:cs typeface="Times New Roman" pitchFamily="18" charset="0"/>
              </a:rPr>
              <a:t> 3 </a:t>
            </a:r>
            <a:r>
              <a:rPr lang="en-US" sz="2800" dirty="0" err="1" smtClean="0">
                <a:latin typeface="Times New Roman" pitchFamily="18" charset="0"/>
                <a:cs typeface="Times New Roman" pitchFamily="18" charset="0"/>
              </a:rPr>
              <a:t>năm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giảm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thấy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bắt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họ</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a:t>
            </a:r>
          </a:p>
          <a:p>
            <a:pPr marL="0" indent="0" algn="r">
              <a:buNone/>
            </a:pPr>
            <a:r>
              <a:rPr lang="en-US" sz="2800" i="1" dirty="0" smtClean="0">
                <a:latin typeface="Times New Roman" pitchFamily="18" charset="0"/>
                <a:cs typeface="Times New Roman" pitchFamily="18" charset="0"/>
              </a:rPr>
              <a:t>(</a:t>
            </a:r>
            <a:r>
              <a:rPr lang="en-US" sz="2800" i="1" dirty="0" err="1" smtClean="0">
                <a:latin typeface="Times New Roman" pitchFamily="18" charset="0"/>
                <a:cs typeface="Times New Roman" pitchFamily="18" charset="0"/>
              </a:rPr>
              <a:t>Điều</a:t>
            </a:r>
            <a:r>
              <a:rPr lang="en-US" sz="2800" i="1" dirty="0" smtClean="0">
                <a:latin typeface="Times New Roman" pitchFamily="18" charset="0"/>
                <a:cs typeface="Times New Roman" pitchFamily="18" charset="0"/>
              </a:rPr>
              <a:t> 65 BLHS)</a:t>
            </a:r>
            <a:endParaRPr lang="en-US" sz="2800" i="1" dirty="0">
              <a:latin typeface="Times New Roman" pitchFamily="18" charset="0"/>
              <a:cs typeface="Times New Roman" pitchFamily="18" charset="0"/>
            </a:endParaRPr>
          </a:p>
        </p:txBody>
      </p:sp>
    </p:spTree>
    <p:extLst>
      <p:ext uri="{BB962C8B-B14F-4D97-AF65-F5344CB8AC3E}">
        <p14:creationId xmlns:p14="http://schemas.microsoft.com/office/powerpoint/2010/main" val="2089718617"/>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Miễn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chấp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hành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80321" y="2336872"/>
            <a:ext cx="10859149" cy="3973775"/>
          </a:xfrm>
        </p:spPr>
        <p:txBody>
          <a:bodyPr>
            <a:noAutofit/>
          </a:bodyPr>
          <a:lstStyle/>
          <a:p>
            <a:pPr algn="just"/>
            <a:r>
              <a:rPr lang="en-US" sz="2600" dirty="0" smtClean="0">
                <a:latin typeface="Times New Roman" pitchFamily="18" charset="0"/>
                <a:cs typeface="Times New Roman" pitchFamily="18" charset="0"/>
              </a:rPr>
              <a:t>Do </a:t>
            </a:r>
            <a:r>
              <a:rPr lang="en-US" sz="2600" dirty="0" err="1" smtClean="0">
                <a:latin typeface="Times New Roman" pitchFamily="18" charset="0"/>
                <a:cs typeface="Times New Roman" pitchFamily="18" charset="0"/>
              </a:rPr>
              <a:t>hết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hiệu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bản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án</a:t>
            </a:r>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Do </a:t>
            </a:r>
            <a:r>
              <a:rPr lang="en-US" sz="2600" dirty="0" err="1" smtClean="0">
                <a:latin typeface="Times New Roman" pitchFamily="18" charset="0"/>
                <a:cs typeface="Times New Roman" pitchFamily="18" charset="0"/>
              </a:rPr>
              <a:t>được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xá</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đại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xá</a:t>
            </a:r>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Do </a:t>
            </a:r>
            <a:r>
              <a:rPr lang="en-US" sz="2600" dirty="0" err="1" smtClean="0">
                <a:latin typeface="Times New Roman" pitchFamily="18" charset="0"/>
                <a:cs typeface="Times New Roman" pitchFamily="18" charset="0"/>
              </a:rPr>
              <a:t>lập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mắc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bệnh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hiểm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nghèo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chấp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tốt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pháp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luật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hoàn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cảnh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gia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biệt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khăn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và</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xét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thấy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người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còn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nguy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hiểm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xã</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hội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nữa</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Trong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trường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hợp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đã</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được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tạm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chỉ</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chấp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phạt</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Miễn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chấp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phạt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tiền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đối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với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người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đã</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tích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cực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chấp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một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phần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phạt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nhưng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lâm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vào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hoàn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cảnh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kinh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tế</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biệt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khăn</a:t>
            </a:r>
            <a:endParaRPr lang="en-US" sz="2600" dirty="0" smtClean="0">
              <a:latin typeface="Times New Roman" pitchFamily="18" charset="0"/>
              <a:cs typeface="Times New Roman" pitchFamily="18" charset="0"/>
            </a:endParaRPr>
          </a:p>
          <a:p>
            <a:pPr algn="just"/>
            <a:r>
              <a:rPr lang="en-US" sz="2600" dirty="0" err="1" smtClean="0">
                <a:latin typeface="Times New Roman" pitchFamily="18" charset="0"/>
                <a:cs typeface="Times New Roman" pitchFamily="18" charset="0"/>
              </a:rPr>
              <a:t>Miễn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chấp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hành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phạt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bổ</a:t>
            </a:r>
            <a:r>
              <a:rPr lang="en-US" sz="2600" dirty="0" smtClean="0">
                <a:latin typeface="Times New Roman" pitchFamily="18" charset="0"/>
                <a:cs typeface="Times New Roman" pitchFamily="18" charset="0"/>
              </a:rPr>
              <a:t> sung </a:t>
            </a:r>
            <a:r>
              <a:rPr lang="en-US" sz="2600" dirty="0" err="1" smtClean="0">
                <a:latin typeface="Times New Roman" pitchFamily="18" charset="0"/>
                <a:cs typeface="Times New Roman" pitchFamily="18" charset="0"/>
              </a:rPr>
              <a:t>là</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phạt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cấm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cư</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trú</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quản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chế</a:t>
            </a:r>
            <a:r>
              <a:rPr lang="en-US" sz="2600" dirty="0" smtClean="0">
                <a:latin typeface="Times New Roman" pitchFamily="18" charset="0"/>
                <a:cs typeface="Times New Roman" pitchFamily="18" charset="0"/>
              </a:rPr>
              <a:t>.</a:t>
            </a: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2663819507"/>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Giảm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mức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đã</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tuyên</a:t>
            </a:r>
            <a:endParaRPr lang="en-US" dirty="0">
              <a:latin typeface="Times New Roman" pitchFamily="18" charset="0"/>
              <a:cs typeface="Times New Roman" pitchFamily="18" charset="0"/>
            </a:endParaRPr>
          </a:p>
        </p:txBody>
      </p:sp>
      <p:sp>
        <p:nvSpPr>
          <p:cNvPr id="4" name="Content Placeholder 3"/>
          <p:cNvSpPr>
            <a:spLocks noGrp="1"/>
          </p:cNvSpPr>
          <p:nvPr>
            <p:ph idx="1"/>
          </p:nvPr>
        </p:nvSpPr>
        <p:spPr/>
        <p:txBody>
          <a:bodyPr>
            <a:normAutofit/>
          </a:bodyPr>
          <a:lstStyle/>
          <a:p>
            <a:pPr algn="just"/>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đã</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trải</a:t>
            </a:r>
            <a:r>
              <a:rPr lang="en-US" sz="2800" dirty="0" smtClean="0">
                <a:latin typeface="Times New Roman" pitchFamily="18" charset="0"/>
                <a:cs typeface="Times New Roman" pitchFamily="18" charset="0"/>
              </a:rPr>
              <a:t> qua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a:t>
            </a:r>
          </a:p>
          <a:p>
            <a:pPr algn="just"/>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bộc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lộ</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bộ</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lâm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hoàn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cảnh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biệt</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01209681"/>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Tha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tù</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trước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điều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kiện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dirty="0" err="1" smtClean="0">
                <a:latin typeface="Times New Roman" pitchFamily="18" charset="0"/>
                <a:cs typeface="Times New Roman" pitchFamily="18" charset="0"/>
              </a:rPr>
              <a:t>Tha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Tòa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Bộ</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sự</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thấy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buộc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họ</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tiếp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tục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sở</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giam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giữ</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008158623"/>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Hoãn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tạm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chỉ</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chấp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hành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phạt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smtClean="0">
                <a:latin typeface="Times New Roman" pitchFamily="18" charset="0"/>
                <a:cs typeface="Times New Roman" pitchFamily="18" charset="0"/>
              </a:rPr>
              <a:t>Hoãn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phép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tuyên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ngay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lí</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a:t>
            </a:r>
          </a:p>
          <a:p>
            <a:pPr algn="just"/>
            <a:r>
              <a:rPr lang="en-US" sz="2800" dirty="0" err="1" smtClean="0">
                <a:latin typeface="Times New Roman" pitchFamily="18" charset="0"/>
                <a:cs typeface="Times New Roman" pitchFamily="18" charset="0"/>
              </a:rPr>
              <a:t>Tạm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phép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lí</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luật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250692295"/>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Xóa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tích</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hậu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lý</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a:t>
            </a:r>
          </a:p>
          <a:p>
            <a:r>
              <a:rPr lang="en-US" sz="2800" dirty="0" err="1" smtClean="0">
                <a:latin typeface="Times New Roman" pitchFamily="18" charset="0"/>
                <a:cs typeface="Times New Roman" pitchFamily="18" charset="0"/>
              </a:rPr>
              <a:t>Xóa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xóa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hậu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cùng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tội</a:t>
            </a:r>
            <a:r>
              <a:rPr lang="en-US" sz="2800" dirty="0" smtClean="0">
                <a:latin typeface="Times New Roman" pitchFamily="18" charset="0"/>
                <a:cs typeface="Times New Roman" pitchFamily="18" charset="0"/>
              </a:rPr>
              <a:t>.</a:t>
            </a:r>
          </a:p>
          <a:p>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xóa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coi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như</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chưa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giấy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nhận</a:t>
            </a:r>
            <a:r>
              <a:rPr lang="en-US" sz="280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636521269"/>
      </p:ext>
    </p:extLst>
  </p:cSld>
  <p:clrMapOvr>
    <a:masterClrMapping/>
  </p:clrMapOvr>
  <p:timing>
    <p:tnLst>
      <p:par>
        <p:cTn id="1" dur="indefinite" restart="never" nodeType="tmRoot"/>
      </p:par>
    </p:tn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
  <TotalTime>4620</TotalTime>
  <Words>14392</Words>
  <Application>Microsoft Office PowerPoint</Application>
  <PresentationFormat>Widescreen</PresentationFormat>
  <Paragraphs>616</Paragraphs>
  <Slides>164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164</vt:i4>
      </vt:variant>
    </vt:vector>
  </HeadingPairs>
  <TitlesOfParts>
    <vt:vector size="168" baseType="lpstr">
      <vt:lpstr>Arial</vt:lpstr>
      <vt:lpstr>Times New Roman</vt:lpstr>
      <vt:lpstr>Trebuchet MS</vt:lpstr>
      <vt:lpstr>Berlin</vt:lpstr>
      <vt:lpstr> Bài 7:LUẬT HÌNH SỰ  VIỆT NAM</vt:lpstr>
      <vt:lpstr>LUẬT HÌNH SỰ VIỆT NAM</vt:lpstr>
      <vt:lpstr>I. KHÁI NIỆM, NHIỆM VỤ VÀ CÁC NGUYÊN TẮC CỦA LUẬT HÌNH SỰ</vt:lpstr>
      <vt:lpstr>ĐỐI TƯỢNG ĐIỀU CHỈNH CỦA LUẬT HÌNH SỰ VIỆT NAM</vt:lpstr>
      <vt:lpstr>PHƯƠNG PHÁP ĐIỀU CHỈNH CỦA LUẬT HÌNH SỰ VIỆT NAM</vt:lpstr>
      <vt:lpstr>PowerPoint Presentation</vt:lpstr>
      <vt:lpstr>BẢN CHẤT GIAI CẤP CỦA LUẬT HÌNH SỰ </vt:lpstr>
      <vt:lpstr>NHIỆM VỤ CỦA LUẬT HÌNH SỰ</vt:lpstr>
      <vt:lpstr>PowerPoint Presentation</vt:lpstr>
      <vt:lpstr>II. NGUỒN VÀ HIỆU LỰC CỦA LUẬT HÌNH SỰ VIỆT NAM, CẤU TẠO CỦA BỘ LUẬT HÌNH SỰ</vt:lpstr>
      <vt:lpstr>HIỆU LỰC CỦA LUẬT HÌNH SỰ</vt:lpstr>
      <vt:lpstr>HIỆU LỰC CỦA LUẬT HÌNH SỰ THEO KHÔNG GIAN</vt:lpstr>
      <vt:lpstr>PowerPoint Presentation</vt:lpstr>
      <vt:lpstr>PowerPoint Presentation</vt:lpstr>
      <vt:lpstr>PowerPoint Presentation</vt:lpstr>
      <vt:lpstr>HIỆU LỰC CỦA LUẬT HÌNH SỰ THEO THỜI GIAN</vt:lpstr>
      <vt:lpstr>PowerPoint Presentation</vt:lpstr>
      <vt:lpstr>PowerPoint Presentation</vt:lpstr>
      <vt:lpstr>III. TỘI PHẠM</vt:lpstr>
      <vt:lpstr>CÁC DẤU HIỆU CỦA TỘI PHẠM</vt:lpstr>
      <vt:lpstr>PHÂN LOẠI TỘI PHẠM</vt:lpstr>
      <vt:lpstr>PowerPoint Presentation</vt:lpstr>
      <vt:lpstr>PowerPoint Presentation</vt:lpstr>
      <vt:lpstr>PowerPoint Presentation</vt:lpstr>
      <vt:lpstr>PowerPoint Presentation</vt:lpstr>
      <vt:lpstr>IV. TRÁCH NHIỆM HÌNH SỰ VÀ      CẤU THÀNH TỘI PHẠM</vt:lpstr>
      <vt:lpstr>CẤU THÀNH TỘI PHẠM</vt:lpstr>
      <vt:lpstr>KHÁI NIỆM CẤU THÀNH TỘI PHẠM</vt:lpstr>
      <vt:lpstr>ĐẶC ĐIỂM CỦA CÁC DẤU HIỆU CẤU THÀNH TỘI PHẠM</vt:lpstr>
      <vt:lpstr>PHÂN LOẠI CẤU THÀNH TỘI PHẠM</vt:lpstr>
      <vt:lpstr>Cấu thành tội phạm cơ bản</vt:lpstr>
      <vt:lpstr>Cấu thành tội phạm tăng nặng</vt:lpstr>
      <vt:lpstr>Cấu thành tội phạm giảm nhẹ</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KHÁCH THỂ CỦA TỘI PHẠM</vt:lpstr>
      <vt:lpstr>Các loại khách thể của tội phạm</vt:lpstr>
      <vt:lpstr>Khách thể chung của tội phạm</vt:lpstr>
      <vt:lpstr>Khách thể loại của tội phạm</vt:lpstr>
      <vt:lpstr>Khách thể trực tiếp của tội phạm</vt:lpstr>
      <vt:lpstr>PowerPoint Presentation</vt:lpstr>
      <vt:lpstr>ĐỐI TƯỢNG TÁC ĐỘNG CỦA TỘI PHẠM</vt:lpstr>
      <vt:lpstr>Một số đối tượng tác động của tội phạm</vt:lpstr>
      <vt:lpstr>MẶT KHÁCH QUAN CỦA TỘI PHẠM</vt:lpstr>
      <vt:lpstr>Hành vi nguy hiểm cho xã hội</vt:lpstr>
      <vt:lpstr>PowerPoint Presentation</vt:lpstr>
      <vt:lpstr>PowerPoint Presentation</vt:lpstr>
      <vt:lpstr>PowerPoint Presentation</vt:lpstr>
      <vt:lpstr>Hậu quả nguy hiểm cho xã hội</vt:lpstr>
      <vt:lpstr>Mối quan hệ nhân quả trong luật hình sự</vt:lpstr>
      <vt:lpstr>PowerPoint Presentation</vt:lpstr>
      <vt:lpstr>Các dạng mối quan hệ nhân quả trong luật hình sự</vt:lpstr>
      <vt:lpstr>Những biểu hiện khác thuộc mặt khách quan của tội phạm</vt:lpstr>
      <vt:lpstr>CHỦ THỂ CỦA TỘI PHẠM</vt:lpstr>
      <vt:lpstr>Các dấu hiệu của chủ thể tội phạm là cá nhân</vt:lpstr>
      <vt:lpstr>Năng lực trách nhiệm hình sự</vt:lpstr>
      <vt:lpstr>Tình trạng không có năng lực trách nhiệm hình sự</vt:lpstr>
      <vt:lpstr>PowerPoint Presentation</vt:lpstr>
      <vt:lpstr>Tuổi chịu trách nhiệm hình sự</vt:lpstr>
      <vt:lpstr>Chủ thể đặc biệt của tội phạm</vt:lpstr>
      <vt:lpstr>Phân loại các đặc điểm của chủ thể đặc biệt</vt:lpstr>
      <vt:lpstr>Các dấu hiệu chủ thể tội phạm là tổ chức</vt:lpstr>
      <vt:lpstr>PowerPoint Presentation</vt:lpstr>
      <vt:lpstr>PowerPoint Presentation</vt:lpstr>
      <vt:lpstr>PowerPoint Presentation</vt:lpstr>
      <vt:lpstr>Điều kiện chịu trách nhiệm hình sự của pháp nhân thương mại</vt:lpstr>
      <vt:lpstr>MẶT CHỦ QUAN CỦA TỘI PHẠM</vt:lpstr>
      <vt:lpstr>Lỗi</vt:lpstr>
      <vt:lpstr>Các hình thức lỗi</vt:lpstr>
      <vt:lpstr>Trường hợp hỗn hợp lỗi</vt:lpstr>
      <vt:lpstr>PowerPoint Presentation</vt:lpstr>
      <vt:lpstr>PowerPoint Presentation</vt:lpstr>
      <vt:lpstr>PowerPoint Presentation</vt:lpstr>
      <vt:lpstr>PowerPoint Presentation</vt:lpstr>
      <vt:lpstr>PowerPoint Presentation</vt:lpstr>
      <vt:lpstr>Sự kiện bất ngờ</vt:lpstr>
      <vt:lpstr>Động cơ và mục đích phạm tội</vt:lpstr>
      <vt:lpstr>Sai lầm và ảnh hưởng của sai lầm đối với trách nhiệm hình sự</vt:lpstr>
      <vt:lpstr>PowerPoint Presentation</vt:lpstr>
      <vt:lpstr>PowerPoint Presentation</vt:lpstr>
      <vt:lpstr>PowerPoint Presentation</vt:lpstr>
      <vt:lpstr>PowerPoint Presentation</vt:lpstr>
      <vt:lpstr>PowerPoint Presentation</vt:lpstr>
      <vt:lpstr>V. CÁC GIAI ĐOẠN THỰC HIỆN TỘI PHẠM</vt:lpstr>
      <vt:lpstr>Chuẩn bị phạm tội</vt:lpstr>
      <vt:lpstr>PowerPoint Presentation</vt:lpstr>
      <vt:lpstr>PowerPoint Presentation</vt:lpstr>
      <vt:lpstr>PowerPoint Presentation</vt:lpstr>
      <vt:lpstr>PowerPoint Presentation</vt:lpstr>
      <vt:lpstr>Phạm tội chưa đạt</vt:lpstr>
      <vt:lpstr>Phân loại các trường hợp phạm tội chưa đạt</vt:lpstr>
      <vt:lpstr>PowerPoint Presentation</vt:lpstr>
      <vt:lpstr>Tội phạm hoàn thành</vt:lpstr>
      <vt:lpstr>TỰ Ý NỬA CHỪNG CHẤM DỨT VIỆC PHẠM TỘI (Điều 16 BLHS)</vt:lpstr>
      <vt:lpstr>PowerPoint Presentation</vt:lpstr>
      <vt:lpstr>VI. ĐỒNG PHẠM</vt:lpstr>
      <vt:lpstr>Các dấu hiệu của đồng phạm</vt:lpstr>
      <vt:lpstr>PowerPoint Presentation</vt:lpstr>
      <vt:lpstr>Các loại người đồng phạm</vt:lpstr>
      <vt:lpstr>Người thực hành</vt:lpstr>
      <vt:lpstr>Người tổ chức</vt:lpstr>
      <vt:lpstr>Người xúi giục</vt:lpstr>
      <vt:lpstr>PowerPoint Presentation</vt:lpstr>
      <vt:lpstr>Người giúp sức</vt:lpstr>
      <vt:lpstr>Các hình thức đồng phạm</vt:lpstr>
      <vt:lpstr>PowerPoint Presentation</vt:lpstr>
      <vt:lpstr>Phân loại theo dấu hiệu chủ quan và khách quan</vt:lpstr>
      <vt:lpstr>Phạm tội có tổ chức</vt:lpstr>
      <vt:lpstr>Trách nhiệm hình sự trong đồng phạm</vt:lpstr>
      <vt:lpstr>Một số vấn đề liên quan đến TNHS trong đồng phạm</vt:lpstr>
      <vt:lpstr>PowerPoint Presentation</vt:lpstr>
      <vt:lpstr>Những hành vi liên quan đến tội phạm cấu thành tội độc lập</vt:lpstr>
      <vt:lpstr>PowerPoint Presentation</vt:lpstr>
      <vt:lpstr>PowerPoint Presentation</vt:lpstr>
      <vt:lpstr>PowerPoint Presentation</vt:lpstr>
      <vt:lpstr>PowerPoint Presentation</vt:lpstr>
      <vt:lpstr>PowerPoint Presentation</vt:lpstr>
      <vt:lpstr>VII. CÁC TÌNH TIẾT LOẠI TRỪ TÍNH CHẤT PHẠM TỘI CỦA HÀNH VI</vt:lpstr>
      <vt:lpstr>PowerPoint Presentation</vt:lpstr>
      <vt:lpstr>VIII. HÌNH PHẠT VÀ BIỆN PHÁP TƯ PHÁP</vt:lpstr>
      <vt:lpstr>PowerPoint Presentation</vt:lpstr>
      <vt:lpstr>Hệ thống hình phạt</vt:lpstr>
      <vt:lpstr>Hình phạt chính</vt:lpstr>
      <vt:lpstr>Hình phạt bổ sung</vt:lpstr>
      <vt:lpstr>Cảnh cáo</vt:lpstr>
      <vt:lpstr>Phạt tiền</vt:lpstr>
      <vt:lpstr>Cải tạo không giam giữ</vt:lpstr>
      <vt:lpstr>Trục xuất</vt:lpstr>
      <vt:lpstr>Tù có thời hạn</vt:lpstr>
      <vt:lpstr>Tù chung thân</vt:lpstr>
      <vt:lpstr>Tử hình</vt:lpstr>
      <vt:lpstr>PowerPoint Presentation</vt:lpstr>
      <vt:lpstr>Cấm đảm nhiệm chức vụ, cấm hành nghề hoặc làm công việc nhất định</vt:lpstr>
      <vt:lpstr>PowerPoint Presentation</vt:lpstr>
      <vt:lpstr>Cấm cư trú</vt:lpstr>
      <vt:lpstr>Quản chế</vt:lpstr>
      <vt:lpstr>Tước một số quyền công dân</vt:lpstr>
      <vt:lpstr>Tịch thu tài sản</vt:lpstr>
      <vt:lpstr>PowerPoint Presentation</vt:lpstr>
      <vt:lpstr>Các biện pháp tư pháp</vt:lpstr>
      <vt:lpstr>PowerPoint Presentation</vt:lpstr>
      <vt:lpstr>PowerPoint Presentation</vt:lpstr>
      <vt:lpstr>Các biện pháp tư pháp cụ thể đối với pháp nhân thương mại phạm tội</vt:lpstr>
      <vt:lpstr>QUYẾT ĐỊNH HÌNH PHẠT</vt:lpstr>
      <vt:lpstr>Các căn cứ quyết định hình phạt đối với người phạm tội</vt:lpstr>
      <vt:lpstr>Tổng hợp hình phạt của nhiều bản án</vt:lpstr>
      <vt:lpstr>Tổng hợp hình phạt trong trường hợp một người đang phải chấp hành một bản án mà lại bị xét xử về tội đã phạm trước khi có bản án này</vt:lpstr>
      <vt:lpstr>Tổng hợp hình phạt trong trường hợp một người đang phải chấp hành một bản án mà lại phạm tội mới</vt:lpstr>
      <vt:lpstr>PowerPoint Presentation</vt:lpstr>
      <vt:lpstr>IX. MIỄN, GIẢM TRÁCH NHIỆM HÌNH SỰ VÀ XÓA ÁN TÍCH</vt:lpstr>
      <vt:lpstr>Miễn trách nhiệm hình sự</vt:lpstr>
      <vt:lpstr>Án treo</vt:lpstr>
      <vt:lpstr>Miễn chấp hành hình phạt</vt:lpstr>
      <vt:lpstr>Giảm mức hình phạt đã tuyên</vt:lpstr>
      <vt:lpstr>Tha tù trước thời hạn có điều kiện</vt:lpstr>
      <vt:lpstr>Hoãn, tạm đình chỉ chấp hành hình phạt</vt:lpstr>
      <vt:lpstr>Xóa án tích</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4:LUẬT HÌNH SỰ  VIỆT NAM</dc:title>
  <dc:creator>quoc anh</dc:creator>
  <cp:lastModifiedBy>LIEN</cp:lastModifiedBy>
  <cp:revision>102</cp:revision>
  <dcterms:created xsi:type="dcterms:W3CDTF">2018-12-09T02:29:47Z</dcterms:created>
  <dcterms:modified xsi:type="dcterms:W3CDTF">2024-09-24T02:12:41Z</dcterms:modified>
</cp:coreProperties>
</file>